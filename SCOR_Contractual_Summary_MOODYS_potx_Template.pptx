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10.xml" ContentType="application/vnd.openxmlformats-officedocument.drawingml.chart+xml"/>
  <Override PartName="/ppt/charts/chart11.xml" ContentType="application/vnd.openxmlformats-officedocument.drawingml.chart+xml"/>
  <Override PartName="/ppt/charts/chart12.xml" ContentType="application/vnd.openxmlformats-officedocument.drawingml.chart+xml"/>
  <Override PartName="/ppt/charts/chart13.xml" ContentType="application/vnd.openxmlformats-officedocument.drawingml.chart+xml"/>
  <Override PartName="/ppt/charts/chart14.xml" ContentType="application/vnd.openxmlformats-officedocument.drawingml.chart+xml"/>
  <Override PartName="/ppt/charts/chart15.xml" ContentType="application/vnd.openxmlformats-officedocument.drawingml.chart+xml"/>
  <Override PartName="/ppt/charts/chart16.xml" ContentType="application/vnd.openxmlformats-officedocument.drawingml.chart+xml"/>
  <Override PartName="/ppt/charts/chart17.xml" ContentType="application/vnd.openxmlformats-officedocument.drawingml.chart+xml"/>
  <Override PartName="/ppt/charts/chart18.xml" ContentType="application/vnd.openxmlformats-officedocument.drawingml.chart+xml"/>
  <Override PartName="/ppt/charts/chart19.xml" ContentType="application/vnd.openxmlformats-officedocument.drawingml.chart+xml"/>
  <Override PartName="/ppt/charts/chart2.xml" ContentType="application/vnd.openxmlformats-officedocument.drawingml.chart+xml"/>
  <Override PartName="/ppt/charts/chart20.xml" ContentType="application/vnd.openxmlformats-officedocument.drawingml.chart+xml"/>
  <Override PartName="/ppt/charts/chart21.xml" ContentType="application/vnd.openxmlformats-officedocument.drawingml.chart+xml"/>
  <Override PartName="/ppt/charts/chart2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charts/chart7.xml" ContentType="application/vnd.openxmlformats-officedocument.drawingml.chart+xml"/>
  <Override PartName="/ppt/charts/chart8.xml" ContentType="application/vnd.openxmlformats-officedocument.drawingml.chart+xml"/>
  <Override PartName="/ppt/charts/chart9.xml" ContentType="application/vnd.openxmlformats-officedocument.drawingml.chart+xml"/>
  <Override PartName="/ppt/charts/colors1.xml" ContentType="application/vnd.ms-office.chartcolorstyle+xml"/>
  <Override PartName="/ppt/charts/colors10.xml" ContentType="application/vnd.ms-office.chartcolorstyle+xml"/>
  <Override PartName="/ppt/charts/colors11.xml" ContentType="application/vnd.ms-office.chartcolorstyle+xml"/>
  <Override PartName="/ppt/charts/colors12.xml" ContentType="application/vnd.ms-office.chartcolorstyle+xml"/>
  <Override PartName="/ppt/charts/colors13.xml" ContentType="application/vnd.ms-office.chartcolorstyle+xml"/>
  <Override PartName="/ppt/charts/colors14.xml" ContentType="application/vnd.ms-office.chartcolorstyle+xml"/>
  <Override PartName="/ppt/charts/colors15.xml" ContentType="application/vnd.ms-office.chartcolorstyle+xml"/>
  <Override PartName="/ppt/charts/colors16.xml" ContentType="application/vnd.ms-office.chartcolorstyle+xml"/>
  <Override PartName="/ppt/charts/colors17.xml" ContentType="application/vnd.ms-office.chartcolorstyle+xml"/>
  <Override PartName="/ppt/charts/colors18.xml" ContentType="application/vnd.ms-office.chartcolorstyle+xml"/>
  <Override PartName="/ppt/charts/colors19.xml" ContentType="application/vnd.ms-office.chartcolorstyle+xml"/>
  <Override PartName="/ppt/charts/colors2.xml" ContentType="application/vnd.ms-office.chartcolorstyle+xml"/>
  <Override PartName="/ppt/charts/colors20.xml" ContentType="application/vnd.ms-office.chartcolorstyle+xml"/>
  <Override PartName="/ppt/charts/colors21.xml" ContentType="application/vnd.ms-office.chartcolorstyle+xml"/>
  <Override PartName="/ppt/charts/colors3.xml" ContentType="application/vnd.ms-office.chartcolorstyle+xml"/>
  <Override PartName="/ppt/charts/colors4.xml" ContentType="application/vnd.ms-office.chartcolorstyle+xml"/>
  <Override PartName="/ppt/charts/colors5.xml" ContentType="application/vnd.ms-office.chartcolorstyle+xml"/>
  <Override PartName="/ppt/charts/colors6.xml" ContentType="application/vnd.ms-office.chartcolorstyle+xml"/>
  <Override PartName="/ppt/charts/colors7.xml" ContentType="application/vnd.ms-office.chartcolorstyle+xml"/>
  <Override PartName="/ppt/charts/colors8.xml" ContentType="application/vnd.ms-office.chartcolorstyle+xml"/>
  <Override PartName="/ppt/charts/colors9.xml" ContentType="application/vnd.ms-office.chartcolorstyle+xml"/>
  <Override PartName="/ppt/charts/style1.xml" ContentType="application/vnd.ms-office.chartstyle+xml"/>
  <Override PartName="/ppt/charts/style10.xml" ContentType="application/vnd.ms-office.chartstyle+xml"/>
  <Override PartName="/ppt/charts/style11.xml" ContentType="application/vnd.ms-office.chartstyle+xml"/>
  <Override PartName="/ppt/charts/style12.xml" ContentType="application/vnd.ms-office.chartstyle+xml"/>
  <Override PartName="/ppt/charts/style13.xml" ContentType="application/vnd.ms-office.chartstyle+xml"/>
  <Override PartName="/ppt/charts/style14.xml" ContentType="application/vnd.ms-office.chartstyle+xml"/>
  <Override PartName="/ppt/charts/style15.xml" ContentType="application/vnd.ms-office.chartstyle+xml"/>
  <Override PartName="/ppt/charts/style16.xml" ContentType="application/vnd.ms-office.chartstyle+xml"/>
  <Override PartName="/ppt/charts/style17.xml" ContentType="application/vnd.ms-office.chartstyle+xml"/>
  <Override PartName="/ppt/charts/style18.xml" ContentType="application/vnd.ms-office.chartstyle+xml"/>
  <Override PartName="/ppt/charts/style19.xml" ContentType="application/vnd.ms-office.chartstyle+xml"/>
  <Override PartName="/ppt/charts/style2.xml" ContentType="application/vnd.ms-office.chartstyle+xml"/>
  <Override PartName="/ppt/charts/style20.xml" ContentType="application/vnd.ms-office.chartstyle+xml"/>
  <Override PartName="/ppt/charts/style21.xml" ContentType="application/vnd.ms-office.chartstyle+xml"/>
  <Override PartName="/ppt/charts/style3.xml" ContentType="application/vnd.ms-office.chartstyle+xml"/>
  <Override PartName="/ppt/charts/style4.xml" ContentType="application/vnd.ms-office.chartstyle+xml"/>
  <Override PartName="/ppt/charts/style5.xml" ContentType="application/vnd.ms-office.chartstyle+xml"/>
  <Override PartName="/ppt/charts/style6.xml" ContentType="application/vnd.ms-office.chartstyle+xml"/>
  <Override PartName="/ppt/charts/style7.xml" ContentType="application/vnd.ms-office.chartstyle+xml"/>
  <Override PartName="/ppt/charts/style8.xml" ContentType="application/vnd.ms-office.chartstyle+xml"/>
  <Override PartName="/ppt/charts/style9.xml" ContentType="application/vnd.ms-office.chartstyle+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autoCompressPictures="0">
  <p:sldMasterIdLst>
    <p:sldMasterId id="2147483672" r:id="rId1"/>
  </p:sldMasterIdLst>
  <p:notesMasterIdLst>
    <p:notesMasterId r:id="rId76"/>
  </p:notesMasterIdLst>
  <p:sldIdLst>
    <p:sldId id="275" r:id="rId2"/>
    <p:sldId id="348" r:id="rId3"/>
    <p:sldId id="349" r:id="rId4"/>
    <p:sldId id="347" r:id="rId5"/>
    <p:sldId id="2147479818" r:id="rId6"/>
    <p:sldId id="351" r:id="rId7"/>
    <p:sldId id="352" r:id="rId8"/>
    <p:sldId id="289" r:id="rId9"/>
    <p:sldId id="306" r:id="rId10"/>
    <p:sldId id="307" r:id="rId11"/>
    <p:sldId id="2147479817" r:id="rId12"/>
    <p:sldId id="290" r:id="rId13"/>
    <p:sldId id="291" r:id="rId14"/>
    <p:sldId id="341" r:id="rId15"/>
    <p:sldId id="342" r:id="rId16"/>
    <p:sldId id="343" r:id="rId17"/>
    <p:sldId id="360" r:id="rId18"/>
    <p:sldId id="304" r:id="rId19"/>
    <p:sldId id="353" r:id="rId20"/>
    <p:sldId id="2147479812" r:id="rId21"/>
    <p:sldId id="2147479813" r:id="rId22"/>
    <p:sldId id="2147479814" r:id="rId23"/>
    <p:sldId id="2147479815" r:id="rId24"/>
    <p:sldId id="2147479816" r:id="rId25"/>
    <p:sldId id="272" r:id="rId26"/>
    <p:sldId id="308" r:id="rId27"/>
    <p:sldId id="309" r:id="rId28"/>
    <p:sldId id="273" r:id="rId29"/>
    <p:sldId id="285" r:id="rId30"/>
    <p:sldId id="302" r:id="rId31"/>
    <p:sldId id="332" r:id="rId32"/>
    <p:sldId id="333" r:id="rId33"/>
    <p:sldId id="334" r:id="rId34"/>
    <p:sldId id="335" r:id="rId35"/>
    <p:sldId id="286" r:id="rId36"/>
    <p:sldId id="311" r:id="rId37"/>
    <p:sldId id="314" r:id="rId38"/>
    <p:sldId id="312" r:id="rId39"/>
    <p:sldId id="315" r:id="rId40"/>
    <p:sldId id="267" r:id="rId41"/>
    <p:sldId id="358" r:id="rId42"/>
    <p:sldId id="292" r:id="rId43"/>
    <p:sldId id="359" r:id="rId44"/>
    <p:sldId id="293" r:id="rId45"/>
    <p:sldId id="294" r:id="rId46"/>
    <p:sldId id="295" r:id="rId47"/>
    <p:sldId id="296" r:id="rId48"/>
    <p:sldId id="297" r:id="rId49"/>
    <p:sldId id="282" r:id="rId50"/>
    <p:sldId id="336" r:id="rId51"/>
    <p:sldId id="337" r:id="rId52"/>
    <p:sldId id="277" r:id="rId53"/>
    <p:sldId id="274" r:id="rId54"/>
    <p:sldId id="276" r:id="rId55"/>
    <p:sldId id="318" r:id="rId56"/>
    <p:sldId id="345" r:id="rId57"/>
    <p:sldId id="340" r:id="rId58"/>
    <p:sldId id="319" r:id="rId59"/>
    <p:sldId id="320" r:id="rId60"/>
    <p:sldId id="329" r:id="rId61"/>
    <p:sldId id="346" r:id="rId62"/>
    <p:sldId id="305" r:id="rId63"/>
    <p:sldId id="300" r:id="rId64"/>
    <p:sldId id="299" r:id="rId65"/>
    <p:sldId id="301" r:id="rId66"/>
    <p:sldId id="280" r:id="rId67"/>
    <p:sldId id="322" r:id="rId68"/>
    <p:sldId id="324" r:id="rId69"/>
    <p:sldId id="279" r:id="rId70"/>
    <p:sldId id="326" r:id="rId71"/>
    <p:sldId id="327" r:id="rId72"/>
    <p:sldId id="328" r:id="rId73"/>
    <p:sldId id="278" r:id="rId74"/>
    <p:sldId id="330" r:id="rId75"/>
    <p:sldId id="2147479819" r:id="rId95"/>
    <p:sldId id="2147479820" r:id="rId96"/>
    <p:sldId id="2147479821" r:id="rId97"/>
    <p:sldId id="2147479822" r:id="rId98"/>
    <p:sldId id="2147479823" r:id="rId99"/>
    <p:sldId id="2147479824" r:id="rId100"/>
    <p:sldId id="2147479825" r:id="rId101"/>
    <p:sldId id="2147479826" r:id="rId102"/>
  </p:sldIdLst>
  <p:sldSz cx="12192000" cy="6858000"/>
  <p:notesSz cx="6858000" cy="9144000"/>
  <p:embeddedFontLst>
    <p:embeddedFont>
      <p:font typeface="Financier Display Light" panose="020203030705060D0203" pitchFamily="18" charset="77"/>
      <p:regular r:id="rId77"/>
      <p:italic r:id="rId78"/>
    </p:embeddedFont>
    <p:embeddedFont>
      <p:font typeface="Financier Semibold"/>
      <p:regular r:id="rId79"/>
      <p:bold r:id="rId80"/>
      <p:italic r:id="rId81"/>
      <p:boldItalic r:id="rId82"/>
    </p:embeddedFont>
    <p:embeddedFont>
      <p:font typeface="GT America" pitchFamily="2" charset="77"/>
      <p:regular r:id="rId83"/>
      <p:bold r:id="rId84"/>
      <p:italic r:id="rId85"/>
      <p:boldItalic r:id="rId86"/>
    </p:embeddedFont>
    <p:embeddedFont>
      <p:font typeface="GT America Regular" pitchFamily="2" charset="77"/>
      <p:regular r:id="rId87"/>
      <p:bold r:id="rId88"/>
      <p:italic r:id="rId89"/>
      <p:boldItalic r:id="rId90"/>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Cover" id="{F2254FF4-1BCF-4843-8905-E45A88C34143}">
          <p14:sldIdLst>
            <p14:sldId id="275"/>
            <p14:sldId id="348"/>
            <p14:sldId id="349"/>
            <p14:sldId id="347"/>
            <p14:sldId id="2147479818"/>
            <p14:sldId id="351"/>
            <p14:sldId id="352"/>
          </p14:sldIdLst>
        </p14:section>
        <p14:section name="Instructions" id="{161DE3EB-8050-40B4-822B-E963E2A73608}">
          <p14:sldIdLst>
            <p14:sldId id="289"/>
            <p14:sldId id="306"/>
            <p14:sldId id="307"/>
            <p14:sldId id="2147479817"/>
            <p14:sldId id="290"/>
            <p14:sldId id="291"/>
            <p14:sldId id="341"/>
            <p14:sldId id="342"/>
            <p14:sldId id="343"/>
            <p14:sldId id="360"/>
            <p14:sldId id="304"/>
            <p14:sldId id="353"/>
            <p14:sldId id="2147479812"/>
            <p14:sldId id="2147479813"/>
            <p14:sldId id="2147479814"/>
            <p14:sldId id="2147479815"/>
            <p14:sldId id="2147479816"/>
          </p14:sldIdLst>
        </p14:section>
        <p14:section name="Agenda layouts" id="{6E6E8C90-E8E8-4C00-AEAF-BA0EAFC86BBB}">
          <p14:sldIdLst>
            <p14:sldId id="272"/>
            <p14:sldId id="308"/>
            <p14:sldId id="309"/>
            <p14:sldId id="273"/>
          </p14:sldIdLst>
        </p14:section>
        <p14:section name="Dividers" id="{90993865-151A-4068-BE79-A1424298575F}">
          <p14:sldIdLst>
            <p14:sldId id="285"/>
            <p14:sldId id="302"/>
            <p14:sldId id="332"/>
            <p14:sldId id="333"/>
            <p14:sldId id="334"/>
            <p14:sldId id="335"/>
          </p14:sldIdLst>
        </p14:section>
        <p14:section name="Executive Summaries" id="{A0E3DE38-E66D-4864-8E0D-6894EAA19575}">
          <p14:sldIdLst>
            <p14:sldId id="286"/>
            <p14:sldId id="311"/>
            <p14:sldId id="314"/>
            <p14:sldId id="312"/>
            <p14:sldId id="315"/>
          </p14:sldIdLst>
        </p14:section>
        <p14:section name="Content layouts" id="{A79A4224-9672-4F29-A5A6-4940C14C072D}">
          <p14:sldIdLst>
            <p14:sldId id="267"/>
            <p14:sldId id="358"/>
            <p14:sldId id="292"/>
            <p14:sldId id="359"/>
            <p14:sldId id="293"/>
            <p14:sldId id="294"/>
            <p14:sldId id="295"/>
            <p14:sldId id="296"/>
            <p14:sldId id="297"/>
          </p14:sldIdLst>
        </p14:section>
        <p14:section name="Quote layouts" id="{973F02DE-D856-4CF6-8C7B-AA4C9F48D323}">
          <p14:sldIdLst>
            <p14:sldId id="282"/>
            <p14:sldId id="336"/>
            <p14:sldId id="337"/>
          </p14:sldIdLst>
        </p14:section>
        <p14:section name="Creative presentation layouts" id="{553D44EA-E9F2-45CE-A560-88D545F38AD0}">
          <p14:sldIdLst>
            <p14:sldId id="277"/>
            <p14:sldId id="274"/>
            <p14:sldId id="276"/>
            <p14:sldId id="318"/>
            <p14:sldId id="345"/>
            <p14:sldId id="340"/>
            <p14:sldId id="319"/>
            <p14:sldId id="320"/>
            <p14:sldId id="329"/>
          </p14:sldIdLst>
        </p14:section>
        <p14:section name="Tables and chart layouts" id="{D3B1ADC7-9C48-4B1B-8F9F-96D7B586699F}">
          <p14:sldIdLst>
            <p14:sldId id="346"/>
            <p14:sldId id="305"/>
            <p14:sldId id="300"/>
            <p14:sldId id="299"/>
            <p14:sldId id="301"/>
          </p14:sldIdLst>
        </p14:section>
        <p14:section name="Bio layouts" id="{00543DB3-112B-4F79-882E-09193D4A4B15}">
          <p14:sldIdLst>
            <p14:sldId id="280"/>
            <p14:sldId id="322"/>
            <p14:sldId id="324"/>
            <p14:sldId id="279"/>
            <p14:sldId id="326"/>
            <p14:sldId id="327"/>
            <p14:sldId id="328"/>
          </p14:sldIdLst>
        </p14:section>
        <p14:section name="Back cover" id="{8A54CD77-A901-46EA-B4C8-18D3D67116A9}">
          <p14:sldIdLst>
            <p14:sldId id="278"/>
          </p14:sldIdLst>
        </p14:section>
        <p14:section name="Disclaimer/Copyright" id="{846246FA-7D15-4F62-9FAE-619D71110DA6}">
          <p14:sldIdLst>
            <p14:sldId id="33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25AB2"/>
    <a:srgbClr val="E3C222"/>
    <a:srgbClr val="5C058C"/>
    <a:srgbClr val="C7AB20"/>
    <a:srgbClr val="F2F2F2"/>
    <a:srgbClr val="5EB6BC"/>
    <a:srgbClr val="2A4217"/>
    <a:srgbClr val="BA0168"/>
    <a:srgbClr val="D9007A"/>
    <a:srgbClr val="E9783D"/>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EB344D84-9AFB-497E-A393-DC336BA19D2E}" styleName="Medium Style 3 - Accent 3">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3"/>
          </a:solidFill>
        </a:fill>
      </a:tcStyle>
    </a:lastCol>
    <a:firstCol>
      <a:tcTxStyle b="on">
        <a:fontRef idx="minor">
          <a:scrgbClr r="0" g="0" b="0"/>
        </a:fontRef>
        <a:schemeClr val="lt1"/>
      </a:tcTxStyle>
      <a:tcStyle>
        <a:tcBdr/>
        <a:fill>
          <a:solidFill>
            <a:schemeClr val="accent3"/>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3"/>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74" autoAdjust="0"/>
    <p:restoredTop sz="94694"/>
  </p:normalViewPr>
  <p:slideViewPr>
    <p:cSldViewPr snapToGrid="0">
      <p:cViewPr varScale="1">
        <p:scale>
          <a:sx n="121" d="100"/>
          <a:sy n="121" d="100"/>
        </p:scale>
        <p:origin x="640" y="168"/>
      </p:cViewPr>
      <p:guideLst/>
    </p:cSldViewPr>
  </p:slideViewPr>
  <p:notesTextViewPr>
    <p:cViewPr>
      <p:scale>
        <a:sx n="1" d="1"/>
        <a:sy n="1" d="1"/>
      </p:scale>
      <p:origin x="0" y="0"/>
    </p:cViewPr>
  </p:notesTextViewPr>
  <p:sorterViewPr>
    <p:cViewPr>
      <p:scale>
        <a:sx n="69" d="100"/>
        <a:sy n="69" d="100"/>
      </p:scale>
      <p:origin x="0" y="0"/>
    </p:cViewPr>
  </p:sorter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slide" Target="slides/slide71.xml"/><Relationship Id="rId73" Type="http://schemas.openxmlformats.org/officeDocument/2006/relationships/slide" Target="slides/slide72.xml"/><Relationship Id="rId74" Type="http://schemas.openxmlformats.org/officeDocument/2006/relationships/slide" Target="slides/slide73.xml"/><Relationship Id="rId75" Type="http://schemas.openxmlformats.org/officeDocument/2006/relationships/slide" Target="slides/slide74.xml"/><Relationship Id="rId76" Type="http://schemas.openxmlformats.org/officeDocument/2006/relationships/notesMaster" Target="notesMasters/notesMaster1.xml"/><Relationship Id="rId77" Type="http://schemas.openxmlformats.org/officeDocument/2006/relationships/font" Target="fonts/font1.fntdata"/><Relationship Id="rId78" Type="http://schemas.openxmlformats.org/officeDocument/2006/relationships/font" Target="fonts/font2.fntdata"/><Relationship Id="rId79" Type="http://schemas.openxmlformats.org/officeDocument/2006/relationships/font" Target="fonts/font3.fntdata"/><Relationship Id="rId80" Type="http://schemas.openxmlformats.org/officeDocument/2006/relationships/font" Target="fonts/font4.fntdata"/><Relationship Id="rId81" Type="http://schemas.openxmlformats.org/officeDocument/2006/relationships/font" Target="fonts/font5.fntdata"/><Relationship Id="rId82" Type="http://schemas.openxmlformats.org/officeDocument/2006/relationships/font" Target="fonts/font6.fntdata"/><Relationship Id="rId83" Type="http://schemas.openxmlformats.org/officeDocument/2006/relationships/font" Target="fonts/font7.fntdata"/><Relationship Id="rId84" Type="http://schemas.openxmlformats.org/officeDocument/2006/relationships/font" Target="fonts/font8.fntdata"/><Relationship Id="rId85" Type="http://schemas.openxmlformats.org/officeDocument/2006/relationships/font" Target="fonts/font9.fntdata"/><Relationship Id="rId86" Type="http://schemas.openxmlformats.org/officeDocument/2006/relationships/font" Target="fonts/font10.fntdata"/><Relationship Id="rId87" Type="http://schemas.openxmlformats.org/officeDocument/2006/relationships/font" Target="fonts/font11.fntdata"/><Relationship Id="rId88" Type="http://schemas.openxmlformats.org/officeDocument/2006/relationships/font" Target="fonts/font12.fntdata"/><Relationship Id="rId89" Type="http://schemas.openxmlformats.org/officeDocument/2006/relationships/font" Target="fonts/font13.fntdata"/><Relationship Id="rId90" Type="http://schemas.openxmlformats.org/officeDocument/2006/relationships/font" Target="fonts/font14.fntdata"/><Relationship Id="rId91" Type="http://schemas.openxmlformats.org/officeDocument/2006/relationships/presProps" Target="presProps.xml"/><Relationship Id="rId92" Type="http://schemas.openxmlformats.org/officeDocument/2006/relationships/viewProps" Target="viewProps.xml"/><Relationship Id="rId93" Type="http://schemas.openxmlformats.org/officeDocument/2006/relationships/theme" Target="theme/theme1.xml"/><Relationship Id="rId94" Type="http://schemas.openxmlformats.org/officeDocument/2006/relationships/tableStyles" Target="tableStyles.xml"/><Relationship Id="rId95" Type="http://schemas.openxmlformats.org/officeDocument/2006/relationships/slide" Target="slides/slide75.xml"/><Relationship Id="rId96" Type="http://schemas.openxmlformats.org/officeDocument/2006/relationships/slide" Target="slides/slide76.xml"/><Relationship Id="rId97" Type="http://schemas.openxmlformats.org/officeDocument/2006/relationships/slide" Target="slides/slide77.xml"/><Relationship Id="rId98" Type="http://schemas.openxmlformats.org/officeDocument/2006/relationships/slide" Target="slides/slide78.xml"/><Relationship Id="rId99" Type="http://schemas.openxmlformats.org/officeDocument/2006/relationships/slide" Target="slides/slide79.xml"/><Relationship Id="rId100" Type="http://schemas.openxmlformats.org/officeDocument/2006/relationships/slide" Target="slides/slide80.xml"/><Relationship Id="rId101" Type="http://schemas.openxmlformats.org/officeDocument/2006/relationships/slide" Target="slides/slide81.xml"/><Relationship Id="rId102" Type="http://schemas.openxmlformats.org/officeDocument/2006/relationships/slide" Target="slides/slide82.xml"/></Relationships>
</file>

<file path=ppt/charts/_rels/chart1.xml.rels><?xml version='1.0' encoding='UTF-8' standalone='yes'?>
<Relationships xmlns="http://schemas.openxmlformats.org/package/2006/relationships"><Relationship Id="rId1" Type="http://schemas.microsoft.com/office/2011/relationships/chartStyle" Target="style1.xml"/><Relationship Id="rId2" Type="http://schemas.microsoft.com/office/2011/relationships/chartColorStyle" Target="colors1.xml"/><Relationship Id="rId3"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microsoft.com/office/2011/relationships/chartStyle" Target="style2.xml"/><Relationship Id="rId2" Type="http://schemas.microsoft.com/office/2011/relationships/chartColorStyle" Target="colors2.xml"/><Relationship Id="rId3"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microsoft.com/office/2011/relationships/chartStyle" Target="style3.xml"/><Relationship Id="rId2" Type="http://schemas.microsoft.com/office/2011/relationships/chartColorStyle" Target="colors3.xml"/><Relationship Id="rId3"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microsoft.com/office/2011/relationships/chartStyle" Target="style4.xml"/><Relationship Id="rId2" Type="http://schemas.microsoft.com/office/2011/relationships/chartColorStyle" Target="colors4.xml"/><Relationship Id="rId3" Type="http://schemas.openxmlformats.org/officeDocument/2006/relationships/package" Target="../embeddings/Microsoft_Excel_Worksheet3.xlsx"/></Relationships>
</file>

<file path=ppt/charts/_rels/chart5.xml.rels><?xml version='1.0' encoding='UTF-8' standalone='yes'?>
<Relationships xmlns="http://schemas.openxmlformats.org/package/2006/relationships"><Relationship Id="rId1" Type="http://schemas.microsoft.com/office/2011/relationships/chartStyle" Target="style5.xml"/><Relationship Id="rId2" Type="http://schemas.microsoft.com/office/2011/relationships/chartColorStyle" Target="colors5.xml"/><Relationship Id="rId3" Type="http://schemas.openxmlformats.org/officeDocument/2006/relationships/package" Target="../embeddings/Microsoft_Excel_Worksheet4.xlsx"/></Relationships>
</file>

<file path=ppt/charts/_rels/chart6.xml.rels><?xml version='1.0' encoding='UTF-8' standalone='yes'?>
<Relationships xmlns="http://schemas.openxmlformats.org/package/2006/relationships"><Relationship Id="rId1" Type="http://schemas.microsoft.com/office/2011/relationships/chartStyle" Target="style6.xml"/><Relationship Id="rId2" Type="http://schemas.microsoft.com/office/2011/relationships/chartColorStyle" Target="colors6.xml"/><Relationship Id="rId3" Type="http://schemas.openxmlformats.org/officeDocument/2006/relationships/package" Target="../embeddings/Microsoft_Excel_Worksheet5.xlsx"/></Relationships>
</file>

<file path=ppt/charts/_rels/chart7.xml.rels><?xml version='1.0' encoding='UTF-8' standalone='yes'?>
<Relationships xmlns="http://schemas.openxmlformats.org/package/2006/relationships"><Relationship Id="rId1" Type="http://schemas.microsoft.com/office/2011/relationships/chartStyle" Target="style7.xml"/><Relationship Id="rId2" Type="http://schemas.microsoft.com/office/2011/relationships/chartColorStyle" Target="colors7.xml"/><Relationship Id="rId3" Type="http://schemas.openxmlformats.org/officeDocument/2006/relationships/package" Target="../embeddings/Microsoft_Excel_Worksheet6.xlsx"/></Relationships>
</file>

<file path=ppt/charts/_rels/chart8.xml.rels><?xml version='1.0' encoding='UTF-8' standalone='yes'?>
<Relationships xmlns="http://schemas.openxmlformats.org/package/2006/relationships"><Relationship Id="rId1" Type="http://schemas.microsoft.com/office/2011/relationships/chartStyle" Target="style8.xml"/><Relationship Id="rId2" Type="http://schemas.microsoft.com/office/2011/relationships/chartColorStyle" Target="colors8.xml"/><Relationship Id="rId3" Type="http://schemas.openxmlformats.org/officeDocument/2006/relationships/package" Target="../embeddings/Microsoft_Excel_Worksheet7.xlsx"/></Relationships>
</file>

<file path=ppt/charts/_rels/chart9.xml.rels><?xml version='1.0' encoding='UTF-8' standalone='yes'?>
<Relationships xmlns="http://schemas.openxmlformats.org/package/2006/relationships"><Relationship Id="rId1" Type="http://schemas.microsoft.com/office/2011/relationships/chartStyle" Target="style9.xml"/><Relationship Id="rId2" Type="http://schemas.microsoft.com/office/2011/relationships/chartColorStyle" Target="colors9.xml"/><Relationship Id="rId3" Type="http://schemas.openxmlformats.org/officeDocument/2006/relationships/package" Target="../embeddings/Microsoft_Excel_Worksheet8.xlsx"/></Relationships>
</file>

<file path=ppt/charts/_rels/chart10.xml.rels><?xml version='1.0' encoding='UTF-8' standalone='yes'?>
<Relationships xmlns="http://schemas.openxmlformats.org/package/2006/relationships"><Relationship Id="rId1" Type="http://schemas.microsoft.com/office/2011/relationships/chartStyle" Target="style10.xml"/><Relationship Id="rId2" Type="http://schemas.microsoft.com/office/2011/relationships/chartColorStyle" Target="colors10.xml"/><Relationship Id="rId3" Type="http://schemas.openxmlformats.org/officeDocument/2006/relationships/package" Target="../embeddings/Microsoft_Excel_Worksheet9.xlsx"/></Relationships>
</file>

<file path=ppt/charts/_rels/chart11.xml.rels><?xml version='1.0' encoding='UTF-8' standalone='yes'?>
<Relationships xmlns="http://schemas.openxmlformats.org/package/2006/relationships"><Relationship Id="rId1" Type="http://schemas.microsoft.com/office/2011/relationships/chartStyle" Target="style11.xml"/><Relationship Id="rId2" Type="http://schemas.microsoft.com/office/2011/relationships/chartColorStyle" Target="colors11.xml"/><Relationship Id="rId3" Type="http://schemas.openxmlformats.org/officeDocument/2006/relationships/package" Target="../embeddings/Microsoft_Excel_Worksheet10.xlsx"/></Relationships>
</file>

<file path=ppt/charts/_rels/chart12.xml.rels><?xml version='1.0' encoding='UTF-8' standalone='yes'?>
<Relationships xmlns="http://schemas.openxmlformats.org/package/2006/relationships"><Relationship Id="rId1" Type="http://schemas.microsoft.com/office/2011/relationships/chartStyle" Target="style12.xml"/><Relationship Id="rId2" Type="http://schemas.microsoft.com/office/2011/relationships/chartColorStyle" Target="colors12.xml"/><Relationship Id="rId3" Type="http://schemas.openxmlformats.org/officeDocument/2006/relationships/package" Target="../embeddings/Microsoft_Excel_Worksheet11.xlsx"/></Relationships>
</file>

<file path=ppt/charts/_rels/chart13.xml.rels><?xml version='1.0' encoding='UTF-8' standalone='yes'?>
<Relationships xmlns="http://schemas.openxmlformats.org/package/2006/relationships"><Relationship Id="rId1" Type="http://schemas.microsoft.com/office/2011/relationships/chartStyle" Target="style13.xml"/><Relationship Id="rId2" Type="http://schemas.microsoft.com/office/2011/relationships/chartColorStyle" Target="colors13.xml"/><Relationship Id="rId3" Type="http://schemas.openxmlformats.org/officeDocument/2006/relationships/package" Target="../embeddings/Microsoft_Excel_Worksheet12.xlsx"/></Relationships>
</file>

<file path=ppt/charts/_rels/chart14.xml.rels><?xml version='1.0' encoding='UTF-8' standalone='yes'?>
<Relationships xmlns="http://schemas.openxmlformats.org/package/2006/relationships"><Relationship Id="rId1" Type="http://schemas.microsoft.com/office/2011/relationships/chartStyle" Target="style14.xml"/><Relationship Id="rId2" Type="http://schemas.microsoft.com/office/2011/relationships/chartColorStyle" Target="colors14.xml"/><Relationship Id="rId3" Type="http://schemas.openxmlformats.org/officeDocument/2006/relationships/package" Target="../embeddings/Microsoft_Excel_Worksheet13.xlsx"/></Relationships>
</file>

<file path=ppt/charts/_rels/chart15.xml.rels><?xml version='1.0' encoding='UTF-8' standalone='yes'?>
<Relationships xmlns="http://schemas.openxmlformats.org/package/2006/relationships"><Relationship Id="rId1" Type="http://schemas.microsoft.com/office/2011/relationships/chartStyle" Target="style15.xml"/><Relationship Id="rId2" Type="http://schemas.microsoft.com/office/2011/relationships/chartColorStyle" Target="colors15.xml"/><Relationship Id="rId3" Type="http://schemas.openxmlformats.org/officeDocument/2006/relationships/package" Target="../embeddings/Microsoft_Excel_Worksheet14.xlsx"/></Relationships>
</file>

<file path=ppt/charts/_rels/chart16.xml.rels><?xml version='1.0' encoding='UTF-8' standalone='yes'?>
<Relationships xmlns="http://schemas.openxmlformats.org/package/2006/relationships"><Relationship Id="rId1" Type="http://schemas.microsoft.com/office/2011/relationships/chartStyle" Target="style16.xml"/><Relationship Id="rId2" Type="http://schemas.microsoft.com/office/2011/relationships/chartColorStyle" Target="colors16.xml"/><Relationship Id="rId3" Type="http://schemas.openxmlformats.org/officeDocument/2006/relationships/package" Target="../embeddings/Microsoft_Excel_Worksheet15.xlsx"/></Relationships>
</file>

<file path=ppt/charts/_rels/chart17.xml.rels><?xml version='1.0' encoding='UTF-8' standalone='yes'?>
<Relationships xmlns="http://schemas.openxmlformats.org/package/2006/relationships"><Relationship Id="rId1" Type="http://schemas.microsoft.com/office/2011/relationships/chartStyle" Target="style17.xml"/><Relationship Id="rId2" Type="http://schemas.microsoft.com/office/2011/relationships/chartColorStyle" Target="colors17.xml"/><Relationship Id="rId3" Type="http://schemas.openxmlformats.org/officeDocument/2006/relationships/package" Target="../embeddings/Microsoft_Excel_Worksheet16.xlsx"/></Relationships>
</file>

<file path=ppt/charts/_rels/chart18.xml.rels><?xml version='1.0' encoding='UTF-8' standalone='yes'?>
<Relationships xmlns="http://schemas.openxmlformats.org/package/2006/relationships"><Relationship Id="rId1" Type="http://schemas.microsoft.com/office/2011/relationships/chartStyle" Target="style18.xml"/><Relationship Id="rId2" Type="http://schemas.microsoft.com/office/2011/relationships/chartColorStyle" Target="colors18.xml"/><Relationship Id="rId3" Type="http://schemas.openxmlformats.org/officeDocument/2006/relationships/package" Target="../embeddings/Microsoft_Excel_Worksheet17.xlsx"/></Relationships>
</file>

<file path=ppt/charts/_rels/chart19.xml.rels><?xml version='1.0' encoding='UTF-8' standalone='yes'?>
<Relationships xmlns="http://schemas.openxmlformats.org/package/2006/relationships"><Relationship Id="rId1" Type="http://schemas.microsoft.com/office/2011/relationships/chartStyle" Target="style19.xml"/><Relationship Id="rId2" Type="http://schemas.microsoft.com/office/2011/relationships/chartColorStyle" Target="colors19.xml"/><Relationship Id="rId3" Type="http://schemas.openxmlformats.org/officeDocument/2006/relationships/package" Target="../embeddings/Microsoft_Excel_Worksheet18.xlsx"/></Relationships>
</file>

<file path=ppt/charts/_rels/chart20.xml.rels><?xml version='1.0' encoding='UTF-8' standalone='yes'?>
<Relationships xmlns="http://schemas.openxmlformats.org/package/2006/relationships"><Relationship Id="rId1" Type="http://schemas.microsoft.com/office/2011/relationships/chartStyle" Target="style20.xml"/><Relationship Id="rId2" Type="http://schemas.microsoft.com/office/2011/relationships/chartColorStyle" Target="colors20.xml"/><Relationship Id="rId3" Type="http://schemas.openxmlformats.org/officeDocument/2006/relationships/package" Target="../embeddings/Microsoft_Excel_Worksheet19.xlsx"/></Relationships>
</file>

<file path=ppt/charts/_rels/chart21.xml.rels><?xml version='1.0' encoding='UTF-8' standalone='yes'?>
<Relationships xmlns="http://schemas.openxmlformats.org/package/2006/relationships"><Relationship Id="rId1" Type="http://schemas.microsoft.com/office/2011/relationships/chartStyle" Target="style21.xml"/><Relationship Id="rId2" Type="http://schemas.microsoft.com/office/2011/relationships/chartColorStyle" Target="colors21.xml"/><Relationship Id="rId3" Type="http://schemas.openxmlformats.org/officeDocument/2006/relationships/package" Target="../embeddings/Microsoft_Excel_Worksheet20.xlsx"/></Relationships>
</file>

<file path=ppt/charts/_rels/chart22.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sz="1400"/>
              <a:t>Chart title</a:t>
            </a: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col"/>
        <c:grouping val="clustered"/>
        <c:varyColors val="0"/>
        <c:ser>
          <c:idx val="0"/>
          <c:order val="0"/>
          <c:tx>
            <c:strRef>
              <c:f>Sheet1!$B$1</c:f>
              <c:strCache>
                <c:ptCount val="1"/>
                <c:pt idx="0">
                  <c:v>Series 1</c:v>
                </c:pt>
              </c:strCache>
            </c:strRef>
          </c:tx>
          <c:spPr>
            <a:solidFill>
              <a:srgbClr val="005EFF"/>
            </a:solidFill>
            <a:ln>
              <a:noFill/>
            </a:ln>
            <a:effectLst/>
          </c:spPr>
          <c:invertIfNegative val="0"/>
          <c:cat>
            <c:strRef>
              <c:f>Sheet1!$A$2:$A$3</c:f>
              <c:strCache>
                <c:ptCount val="2"/>
                <c:pt idx="0">
                  <c:v>Category 1</c:v>
                </c:pt>
                <c:pt idx="1">
                  <c:v>Category 2</c:v>
                </c:pt>
              </c:strCache>
            </c:strRef>
          </c:cat>
          <c:val>
            <c:numRef>
              <c:f>Sheet1!$B$2:$B$3</c:f>
              <c:numCache>
                <c:formatCode>General</c:formatCode>
                <c:ptCount val="2"/>
                <c:pt idx="0">
                  <c:v>4.3</c:v>
                </c:pt>
                <c:pt idx="1">
                  <c:v>2.5</c:v>
                </c:pt>
              </c:numCache>
            </c:numRef>
          </c:val>
          <c:extLst>
            <c:ext xmlns:c16="http://schemas.microsoft.com/office/drawing/2014/chart" uri="{C3380CC4-5D6E-409C-BE32-E72D297353CC}">
              <c16:uniqueId val="{00000000-CC05-EB41-9417-40A59450D866}"/>
            </c:ext>
          </c:extLst>
        </c:ser>
        <c:ser>
          <c:idx val="1"/>
          <c:order val="1"/>
          <c:tx>
            <c:strRef>
              <c:f>Sheet1!$C$1</c:f>
              <c:strCache>
                <c:ptCount val="1"/>
                <c:pt idx="0">
                  <c:v>Series 2</c:v>
                </c:pt>
              </c:strCache>
            </c:strRef>
          </c:tx>
          <c:spPr>
            <a:solidFill>
              <a:srgbClr val="5EB6BC"/>
            </a:solidFill>
            <a:ln>
              <a:noFill/>
            </a:ln>
            <a:effectLst/>
          </c:spPr>
          <c:invertIfNegative val="0"/>
          <c:cat>
            <c:strRef>
              <c:f>Sheet1!$A$2:$A$3</c:f>
              <c:strCache>
                <c:ptCount val="2"/>
                <c:pt idx="0">
                  <c:v>Category 1</c:v>
                </c:pt>
                <c:pt idx="1">
                  <c:v>Category 2</c:v>
                </c:pt>
              </c:strCache>
            </c:strRef>
          </c:cat>
          <c:val>
            <c:numRef>
              <c:f>Sheet1!$C$2:$C$3</c:f>
              <c:numCache>
                <c:formatCode>General</c:formatCode>
                <c:ptCount val="2"/>
                <c:pt idx="0">
                  <c:v>2.4</c:v>
                </c:pt>
                <c:pt idx="1">
                  <c:v>4.4000000000000004</c:v>
                </c:pt>
              </c:numCache>
            </c:numRef>
          </c:val>
          <c:extLst>
            <c:ext xmlns:c16="http://schemas.microsoft.com/office/drawing/2014/chart" uri="{C3380CC4-5D6E-409C-BE32-E72D297353CC}">
              <c16:uniqueId val="{00000001-CC05-EB41-9417-40A59450D866}"/>
            </c:ext>
          </c:extLst>
        </c:ser>
        <c:ser>
          <c:idx val="2"/>
          <c:order val="2"/>
          <c:tx>
            <c:strRef>
              <c:f>Sheet1!$D$1</c:f>
              <c:strCache>
                <c:ptCount val="1"/>
                <c:pt idx="0">
                  <c:v>Series 3</c:v>
                </c:pt>
              </c:strCache>
            </c:strRef>
          </c:tx>
          <c:spPr>
            <a:solidFill>
              <a:srgbClr val="C7AB20"/>
            </a:solidFill>
            <a:ln>
              <a:noFill/>
            </a:ln>
            <a:effectLst/>
          </c:spPr>
          <c:invertIfNegative val="0"/>
          <c:cat>
            <c:strRef>
              <c:f>Sheet1!$A$2:$A$3</c:f>
              <c:strCache>
                <c:ptCount val="2"/>
                <c:pt idx="0">
                  <c:v>Category 1</c:v>
                </c:pt>
                <c:pt idx="1">
                  <c:v>Category 2</c:v>
                </c:pt>
              </c:strCache>
            </c:strRef>
          </c:cat>
          <c:val>
            <c:numRef>
              <c:f>Sheet1!$D$2:$D$3</c:f>
              <c:numCache>
                <c:formatCode>General</c:formatCode>
                <c:ptCount val="2"/>
                <c:pt idx="0">
                  <c:v>3</c:v>
                </c:pt>
                <c:pt idx="1">
                  <c:v>2.9</c:v>
                </c:pt>
              </c:numCache>
            </c:numRef>
          </c:val>
          <c:extLst>
            <c:ext xmlns:c16="http://schemas.microsoft.com/office/drawing/2014/chart" uri="{C3380CC4-5D6E-409C-BE32-E72D297353CC}">
              <c16:uniqueId val="{00000002-CC05-EB41-9417-40A59450D866}"/>
            </c:ext>
          </c:extLst>
        </c:ser>
        <c:ser>
          <c:idx val="3"/>
          <c:order val="3"/>
          <c:tx>
            <c:strRef>
              <c:f>Sheet1!$E$1</c:f>
              <c:strCache>
                <c:ptCount val="1"/>
                <c:pt idx="0">
                  <c:v>Series 4</c:v>
                </c:pt>
              </c:strCache>
            </c:strRef>
          </c:tx>
          <c:spPr>
            <a:solidFill>
              <a:srgbClr val="5C058C"/>
            </a:solidFill>
            <a:ln>
              <a:noFill/>
            </a:ln>
            <a:effectLst/>
          </c:spPr>
          <c:invertIfNegative val="0"/>
          <c:cat>
            <c:strRef>
              <c:f>Sheet1!$A$2:$A$3</c:f>
              <c:strCache>
                <c:ptCount val="2"/>
                <c:pt idx="0">
                  <c:v>Category 1</c:v>
                </c:pt>
                <c:pt idx="1">
                  <c:v>Category 2</c:v>
                </c:pt>
              </c:strCache>
            </c:strRef>
          </c:cat>
          <c:val>
            <c:numRef>
              <c:f>Sheet1!$E$2:$E$3</c:f>
              <c:numCache>
                <c:formatCode>General</c:formatCode>
                <c:ptCount val="2"/>
                <c:pt idx="0">
                  <c:v>3.2</c:v>
                </c:pt>
                <c:pt idx="1">
                  <c:v>2.4</c:v>
                </c:pt>
              </c:numCache>
            </c:numRef>
          </c:val>
          <c:extLst>
            <c:ext xmlns:c16="http://schemas.microsoft.com/office/drawing/2014/chart" uri="{C3380CC4-5D6E-409C-BE32-E72D297353CC}">
              <c16:uniqueId val="{00000003-CC05-EB41-9417-40A59450D866}"/>
            </c:ext>
          </c:extLst>
        </c:ser>
        <c:dLbls>
          <c:showLegendKey val="0"/>
          <c:showVal val="0"/>
          <c:showCatName val="0"/>
          <c:showSerName val="0"/>
          <c:showPercent val="0"/>
          <c:showBubbleSize val="0"/>
        </c:dLbls>
        <c:gapWidth val="219"/>
        <c:overlap val="-27"/>
        <c:axId val="1773956208"/>
        <c:axId val="1773964944"/>
      </c:barChart>
      <c:catAx>
        <c:axId val="1773956208"/>
        <c:scaling>
          <c:orientation val="minMax"/>
        </c:scaling>
        <c:delete val="1"/>
        <c:axPos val="b"/>
        <c:numFmt formatCode="General" sourceLinked="1"/>
        <c:majorTickMark val="none"/>
        <c:minorTickMark val="none"/>
        <c:tickLblPos val="nextTo"/>
        <c:crossAx val="1773964944"/>
        <c:crosses val="autoZero"/>
        <c:auto val="1"/>
        <c:lblAlgn val="ctr"/>
        <c:lblOffset val="100"/>
        <c:noMultiLvlLbl val="0"/>
      </c:catAx>
      <c:valAx>
        <c:axId val="1773964944"/>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crossAx val="1773956208"/>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r>
              <a:rPr lang="en-US" sz="1400"/>
              <a:t>Chart title</a:t>
            </a:r>
          </a:p>
        </c:rich>
      </c:tx>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bar"/>
        <c:grouping val="clustered"/>
        <c:varyColors val="0"/>
        <c:ser>
          <c:idx val="0"/>
          <c:order val="0"/>
          <c:tx>
            <c:strRef>
              <c:f>Sheet1!$B$1</c:f>
              <c:strCache>
                <c:ptCount val="1"/>
                <c:pt idx="0">
                  <c:v>Series 1</c:v>
                </c:pt>
              </c:strCache>
            </c:strRef>
          </c:tx>
          <c:spPr>
            <a:solidFill>
              <a:srgbClr val="2A4317"/>
            </a:solidFill>
            <a:ln>
              <a:noFill/>
            </a:ln>
            <a:effectLst/>
          </c:spPr>
          <c:invertIfNegative val="0"/>
          <c:cat>
            <c:strRef>
              <c:f>Sheet1!$A$2</c:f>
              <c:strCache>
                <c:ptCount val="1"/>
                <c:pt idx="0">
                  <c:v>Category 1</c:v>
                </c:pt>
              </c:strCache>
            </c:strRef>
          </c:cat>
          <c:val>
            <c:numRef>
              <c:f>Sheet1!$B$2</c:f>
              <c:numCache>
                <c:formatCode>General</c:formatCode>
                <c:ptCount val="1"/>
                <c:pt idx="0">
                  <c:v>4.3</c:v>
                </c:pt>
              </c:numCache>
            </c:numRef>
          </c:val>
          <c:extLst>
            <c:ext xmlns:c16="http://schemas.microsoft.com/office/drawing/2014/chart" uri="{C3380CC4-5D6E-409C-BE32-E72D297353CC}">
              <c16:uniqueId val="{00000000-5CDC-D14B-B080-0374DA0168E4}"/>
            </c:ext>
          </c:extLst>
        </c:ser>
        <c:ser>
          <c:idx val="1"/>
          <c:order val="1"/>
          <c:tx>
            <c:strRef>
              <c:f>Sheet1!$C$1</c:f>
              <c:strCache>
                <c:ptCount val="1"/>
                <c:pt idx="0">
                  <c:v>Series 2</c:v>
                </c:pt>
              </c:strCache>
            </c:strRef>
          </c:tx>
          <c:spPr>
            <a:solidFill>
              <a:srgbClr val="BA0168"/>
            </a:solidFill>
            <a:ln>
              <a:noFill/>
            </a:ln>
            <a:effectLst/>
          </c:spPr>
          <c:invertIfNegative val="0"/>
          <c:cat>
            <c:strRef>
              <c:f>Sheet1!$A$2</c:f>
              <c:strCache>
                <c:ptCount val="1"/>
                <c:pt idx="0">
                  <c:v>Category 1</c:v>
                </c:pt>
              </c:strCache>
            </c:strRef>
          </c:cat>
          <c:val>
            <c:numRef>
              <c:f>Sheet1!$C$2</c:f>
              <c:numCache>
                <c:formatCode>General</c:formatCode>
                <c:ptCount val="1"/>
                <c:pt idx="0">
                  <c:v>2.4</c:v>
                </c:pt>
              </c:numCache>
            </c:numRef>
          </c:val>
          <c:extLst>
            <c:ext xmlns:c16="http://schemas.microsoft.com/office/drawing/2014/chart" uri="{C3380CC4-5D6E-409C-BE32-E72D297353CC}">
              <c16:uniqueId val="{00000001-5CDC-D14B-B080-0374DA0168E4}"/>
            </c:ext>
          </c:extLst>
        </c:ser>
        <c:ser>
          <c:idx val="2"/>
          <c:order val="2"/>
          <c:tx>
            <c:strRef>
              <c:f>Sheet1!$D$1</c:f>
              <c:strCache>
                <c:ptCount val="1"/>
                <c:pt idx="0">
                  <c:v>Series 3</c:v>
                </c:pt>
              </c:strCache>
            </c:strRef>
          </c:tx>
          <c:spPr>
            <a:solidFill>
              <a:srgbClr val="C64809"/>
            </a:solidFill>
            <a:ln>
              <a:noFill/>
            </a:ln>
            <a:effectLst/>
          </c:spPr>
          <c:invertIfNegative val="0"/>
          <c:cat>
            <c:strRef>
              <c:f>Sheet1!$A$2</c:f>
              <c:strCache>
                <c:ptCount val="1"/>
                <c:pt idx="0">
                  <c:v>Category 1</c:v>
                </c:pt>
              </c:strCache>
            </c:strRef>
          </c:cat>
          <c:val>
            <c:numRef>
              <c:f>Sheet1!$D$2</c:f>
              <c:numCache>
                <c:formatCode>General</c:formatCode>
                <c:ptCount val="1"/>
                <c:pt idx="0">
                  <c:v>14.5</c:v>
                </c:pt>
              </c:numCache>
            </c:numRef>
          </c:val>
          <c:extLst>
            <c:ext xmlns:c16="http://schemas.microsoft.com/office/drawing/2014/chart" uri="{C3380CC4-5D6E-409C-BE32-E72D297353CC}">
              <c16:uniqueId val="{00000002-5CDC-D14B-B080-0374DA0168E4}"/>
            </c:ext>
          </c:extLst>
        </c:ser>
        <c:ser>
          <c:idx val="3"/>
          <c:order val="3"/>
          <c:tx>
            <c:strRef>
              <c:f>Sheet1!$E$1</c:f>
              <c:strCache>
                <c:ptCount val="1"/>
                <c:pt idx="0">
                  <c:v>Series 4</c:v>
                </c:pt>
              </c:strCache>
            </c:strRef>
          </c:tx>
          <c:spPr>
            <a:solidFill>
              <a:srgbClr val="D25F76"/>
            </a:solidFill>
            <a:ln>
              <a:noFill/>
            </a:ln>
            <a:effectLst/>
          </c:spPr>
          <c:invertIfNegative val="0"/>
          <c:cat>
            <c:strRef>
              <c:f>Sheet1!$A$2</c:f>
              <c:strCache>
                <c:ptCount val="1"/>
                <c:pt idx="0">
                  <c:v>Category 1</c:v>
                </c:pt>
              </c:strCache>
            </c:strRef>
          </c:cat>
          <c:val>
            <c:numRef>
              <c:f>Sheet1!$E$2</c:f>
              <c:numCache>
                <c:formatCode>General</c:formatCode>
                <c:ptCount val="1"/>
                <c:pt idx="0">
                  <c:v>6</c:v>
                </c:pt>
              </c:numCache>
            </c:numRef>
          </c:val>
          <c:extLst>
            <c:ext xmlns:c16="http://schemas.microsoft.com/office/drawing/2014/chart" uri="{C3380CC4-5D6E-409C-BE32-E72D297353CC}">
              <c16:uniqueId val="{00000003-5CDC-D14B-B080-0374DA0168E4}"/>
            </c:ext>
          </c:extLst>
        </c:ser>
        <c:ser>
          <c:idx val="4"/>
          <c:order val="4"/>
          <c:tx>
            <c:strRef>
              <c:f>Sheet1!$F$1</c:f>
              <c:strCache>
                <c:ptCount val="1"/>
                <c:pt idx="0">
                  <c:v>Series 5</c:v>
                </c:pt>
              </c:strCache>
            </c:strRef>
          </c:tx>
          <c:spPr>
            <a:solidFill>
              <a:srgbClr val="5C068C"/>
            </a:solidFill>
            <a:ln>
              <a:noFill/>
            </a:ln>
            <a:effectLst/>
          </c:spPr>
          <c:invertIfNegative val="0"/>
          <c:cat>
            <c:strRef>
              <c:f>Sheet1!$A$2</c:f>
              <c:strCache>
                <c:ptCount val="1"/>
                <c:pt idx="0">
                  <c:v>Category 1</c:v>
                </c:pt>
              </c:strCache>
            </c:strRef>
          </c:cat>
          <c:val>
            <c:numRef>
              <c:f>Sheet1!$F$2</c:f>
              <c:numCache>
                <c:formatCode>General</c:formatCode>
                <c:ptCount val="1"/>
                <c:pt idx="0">
                  <c:v>8</c:v>
                </c:pt>
              </c:numCache>
            </c:numRef>
          </c:val>
          <c:extLst>
            <c:ext xmlns:c16="http://schemas.microsoft.com/office/drawing/2014/chart" uri="{C3380CC4-5D6E-409C-BE32-E72D297353CC}">
              <c16:uniqueId val="{00000004-5CDC-D14B-B080-0374DA0168E4}"/>
            </c:ext>
          </c:extLst>
        </c:ser>
        <c:ser>
          <c:idx val="5"/>
          <c:order val="5"/>
          <c:tx>
            <c:strRef>
              <c:f>Sheet1!$G$1</c:f>
              <c:strCache>
                <c:ptCount val="1"/>
                <c:pt idx="0">
                  <c:v>Series 6</c:v>
                </c:pt>
              </c:strCache>
            </c:strRef>
          </c:tx>
          <c:spPr>
            <a:solidFill>
              <a:srgbClr val="C7AB21"/>
            </a:solidFill>
            <a:ln>
              <a:noFill/>
            </a:ln>
            <a:effectLst/>
          </c:spPr>
          <c:invertIfNegative val="0"/>
          <c:cat>
            <c:strRef>
              <c:f>Sheet1!$A$2</c:f>
              <c:strCache>
                <c:ptCount val="1"/>
                <c:pt idx="0">
                  <c:v>Category 1</c:v>
                </c:pt>
              </c:strCache>
            </c:strRef>
          </c:cat>
          <c:val>
            <c:numRef>
              <c:f>Sheet1!$G$2</c:f>
              <c:numCache>
                <c:formatCode>General</c:formatCode>
                <c:ptCount val="1"/>
                <c:pt idx="0">
                  <c:v>12.3</c:v>
                </c:pt>
              </c:numCache>
            </c:numRef>
          </c:val>
          <c:extLst>
            <c:ext xmlns:c16="http://schemas.microsoft.com/office/drawing/2014/chart" uri="{C3380CC4-5D6E-409C-BE32-E72D297353CC}">
              <c16:uniqueId val="{00000005-5CDC-D14B-B080-0374DA0168E4}"/>
            </c:ext>
          </c:extLst>
        </c:ser>
        <c:ser>
          <c:idx val="6"/>
          <c:order val="6"/>
          <c:tx>
            <c:strRef>
              <c:f>Sheet1!$H$1</c:f>
              <c:strCache>
                <c:ptCount val="1"/>
                <c:pt idx="0">
                  <c:v>Series 7</c:v>
                </c:pt>
              </c:strCache>
            </c:strRef>
          </c:tx>
          <c:spPr>
            <a:solidFill>
              <a:srgbClr val="5EB6BC"/>
            </a:solidFill>
            <a:ln>
              <a:noFill/>
            </a:ln>
            <a:effectLst/>
          </c:spPr>
          <c:invertIfNegative val="0"/>
          <c:cat>
            <c:strRef>
              <c:f>Sheet1!$A$2</c:f>
              <c:strCache>
                <c:ptCount val="1"/>
                <c:pt idx="0">
                  <c:v>Category 1</c:v>
                </c:pt>
              </c:strCache>
            </c:strRef>
          </c:cat>
          <c:val>
            <c:numRef>
              <c:f>Sheet1!$H$2</c:f>
              <c:numCache>
                <c:formatCode>General</c:formatCode>
                <c:ptCount val="1"/>
                <c:pt idx="0">
                  <c:v>10</c:v>
                </c:pt>
              </c:numCache>
            </c:numRef>
          </c:val>
          <c:extLst>
            <c:ext xmlns:c16="http://schemas.microsoft.com/office/drawing/2014/chart" uri="{C3380CC4-5D6E-409C-BE32-E72D297353CC}">
              <c16:uniqueId val="{00000006-5CDC-D14B-B080-0374DA0168E4}"/>
            </c:ext>
          </c:extLst>
        </c:ser>
        <c:ser>
          <c:idx val="7"/>
          <c:order val="7"/>
          <c:tx>
            <c:strRef>
              <c:f>Sheet1!$I$1</c:f>
              <c:strCache>
                <c:ptCount val="1"/>
                <c:pt idx="0">
                  <c:v>Series 8</c:v>
                </c:pt>
              </c:strCache>
            </c:strRef>
          </c:tx>
          <c:spPr>
            <a:solidFill>
              <a:schemeClr val="accent1"/>
            </a:solidFill>
            <a:ln>
              <a:noFill/>
            </a:ln>
            <a:effectLst/>
          </c:spPr>
          <c:invertIfNegative val="0"/>
          <c:cat>
            <c:strRef>
              <c:f>Sheet1!$A$2</c:f>
              <c:strCache>
                <c:ptCount val="1"/>
                <c:pt idx="0">
                  <c:v>Category 1</c:v>
                </c:pt>
              </c:strCache>
            </c:strRef>
          </c:cat>
          <c:val>
            <c:numRef>
              <c:f>Sheet1!$I$2</c:f>
              <c:numCache>
                <c:formatCode>General</c:formatCode>
                <c:ptCount val="1"/>
                <c:pt idx="0">
                  <c:v>13.9</c:v>
                </c:pt>
              </c:numCache>
            </c:numRef>
          </c:val>
          <c:extLst>
            <c:ext xmlns:c16="http://schemas.microsoft.com/office/drawing/2014/chart" uri="{C3380CC4-5D6E-409C-BE32-E72D297353CC}">
              <c16:uniqueId val="{00000007-5CDC-D14B-B080-0374DA0168E4}"/>
            </c:ext>
          </c:extLst>
        </c:ser>
        <c:dLbls>
          <c:showLegendKey val="0"/>
          <c:showVal val="0"/>
          <c:showCatName val="0"/>
          <c:showSerName val="0"/>
          <c:showPercent val="0"/>
          <c:showBubbleSize val="0"/>
        </c:dLbls>
        <c:gapWidth val="104"/>
        <c:overlap val="-23"/>
        <c:axId val="1716576816"/>
        <c:axId val="108949711"/>
      </c:barChart>
      <c:catAx>
        <c:axId val="1716576816"/>
        <c:scaling>
          <c:orientation val="minMax"/>
        </c:scaling>
        <c:delete val="1"/>
        <c:axPos val="l"/>
        <c:numFmt formatCode="General" sourceLinked="1"/>
        <c:majorTickMark val="none"/>
        <c:minorTickMark val="none"/>
        <c:tickLblPos val="nextTo"/>
        <c:crossAx val="108949711"/>
        <c:crosses val="autoZero"/>
        <c:auto val="1"/>
        <c:lblAlgn val="ctr"/>
        <c:lblOffset val="100"/>
        <c:noMultiLvlLbl val="0"/>
      </c:catAx>
      <c:valAx>
        <c:axId val="108949711"/>
        <c:scaling>
          <c:orientation val="minMax"/>
          <c:max val="15"/>
        </c:scaling>
        <c:delete val="0"/>
        <c:axPos val="b"/>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crossAx val="1716576816"/>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200" b="0" i="0" u="none" strike="noStrike" kern="1200" spc="0" baseline="0">
                <a:solidFill>
                  <a:schemeClr val="tx1">
                    <a:lumMod val="65000"/>
                    <a:lumOff val="35000"/>
                  </a:schemeClr>
                </a:solidFill>
                <a:latin typeface="+mn-lt"/>
                <a:ea typeface="+mn-ea"/>
                <a:cs typeface="+mn-cs"/>
              </a:defRPr>
            </a:pPr>
            <a:r>
              <a:rPr lang="en-US" sz="1200"/>
              <a:t>Chart title</a:t>
            </a:r>
          </a:p>
        </c:rich>
      </c:tx>
      <c:overlay val="0"/>
      <c:spPr>
        <a:noFill/>
        <a:ln>
          <a:noFill/>
        </a:ln>
        <a:effectLst/>
      </c:spPr>
      <c:txPr>
        <a:bodyPr rot="0" spcFirstLastPara="1" vertOverflow="ellipsis" vert="horz" wrap="square" anchor="ctr" anchorCtr="1"/>
        <a:lstStyle/>
        <a:p>
          <a:pPr>
            <a:defRPr sz="12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col"/>
        <c:grouping val="clustered"/>
        <c:varyColors val="0"/>
        <c:ser>
          <c:idx val="0"/>
          <c:order val="0"/>
          <c:tx>
            <c:strRef>
              <c:f>Sheet1!$B$1</c:f>
              <c:strCache>
                <c:ptCount val="1"/>
                <c:pt idx="0">
                  <c:v>Series 1</c:v>
                </c:pt>
              </c:strCache>
            </c:strRef>
          </c:tx>
          <c:spPr>
            <a:solidFill>
              <a:srgbClr val="005EFF"/>
            </a:solidFill>
            <a:ln>
              <a:noFill/>
            </a:ln>
            <a:effectLst/>
          </c:spPr>
          <c:invertIfNegative val="0"/>
          <c:cat>
            <c:strRef>
              <c:f>Sheet1!$A$2:$A$5</c:f>
              <c:strCache>
                <c:ptCount val="4"/>
                <c:pt idx="0">
                  <c:v>Category 1</c:v>
                </c:pt>
                <c:pt idx="1">
                  <c:v>Category 2</c:v>
                </c:pt>
                <c:pt idx="2">
                  <c:v>Category 3</c:v>
                </c:pt>
                <c:pt idx="3">
                  <c:v>Category 4</c:v>
                </c:pt>
              </c:strCache>
            </c:strRef>
          </c:cat>
          <c:val>
            <c:numRef>
              <c:f>Sheet1!$B$2:$B$5</c:f>
              <c:numCache>
                <c:formatCode>General</c:formatCode>
                <c:ptCount val="4"/>
                <c:pt idx="0">
                  <c:v>4.3</c:v>
                </c:pt>
                <c:pt idx="1">
                  <c:v>2.5</c:v>
                </c:pt>
                <c:pt idx="2">
                  <c:v>3.5</c:v>
                </c:pt>
                <c:pt idx="3">
                  <c:v>4.5</c:v>
                </c:pt>
              </c:numCache>
            </c:numRef>
          </c:val>
          <c:extLst>
            <c:ext xmlns:c16="http://schemas.microsoft.com/office/drawing/2014/chart" uri="{C3380CC4-5D6E-409C-BE32-E72D297353CC}">
              <c16:uniqueId val="{00000000-F4B8-A84A-91FA-133ED900D632}"/>
            </c:ext>
          </c:extLst>
        </c:ser>
        <c:dLbls>
          <c:showLegendKey val="0"/>
          <c:showVal val="0"/>
          <c:showCatName val="0"/>
          <c:showSerName val="0"/>
          <c:showPercent val="0"/>
          <c:showBubbleSize val="0"/>
        </c:dLbls>
        <c:gapWidth val="219"/>
        <c:overlap val="-27"/>
        <c:axId val="1773956208"/>
        <c:axId val="1773964944"/>
      </c:barChart>
      <c:catAx>
        <c:axId val="1773956208"/>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800" b="0" i="0" u="none" strike="noStrike" kern="1200" baseline="0">
                <a:solidFill>
                  <a:schemeClr val="tx1">
                    <a:lumMod val="65000"/>
                    <a:lumOff val="35000"/>
                  </a:schemeClr>
                </a:solidFill>
                <a:latin typeface="+mn-lt"/>
                <a:ea typeface="+mn-ea"/>
                <a:cs typeface="+mn-cs"/>
              </a:defRPr>
            </a:pPr>
            <a:endParaRPr lang="en-US"/>
          </a:p>
        </c:txPr>
        <c:crossAx val="1773964944"/>
        <c:crosses val="autoZero"/>
        <c:auto val="1"/>
        <c:lblAlgn val="ctr"/>
        <c:lblOffset val="100"/>
        <c:noMultiLvlLbl val="0"/>
      </c:catAx>
      <c:valAx>
        <c:axId val="1773964944"/>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773956208"/>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200" b="0" i="0" u="none" strike="noStrike" kern="1200" spc="0" baseline="0">
                <a:solidFill>
                  <a:schemeClr val="bg1"/>
                </a:solidFill>
                <a:latin typeface="+mn-lt"/>
                <a:ea typeface="+mn-ea"/>
                <a:cs typeface="+mn-cs"/>
              </a:defRPr>
            </a:pPr>
            <a:r>
              <a:rPr lang="en-US" sz="1200">
                <a:solidFill>
                  <a:schemeClr val="bg1"/>
                </a:solidFill>
              </a:rPr>
              <a:t>Chart title</a:t>
            </a:r>
          </a:p>
        </c:rich>
      </c:tx>
      <c:overlay val="0"/>
      <c:spPr>
        <a:noFill/>
        <a:ln>
          <a:noFill/>
        </a:ln>
        <a:effectLst/>
      </c:spPr>
      <c:txPr>
        <a:bodyPr rot="0" spcFirstLastPara="1" vertOverflow="ellipsis" vert="horz" wrap="square" anchor="ctr" anchorCtr="1"/>
        <a:lstStyle/>
        <a:p>
          <a:pPr>
            <a:defRPr sz="1200" b="0" i="0" u="none" strike="noStrike" kern="1200" spc="0" baseline="0">
              <a:solidFill>
                <a:schemeClr val="bg1"/>
              </a:solidFill>
              <a:latin typeface="+mn-lt"/>
              <a:ea typeface="+mn-ea"/>
              <a:cs typeface="+mn-cs"/>
            </a:defRPr>
          </a:pPr>
          <a:endParaRPr lang="en-US"/>
        </a:p>
      </c:txPr>
    </c:title>
    <c:autoTitleDeleted val="0"/>
    <c:plotArea>
      <c:layout/>
      <c:barChart>
        <c:barDir val="col"/>
        <c:grouping val="clustered"/>
        <c:varyColors val="0"/>
        <c:ser>
          <c:idx val="0"/>
          <c:order val="0"/>
          <c:tx>
            <c:strRef>
              <c:f>Sheet1!$B$1</c:f>
              <c:strCache>
                <c:ptCount val="1"/>
                <c:pt idx="0">
                  <c:v>Series 1</c:v>
                </c:pt>
              </c:strCache>
            </c:strRef>
          </c:tx>
          <c:spPr>
            <a:solidFill>
              <a:srgbClr val="9DC1FF"/>
            </a:solidFill>
            <a:ln>
              <a:noFill/>
            </a:ln>
            <a:effectLst/>
          </c:spPr>
          <c:invertIfNegative val="0"/>
          <c:cat>
            <c:strRef>
              <c:f>Sheet1!$A$2:$A$5</c:f>
              <c:strCache>
                <c:ptCount val="4"/>
                <c:pt idx="0">
                  <c:v>Category 1</c:v>
                </c:pt>
                <c:pt idx="1">
                  <c:v>Category 2</c:v>
                </c:pt>
                <c:pt idx="2">
                  <c:v>Category 3</c:v>
                </c:pt>
                <c:pt idx="3">
                  <c:v>Category 4</c:v>
                </c:pt>
              </c:strCache>
            </c:strRef>
          </c:cat>
          <c:val>
            <c:numRef>
              <c:f>Sheet1!$B$2:$B$5</c:f>
              <c:numCache>
                <c:formatCode>General</c:formatCode>
                <c:ptCount val="4"/>
                <c:pt idx="0">
                  <c:v>4.3</c:v>
                </c:pt>
                <c:pt idx="1">
                  <c:v>2.5</c:v>
                </c:pt>
                <c:pt idx="2">
                  <c:v>3.5</c:v>
                </c:pt>
                <c:pt idx="3">
                  <c:v>4.5</c:v>
                </c:pt>
              </c:numCache>
            </c:numRef>
          </c:val>
          <c:extLst>
            <c:ext xmlns:c16="http://schemas.microsoft.com/office/drawing/2014/chart" uri="{C3380CC4-5D6E-409C-BE32-E72D297353CC}">
              <c16:uniqueId val="{00000000-F4B8-A84A-91FA-133ED900D632}"/>
            </c:ext>
          </c:extLst>
        </c:ser>
        <c:dLbls>
          <c:showLegendKey val="0"/>
          <c:showVal val="0"/>
          <c:showCatName val="0"/>
          <c:showSerName val="0"/>
          <c:showPercent val="0"/>
          <c:showBubbleSize val="0"/>
        </c:dLbls>
        <c:gapWidth val="219"/>
        <c:overlap val="-27"/>
        <c:axId val="1773956208"/>
        <c:axId val="1773964944"/>
      </c:barChart>
      <c:catAx>
        <c:axId val="1773956208"/>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800" b="0" i="0" u="none" strike="noStrike" kern="1200" baseline="0">
                <a:solidFill>
                  <a:schemeClr val="bg1"/>
                </a:solidFill>
                <a:latin typeface="+mn-lt"/>
                <a:ea typeface="+mn-ea"/>
                <a:cs typeface="+mn-cs"/>
              </a:defRPr>
            </a:pPr>
            <a:endParaRPr lang="en-US"/>
          </a:p>
        </c:txPr>
        <c:crossAx val="1773964944"/>
        <c:crosses val="autoZero"/>
        <c:auto val="1"/>
        <c:lblAlgn val="ctr"/>
        <c:lblOffset val="100"/>
        <c:noMultiLvlLbl val="0"/>
      </c:catAx>
      <c:valAx>
        <c:axId val="1773964944"/>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bg1"/>
                </a:solidFill>
                <a:latin typeface="+mn-lt"/>
                <a:ea typeface="+mn-ea"/>
                <a:cs typeface="+mn-cs"/>
              </a:defRPr>
            </a:pPr>
            <a:endParaRPr lang="en-US"/>
          </a:p>
        </c:txPr>
        <c:crossAx val="1773956208"/>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bg1"/>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overlay val="0"/>
      <c:spPr>
        <a:noFill/>
        <a:ln>
          <a:noFill/>
        </a:ln>
        <a:effectLst/>
      </c:spPr>
      <c:txPr>
        <a:bodyPr rot="0" spcFirstLastPara="1" vertOverflow="ellipsis" vert="horz" wrap="square" anchor="ctr" anchorCtr="1"/>
        <a:lstStyle/>
        <a:p>
          <a:pPr>
            <a:defRPr sz="12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doughnutChart>
        <c:varyColors val="1"/>
        <c:ser>
          <c:idx val="0"/>
          <c:order val="0"/>
          <c:tx>
            <c:strRef>
              <c:f>Sheet1!$B$1</c:f>
              <c:strCache>
                <c:ptCount val="1"/>
                <c:pt idx="0">
                  <c:v>Series 1</c:v>
                </c:pt>
              </c:strCache>
            </c:strRef>
          </c:tx>
          <c:dPt>
            <c:idx val="0"/>
            <c:bubble3D val="0"/>
            <c:spPr>
              <a:solidFill>
                <a:schemeClr val="accent1"/>
              </a:solidFill>
              <a:ln>
                <a:noFill/>
              </a:ln>
              <a:effectLst/>
            </c:spPr>
            <c:extLst>
              <c:ext xmlns:c16="http://schemas.microsoft.com/office/drawing/2014/chart" uri="{C3380CC4-5D6E-409C-BE32-E72D297353CC}">
                <c16:uniqueId val="{00000001-EA6E-A845-B557-BBD1530DEB2F}"/>
              </c:ext>
            </c:extLst>
          </c:dPt>
          <c:dPt>
            <c:idx val="1"/>
            <c:bubble3D val="0"/>
            <c:spPr>
              <a:solidFill>
                <a:srgbClr val="5EB6BC"/>
              </a:solidFill>
              <a:ln>
                <a:noFill/>
              </a:ln>
              <a:effectLst/>
            </c:spPr>
            <c:extLst>
              <c:ext xmlns:c16="http://schemas.microsoft.com/office/drawing/2014/chart" uri="{C3380CC4-5D6E-409C-BE32-E72D297353CC}">
                <c16:uniqueId val="{00000000-C6C7-C745-BA07-76E37030EBED}"/>
              </c:ext>
            </c:extLst>
          </c:dPt>
          <c:cat>
            <c:strRef>
              <c:f>Sheet1!$A$2:$A$3</c:f>
              <c:strCache>
                <c:ptCount val="2"/>
                <c:pt idx="0">
                  <c:v>Category 1</c:v>
                </c:pt>
                <c:pt idx="1">
                  <c:v>Category 2</c:v>
                </c:pt>
              </c:strCache>
            </c:strRef>
          </c:cat>
          <c:val>
            <c:numRef>
              <c:f>Sheet1!$B$2:$B$3</c:f>
              <c:numCache>
                <c:formatCode>General</c:formatCode>
                <c:ptCount val="2"/>
                <c:pt idx="0">
                  <c:v>4.3</c:v>
                </c:pt>
                <c:pt idx="1">
                  <c:v>2.5</c:v>
                </c:pt>
              </c:numCache>
            </c:numRef>
          </c:val>
          <c:extLst>
            <c:ext xmlns:c16="http://schemas.microsoft.com/office/drawing/2014/chart" uri="{C3380CC4-5D6E-409C-BE32-E72D297353CC}">
              <c16:uniqueId val="{00000000-72A4-FC4F-9A17-A5355392F0BA}"/>
            </c:ext>
          </c:extLst>
        </c:ser>
        <c:dLbls>
          <c:showLegendKey val="0"/>
          <c:showVal val="0"/>
          <c:showCatName val="0"/>
          <c:showSerName val="0"/>
          <c:showPercent val="0"/>
          <c:showBubbleSize val="0"/>
          <c:showLeaderLines val="1"/>
        </c:dLbls>
        <c:firstSliceAng val="0"/>
        <c:holeSize val="50"/>
      </c:doughnutChart>
      <c:spPr>
        <a:noFill/>
        <a:ln>
          <a:noFill/>
        </a:ln>
        <a:effectLst/>
      </c:spPr>
    </c:plotArea>
    <c:legend>
      <c:legendPos val="b"/>
      <c:overlay val="0"/>
      <c:spPr>
        <a:noFill/>
        <a:ln>
          <a:noFill/>
        </a:ln>
        <a:effectLst/>
      </c:spPr>
      <c:txPr>
        <a:bodyPr rot="0" spcFirstLastPara="1" vertOverflow="ellipsis" vert="horz" wrap="square" anchor="ctr" anchorCtr="1"/>
        <a:lstStyle/>
        <a:p>
          <a:pPr>
            <a:defRPr sz="800" b="0" i="0" u="none" strike="noStrike" kern="1200" baseline="0">
              <a:solidFill>
                <a:schemeClr val="tx1">
                  <a:lumMod val="65000"/>
                  <a:lumOff val="35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200" b="0" i="0" u="none" strike="noStrike" kern="1200" spc="0" baseline="0">
                <a:solidFill>
                  <a:schemeClr val="tx1">
                    <a:lumMod val="65000"/>
                    <a:lumOff val="35000"/>
                  </a:schemeClr>
                </a:solidFill>
                <a:latin typeface="+mn-lt"/>
                <a:ea typeface="+mn-ea"/>
                <a:cs typeface="+mn-cs"/>
              </a:defRPr>
            </a:pPr>
            <a:r>
              <a:rPr lang="en-US" sz="1200"/>
              <a:t>Chart title</a:t>
            </a:r>
          </a:p>
        </c:rich>
      </c:tx>
      <c:overlay val="0"/>
      <c:spPr>
        <a:noFill/>
        <a:ln>
          <a:noFill/>
        </a:ln>
        <a:effectLst/>
      </c:spPr>
      <c:txPr>
        <a:bodyPr rot="0" spcFirstLastPara="1" vertOverflow="ellipsis" vert="horz" wrap="square" anchor="ctr" anchorCtr="1"/>
        <a:lstStyle/>
        <a:p>
          <a:pPr>
            <a:defRPr sz="12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col"/>
        <c:grouping val="clustered"/>
        <c:varyColors val="0"/>
        <c:ser>
          <c:idx val="0"/>
          <c:order val="0"/>
          <c:tx>
            <c:strRef>
              <c:f>Sheet1!$B$1</c:f>
              <c:strCache>
                <c:ptCount val="1"/>
                <c:pt idx="0">
                  <c:v>Series 1</c:v>
                </c:pt>
              </c:strCache>
            </c:strRef>
          </c:tx>
          <c:spPr>
            <a:solidFill>
              <a:srgbClr val="005EFF"/>
            </a:solidFill>
            <a:ln>
              <a:noFill/>
            </a:ln>
            <a:effectLst/>
          </c:spPr>
          <c:invertIfNegative val="0"/>
          <c:cat>
            <c:strRef>
              <c:f>Sheet1!$A$2:$A$5</c:f>
              <c:strCache>
                <c:ptCount val="4"/>
                <c:pt idx="0">
                  <c:v>Category 1</c:v>
                </c:pt>
                <c:pt idx="1">
                  <c:v>Category 2</c:v>
                </c:pt>
                <c:pt idx="2">
                  <c:v>Category 3</c:v>
                </c:pt>
                <c:pt idx="3">
                  <c:v>Category 4</c:v>
                </c:pt>
              </c:strCache>
            </c:strRef>
          </c:cat>
          <c:val>
            <c:numRef>
              <c:f>Sheet1!$B$2:$B$5</c:f>
              <c:numCache>
                <c:formatCode>General</c:formatCode>
                <c:ptCount val="4"/>
                <c:pt idx="0">
                  <c:v>4.3</c:v>
                </c:pt>
                <c:pt idx="1">
                  <c:v>2.5</c:v>
                </c:pt>
                <c:pt idx="2">
                  <c:v>3.5</c:v>
                </c:pt>
                <c:pt idx="3">
                  <c:v>4.5</c:v>
                </c:pt>
              </c:numCache>
            </c:numRef>
          </c:val>
          <c:extLst>
            <c:ext xmlns:c16="http://schemas.microsoft.com/office/drawing/2014/chart" uri="{C3380CC4-5D6E-409C-BE32-E72D297353CC}">
              <c16:uniqueId val="{00000000-F4B8-A84A-91FA-133ED900D632}"/>
            </c:ext>
          </c:extLst>
        </c:ser>
        <c:ser>
          <c:idx val="1"/>
          <c:order val="1"/>
          <c:tx>
            <c:strRef>
              <c:f>Sheet1!$C$1</c:f>
              <c:strCache>
                <c:ptCount val="1"/>
                <c:pt idx="0">
                  <c:v>Series 2</c:v>
                </c:pt>
              </c:strCache>
            </c:strRef>
          </c:tx>
          <c:spPr>
            <a:solidFill>
              <a:srgbClr val="5EB6BC"/>
            </a:solidFill>
            <a:ln>
              <a:noFill/>
            </a:ln>
            <a:effectLst/>
          </c:spPr>
          <c:invertIfNegative val="0"/>
          <c:cat>
            <c:strRef>
              <c:f>Sheet1!$A$2:$A$5</c:f>
              <c:strCache>
                <c:ptCount val="4"/>
                <c:pt idx="0">
                  <c:v>Category 1</c:v>
                </c:pt>
                <c:pt idx="1">
                  <c:v>Category 2</c:v>
                </c:pt>
                <c:pt idx="2">
                  <c:v>Category 3</c:v>
                </c:pt>
                <c:pt idx="3">
                  <c:v>Category 4</c:v>
                </c:pt>
              </c:strCache>
            </c:strRef>
          </c:cat>
          <c:val>
            <c:numRef>
              <c:f>Sheet1!$C$2:$C$5</c:f>
              <c:numCache>
                <c:formatCode>General</c:formatCode>
                <c:ptCount val="4"/>
                <c:pt idx="0">
                  <c:v>2.4</c:v>
                </c:pt>
                <c:pt idx="1">
                  <c:v>4.4000000000000004</c:v>
                </c:pt>
                <c:pt idx="2">
                  <c:v>1.8</c:v>
                </c:pt>
                <c:pt idx="3">
                  <c:v>2.8</c:v>
                </c:pt>
              </c:numCache>
            </c:numRef>
          </c:val>
          <c:extLst>
            <c:ext xmlns:c16="http://schemas.microsoft.com/office/drawing/2014/chart" uri="{C3380CC4-5D6E-409C-BE32-E72D297353CC}">
              <c16:uniqueId val="{00000001-F4B8-A84A-91FA-133ED900D632}"/>
            </c:ext>
          </c:extLst>
        </c:ser>
        <c:dLbls>
          <c:showLegendKey val="0"/>
          <c:showVal val="0"/>
          <c:showCatName val="0"/>
          <c:showSerName val="0"/>
          <c:showPercent val="0"/>
          <c:showBubbleSize val="0"/>
        </c:dLbls>
        <c:gapWidth val="219"/>
        <c:overlap val="-27"/>
        <c:axId val="1773956208"/>
        <c:axId val="1773964944"/>
      </c:barChart>
      <c:catAx>
        <c:axId val="1773956208"/>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800" b="0" i="0" u="none" strike="noStrike" kern="1200" baseline="0">
                <a:solidFill>
                  <a:schemeClr val="tx1">
                    <a:lumMod val="65000"/>
                    <a:lumOff val="35000"/>
                  </a:schemeClr>
                </a:solidFill>
                <a:latin typeface="+mn-lt"/>
                <a:ea typeface="+mn-ea"/>
                <a:cs typeface="+mn-cs"/>
              </a:defRPr>
            </a:pPr>
            <a:endParaRPr lang="en-US"/>
          </a:p>
        </c:txPr>
        <c:crossAx val="1773964944"/>
        <c:crosses val="autoZero"/>
        <c:auto val="1"/>
        <c:lblAlgn val="ctr"/>
        <c:lblOffset val="100"/>
        <c:noMultiLvlLbl val="0"/>
      </c:catAx>
      <c:valAx>
        <c:axId val="1773964944"/>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773956208"/>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overlay val="0"/>
      <c:spPr>
        <a:noFill/>
        <a:ln>
          <a:noFill/>
        </a:ln>
        <a:effectLst/>
      </c:spPr>
      <c:txPr>
        <a:bodyPr rot="0" spcFirstLastPara="1" vertOverflow="ellipsis" vert="horz" wrap="square" anchor="ctr" anchorCtr="1"/>
        <a:lstStyle/>
        <a:p>
          <a:pPr>
            <a:defRPr sz="1200" b="0" i="0" u="none" strike="noStrike" kern="1200" spc="0" baseline="0">
              <a:solidFill>
                <a:schemeClr val="bg1"/>
              </a:solidFill>
              <a:latin typeface="+mn-lt"/>
              <a:ea typeface="+mn-ea"/>
              <a:cs typeface="+mn-cs"/>
            </a:defRPr>
          </a:pPr>
          <a:endParaRPr lang="en-US"/>
        </a:p>
      </c:txPr>
    </c:title>
    <c:autoTitleDeleted val="0"/>
    <c:plotArea>
      <c:layout/>
      <c:doughnutChart>
        <c:varyColors val="1"/>
        <c:ser>
          <c:idx val="0"/>
          <c:order val="0"/>
          <c:tx>
            <c:strRef>
              <c:f>Sheet1!$B$1</c:f>
              <c:strCache>
                <c:ptCount val="1"/>
                <c:pt idx="0">
                  <c:v>Series 1</c:v>
                </c:pt>
              </c:strCache>
            </c:strRef>
          </c:tx>
          <c:dPt>
            <c:idx val="0"/>
            <c:bubble3D val="0"/>
            <c:spPr>
              <a:solidFill>
                <a:srgbClr val="9DC1FF"/>
              </a:solidFill>
              <a:ln>
                <a:noFill/>
              </a:ln>
              <a:effectLst/>
            </c:spPr>
            <c:extLst>
              <c:ext xmlns:c16="http://schemas.microsoft.com/office/drawing/2014/chart" uri="{C3380CC4-5D6E-409C-BE32-E72D297353CC}">
                <c16:uniqueId val="{00000001-EA6E-A845-B557-BBD1530DEB2F}"/>
              </c:ext>
            </c:extLst>
          </c:dPt>
          <c:dPt>
            <c:idx val="1"/>
            <c:bubble3D val="0"/>
            <c:spPr>
              <a:solidFill>
                <a:srgbClr val="33A3AA"/>
              </a:solidFill>
              <a:ln>
                <a:noFill/>
              </a:ln>
              <a:effectLst/>
            </c:spPr>
            <c:extLst>
              <c:ext xmlns:c16="http://schemas.microsoft.com/office/drawing/2014/chart" uri="{C3380CC4-5D6E-409C-BE32-E72D297353CC}">
                <c16:uniqueId val="{00000000-C6C7-C745-BA07-76E37030EBED}"/>
              </c:ext>
            </c:extLst>
          </c:dPt>
          <c:cat>
            <c:strRef>
              <c:f>Sheet1!$A$2:$A$3</c:f>
              <c:strCache>
                <c:ptCount val="2"/>
                <c:pt idx="0">
                  <c:v>Category 1</c:v>
                </c:pt>
                <c:pt idx="1">
                  <c:v>Category 2</c:v>
                </c:pt>
              </c:strCache>
            </c:strRef>
          </c:cat>
          <c:val>
            <c:numRef>
              <c:f>Sheet1!$B$2:$B$3</c:f>
              <c:numCache>
                <c:formatCode>General</c:formatCode>
                <c:ptCount val="2"/>
                <c:pt idx="0">
                  <c:v>4.3</c:v>
                </c:pt>
                <c:pt idx="1">
                  <c:v>2.5</c:v>
                </c:pt>
              </c:numCache>
            </c:numRef>
          </c:val>
          <c:extLst>
            <c:ext xmlns:c16="http://schemas.microsoft.com/office/drawing/2014/chart" uri="{C3380CC4-5D6E-409C-BE32-E72D297353CC}">
              <c16:uniqueId val="{00000000-72A4-FC4F-9A17-A5355392F0BA}"/>
            </c:ext>
          </c:extLst>
        </c:ser>
        <c:dLbls>
          <c:showLegendKey val="0"/>
          <c:showVal val="0"/>
          <c:showCatName val="0"/>
          <c:showSerName val="0"/>
          <c:showPercent val="0"/>
          <c:showBubbleSize val="0"/>
          <c:showLeaderLines val="1"/>
        </c:dLbls>
        <c:firstSliceAng val="0"/>
        <c:holeSize val="50"/>
      </c:doughnutChart>
      <c:spPr>
        <a:noFill/>
        <a:ln>
          <a:noFill/>
        </a:ln>
        <a:effectLst/>
      </c:spPr>
    </c:plotArea>
    <c:legend>
      <c:legendPos val="b"/>
      <c:overlay val="0"/>
      <c:spPr>
        <a:noFill/>
        <a:ln>
          <a:noFill/>
        </a:ln>
        <a:effectLst/>
      </c:spPr>
      <c:txPr>
        <a:bodyPr rot="0" spcFirstLastPara="1" vertOverflow="ellipsis" vert="horz" wrap="square" anchor="ctr" anchorCtr="1"/>
        <a:lstStyle/>
        <a:p>
          <a:pPr>
            <a:defRPr sz="800" b="0" i="0" u="none" strike="noStrike" kern="1200" baseline="0">
              <a:solidFill>
                <a:schemeClr val="bg1"/>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200" b="0" i="0" u="none" strike="noStrike" kern="1200" spc="0" baseline="0">
                <a:solidFill>
                  <a:schemeClr val="bg1"/>
                </a:solidFill>
                <a:latin typeface="+mn-lt"/>
                <a:ea typeface="+mn-ea"/>
                <a:cs typeface="+mn-cs"/>
              </a:defRPr>
            </a:pPr>
            <a:r>
              <a:rPr lang="en-US" sz="1200">
                <a:solidFill>
                  <a:schemeClr val="bg1"/>
                </a:solidFill>
              </a:rPr>
              <a:t>Chart title</a:t>
            </a:r>
          </a:p>
        </c:rich>
      </c:tx>
      <c:overlay val="0"/>
      <c:spPr>
        <a:noFill/>
        <a:ln>
          <a:noFill/>
        </a:ln>
        <a:effectLst/>
      </c:spPr>
      <c:txPr>
        <a:bodyPr rot="0" spcFirstLastPara="1" vertOverflow="ellipsis" vert="horz" wrap="square" anchor="ctr" anchorCtr="1"/>
        <a:lstStyle/>
        <a:p>
          <a:pPr>
            <a:defRPr sz="1200" b="0" i="0" u="none" strike="noStrike" kern="1200" spc="0" baseline="0">
              <a:solidFill>
                <a:schemeClr val="bg1"/>
              </a:solidFill>
              <a:latin typeface="+mn-lt"/>
              <a:ea typeface="+mn-ea"/>
              <a:cs typeface="+mn-cs"/>
            </a:defRPr>
          </a:pPr>
          <a:endParaRPr lang="en-US"/>
        </a:p>
      </c:txPr>
    </c:title>
    <c:autoTitleDeleted val="0"/>
    <c:plotArea>
      <c:layout/>
      <c:barChart>
        <c:barDir val="col"/>
        <c:grouping val="clustered"/>
        <c:varyColors val="0"/>
        <c:ser>
          <c:idx val="0"/>
          <c:order val="0"/>
          <c:tx>
            <c:strRef>
              <c:f>Sheet1!$B$1</c:f>
              <c:strCache>
                <c:ptCount val="1"/>
                <c:pt idx="0">
                  <c:v>Series 1</c:v>
                </c:pt>
              </c:strCache>
            </c:strRef>
          </c:tx>
          <c:spPr>
            <a:solidFill>
              <a:srgbClr val="9DC1FF"/>
            </a:solidFill>
            <a:ln>
              <a:noFill/>
            </a:ln>
            <a:effectLst/>
          </c:spPr>
          <c:invertIfNegative val="0"/>
          <c:cat>
            <c:strRef>
              <c:f>Sheet1!$A$2:$A$5</c:f>
              <c:strCache>
                <c:ptCount val="4"/>
                <c:pt idx="0">
                  <c:v>Category 1</c:v>
                </c:pt>
                <c:pt idx="1">
                  <c:v>Category 2</c:v>
                </c:pt>
                <c:pt idx="2">
                  <c:v>Category 3</c:v>
                </c:pt>
                <c:pt idx="3">
                  <c:v>Category 4</c:v>
                </c:pt>
              </c:strCache>
            </c:strRef>
          </c:cat>
          <c:val>
            <c:numRef>
              <c:f>Sheet1!$B$2:$B$5</c:f>
              <c:numCache>
                <c:formatCode>General</c:formatCode>
                <c:ptCount val="4"/>
                <c:pt idx="0">
                  <c:v>4.3</c:v>
                </c:pt>
                <c:pt idx="1">
                  <c:v>2.5</c:v>
                </c:pt>
                <c:pt idx="2">
                  <c:v>3.5</c:v>
                </c:pt>
                <c:pt idx="3">
                  <c:v>4.5</c:v>
                </c:pt>
              </c:numCache>
            </c:numRef>
          </c:val>
          <c:extLst>
            <c:ext xmlns:c16="http://schemas.microsoft.com/office/drawing/2014/chart" uri="{C3380CC4-5D6E-409C-BE32-E72D297353CC}">
              <c16:uniqueId val="{00000000-F4B8-A84A-91FA-133ED900D632}"/>
            </c:ext>
          </c:extLst>
        </c:ser>
        <c:ser>
          <c:idx val="1"/>
          <c:order val="1"/>
          <c:tx>
            <c:strRef>
              <c:f>Sheet1!$C$1</c:f>
              <c:strCache>
                <c:ptCount val="1"/>
                <c:pt idx="0">
                  <c:v>Series 2</c:v>
                </c:pt>
              </c:strCache>
            </c:strRef>
          </c:tx>
          <c:spPr>
            <a:solidFill>
              <a:srgbClr val="33A3AA"/>
            </a:solidFill>
            <a:ln>
              <a:noFill/>
            </a:ln>
            <a:effectLst/>
          </c:spPr>
          <c:invertIfNegative val="0"/>
          <c:cat>
            <c:strRef>
              <c:f>Sheet1!$A$2:$A$5</c:f>
              <c:strCache>
                <c:ptCount val="4"/>
                <c:pt idx="0">
                  <c:v>Category 1</c:v>
                </c:pt>
                <c:pt idx="1">
                  <c:v>Category 2</c:v>
                </c:pt>
                <c:pt idx="2">
                  <c:v>Category 3</c:v>
                </c:pt>
                <c:pt idx="3">
                  <c:v>Category 4</c:v>
                </c:pt>
              </c:strCache>
            </c:strRef>
          </c:cat>
          <c:val>
            <c:numRef>
              <c:f>Sheet1!$C$2:$C$5</c:f>
              <c:numCache>
                <c:formatCode>General</c:formatCode>
                <c:ptCount val="4"/>
                <c:pt idx="0">
                  <c:v>2.4</c:v>
                </c:pt>
                <c:pt idx="1">
                  <c:v>4.4000000000000004</c:v>
                </c:pt>
                <c:pt idx="2">
                  <c:v>1.8</c:v>
                </c:pt>
                <c:pt idx="3">
                  <c:v>2.8</c:v>
                </c:pt>
              </c:numCache>
            </c:numRef>
          </c:val>
          <c:extLst>
            <c:ext xmlns:c16="http://schemas.microsoft.com/office/drawing/2014/chart" uri="{C3380CC4-5D6E-409C-BE32-E72D297353CC}">
              <c16:uniqueId val="{00000001-F4B8-A84A-91FA-133ED900D632}"/>
            </c:ext>
          </c:extLst>
        </c:ser>
        <c:dLbls>
          <c:showLegendKey val="0"/>
          <c:showVal val="0"/>
          <c:showCatName val="0"/>
          <c:showSerName val="0"/>
          <c:showPercent val="0"/>
          <c:showBubbleSize val="0"/>
        </c:dLbls>
        <c:gapWidth val="219"/>
        <c:overlap val="-27"/>
        <c:axId val="1773956208"/>
        <c:axId val="1773964944"/>
      </c:barChart>
      <c:catAx>
        <c:axId val="1773956208"/>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800" b="0" i="0" u="none" strike="noStrike" kern="1200" baseline="0">
                <a:solidFill>
                  <a:schemeClr val="bg1"/>
                </a:solidFill>
                <a:latin typeface="+mn-lt"/>
                <a:ea typeface="+mn-ea"/>
                <a:cs typeface="+mn-cs"/>
              </a:defRPr>
            </a:pPr>
            <a:endParaRPr lang="en-US"/>
          </a:p>
        </c:txPr>
        <c:crossAx val="1773964944"/>
        <c:crosses val="autoZero"/>
        <c:auto val="1"/>
        <c:lblAlgn val="ctr"/>
        <c:lblOffset val="100"/>
        <c:noMultiLvlLbl val="0"/>
      </c:catAx>
      <c:valAx>
        <c:axId val="1773964944"/>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bg1"/>
                </a:solidFill>
                <a:latin typeface="+mn-lt"/>
                <a:ea typeface="+mn-ea"/>
                <a:cs typeface="+mn-cs"/>
              </a:defRPr>
            </a:pPr>
            <a:endParaRPr lang="en-US"/>
          </a:p>
        </c:txPr>
        <c:crossAx val="1773956208"/>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bg1"/>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overlay val="0"/>
      <c:spPr>
        <a:noFill/>
        <a:ln>
          <a:noFill/>
        </a:ln>
        <a:effectLst/>
      </c:spPr>
      <c:txPr>
        <a:bodyPr rot="0" spcFirstLastPara="1" vertOverflow="ellipsis" vert="horz" wrap="square" anchor="ctr" anchorCtr="1"/>
        <a:lstStyle/>
        <a:p>
          <a:pPr>
            <a:defRPr sz="12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doughnutChart>
        <c:varyColors val="1"/>
        <c:ser>
          <c:idx val="0"/>
          <c:order val="0"/>
          <c:tx>
            <c:strRef>
              <c:f>Sheet1!$B$1</c:f>
              <c:strCache>
                <c:ptCount val="1"/>
                <c:pt idx="0">
                  <c:v>Series 1</c:v>
                </c:pt>
              </c:strCache>
            </c:strRef>
          </c:tx>
          <c:dPt>
            <c:idx val="0"/>
            <c:bubble3D val="0"/>
            <c:spPr>
              <a:solidFill>
                <a:schemeClr val="accent1"/>
              </a:solidFill>
              <a:ln>
                <a:noFill/>
              </a:ln>
              <a:effectLst/>
            </c:spPr>
            <c:extLst>
              <c:ext xmlns:c16="http://schemas.microsoft.com/office/drawing/2014/chart" uri="{C3380CC4-5D6E-409C-BE32-E72D297353CC}">
                <c16:uniqueId val="{00000001-EA6E-A845-B557-BBD1530DEB2F}"/>
              </c:ext>
            </c:extLst>
          </c:dPt>
          <c:dPt>
            <c:idx val="1"/>
            <c:bubble3D val="0"/>
            <c:spPr>
              <a:solidFill>
                <a:srgbClr val="5EB6BC"/>
              </a:solidFill>
              <a:ln>
                <a:noFill/>
              </a:ln>
              <a:effectLst/>
            </c:spPr>
            <c:extLst>
              <c:ext xmlns:c16="http://schemas.microsoft.com/office/drawing/2014/chart" uri="{C3380CC4-5D6E-409C-BE32-E72D297353CC}">
                <c16:uniqueId val="{00000000-C6C7-C745-BA07-76E37030EBED}"/>
              </c:ext>
            </c:extLst>
          </c:dPt>
          <c:dPt>
            <c:idx val="2"/>
            <c:bubble3D val="0"/>
            <c:spPr>
              <a:solidFill>
                <a:srgbClr val="C7AB20"/>
              </a:solidFill>
              <a:ln>
                <a:noFill/>
              </a:ln>
              <a:effectLst/>
            </c:spPr>
            <c:extLst>
              <c:ext xmlns:c16="http://schemas.microsoft.com/office/drawing/2014/chart" uri="{C3380CC4-5D6E-409C-BE32-E72D297353CC}">
                <c16:uniqueId val="{00000001-C6C7-C745-BA07-76E37030EBED}"/>
              </c:ext>
            </c:extLst>
          </c:dPt>
          <c:cat>
            <c:strRef>
              <c:f>Sheet1!$A$2:$A$4</c:f>
              <c:strCache>
                <c:ptCount val="3"/>
                <c:pt idx="0">
                  <c:v>Category 1</c:v>
                </c:pt>
                <c:pt idx="1">
                  <c:v>Category 2</c:v>
                </c:pt>
                <c:pt idx="2">
                  <c:v>Category 3</c:v>
                </c:pt>
              </c:strCache>
            </c:strRef>
          </c:cat>
          <c:val>
            <c:numRef>
              <c:f>Sheet1!$B$2:$B$4</c:f>
              <c:numCache>
                <c:formatCode>General</c:formatCode>
                <c:ptCount val="3"/>
                <c:pt idx="0">
                  <c:v>4.3</c:v>
                </c:pt>
                <c:pt idx="1">
                  <c:v>2.5</c:v>
                </c:pt>
                <c:pt idx="2">
                  <c:v>3.5</c:v>
                </c:pt>
              </c:numCache>
            </c:numRef>
          </c:val>
          <c:extLst>
            <c:ext xmlns:c16="http://schemas.microsoft.com/office/drawing/2014/chart" uri="{C3380CC4-5D6E-409C-BE32-E72D297353CC}">
              <c16:uniqueId val="{00000000-72A4-FC4F-9A17-A5355392F0BA}"/>
            </c:ext>
          </c:extLst>
        </c:ser>
        <c:dLbls>
          <c:showLegendKey val="0"/>
          <c:showVal val="0"/>
          <c:showCatName val="0"/>
          <c:showSerName val="0"/>
          <c:showPercent val="0"/>
          <c:showBubbleSize val="0"/>
          <c:showLeaderLines val="1"/>
        </c:dLbls>
        <c:firstSliceAng val="0"/>
        <c:holeSize val="50"/>
      </c:doughnutChart>
      <c:spPr>
        <a:noFill/>
        <a:ln>
          <a:noFill/>
        </a:ln>
        <a:effectLst/>
      </c:spPr>
    </c:plotArea>
    <c:legend>
      <c:legendPos val="b"/>
      <c:overlay val="0"/>
      <c:spPr>
        <a:noFill/>
        <a:ln>
          <a:noFill/>
        </a:ln>
        <a:effectLst/>
      </c:spPr>
      <c:txPr>
        <a:bodyPr rot="0" spcFirstLastPara="1" vertOverflow="ellipsis" vert="horz" wrap="square" anchor="ctr" anchorCtr="1"/>
        <a:lstStyle/>
        <a:p>
          <a:pPr>
            <a:defRPr sz="800" b="0" i="0" u="none" strike="noStrike" kern="1200" baseline="0">
              <a:solidFill>
                <a:schemeClr val="tx1">
                  <a:lumMod val="65000"/>
                  <a:lumOff val="35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200" b="0" i="0" u="none" strike="noStrike" kern="1200" spc="0" baseline="0">
                <a:solidFill>
                  <a:schemeClr val="tx1">
                    <a:lumMod val="65000"/>
                    <a:lumOff val="35000"/>
                  </a:schemeClr>
                </a:solidFill>
                <a:latin typeface="+mn-lt"/>
                <a:ea typeface="+mn-ea"/>
                <a:cs typeface="+mn-cs"/>
              </a:defRPr>
            </a:pPr>
            <a:r>
              <a:rPr lang="en-US" sz="1200"/>
              <a:t>Chart title</a:t>
            </a:r>
          </a:p>
        </c:rich>
      </c:tx>
      <c:overlay val="0"/>
      <c:spPr>
        <a:noFill/>
        <a:ln>
          <a:noFill/>
        </a:ln>
        <a:effectLst/>
      </c:spPr>
      <c:txPr>
        <a:bodyPr rot="0" spcFirstLastPara="1" vertOverflow="ellipsis" vert="horz" wrap="square" anchor="ctr" anchorCtr="1"/>
        <a:lstStyle/>
        <a:p>
          <a:pPr>
            <a:defRPr sz="12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col"/>
        <c:grouping val="clustered"/>
        <c:varyColors val="0"/>
        <c:ser>
          <c:idx val="0"/>
          <c:order val="0"/>
          <c:tx>
            <c:strRef>
              <c:f>Sheet1!$B$1</c:f>
              <c:strCache>
                <c:ptCount val="1"/>
                <c:pt idx="0">
                  <c:v>Series 1</c:v>
                </c:pt>
              </c:strCache>
            </c:strRef>
          </c:tx>
          <c:spPr>
            <a:solidFill>
              <a:srgbClr val="005EFF"/>
            </a:solidFill>
            <a:ln>
              <a:noFill/>
            </a:ln>
            <a:effectLst/>
          </c:spPr>
          <c:invertIfNegative val="0"/>
          <c:cat>
            <c:strRef>
              <c:f>Sheet1!$A$2:$A$5</c:f>
              <c:strCache>
                <c:ptCount val="4"/>
                <c:pt idx="0">
                  <c:v>Category 1</c:v>
                </c:pt>
                <c:pt idx="1">
                  <c:v>Category 2</c:v>
                </c:pt>
                <c:pt idx="2">
                  <c:v>Category 3</c:v>
                </c:pt>
                <c:pt idx="3">
                  <c:v>Category 4</c:v>
                </c:pt>
              </c:strCache>
            </c:strRef>
          </c:cat>
          <c:val>
            <c:numRef>
              <c:f>Sheet1!$B$2:$B$5</c:f>
              <c:numCache>
                <c:formatCode>General</c:formatCode>
                <c:ptCount val="4"/>
                <c:pt idx="0">
                  <c:v>4.3</c:v>
                </c:pt>
                <c:pt idx="1">
                  <c:v>2.5</c:v>
                </c:pt>
                <c:pt idx="2">
                  <c:v>3.5</c:v>
                </c:pt>
                <c:pt idx="3">
                  <c:v>4.5</c:v>
                </c:pt>
              </c:numCache>
            </c:numRef>
          </c:val>
          <c:extLst>
            <c:ext xmlns:c16="http://schemas.microsoft.com/office/drawing/2014/chart" uri="{C3380CC4-5D6E-409C-BE32-E72D297353CC}">
              <c16:uniqueId val="{00000000-F4B8-A84A-91FA-133ED900D632}"/>
            </c:ext>
          </c:extLst>
        </c:ser>
        <c:ser>
          <c:idx val="1"/>
          <c:order val="1"/>
          <c:tx>
            <c:strRef>
              <c:f>Sheet1!$C$1</c:f>
              <c:strCache>
                <c:ptCount val="1"/>
                <c:pt idx="0">
                  <c:v>Series 2</c:v>
                </c:pt>
              </c:strCache>
            </c:strRef>
          </c:tx>
          <c:spPr>
            <a:solidFill>
              <a:srgbClr val="5EB6BC"/>
            </a:solidFill>
            <a:ln>
              <a:noFill/>
            </a:ln>
            <a:effectLst/>
          </c:spPr>
          <c:invertIfNegative val="0"/>
          <c:cat>
            <c:strRef>
              <c:f>Sheet1!$A$2:$A$5</c:f>
              <c:strCache>
                <c:ptCount val="4"/>
                <c:pt idx="0">
                  <c:v>Category 1</c:v>
                </c:pt>
                <c:pt idx="1">
                  <c:v>Category 2</c:v>
                </c:pt>
                <c:pt idx="2">
                  <c:v>Category 3</c:v>
                </c:pt>
                <c:pt idx="3">
                  <c:v>Category 4</c:v>
                </c:pt>
              </c:strCache>
            </c:strRef>
          </c:cat>
          <c:val>
            <c:numRef>
              <c:f>Sheet1!$C$2:$C$5</c:f>
              <c:numCache>
                <c:formatCode>General</c:formatCode>
                <c:ptCount val="4"/>
                <c:pt idx="0">
                  <c:v>2.4</c:v>
                </c:pt>
                <c:pt idx="1">
                  <c:v>4.4000000000000004</c:v>
                </c:pt>
                <c:pt idx="2">
                  <c:v>1.8</c:v>
                </c:pt>
                <c:pt idx="3">
                  <c:v>2.8</c:v>
                </c:pt>
              </c:numCache>
            </c:numRef>
          </c:val>
          <c:extLst>
            <c:ext xmlns:c16="http://schemas.microsoft.com/office/drawing/2014/chart" uri="{C3380CC4-5D6E-409C-BE32-E72D297353CC}">
              <c16:uniqueId val="{00000001-F4B8-A84A-91FA-133ED900D632}"/>
            </c:ext>
          </c:extLst>
        </c:ser>
        <c:ser>
          <c:idx val="2"/>
          <c:order val="2"/>
          <c:tx>
            <c:strRef>
              <c:f>Sheet1!$D$1</c:f>
              <c:strCache>
                <c:ptCount val="1"/>
                <c:pt idx="0">
                  <c:v>Series 3</c:v>
                </c:pt>
              </c:strCache>
            </c:strRef>
          </c:tx>
          <c:spPr>
            <a:solidFill>
              <a:srgbClr val="C7AB20"/>
            </a:solidFill>
            <a:ln>
              <a:noFill/>
            </a:ln>
            <a:effectLst/>
          </c:spPr>
          <c:invertIfNegative val="0"/>
          <c:cat>
            <c:strRef>
              <c:f>Sheet1!$A$2:$A$5</c:f>
              <c:strCache>
                <c:ptCount val="4"/>
                <c:pt idx="0">
                  <c:v>Category 1</c:v>
                </c:pt>
                <c:pt idx="1">
                  <c:v>Category 2</c:v>
                </c:pt>
                <c:pt idx="2">
                  <c:v>Category 3</c:v>
                </c:pt>
                <c:pt idx="3">
                  <c:v>Category 4</c:v>
                </c:pt>
              </c:strCache>
            </c:strRef>
          </c:cat>
          <c:val>
            <c:numRef>
              <c:f>Sheet1!$D$2:$D$5</c:f>
              <c:numCache>
                <c:formatCode>General</c:formatCode>
                <c:ptCount val="4"/>
                <c:pt idx="0">
                  <c:v>3</c:v>
                </c:pt>
                <c:pt idx="1">
                  <c:v>2.9</c:v>
                </c:pt>
                <c:pt idx="2">
                  <c:v>1.4</c:v>
                </c:pt>
                <c:pt idx="3">
                  <c:v>1.2</c:v>
                </c:pt>
              </c:numCache>
            </c:numRef>
          </c:val>
          <c:extLst>
            <c:ext xmlns:c16="http://schemas.microsoft.com/office/drawing/2014/chart" uri="{C3380CC4-5D6E-409C-BE32-E72D297353CC}">
              <c16:uniqueId val="{00000002-F4B8-A84A-91FA-133ED900D632}"/>
            </c:ext>
          </c:extLst>
        </c:ser>
        <c:dLbls>
          <c:showLegendKey val="0"/>
          <c:showVal val="0"/>
          <c:showCatName val="0"/>
          <c:showSerName val="0"/>
          <c:showPercent val="0"/>
          <c:showBubbleSize val="0"/>
        </c:dLbls>
        <c:gapWidth val="219"/>
        <c:overlap val="-27"/>
        <c:axId val="1773956208"/>
        <c:axId val="1773964944"/>
      </c:barChart>
      <c:catAx>
        <c:axId val="1773956208"/>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800" b="0" i="0" u="none" strike="noStrike" kern="1200" baseline="0">
                <a:solidFill>
                  <a:schemeClr val="tx1">
                    <a:lumMod val="65000"/>
                    <a:lumOff val="35000"/>
                  </a:schemeClr>
                </a:solidFill>
                <a:latin typeface="+mn-lt"/>
                <a:ea typeface="+mn-ea"/>
                <a:cs typeface="+mn-cs"/>
              </a:defRPr>
            </a:pPr>
            <a:endParaRPr lang="en-US"/>
          </a:p>
        </c:txPr>
        <c:crossAx val="1773964944"/>
        <c:crosses val="autoZero"/>
        <c:auto val="1"/>
        <c:lblAlgn val="ctr"/>
        <c:lblOffset val="100"/>
        <c:noMultiLvlLbl val="0"/>
      </c:catAx>
      <c:valAx>
        <c:axId val="1773964944"/>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773956208"/>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overlay val="0"/>
      <c:spPr>
        <a:noFill/>
        <a:ln>
          <a:noFill/>
        </a:ln>
        <a:effectLst/>
      </c:spPr>
      <c:txPr>
        <a:bodyPr rot="0" spcFirstLastPara="1" vertOverflow="ellipsis" vert="horz" wrap="square" anchor="ctr" anchorCtr="1"/>
        <a:lstStyle/>
        <a:p>
          <a:pPr>
            <a:defRPr sz="1200" b="0" i="0" u="none" strike="noStrike" kern="1200" spc="0" baseline="0">
              <a:solidFill>
                <a:schemeClr val="bg1"/>
              </a:solidFill>
              <a:latin typeface="+mn-lt"/>
              <a:ea typeface="+mn-ea"/>
              <a:cs typeface="+mn-cs"/>
            </a:defRPr>
          </a:pPr>
          <a:endParaRPr lang="en-US"/>
        </a:p>
      </c:txPr>
    </c:title>
    <c:autoTitleDeleted val="0"/>
    <c:plotArea>
      <c:layout/>
      <c:doughnutChart>
        <c:varyColors val="1"/>
        <c:ser>
          <c:idx val="0"/>
          <c:order val="0"/>
          <c:tx>
            <c:strRef>
              <c:f>Sheet1!$B$1</c:f>
              <c:strCache>
                <c:ptCount val="1"/>
                <c:pt idx="0">
                  <c:v>Series 1</c:v>
                </c:pt>
              </c:strCache>
            </c:strRef>
          </c:tx>
          <c:dPt>
            <c:idx val="0"/>
            <c:bubble3D val="0"/>
            <c:spPr>
              <a:solidFill>
                <a:srgbClr val="9DC1FF"/>
              </a:solidFill>
              <a:ln>
                <a:noFill/>
              </a:ln>
              <a:effectLst/>
            </c:spPr>
            <c:extLst>
              <c:ext xmlns:c16="http://schemas.microsoft.com/office/drawing/2014/chart" uri="{C3380CC4-5D6E-409C-BE32-E72D297353CC}">
                <c16:uniqueId val="{00000001-EA6E-A845-B557-BBD1530DEB2F}"/>
              </c:ext>
            </c:extLst>
          </c:dPt>
          <c:dPt>
            <c:idx val="1"/>
            <c:bubble3D val="0"/>
            <c:spPr>
              <a:solidFill>
                <a:srgbClr val="33A3AA"/>
              </a:solidFill>
              <a:ln>
                <a:noFill/>
              </a:ln>
              <a:effectLst/>
            </c:spPr>
            <c:extLst>
              <c:ext xmlns:c16="http://schemas.microsoft.com/office/drawing/2014/chart" uri="{C3380CC4-5D6E-409C-BE32-E72D297353CC}">
                <c16:uniqueId val="{00000000-C6C7-C745-BA07-76E37030EBED}"/>
              </c:ext>
            </c:extLst>
          </c:dPt>
          <c:dPt>
            <c:idx val="2"/>
            <c:bubble3D val="0"/>
            <c:spPr>
              <a:solidFill>
                <a:srgbClr val="E3C222"/>
              </a:solidFill>
              <a:ln>
                <a:noFill/>
              </a:ln>
              <a:effectLst/>
            </c:spPr>
            <c:extLst>
              <c:ext xmlns:c16="http://schemas.microsoft.com/office/drawing/2014/chart" uri="{C3380CC4-5D6E-409C-BE32-E72D297353CC}">
                <c16:uniqueId val="{00000001-C6C7-C745-BA07-76E37030EBED}"/>
              </c:ext>
            </c:extLst>
          </c:dPt>
          <c:cat>
            <c:strRef>
              <c:f>Sheet1!$A$2:$A$4</c:f>
              <c:strCache>
                <c:ptCount val="3"/>
                <c:pt idx="0">
                  <c:v>Category 1</c:v>
                </c:pt>
                <c:pt idx="1">
                  <c:v>Category 2</c:v>
                </c:pt>
                <c:pt idx="2">
                  <c:v>Category 3</c:v>
                </c:pt>
              </c:strCache>
            </c:strRef>
          </c:cat>
          <c:val>
            <c:numRef>
              <c:f>Sheet1!$B$2:$B$4</c:f>
              <c:numCache>
                <c:formatCode>General</c:formatCode>
                <c:ptCount val="3"/>
                <c:pt idx="0">
                  <c:v>4.3</c:v>
                </c:pt>
                <c:pt idx="1">
                  <c:v>2.5</c:v>
                </c:pt>
                <c:pt idx="2">
                  <c:v>3.5</c:v>
                </c:pt>
              </c:numCache>
            </c:numRef>
          </c:val>
          <c:extLst>
            <c:ext xmlns:c16="http://schemas.microsoft.com/office/drawing/2014/chart" uri="{C3380CC4-5D6E-409C-BE32-E72D297353CC}">
              <c16:uniqueId val="{00000000-72A4-FC4F-9A17-A5355392F0BA}"/>
            </c:ext>
          </c:extLst>
        </c:ser>
        <c:dLbls>
          <c:showLegendKey val="0"/>
          <c:showVal val="0"/>
          <c:showCatName val="0"/>
          <c:showSerName val="0"/>
          <c:showPercent val="0"/>
          <c:showBubbleSize val="0"/>
          <c:showLeaderLines val="1"/>
        </c:dLbls>
        <c:firstSliceAng val="0"/>
        <c:holeSize val="50"/>
      </c:doughnutChart>
      <c:spPr>
        <a:noFill/>
        <a:ln>
          <a:noFill/>
        </a:ln>
        <a:effectLst/>
      </c:spPr>
    </c:plotArea>
    <c:legend>
      <c:legendPos val="b"/>
      <c:overlay val="0"/>
      <c:spPr>
        <a:noFill/>
        <a:ln>
          <a:noFill/>
        </a:ln>
        <a:effectLst/>
      </c:spPr>
      <c:txPr>
        <a:bodyPr rot="0" spcFirstLastPara="1" vertOverflow="ellipsis" vert="horz" wrap="square" anchor="ctr" anchorCtr="1"/>
        <a:lstStyle/>
        <a:p>
          <a:pPr>
            <a:defRPr sz="800" b="0" i="0" u="none" strike="noStrike" kern="1200" baseline="0">
              <a:solidFill>
                <a:schemeClr val="bg1"/>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hart1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200" b="0" i="0" u="none" strike="noStrike" kern="1200" spc="0" baseline="0">
                <a:solidFill>
                  <a:schemeClr val="bg1"/>
                </a:solidFill>
                <a:latin typeface="+mn-lt"/>
                <a:ea typeface="+mn-ea"/>
                <a:cs typeface="+mn-cs"/>
              </a:defRPr>
            </a:pPr>
            <a:r>
              <a:rPr lang="en-US" sz="1200">
                <a:solidFill>
                  <a:schemeClr val="bg1"/>
                </a:solidFill>
              </a:rPr>
              <a:t>Chart title</a:t>
            </a:r>
          </a:p>
        </c:rich>
      </c:tx>
      <c:overlay val="0"/>
      <c:spPr>
        <a:noFill/>
        <a:ln>
          <a:noFill/>
        </a:ln>
        <a:effectLst/>
      </c:spPr>
      <c:txPr>
        <a:bodyPr rot="0" spcFirstLastPara="1" vertOverflow="ellipsis" vert="horz" wrap="square" anchor="ctr" anchorCtr="1"/>
        <a:lstStyle/>
        <a:p>
          <a:pPr>
            <a:defRPr sz="1200" b="0" i="0" u="none" strike="noStrike" kern="1200" spc="0" baseline="0">
              <a:solidFill>
                <a:schemeClr val="bg1"/>
              </a:solidFill>
              <a:latin typeface="+mn-lt"/>
              <a:ea typeface="+mn-ea"/>
              <a:cs typeface="+mn-cs"/>
            </a:defRPr>
          </a:pPr>
          <a:endParaRPr lang="en-US"/>
        </a:p>
      </c:txPr>
    </c:title>
    <c:autoTitleDeleted val="0"/>
    <c:plotArea>
      <c:layout/>
      <c:barChart>
        <c:barDir val="col"/>
        <c:grouping val="clustered"/>
        <c:varyColors val="0"/>
        <c:ser>
          <c:idx val="0"/>
          <c:order val="0"/>
          <c:tx>
            <c:strRef>
              <c:f>Sheet1!$B$1</c:f>
              <c:strCache>
                <c:ptCount val="1"/>
                <c:pt idx="0">
                  <c:v>Series 1</c:v>
                </c:pt>
              </c:strCache>
            </c:strRef>
          </c:tx>
          <c:spPr>
            <a:solidFill>
              <a:srgbClr val="9DC1FF"/>
            </a:solidFill>
            <a:ln>
              <a:noFill/>
            </a:ln>
            <a:effectLst/>
          </c:spPr>
          <c:invertIfNegative val="0"/>
          <c:cat>
            <c:strRef>
              <c:f>Sheet1!$A$2:$A$5</c:f>
              <c:strCache>
                <c:ptCount val="4"/>
                <c:pt idx="0">
                  <c:v>Category 1</c:v>
                </c:pt>
                <c:pt idx="1">
                  <c:v>Category 2</c:v>
                </c:pt>
                <c:pt idx="2">
                  <c:v>Category 3</c:v>
                </c:pt>
                <c:pt idx="3">
                  <c:v>Category 4</c:v>
                </c:pt>
              </c:strCache>
            </c:strRef>
          </c:cat>
          <c:val>
            <c:numRef>
              <c:f>Sheet1!$B$2:$B$5</c:f>
              <c:numCache>
                <c:formatCode>General</c:formatCode>
                <c:ptCount val="4"/>
                <c:pt idx="0">
                  <c:v>4.3</c:v>
                </c:pt>
                <c:pt idx="1">
                  <c:v>2.5</c:v>
                </c:pt>
                <c:pt idx="2">
                  <c:v>3.5</c:v>
                </c:pt>
                <c:pt idx="3">
                  <c:v>4.5</c:v>
                </c:pt>
              </c:numCache>
            </c:numRef>
          </c:val>
          <c:extLst>
            <c:ext xmlns:c16="http://schemas.microsoft.com/office/drawing/2014/chart" uri="{C3380CC4-5D6E-409C-BE32-E72D297353CC}">
              <c16:uniqueId val="{00000000-F4B8-A84A-91FA-133ED900D632}"/>
            </c:ext>
          </c:extLst>
        </c:ser>
        <c:ser>
          <c:idx val="1"/>
          <c:order val="1"/>
          <c:tx>
            <c:strRef>
              <c:f>Sheet1!$C$1</c:f>
              <c:strCache>
                <c:ptCount val="1"/>
                <c:pt idx="0">
                  <c:v>Series 2</c:v>
                </c:pt>
              </c:strCache>
            </c:strRef>
          </c:tx>
          <c:spPr>
            <a:solidFill>
              <a:srgbClr val="33A3AA"/>
            </a:solidFill>
            <a:ln>
              <a:noFill/>
            </a:ln>
            <a:effectLst/>
          </c:spPr>
          <c:invertIfNegative val="0"/>
          <c:cat>
            <c:strRef>
              <c:f>Sheet1!$A$2:$A$5</c:f>
              <c:strCache>
                <c:ptCount val="4"/>
                <c:pt idx="0">
                  <c:v>Category 1</c:v>
                </c:pt>
                <c:pt idx="1">
                  <c:v>Category 2</c:v>
                </c:pt>
                <c:pt idx="2">
                  <c:v>Category 3</c:v>
                </c:pt>
                <c:pt idx="3">
                  <c:v>Category 4</c:v>
                </c:pt>
              </c:strCache>
            </c:strRef>
          </c:cat>
          <c:val>
            <c:numRef>
              <c:f>Sheet1!$C$2:$C$5</c:f>
              <c:numCache>
                <c:formatCode>General</c:formatCode>
                <c:ptCount val="4"/>
                <c:pt idx="0">
                  <c:v>2.4</c:v>
                </c:pt>
                <c:pt idx="1">
                  <c:v>4.4000000000000004</c:v>
                </c:pt>
                <c:pt idx="2">
                  <c:v>1.8</c:v>
                </c:pt>
                <c:pt idx="3">
                  <c:v>2.8</c:v>
                </c:pt>
              </c:numCache>
            </c:numRef>
          </c:val>
          <c:extLst>
            <c:ext xmlns:c16="http://schemas.microsoft.com/office/drawing/2014/chart" uri="{C3380CC4-5D6E-409C-BE32-E72D297353CC}">
              <c16:uniqueId val="{00000001-F4B8-A84A-91FA-133ED900D632}"/>
            </c:ext>
          </c:extLst>
        </c:ser>
        <c:ser>
          <c:idx val="2"/>
          <c:order val="2"/>
          <c:tx>
            <c:strRef>
              <c:f>Sheet1!$D$1</c:f>
              <c:strCache>
                <c:ptCount val="1"/>
                <c:pt idx="0">
                  <c:v>Series 3</c:v>
                </c:pt>
              </c:strCache>
            </c:strRef>
          </c:tx>
          <c:spPr>
            <a:solidFill>
              <a:srgbClr val="E3C222"/>
            </a:solidFill>
            <a:ln>
              <a:noFill/>
            </a:ln>
            <a:effectLst/>
          </c:spPr>
          <c:invertIfNegative val="0"/>
          <c:cat>
            <c:strRef>
              <c:f>Sheet1!$A$2:$A$5</c:f>
              <c:strCache>
                <c:ptCount val="4"/>
                <c:pt idx="0">
                  <c:v>Category 1</c:v>
                </c:pt>
                <c:pt idx="1">
                  <c:v>Category 2</c:v>
                </c:pt>
                <c:pt idx="2">
                  <c:v>Category 3</c:v>
                </c:pt>
                <c:pt idx="3">
                  <c:v>Category 4</c:v>
                </c:pt>
              </c:strCache>
            </c:strRef>
          </c:cat>
          <c:val>
            <c:numRef>
              <c:f>Sheet1!$D$2:$D$5</c:f>
              <c:numCache>
                <c:formatCode>General</c:formatCode>
                <c:ptCount val="4"/>
                <c:pt idx="0">
                  <c:v>3</c:v>
                </c:pt>
                <c:pt idx="1">
                  <c:v>2.9</c:v>
                </c:pt>
                <c:pt idx="2">
                  <c:v>1.4</c:v>
                </c:pt>
                <c:pt idx="3">
                  <c:v>1.2</c:v>
                </c:pt>
              </c:numCache>
            </c:numRef>
          </c:val>
          <c:extLst>
            <c:ext xmlns:c16="http://schemas.microsoft.com/office/drawing/2014/chart" uri="{C3380CC4-5D6E-409C-BE32-E72D297353CC}">
              <c16:uniqueId val="{00000002-F4B8-A84A-91FA-133ED900D632}"/>
            </c:ext>
          </c:extLst>
        </c:ser>
        <c:dLbls>
          <c:showLegendKey val="0"/>
          <c:showVal val="0"/>
          <c:showCatName val="0"/>
          <c:showSerName val="0"/>
          <c:showPercent val="0"/>
          <c:showBubbleSize val="0"/>
        </c:dLbls>
        <c:gapWidth val="219"/>
        <c:overlap val="-27"/>
        <c:axId val="1773956208"/>
        <c:axId val="1773964944"/>
      </c:barChart>
      <c:catAx>
        <c:axId val="1773956208"/>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800" b="0" i="0" u="none" strike="noStrike" kern="1200" baseline="0">
                <a:solidFill>
                  <a:schemeClr val="bg1"/>
                </a:solidFill>
                <a:latin typeface="+mn-lt"/>
                <a:ea typeface="+mn-ea"/>
                <a:cs typeface="+mn-cs"/>
              </a:defRPr>
            </a:pPr>
            <a:endParaRPr lang="en-US"/>
          </a:p>
        </c:txPr>
        <c:crossAx val="1773964944"/>
        <c:crosses val="autoZero"/>
        <c:auto val="1"/>
        <c:lblAlgn val="ctr"/>
        <c:lblOffset val="100"/>
        <c:noMultiLvlLbl val="0"/>
      </c:catAx>
      <c:valAx>
        <c:axId val="1773964944"/>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bg1"/>
                </a:solidFill>
                <a:latin typeface="+mn-lt"/>
                <a:ea typeface="+mn-ea"/>
                <a:cs typeface="+mn-cs"/>
              </a:defRPr>
            </a:pPr>
            <a:endParaRPr lang="en-US"/>
          </a:p>
        </c:txPr>
        <c:crossAx val="1773956208"/>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bg1"/>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hart1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200" b="0" i="0" u="none" strike="noStrike" kern="1200" spc="0" baseline="0">
                <a:solidFill>
                  <a:schemeClr val="tx1">
                    <a:lumMod val="65000"/>
                    <a:lumOff val="35000"/>
                  </a:schemeClr>
                </a:solidFill>
                <a:latin typeface="+mn-lt"/>
                <a:ea typeface="+mn-ea"/>
                <a:cs typeface="+mn-cs"/>
              </a:defRPr>
            </a:pPr>
            <a:r>
              <a:rPr lang="en-US" sz="1200"/>
              <a:t>Series 1</a:t>
            </a:r>
          </a:p>
        </c:rich>
      </c:tx>
      <c:overlay val="0"/>
      <c:spPr>
        <a:noFill/>
        <a:ln>
          <a:noFill/>
        </a:ln>
        <a:effectLst/>
      </c:spPr>
      <c:txPr>
        <a:bodyPr rot="0" spcFirstLastPara="1" vertOverflow="ellipsis" vert="horz" wrap="square" anchor="ctr" anchorCtr="1"/>
        <a:lstStyle/>
        <a:p>
          <a:pPr>
            <a:defRPr sz="12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doughnutChart>
        <c:varyColors val="1"/>
        <c:ser>
          <c:idx val="0"/>
          <c:order val="0"/>
          <c:tx>
            <c:strRef>
              <c:f>Sheet1!$B$1</c:f>
              <c:strCache>
                <c:ptCount val="1"/>
                <c:pt idx="0">
                  <c:v>Series 1</c:v>
                </c:pt>
              </c:strCache>
            </c:strRef>
          </c:tx>
          <c:dPt>
            <c:idx val="0"/>
            <c:bubble3D val="0"/>
            <c:spPr>
              <a:solidFill>
                <a:schemeClr val="accent1"/>
              </a:solidFill>
              <a:ln>
                <a:noFill/>
              </a:ln>
              <a:effectLst/>
            </c:spPr>
            <c:extLst>
              <c:ext xmlns:c16="http://schemas.microsoft.com/office/drawing/2014/chart" uri="{C3380CC4-5D6E-409C-BE32-E72D297353CC}">
                <c16:uniqueId val="{00000001-EA6E-A845-B557-BBD1530DEB2F}"/>
              </c:ext>
            </c:extLst>
          </c:dPt>
          <c:dPt>
            <c:idx val="1"/>
            <c:bubble3D val="0"/>
            <c:spPr>
              <a:solidFill>
                <a:srgbClr val="5EB6BC"/>
              </a:solidFill>
              <a:ln>
                <a:noFill/>
              </a:ln>
              <a:effectLst/>
            </c:spPr>
            <c:extLst>
              <c:ext xmlns:c16="http://schemas.microsoft.com/office/drawing/2014/chart" uri="{C3380CC4-5D6E-409C-BE32-E72D297353CC}">
                <c16:uniqueId val="{00000000-C6C7-C745-BA07-76E37030EBED}"/>
              </c:ext>
            </c:extLst>
          </c:dPt>
          <c:dPt>
            <c:idx val="2"/>
            <c:bubble3D val="0"/>
            <c:spPr>
              <a:solidFill>
                <a:srgbClr val="C7AB20"/>
              </a:solidFill>
              <a:ln>
                <a:noFill/>
              </a:ln>
              <a:effectLst/>
            </c:spPr>
            <c:extLst>
              <c:ext xmlns:c16="http://schemas.microsoft.com/office/drawing/2014/chart" uri="{C3380CC4-5D6E-409C-BE32-E72D297353CC}">
                <c16:uniqueId val="{00000001-C6C7-C745-BA07-76E37030EBED}"/>
              </c:ext>
            </c:extLst>
          </c:dPt>
          <c:dPt>
            <c:idx val="3"/>
            <c:bubble3D val="0"/>
            <c:spPr>
              <a:solidFill>
                <a:srgbClr val="5C058C"/>
              </a:solidFill>
              <a:ln>
                <a:noFill/>
              </a:ln>
              <a:effectLst/>
            </c:spPr>
            <c:extLst>
              <c:ext xmlns:c16="http://schemas.microsoft.com/office/drawing/2014/chart" uri="{C3380CC4-5D6E-409C-BE32-E72D297353CC}">
                <c16:uniqueId val="{00000002-C6C7-C745-BA07-76E37030EBED}"/>
              </c:ext>
            </c:extLst>
          </c:dPt>
          <c:cat>
            <c:strRef>
              <c:f>Sheet1!$A$2:$A$5</c:f>
              <c:strCache>
                <c:ptCount val="4"/>
                <c:pt idx="0">
                  <c:v>Category 1</c:v>
                </c:pt>
                <c:pt idx="1">
                  <c:v>Category 2</c:v>
                </c:pt>
                <c:pt idx="2">
                  <c:v>Category 3</c:v>
                </c:pt>
                <c:pt idx="3">
                  <c:v>Category 4</c:v>
                </c:pt>
              </c:strCache>
            </c:strRef>
          </c:cat>
          <c:val>
            <c:numRef>
              <c:f>Sheet1!$B$2:$B$5</c:f>
              <c:numCache>
                <c:formatCode>General</c:formatCode>
                <c:ptCount val="4"/>
                <c:pt idx="0">
                  <c:v>4.3</c:v>
                </c:pt>
                <c:pt idx="1">
                  <c:v>2.5</c:v>
                </c:pt>
                <c:pt idx="2">
                  <c:v>3.5</c:v>
                </c:pt>
                <c:pt idx="3">
                  <c:v>4.5</c:v>
                </c:pt>
              </c:numCache>
            </c:numRef>
          </c:val>
          <c:extLst>
            <c:ext xmlns:c16="http://schemas.microsoft.com/office/drawing/2014/chart" uri="{C3380CC4-5D6E-409C-BE32-E72D297353CC}">
              <c16:uniqueId val="{00000000-72A4-FC4F-9A17-A5355392F0BA}"/>
            </c:ext>
          </c:extLst>
        </c:ser>
        <c:dLbls>
          <c:showLegendKey val="0"/>
          <c:showVal val="0"/>
          <c:showCatName val="0"/>
          <c:showSerName val="0"/>
          <c:showPercent val="0"/>
          <c:showBubbleSize val="0"/>
          <c:showLeaderLines val="1"/>
        </c:dLbls>
        <c:firstSliceAng val="0"/>
        <c:holeSize val="50"/>
      </c:doughnutChart>
      <c:spPr>
        <a:noFill/>
        <a:ln>
          <a:noFill/>
        </a:ln>
        <a:effectLst/>
      </c:spPr>
    </c:plotArea>
    <c:legend>
      <c:legendPos val="b"/>
      <c:overlay val="0"/>
      <c:spPr>
        <a:noFill/>
        <a:ln>
          <a:noFill/>
        </a:ln>
        <a:effectLst/>
      </c:spPr>
      <c:txPr>
        <a:bodyPr rot="0" spcFirstLastPara="1" vertOverflow="ellipsis" vert="horz" wrap="square" anchor="ctr" anchorCtr="1"/>
        <a:lstStyle/>
        <a:p>
          <a:pPr>
            <a:defRPr sz="800" b="0" i="0" u="none" strike="noStrike" kern="1200" baseline="0">
              <a:solidFill>
                <a:schemeClr val="tx1">
                  <a:lumMod val="65000"/>
                  <a:lumOff val="35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hart1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200" b="0" i="0" u="none" strike="noStrike" kern="1200" spc="0" baseline="0">
                <a:solidFill>
                  <a:schemeClr val="tx1">
                    <a:lumMod val="65000"/>
                    <a:lumOff val="35000"/>
                  </a:schemeClr>
                </a:solidFill>
                <a:latin typeface="+mn-lt"/>
                <a:ea typeface="+mn-ea"/>
                <a:cs typeface="+mn-cs"/>
              </a:defRPr>
            </a:pPr>
            <a:r>
              <a:rPr lang="en-US" sz="1200"/>
              <a:t>Chart title</a:t>
            </a:r>
          </a:p>
        </c:rich>
      </c:tx>
      <c:overlay val="0"/>
      <c:spPr>
        <a:noFill/>
        <a:ln>
          <a:noFill/>
        </a:ln>
        <a:effectLst/>
      </c:spPr>
      <c:txPr>
        <a:bodyPr rot="0" spcFirstLastPara="1" vertOverflow="ellipsis" vert="horz" wrap="square" anchor="ctr" anchorCtr="1"/>
        <a:lstStyle/>
        <a:p>
          <a:pPr>
            <a:defRPr sz="12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col"/>
        <c:grouping val="clustered"/>
        <c:varyColors val="0"/>
        <c:ser>
          <c:idx val="0"/>
          <c:order val="0"/>
          <c:tx>
            <c:strRef>
              <c:f>Sheet1!$B$1</c:f>
              <c:strCache>
                <c:ptCount val="1"/>
                <c:pt idx="0">
                  <c:v>Series 1</c:v>
                </c:pt>
              </c:strCache>
            </c:strRef>
          </c:tx>
          <c:spPr>
            <a:solidFill>
              <a:srgbClr val="005EFF"/>
            </a:solidFill>
            <a:ln>
              <a:noFill/>
            </a:ln>
            <a:effectLst/>
          </c:spPr>
          <c:invertIfNegative val="0"/>
          <c:cat>
            <c:strRef>
              <c:f>Sheet1!$A$2:$A$5</c:f>
              <c:strCache>
                <c:ptCount val="4"/>
                <c:pt idx="0">
                  <c:v>Category 1</c:v>
                </c:pt>
                <c:pt idx="1">
                  <c:v>Category 2</c:v>
                </c:pt>
                <c:pt idx="2">
                  <c:v>Category 3</c:v>
                </c:pt>
                <c:pt idx="3">
                  <c:v>Category 4</c:v>
                </c:pt>
              </c:strCache>
            </c:strRef>
          </c:cat>
          <c:val>
            <c:numRef>
              <c:f>Sheet1!$B$2:$B$5</c:f>
              <c:numCache>
                <c:formatCode>General</c:formatCode>
                <c:ptCount val="4"/>
                <c:pt idx="0">
                  <c:v>4.3</c:v>
                </c:pt>
                <c:pt idx="1">
                  <c:v>2.5</c:v>
                </c:pt>
                <c:pt idx="2">
                  <c:v>3.5</c:v>
                </c:pt>
                <c:pt idx="3">
                  <c:v>4.5</c:v>
                </c:pt>
              </c:numCache>
            </c:numRef>
          </c:val>
          <c:extLst>
            <c:ext xmlns:c16="http://schemas.microsoft.com/office/drawing/2014/chart" uri="{C3380CC4-5D6E-409C-BE32-E72D297353CC}">
              <c16:uniqueId val="{00000000-F4B8-A84A-91FA-133ED900D632}"/>
            </c:ext>
          </c:extLst>
        </c:ser>
        <c:ser>
          <c:idx val="1"/>
          <c:order val="1"/>
          <c:tx>
            <c:strRef>
              <c:f>Sheet1!$C$1</c:f>
              <c:strCache>
                <c:ptCount val="1"/>
                <c:pt idx="0">
                  <c:v>Series 2</c:v>
                </c:pt>
              </c:strCache>
            </c:strRef>
          </c:tx>
          <c:spPr>
            <a:solidFill>
              <a:srgbClr val="5EB6BC"/>
            </a:solidFill>
            <a:ln>
              <a:noFill/>
            </a:ln>
            <a:effectLst/>
          </c:spPr>
          <c:invertIfNegative val="0"/>
          <c:cat>
            <c:strRef>
              <c:f>Sheet1!$A$2:$A$5</c:f>
              <c:strCache>
                <c:ptCount val="4"/>
                <c:pt idx="0">
                  <c:v>Category 1</c:v>
                </c:pt>
                <c:pt idx="1">
                  <c:v>Category 2</c:v>
                </c:pt>
                <c:pt idx="2">
                  <c:v>Category 3</c:v>
                </c:pt>
                <c:pt idx="3">
                  <c:v>Category 4</c:v>
                </c:pt>
              </c:strCache>
            </c:strRef>
          </c:cat>
          <c:val>
            <c:numRef>
              <c:f>Sheet1!$C$2:$C$5</c:f>
              <c:numCache>
                <c:formatCode>General</c:formatCode>
                <c:ptCount val="4"/>
                <c:pt idx="0">
                  <c:v>2.4</c:v>
                </c:pt>
                <c:pt idx="1">
                  <c:v>4.4000000000000004</c:v>
                </c:pt>
                <c:pt idx="2">
                  <c:v>1.8</c:v>
                </c:pt>
                <c:pt idx="3">
                  <c:v>2.8</c:v>
                </c:pt>
              </c:numCache>
            </c:numRef>
          </c:val>
          <c:extLst>
            <c:ext xmlns:c16="http://schemas.microsoft.com/office/drawing/2014/chart" uri="{C3380CC4-5D6E-409C-BE32-E72D297353CC}">
              <c16:uniqueId val="{00000001-F4B8-A84A-91FA-133ED900D632}"/>
            </c:ext>
          </c:extLst>
        </c:ser>
        <c:ser>
          <c:idx val="2"/>
          <c:order val="2"/>
          <c:tx>
            <c:strRef>
              <c:f>Sheet1!$D$1</c:f>
              <c:strCache>
                <c:ptCount val="1"/>
                <c:pt idx="0">
                  <c:v>Series 3</c:v>
                </c:pt>
              </c:strCache>
            </c:strRef>
          </c:tx>
          <c:spPr>
            <a:solidFill>
              <a:srgbClr val="C7AB20"/>
            </a:solidFill>
            <a:ln>
              <a:noFill/>
            </a:ln>
            <a:effectLst/>
          </c:spPr>
          <c:invertIfNegative val="0"/>
          <c:cat>
            <c:strRef>
              <c:f>Sheet1!$A$2:$A$5</c:f>
              <c:strCache>
                <c:ptCount val="4"/>
                <c:pt idx="0">
                  <c:v>Category 1</c:v>
                </c:pt>
                <c:pt idx="1">
                  <c:v>Category 2</c:v>
                </c:pt>
                <c:pt idx="2">
                  <c:v>Category 3</c:v>
                </c:pt>
                <c:pt idx="3">
                  <c:v>Category 4</c:v>
                </c:pt>
              </c:strCache>
            </c:strRef>
          </c:cat>
          <c:val>
            <c:numRef>
              <c:f>Sheet1!$D$2:$D$5</c:f>
              <c:numCache>
                <c:formatCode>General</c:formatCode>
                <c:ptCount val="4"/>
                <c:pt idx="0">
                  <c:v>3</c:v>
                </c:pt>
                <c:pt idx="1">
                  <c:v>2.9</c:v>
                </c:pt>
                <c:pt idx="2">
                  <c:v>1.4</c:v>
                </c:pt>
                <c:pt idx="3">
                  <c:v>1.2</c:v>
                </c:pt>
              </c:numCache>
            </c:numRef>
          </c:val>
          <c:extLst>
            <c:ext xmlns:c16="http://schemas.microsoft.com/office/drawing/2014/chart" uri="{C3380CC4-5D6E-409C-BE32-E72D297353CC}">
              <c16:uniqueId val="{00000002-F4B8-A84A-91FA-133ED900D632}"/>
            </c:ext>
          </c:extLst>
        </c:ser>
        <c:ser>
          <c:idx val="3"/>
          <c:order val="3"/>
          <c:tx>
            <c:strRef>
              <c:f>Sheet1!$E$1</c:f>
              <c:strCache>
                <c:ptCount val="1"/>
                <c:pt idx="0">
                  <c:v>Series 4</c:v>
                </c:pt>
              </c:strCache>
            </c:strRef>
          </c:tx>
          <c:spPr>
            <a:solidFill>
              <a:srgbClr val="5C058C"/>
            </a:solidFill>
            <a:ln>
              <a:noFill/>
            </a:ln>
            <a:effectLst/>
          </c:spPr>
          <c:invertIfNegative val="0"/>
          <c:cat>
            <c:strRef>
              <c:f>Sheet1!$A$2:$A$5</c:f>
              <c:strCache>
                <c:ptCount val="4"/>
                <c:pt idx="0">
                  <c:v>Category 1</c:v>
                </c:pt>
                <c:pt idx="1">
                  <c:v>Category 2</c:v>
                </c:pt>
                <c:pt idx="2">
                  <c:v>Category 3</c:v>
                </c:pt>
                <c:pt idx="3">
                  <c:v>Category 4</c:v>
                </c:pt>
              </c:strCache>
            </c:strRef>
          </c:cat>
          <c:val>
            <c:numRef>
              <c:f>Sheet1!$E$2:$E$5</c:f>
              <c:numCache>
                <c:formatCode>General</c:formatCode>
                <c:ptCount val="4"/>
                <c:pt idx="0">
                  <c:v>3.2</c:v>
                </c:pt>
                <c:pt idx="1">
                  <c:v>2.4</c:v>
                </c:pt>
                <c:pt idx="2">
                  <c:v>1.7</c:v>
                </c:pt>
                <c:pt idx="3">
                  <c:v>3.2</c:v>
                </c:pt>
              </c:numCache>
            </c:numRef>
          </c:val>
          <c:extLst>
            <c:ext xmlns:c16="http://schemas.microsoft.com/office/drawing/2014/chart" uri="{C3380CC4-5D6E-409C-BE32-E72D297353CC}">
              <c16:uniqueId val="{00000003-F4B8-A84A-91FA-133ED900D632}"/>
            </c:ext>
          </c:extLst>
        </c:ser>
        <c:dLbls>
          <c:showLegendKey val="0"/>
          <c:showVal val="0"/>
          <c:showCatName val="0"/>
          <c:showSerName val="0"/>
          <c:showPercent val="0"/>
          <c:showBubbleSize val="0"/>
        </c:dLbls>
        <c:gapWidth val="219"/>
        <c:overlap val="-27"/>
        <c:axId val="1773956208"/>
        <c:axId val="1773964944"/>
      </c:barChart>
      <c:catAx>
        <c:axId val="1773956208"/>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800" b="0" i="0" u="none" strike="noStrike" kern="1200" baseline="0">
                <a:solidFill>
                  <a:schemeClr val="tx1">
                    <a:lumMod val="65000"/>
                    <a:lumOff val="35000"/>
                  </a:schemeClr>
                </a:solidFill>
                <a:latin typeface="+mn-lt"/>
                <a:ea typeface="+mn-ea"/>
                <a:cs typeface="+mn-cs"/>
              </a:defRPr>
            </a:pPr>
            <a:endParaRPr lang="en-US"/>
          </a:p>
        </c:txPr>
        <c:crossAx val="1773964944"/>
        <c:crosses val="autoZero"/>
        <c:auto val="1"/>
        <c:lblAlgn val="ctr"/>
        <c:lblOffset val="100"/>
        <c:noMultiLvlLbl val="0"/>
      </c:catAx>
      <c:valAx>
        <c:axId val="1773964944"/>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773956208"/>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hart1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bg1"/>
                </a:solidFill>
                <a:latin typeface="+mn-lt"/>
                <a:ea typeface="+mn-ea"/>
                <a:cs typeface="+mn-cs"/>
              </a:defRPr>
            </a:pPr>
            <a:r>
              <a:rPr lang="en-US" sz="1200"/>
              <a:t>Series 1</a:t>
            </a: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bg1"/>
              </a:solidFill>
              <a:latin typeface="+mn-lt"/>
              <a:ea typeface="+mn-ea"/>
              <a:cs typeface="+mn-cs"/>
            </a:defRPr>
          </a:pPr>
          <a:endParaRPr lang="en-US"/>
        </a:p>
      </c:txPr>
    </c:title>
    <c:autoTitleDeleted val="0"/>
    <c:plotArea>
      <c:layout/>
      <c:doughnutChart>
        <c:varyColors val="1"/>
        <c:ser>
          <c:idx val="0"/>
          <c:order val="0"/>
          <c:tx>
            <c:strRef>
              <c:f>Sheet1!$B$1</c:f>
              <c:strCache>
                <c:ptCount val="1"/>
                <c:pt idx="0">
                  <c:v>Series 1</c:v>
                </c:pt>
              </c:strCache>
            </c:strRef>
          </c:tx>
          <c:dPt>
            <c:idx val="0"/>
            <c:bubble3D val="0"/>
            <c:spPr>
              <a:solidFill>
                <a:srgbClr val="9DC1FF"/>
              </a:solidFill>
              <a:ln>
                <a:noFill/>
              </a:ln>
              <a:effectLst/>
            </c:spPr>
            <c:extLst>
              <c:ext xmlns:c16="http://schemas.microsoft.com/office/drawing/2014/chart" uri="{C3380CC4-5D6E-409C-BE32-E72D297353CC}">
                <c16:uniqueId val="{00000001-EA6E-A845-B557-BBD1530DEB2F}"/>
              </c:ext>
            </c:extLst>
          </c:dPt>
          <c:dPt>
            <c:idx val="1"/>
            <c:bubble3D val="0"/>
            <c:spPr>
              <a:solidFill>
                <a:srgbClr val="33A3AA"/>
              </a:solidFill>
              <a:ln>
                <a:noFill/>
              </a:ln>
              <a:effectLst/>
            </c:spPr>
            <c:extLst>
              <c:ext xmlns:c16="http://schemas.microsoft.com/office/drawing/2014/chart" uri="{C3380CC4-5D6E-409C-BE32-E72D297353CC}">
                <c16:uniqueId val="{00000000-C6C7-C745-BA07-76E37030EBED}"/>
              </c:ext>
            </c:extLst>
          </c:dPt>
          <c:dPt>
            <c:idx val="2"/>
            <c:bubble3D val="0"/>
            <c:spPr>
              <a:solidFill>
                <a:srgbClr val="E3C222"/>
              </a:solidFill>
              <a:ln>
                <a:noFill/>
              </a:ln>
              <a:effectLst/>
            </c:spPr>
            <c:extLst>
              <c:ext xmlns:c16="http://schemas.microsoft.com/office/drawing/2014/chart" uri="{C3380CC4-5D6E-409C-BE32-E72D297353CC}">
                <c16:uniqueId val="{00000001-C6C7-C745-BA07-76E37030EBED}"/>
              </c:ext>
            </c:extLst>
          </c:dPt>
          <c:dPt>
            <c:idx val="3"/>
            <c:bubble3D val="0"/>
            <c:spPr>
              <a:solidFill>
                <a:srgbClr val="925AB2"/>
              </a:solidFill>
              <a:ln>
                <a:noFill/>
              </a:ln>
              <a:effectLst/>
            </c:spPr>
            <c:extLst>
              <c:ext xmlns:c16="http://schemas.microsoft.com/office/drawing/2014/chart" uri="{C3380CC4-5D6E-409C-BE32-E72D297353CC}">
                <c16:uniqueId val="{00000002-C6C7-C745-BA07-76E37030EBED}"/>
              </c:ext>
            </c:extLst>
          </c:dPt>
          <c:cat>
            <c:strRef>
              <c:f>Sheet1!$A$2:$A$5</c:f>
              <c:strCache>
                <c:ptCount val="4"/>
                <c:pt idx="0">
                  <c:v>Category 1</c:v>
                </c:pt>
                <c:pt idx="1">
                  <c:v>Category 2</c:v>
                </c:pt>
                <c:pt idx="2">
                  <c:v>Category 3</c:v>
                </c:pt>
                <c:pt idx="3">
                  <c:v>Category 4</c:v>
                </c:pt>
              </c:strCache>
            </c:strRef>
          </c:cat>
          <c:val>
            <c:numRef>
              <c:f>Sheet1!$B$2:$B$5</c:f>
              <c:numCache>
                <c:formatCode>General</c:formatCode>
                <c:ptCount val="4"/>
                <c:pt idx="0">
                  <c:v>4.3</c:v>
                </c:pt>
                <c:pt idx="1">
                  <c:v>2.5</c:v>
                </c:pt>
                <c:pt idx="2">
                  <c:v>3.5</c:v>
                </c:pt>
                <c:pt idx="3">
                  <c:v>4.5</c:v>
                </c:pt>
              </c:numCache>
            </c:numRef>
          </c:val>
          <c:extLst>
            <c:ext xmlns:c16="http://schemas.microsoft.com/office/drawing/2014/chart" uri="{C3380CC4-5D6E-409C-BE32-E72D297353CC}">
              <c16:uniqueId val="{00000000-72A4-FC4F-9A17-A5355392F0BA}"/>
            </c:ext>
          </c:extLst>
        </c:ser>
        <c:dLbls>
          <c:showLegendKey val="0"/>
          <c:showVal val="0"/>
          <c:showCatName val="0"/>
          <c:showSerName val="0"/>
          <c:showPercent val="0"/>
          <c:showBubbleSize val="0"/>
          <c:showLeaderLines val="1"/>
        </c:dLbls>
        <c:firstSliceAng val="0"/>
        <c:holeSize val="50"/>
      </c:doughnutChart>
      <c:spPr>
        <a:noFill/>
        <a:ln>
          <a:noFill/>
        </a:ln>
        <a:effectLst/>
      </c:spPr>
    </c:plotArea>
    <c:legend>
      <c:legendPos val="b"/>
      <c:overlay val="0"/>
      <c:spPr>
        <a:noFill/>
        <a:ln>
          <a:noFill/>
        </a:ln>
        <a:effectLst/>
      </c:spPr>
      <c:txPr>
        <a:bodyPr rot="0" spcFirstLastPara="1" vertOverflow="ellipsis" vert="horz" wrap="square" anchor="ctr" anchorCtr="1"/>
        <a:lstStyle/>
        <a:p>
          <a:pPr>
            <a:defRPr sz="800" b="0" i="0" u="none" strike="noStrike" kern="1200" baseline="0">
              <a:solidFill>
                <a:schemeClr val="bg1"/>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hart1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200" b="0" i="0" u="none" strike="noStrike" kern="1200" spc="0" baseline="0">
                <a:solidFill>
                  <a:schemeClr val="bg1"/>
                </a:solidFill>
                <a:latin typeface="+mn-lt"/>
                <a:ea typeface="+mn-ea"/>
                <a:cs typeface="+mn-cs"/>
              </a:defRPr>
            </a:pPr>
            <a:r>
              <a:rPr lang="en-US" sz="1200">
                <a:solidFill>
                  <a:schemeClr val="bg1"/>
                </a:solidFill>
              </a:rPr>
              <a:t>Chart title</a:t>
            </a:r>
          </a:p>
        </c:rich>
      </c:tx>
      <c:overlay val="0"/>
      <c:spPr>
        <a:noFill/>
        <a:ln>
          <a:noFill/>
        </a:ln>
        <a:effectLst/>
      </c:spPr>
      <c:txPr>
        <a:bodyPr rot="0" spcFirstLastPara="1" vertOverflow="ellipsis" vert="horz" wrap="square" anchor="ctr" anchorCtr="1"/>
        <a:lstStyle/>
        <a:p>
          <a:pPr>
            <a:defRPr sz="1200" b="0" i="0" u="none" strike="noStrike" kern="1200" spc="0" baseline="0">
              <a:solidFill>
                <a:schemeClr val="bg1"/>
              </a:solidFill>
              <a:latin typeface="+mn-lt"/>
              <a:ea typeface="+mn-ea"/>
              <a:cs typeface="+mn-cs"/>
            </a:defRPr>
          </a:pPr>
          <a:endParaRPr lang="en-US"/>
        </a:p>
      </c:txPr>
    </c:title>
    <c:autoTitleDeleted val="0"/>
    <c:plotArea>
      <c:layout/>
      <c:barChart>
        <c:barDir val="col"/>
        <c:grouping val="clustered"/>
        <c:varyColors val="0"/>
        <c:ser>
          <c:idx val="0"/>
          <c:order val="0"/>
          <c:tx>
            <c:strRef>
              <c:f>Sheet1!$B$1</c:f>
              <c:strCache>
                <c:ptCount val="1"/>
                <c:pt idx="0">
                  <c:v>Series 1</c:v>
                </c:pt>
              </c:strCache>
            </c:strRef>
          </c:tx>
          <c:spPr>
            <a:solidFill>
              <a:srgbClr val="9DC1FF"/>
            </a:solidFill>
            <a:ln>
              <a:noFill/>
            </a:ln>
            <a:effectLst/>
          </c:spPr>
          <c:invertIfNegative val="0"/>
          <c:cat>
            <c:strRef>
              <c:f>Sheet1!$A$2:$A$5</c:f>
              <c:strCache>
                <c:ptCount val="4"/>
                <c:pt idx="0">
                  <c:v>Category 1</c:v>
                </c:pt>
                <c:pt idx="1">
                  <c:v>Category 2</c:v>
                </c:pt>
                <c:pt idx="2">
                  <c:v>Category 3</c:v>
                </c:pt>
                <c:pt idx="3">
                  <c:v>Category 4</c:v>
                </c:pt>
              </c:strCache>
            </c:strRef>
          </c:cat>
          <c:val>
            <c:numRef>
              <c:f>Sheet1!$B$2:$B$5</c:f>
              <c:numCache>
                <c:formatCode>General</c:formatCode>
                <c:ptCount val="4"/>
                <c:pt idx="0">
                  <c:v>4.3</c:v>
                </c:pt>
                <c:pt idx="1">
                  <c:v>2.5</c:v>
                </c:pt>
                <c:pt idx="2">
                  <c:v>3.5</c:v>
                </c:pt>
                <c:pt idx="3">
                  <c:v>4.5</c:v>
                </c:pt>
              </c:numCache>
            </c:numRef>
          </c:val>
          <c:extLst>
            <c:ext xmlns:c16="http://schemas.microsoft.com/office/drawing/2014/chart" uri="{C3380CC4-5D6E-409C-BE32-E72D297353CC}">
              <c16:uniqueId val="{00000000-F4B8-A84A-91FA-133ED900D632}"/>
            </c:ext>
          </c:extLst>
        </c:ser>
        <c:ser>
          <c:idx val="1"/>
          <c:order val="1"/>
          <c:tx>
            <c:strRef>
              <c:f>Sheet1!$C$1</c:f>
              <c:strCache>
                <c:ptCount val="1"/>
                <c:pt idx="0">
                  <c:v>Series 2</c:v>
                </c:pt>
              </c:strCache>
            </c:strRef>
          </c:tx>
          <c:spPr>
            <a:solidFill>
              <a:srgbClr val="33A3AA"/>
            </a:solidFill>
            <a:ln>
              <a:noFill/>
            </a:ln>
            <a:effectLst/>
          </c:spPr>
          <c:invertIfNegative val="0"/>
          <c:cat>
            <c:strRef>
              <c:f>Sheet1!$A$2:$A$5</c:f>
              <c:strCache>
                <c:ptCount val="4"/>
                <c:pt idx="0">
                  <c:v>Category 1</c:v>
                </c:pt>
                <c:pt idx="1">
                  <c:v>Category 2</c:v>
                </c:pt>
                <c:pt idx="2">
                  <c:v>Category 3</c:v>
                </c:pt>
                <c:pt idx="3">
                  <c:v>Category 4</c:v>
                </c:pt>
              </c:strCache>
            </c:strRef>
          </c:cat>
          <c:val>
            <c:numRef>
              <c:f>Sheet1!$C$2:$C$5</c:f>
              <c:numCache>
                <c:formatCode>General</c:formatCode>
                <c:ptCount val="4"/>
                <c:pt idx="0">
                  <c:v>2.4</c:v>
                </c:pt>
                <c:pt idx="1">
                  <c:v>4.4000000000000004</c:v>
                </c:pt>
                <c:pt idx="2">
                  <c:v>1.8</c:v>
                </c:pt>
                <c:pt idx="3">
                  <c:v>2.8</c:v>
                </c:pt>
              </c:numCache>
            </c:numRef>
          </c:val>
          <c:extLst>
            <c:ext xmlns:c16="http://schemas.microsoft.com/office/drawing/2014/chart" uri="{C3380CC4-5D6E-409C-BE32-E72D297353CC}">
              <c16:uniqueId val="{00000001-F4B8-A84A-91FA-133ED900D632}"/>
            </c:ext>
          </c:extLst>
        </c:ser>
        <c:ser>
          <c:idx val="2"/>
          <c:order val="2"/>
          <c:tx>
            <c:strRef>
              <c:f>Sheet1!$D$1</c:f>
              <c:strCache>
                <c:ptCount val="1"/>
                <c:pt idx="0">
                  <c:v>Series 3</c:v>
                </c:pt>
              </c:strCache>
            </c:strRef>
          </c:tx>
          <c:spPr>
            <a:solidFill>
              <a:srgbClr val="E3C222"/>
            </a:solidFill>
            <a:ln>
              <a:noFill/>
            </a:ln>
            <a:effectLst/>
          </c:spPr>
          <c:invertIfNegative val="0"/>
          <c:cat>
            <c:strRef>
              <c:f>Sheet1!$A$2:$A$5</c:f>
              <c:strCache>
                <c:ptCount val="4"/>
                <c:pt idx="0">
                  <c:v>Category 1</c:v>
                </c:pt>
                <c:pt idx="1">
                  <c:v>Category 2</c:v>
                </c:pt>
                <c:pt idx="2">
                  <c:v>Category 3</c:v>
                </c:pt>
                <c:pt idx="3">
                  <c:v>Category 4</c:v>
                </c:pt>
              </c:strCache>
            </c:strRef>
          </c:cat>
          <c:val>
            <c:numRef>
              <c:f>Sheet1!$D$2:$D$5</c:f>
              <c:numCache>
                <c:formatCode>General</c:formatCode>
                <c:ptCount val="4"/>
                <c:pt idx="0">
                  <c:v>3</c:v>
                </c:pt>
                <c:pt idx="1">
                  <c:v>2.9</c:v>
                </c:pt>
                <c:pt idx="2">
                  <c:v>1.4</c:v>
                </c:pt>
                <c:pt idx="3">
                  <c:v>1.2</c:v>
                </c:pt>
              </c:numCache>
            </c:numRef>
          </c:val>
          <c:extLst>
            <c:ext xmlns:c16="http://schemas.microsoft.com/office/drawing/2014/chart" uri="{C3380CC4-5D6E-409C-BE32-E72D297353CC}">
              <c16:uniqueId val="{00000002-F4B8-A84A-91FA-133ED900D632}"/>
            </c:ext>
          </c:extLst>
        </c:ser>
        <c:ser>
          <c:idx val="3"/>
          <c:order val="3"/>
          <c:tx>
            <c:strRef>
              <c:f>Sheet1!$E$1</c:f>
              <c:strCache>
                <c:ptCount val="1"/>
                <c:pt idx="0">
                  <c:v>Series 4</c:v>
                </c:pt>
              </c:strCache>
            </c:strRef>
          </c:tx>
          <c:spPr>
            <a:solidFill>
              <a:srgbClr val="925AB2"/>
            </a:solidFill>
            <a:ln>
              <a:noFill/>
            </a:ln>
            <a:effectLst/>
          </c:spPr>
          <c:invertIfNegative val="0"/>
          <c:cat>
            <c:strRef>
              <c:f>Sheet1!$A$2:$A$5</c:f>
              <c:strCache>
                <c:ptCount val="4"/>
                <c:pt idx="0">
                  <c:v>Category 1</c:v>
                </c:pt>
                <c:pt idx="1">
                  <c:v>Category 2</c:v>
                </c:pt>
                <c:pt idx="2">
                  <c:v>Category 3</c:v>
                </c:pt>
                <c:pt idx="3">
                  <c:v>Category 4</c:v>
                </c:pt>
              </c:strCache>
            </c:strRef>
          </c:cat>
          <c:val>
            <c:numRef>
              <c:f>Sheet1!$E$2:$E$5</c:f>
              <c:numCache>
                <c:formatCode>General</c:formatCode>
                <c:ptCount val="4"/>
                <c:pt idx="0">
                  <c:v>3.2</c:v>
                </c:pt>
                <c:pt idx="1">
                  <c:v>2.4</c:v>
                </c:pt>
                <c:pt idx="2">
                  <c:v>1.7</c:v>
                </c:pt>
                <c:pt idx="3">
                  <c:v>3.2</c:v>
                </c:pt>
              </c:numCache>
            </c:numRef>
          </c:val>
          <c:extLst>
            <c:ext xmlns:c16="http://schemas.microsoft.com/office/drawing/2014/chart" uri="{C3380CC4-5D6E-409C-BE32-E72D297353CC}">
              <c16:uniqueId val="{00000003-F4B8-A84A-91FA-133ED900D632}"/>
            </c:ext>
          </c:extLst>
        </c:ser>
        <c:dLbls>
          <c:showLegendKey val="0"/>
          <c:showVal val="0"/>
          <c:showCatName val="0"/>
          <c:showSerName val="0"/>
          <c:showPercent val="0"/>
          <c:showBubbleSize val="0"/>
        </c:dLbls>
        <c:gapWidth val="219"/>
        <c:overlap val="-27"/>
        <c:axId val="1773956208"/>
        <c:axId val="1773964944"/>
      </c:barChart>
      <c:catAx>
        <c:axId val="1773956208"/>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800" b="0" i="0" u="none" strike="noStrike" kern="1200" baseline="0">
                <a:solidFill>
                  <a:schemeClr val="bg1"/>
                </a:solidFill>
                <a:latin typeface="+mn-lt"/>
                <a:ea typeface="+mn-ea"/>
                <a:cs typeface="+mn-cs"/>
              </a:defRPr>
            </a:pPr>
            <a:endParaRPr lang="en-US"/>
          </a:p>
        </c:txPr>
        <c:crossAx val="1773964944"/>
        <c:crosses val="autoZero"/>
        <c:auto val="1"/>
        <c:lblAlgn val="ctr"/>
        <c:lblOffset val="100"/>
        <c:noMultiLvlLbl val="0"/>
      </c:catAx>
      <c:valAx>
        <c:axId val="1773964944"/>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bg1"/>
                </a:solidFill>
                <a:latin typeface="+mn-lt"/>
                <a:ea typeface="+mn-ea"/>
                <a:cs typeface="+mn-cs"/>
              </a:defRPr>
            </a:pPr>
            <a:endParaRPr lang="en-US"/>
          </a:p>
        </c:txPr>
        <c:crossAx val="1773956208"/>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bg1"/>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hart1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r>
              <a:rPr lang="en-US" sz="1400"/>
              <a:t>Chart title</a:t>
            </a:r>
          </a:p>
        </c:rich>
      </c:tx>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bar"/>
        <c:grouping val="clustered"/>
        <c:varyColors val="0"/>
        <c:ser>
          <c:idx val="0"/>
          <c:order val="0"/>
          <c:tx>
            <c:strRef>
              <c:f>Sheet1!$B$1</c:f>
              <c:strCache>
                <c:ptCount val="1"/>
                <c:pt idx="0">
                  <c:v>Series 1</c:v>
                </c:pt>
              </c:strCache>
            </c:strRef>
          </c:tx>
          <c:spPr>
            <a:solidFill>
              <a:srgbClr val="2A4317"/>
            </a:solidFill>
            <a:ln>
              <a:noFill/>
            </a:ln>
            <a:effectLst/>
          </c:spPr>
          <c:invertIfNegative val="0"/>
          <c:cat>
            <c:strRef>
              <c:f>Sheet1!$A$2:$A$4</c:f>
              <c:strCache>
                <c:ptCount val="3"/>
                <c:pt idx="0">
                  <c:v>Category 1</c:v>
                </c:pt>
                <c:pt idx="1">
                  <c:v>Category 2</c:v>
                </c:pt>
                <c:pt idx="2">
                  <c:v>Category 3</c:v>
                </c:pt>
              </c:strCache>
            </c:strRef>
          </c:cat>
          <c:val>
            <c:numRef>
              <c:f>Sheet1!$B$2:$B$4</c:f>
              <c:numCache>
                <c:formatCode>General</c:formatCode>
                <c:ptCount val="3"/>
                <c:pt idx="0">
                  <c:v>4.3</c:v>
                </c:pt>
                <c:pt idx="1">
                  <c:v>2.5</c:v>
                </c:pt>
                <c:pt idx="2">
                  <c:v>3.5</c:v>
                </c:pt>
              </c:numCache>
            </c:numRef>
          </c:val>
          <c:extLst>
            <c:ext xmlns:c16="http://schemas.microsoft.com/office/drawing/2014/chart" uri="{C3380CC4-5D6E-409C-BE32-E72D297353CC}">
              <c16:uniqueId val="{00000000-A3CE-441C-A963-E2B1F0F82513}"/>
            </c:ext>
          </c:extLst>
        </c:ser>
        <c:ser>
          <c:idx val="1"/>
          <c:order val="1"/>
          <c:tx>
            <c:strRef>
              <c:f>Sheet1!$C$1</c:f>
              <c:strCache>
                <c:ptCount val="1"/>
                <c:pt idx="0">
                  <c:v>Series 2</c:v>
                </c:pt>
              </c:strCache>
            </c:strRef>
          </c:tx>
          <c:spPr>
            <a:solidFill>
              <a:srgbClr val="BA0168"/>
            </a:solidFill>
            <a:ln>
              <a:noFill/>
            </a:ln>
            <a:effectLst/>
          </c:spPr>
          <c:invertIfNegative val="0"/>
          <c:cat>
            <c:strRef>
              <c:f>Sheet1!$A$2:$A$4</c:f>
              <c:strCache>
                <c:ptCount val="3"/>
                <c:pt idx="0">
                  <c:v>Category 1</c:v>
                </c:pt>
                <c:pt idx="1">
                  <c:v>Category 2</c:v>
                </c:pt>
                <c:pt idx="2">
                  <c:v>Category 3</c:v>
                </c:pt>
              </c:strCache>
            </c:strRef>
          </c:cat>
          <c:val>
            <c:numRef>
              <c:f>Sheet1!$C$2:$C$4</c:f>
              <c:numCache>
                <c:formatCode>General</c:formatCode>
                <c:ptCount val="3"/>
                <c:pt idx="0">
                  <c:v>2.4</c:v>
                </c:pt>
                <c:pt idx="1">
                  <c:v>4.4000000000000004</c:v>
                </c:pt>
                <c:pt idx="2">
                  <c:v>1.8</c:v>
                </c:pt>
              </c:numCache>
            </c:numRef>
          </c:val>
          <c:extLst>
            <c:ext xmlns:c16="http://schemas.microsoft.com/office/drawing/2014/chart" uri="{C3380CC4-5D6E-409C-BE32-E72D297353CC}">
              <c16:uniqueId val="{00000001-A3CE-441C-A963-E2B1F0F82513}"/>
            </c:ext>
          </c:extLst>
        </c:ser>
        <c:ser>
          <c:idx val="2"/>
          <c:order val="2"/>
          <c:tx>
            <c:strRef>
              <c:f>Sheet1!$D$1</c:f>
              <c:strCache>
                <c:ptCount val="1"/>
                <c:pt idx="0">
                  <c:v>Series 3</c:v>
                </c:pt>
              </c:strCache>
            </c:strRef>
          </c:tx>
          <c:spPr>
            <a:solidFill>
              <a:srgbClr val="C64809"/>
            </a:solidFill>
            <a:ln>
              <a:noFill/>
            </a:ln>
            <a:effectLst/>
          </c:spPr>
          <c:invertIfNegative val="0"/>
          <c:cat>
            <c:strRef>
              <c:f>Sheet1!$A$2:$A$4</c:f>
              <c:strCache>
                <c:ptCount val="3"/>
                <c:pt idx="0">
                  <c:v>Category 1</c:v>
                </c:pt>
                <c:pt idx="1">
                  <c:v>Category 2</c:v>
                </c:pt>
                <c:pt idx="2">
                  <c:v>Category 3</c:v>
                </c:pt>
              </c:strCache>
            </c:strRef>
          </c:cat>
          <c:val>
            <c:numRef>
              <c:f>Sheet1!$D$2:$D$4</c:f>
              <c:numCache>
                <c:formatCode>General</c:formatCode>
                <c:ptCount val="3"/>
                <c:pt idx="0">
                  <c:v>2</c:v>
                </c:pt>
                <c:pt idx="1">
                  <c:v>2</c:v>
                </c:pt>
                <c:pt idx="2">
                  <c:v>3</c:v>
                </c:pt>
              </c:numCache>
            </c:numRef>
          </c:val>
          <c:extLst>
            <c:ext xmlns:c16="http://schemas.microsoft.com/office/drawing/2014/chart" uri="{C3380CC4-5D6E-409C-BE32-E72D297353CC}">
              <c16:uniqueId val="{00000002-A3CE-441C-A963-E2B1F0F82513}"/>
            </c:ext>
          </c:extLst>
        </c:ser>
        <c:ser>
          <c:idx val="3"/>
          <c:order val="3"/>
          <c:tx>
            <c:strRef>
              <c:f>Sheet1!$E$1</c:f>
              <c:strCache>
                <c:ptCount val="1"/>
                <c:pt idx="0">
                  <c:v>Series 4</c:v>
                </c:pt>
              </c:strCache>
            </c:strRef>
          </c:tx>
          <c:spPr>
            <a:solidFill>
              <a:srgbClr val="D25F76"/>
            </a:solidFill>
            <a:ln>
              <a:noFill/>
            </a:ln>
            <a:effectLst/>
          </c:spPr>
          <c:invertIfNegative val="0"/>
          <c:cat>
            <c:strRef>
              <c:f>Sheet1!$A$2:$A$4</c:f>
              <c:strCache>
                <c:ptCount val="3"/>
                <c:pt idx="0">
                  <c:v>Category 1</c:v>
                </c:pt>
                <c:pt idx="1">
                  <c:v>Category 2</c:v>
                </c:pt>
                <c:pt idx="2">
                  <c:v>Category 3</c:v>
                </c:pt>
              </c:strCache>
            </c:strRef>
          </c:cat>
          <c:val>
            <c:numRef>
              <c:f>Sheet1!$E$2:$E$4</c:f>
              <c:numCache>
                <c:formatCode>General</c:formatCode>
                <c:ptCount val="3"/>
                <c:pt idx="0">
                  <c:v>6</c:v>
                </c:pt>
                <c:pt idx="1">
                  <c:v>3</c:v>
                </c:pt>
                <c:pt idx="2">
                  <c:v>8</c:v>
                </c:pt>
              </c:numCache>
            </c:numRef>
          </c:val>
          <c:extLst>
            <c:ext xmlns:c16="http://schemas.microsoft.com/office/drawing/2014/chart" uri="{C3380CC4-5D6E-409C-BE32-E72D297353CC}">
              <c16:uniqueId val="{00000003-A3CE-441C-A963-E2B1F0F82513}"/>
            </c:ext>
          </c:extLst>
        </c:ser>
        <c:ser>
          <c:idx val="4"/>
          <c:order val="4"/>
          <c:tx>
            <c:strRef>
              <c:f>Sheet1!$F$1</c:f>
              <c:strCache>
                <c:ptCount val="1"/>
                <c:pt idx="0">
                  <c:v>Series 5</c:v>
                </c:pt>
              </c:strCache>
            </c:strRef>
          </c:tx>
          <c:spPr>
            <a:solidFill>
              <a:srgbClr val="5C068C"/>
            </a:solidFill>
            <a:ln>
              <a:noFill/>
            </a:ln>
            <a:effectLst/>
          </c:spPr>
          <c:invertIfNegative val="0"/>
          <c:cat>
            <c:strRef>
              <c:f>Sheet1!$A$2:$A$4</c:f>
              <c:strCache>
                <c:ptCount val="3"/>
                <c:pt idx="0">
                  <c:v>Category 1</c:v>
                </c:pt>
                <c:pt idx="1">
                  <c:v>Category 2</c:v>
                </c:pt>
                <c:pt idx="2">
                  <c:v>Category 3</c:v>
                </c:pt>
              </c:strCache>
            </c:strRef>
          </c:cat>
          <c:val>
            <c:numRef>
              <c:f>Sheet1!$F$2:$F$4</c:f>
              <c:numCache>
                <c:formatCode>General</c:formatCode>
                <c:ptCount val="3"/>
                <c:pt idx="0">
                  <c:v>8</c:v>
                </c:pt>
                <c:pt idx="1">
                  <c:v>7</c:v>
                </c:pt>
                <c:pt idx="2">
                  <c:v>5</c:v>
                </c:pt>
              </c:numCache>
            </c:numRef>
          </c:val>
          <c:extLst>
            <c:ext xmlns:c16="http://schemas.microsoft.com/office/drawing/2014/chart" uri="{C3380CC4-5D6E-409C-BE32-E72D297353CC}">
              <c16:uniqueId val="{00000004-A3CE-441C-A963-E2B1F0F82513}"/>
            </c:ext>
          </c:extLst>
        </c:ser>
        <c:ser>
          <c:idx val="5"/>
          <c:order val="5"/>
          <c:tx>
            <c:strRef>
              <c:f>Sheet1!$G$1</c:f>
              <c:strCache>
                <c:ptCount val="1"/>
                <c:pt idx="0">
                  <c:v>Series 6</c:v>
                </c:pt>
              </c:strCache>
            </c:strRef>
          </c:tx>
          <c:spPr>
            <a:solidFill>
              <a:srgbClr val="C7AB21"/>
            </a:solidFill>
            <a:ln>
              <a:noFill/>
            </a:ln>
            <a:effectLst/>
          </c:spPr>
          <c:invertIfNegative val="0"/>
          <c:cat>
            <c:strRef>
              <c:f>Sheet1!$A$2:$A$4</c:f>
              <c:strCache>
                <c:ptCount val="3"/>
                <c:pt idx="0">
                  <c:v>Category 1</c:v>
                </c:pt>
                <c:pt idx="1">
                  <c:v>Category 2</c:v>
                </c:pt>
                <c:pt idx="2">
                  <c:v>Category 3</c:v>
                </c:pt>
              </c:strCache>
            </c:strRef>
          </c:cat>
          <c:val>
            <c:numRef>
              <c:f>Sheet1!$G$2:$G$4</c:f>
              <c:numCache>
                <c:formatCode>General</c:formatCode>
                <c:ptCount val="3"/>
                <c:pt idx="0">
                  <c:v>1</c:v>
                </c:pt>
                <c:pt idx="1">
                  <c:v>4</c:v>
                </c:pt>
                <c:pt idx="2">
                  <c:v>6</c:v>
                </c:pt>
              </c:numCache>
            </c:numRef>
          </c:val>
          <c:extLst>
            <c:ext xmlns:c16="http://schemas.microsoft.com/office/drawing/2014/chart" uri="{C3380CC4-5D6E-409C-BE32-E72D297353CC}">
              <c16:uniqueId val="{00000005-A3CE-441C-A963-E2B1F0F82513}"/>
            </c:ext>
          </c:extLst>
        </c:ser>
        <c:ser>
          <c:idx val="6"/>
          <c:order val="6"/>
          <c:tx>
            <c:strRef>
              <c:f>Sheet1!$H$1</c:f>
              <c:strCache>
                <c:ptCount val="1"/>
                <c:pt idx="0">
                  <c:v>Series 7</c:v>
                </c:pt>
              </c:strCache>
            </c:strRef>
          </c:tx>
          <c:spPr>
            <a:solidFill>
              <a:srgbClr val="5EB6BC"/>
            </a:solidFill>
            <a:ln>
              <a:noFill/>
            </a:ln>
            <a:effectLst/>
          </c:spPr>
          <c:invertIfNegative val="0"/>
          <c:cat>
            <c:strRef>
              <c:f>Sheet1!$A$2:$A$4</c:f>
              <c:strCache>
                <c:ptCount val="3"/>
                <c:pt idx="0">
                  <c:v>Category 1</c:v>
                </c:pt>
                <c:pt idx="1">
                  <c:v>Category 2</c:v>
                </c:pt>
                <c:pt idx="2">
                  <c:v>Category 3</c:v>
                </c:pt>
              </c:strCache>
            </c:strRef>
          </c:cat>
          <c:val>
            <c:numRef>
              <c:f>Sheet1!$H$2:$H$4</c:f>
              <c:numCache>
                <c:formatCode>General</c:formatCode>
                <c:ptCount val="3"/>
                <c:pt idx="0">
                  <c:v>3</c:v>
                </c:pt>
                <c:pt idx="1">
                  <c:v>2</c:v>
                </c:pt>
                <c:pt idx="2">
                  <c:v>4</c:v>
                </c:pt>
              </c:numCache>
            </c:numRef>
          </c:val>
          <c:extLst>
            <c:ext xmlns:c16="http://schemas.microsoft.com/office/drawing/2014/chart" uri="{C3380CC4-5D6E-409C-BE32-E72D297353CC}">
              <c16:uniqueId val="{00000006-A3CE-441C-A963-E2B1F0F82513}"/>
            </c:ext>
          </c:extLst>
        </c:ser>
        <c:ser>
          <c:idx val="7"/>
          <c:order val="7"/>
          <c:tx>
            <c:strRef>
              <c:f>Sheet1!$I$1</c:f>
              <c:strCache>
                <c:ptCount val="1"/>
                <c:pt idx="0">
                  <c:v>Series 8</c:v>
                </c:pt>
              </c:strCache>
            </c:strRef>
          </c:tx>
          <c:spPr>
            <a:solidFill>
              <a:schemeClr val="accent1"/>
            </a:solidFill>
            <a:ln>
              <a:noFill/>
            </a:ln>
            <a:effectLst/>
          </c:spPr>
          <c:invertIfNegative val="0"/>
          <c:cat>
            <c:strRef>
              <c:f>Sheet1!$A$2:$A$4</c:f>
              <c:strCache>
                <c:ptCount val="3"/>
                <c:pt idx="0">
                  <c:v>Category 1</c:v>
                </c:pt>
                <c:pt idx="1">
                  <c:v>Category 2</c:v>
                </c:pt>
                <c:pt idx="2">
                  <c:v>Category 3</c:v>
                </c:pt>
              </c:strCache>
            </c:strRef>
          </c:cat>
          <c:val>
            <c:numRef>
              <c:f>Sheet1!$I$2:$I$4</c:f>
              <c:numCache>
                <c:formatCode>General</c:formatCode>
                <c:ptCount val="3"/>
                <c:pt idx="0">
                  <c:v>10</c:v>
                </c:pt>
                <c:pt idx="1">
                  <c:v>8</c:v>
                </c:pt>
                <c:pt idx="2">
                  <c:v>2</c:v>
                </c:pt>
              </c:numCache>
            </c:numRef>
          </c:val>
          <c:extLst>
            <c:ext xmlns:c16="http://schemas.microsoft.com/office/drawing/2014/chart" uri="{C3380CC4-5D6E-409C-BE32-E72D297353CC}">
              <c16:uniqueId val="{00000007-A3CE-441C-A963-E2B1F0F82513}"/>
            </c:ext>
          </c:extLst>
        </c:ser>
        <c:dLbls>
          <c:showLegendKey val="0"/>
          <c:showVal val="0"/>
          <c:showCatName val="0"/>
          <c:showSerName val="0"/>
          <c:showPercent val="0"/>
          <c:showBubbleSize val="0"/>
        </c:dLbls>
        <c:gapWidth val="219"/>
        <c:axId val="1716576816"/>
        <c:axId val="108949711"/>
      </c:barChart>
      <c:catAx>
        <c:axId val="1716576816"/>
        <c:scaling>
          <c:orientation val="minMax"/>
        </c:scaling>
        <c:delete val="0"/>
        <c:axPos val="l"/>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108949711"/>
        <c:crosses val="autoZero"/>
        <c:auto val="1"/>
        <c:lblAlgn val="ctr"/>
        <c:lblOffset val="100"/>
        <c:noMultiLvlLbl val="0"/>
      </c:catAx>
      <c:valAx>
        <c:axId val="108949711"/>
        <c:scaling>
          <c:orientation val="minMax"/>
        </c:scaling>
        <c:delete val="0"/>
        <c:axPos val="b"/>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1716576816"/>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hart1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overlay val="0"/>
      <c:spPr>
        <a:noFill/>
        <a:ln>
          <a:noFill/>
        </a:ln>
        <a:effectLst/>
      </c:spPr>
      <c:txPr>
        <a:bodyPr rot="0" spcFirstLastPara="1" vertOverflow="ellipsis" vert="horz" wrap="square" anchor="ctr" anchorCtr="1"/>
        <a:lstStyle/>
        <a:p>
          <a:pPr>
            <a:defRPr sz="1862" b="0" i="0" u="none" strike="noStrike" kern="1200" spc="0" baseline="0">
              <a:solidFill>
                <a:schemeClr val="bg1"/>
              </a:solidFill>
              <a:latin typeface="+mn-lt"/>
              <a:ea typeface="+mn-ea"/>
              <a:cs typeface="+mn-cs"/>
            </a:defRPr>
          </a:pPr>
          <a:endParaRPr lang="en-US"/>
        </a:p>
      </c:txPr>
    </c:title>
    <c:autoTitleDeleted val="0"/>
    <c:plotArea>
      <c:layout/>
      <c:doughnutChart>
        <c:varyColors val="1"/>
        <c:ser>
          <c:idx val="0"/>
          <c:order val="0"/>
          <c:tx>
            <c:strRef>
              <c:f>Sheet1!$B$1</c:f>
              <c:strCache>
                <c:ptCount val="1"/>
                <c:pt idx="0">
                  <c:v>Sales</c:v>
                </c:pt>
              </c:strCache>
            </c:strRef>
          </c:tx>
          <c:spPr>
            <a:ln>
              <a:noFill/>
            </a:ln>
          </c:spPr>
          <c:dPt>
            <c:idx val="0"/>
            <c:bubble3D val="0"/>
            <c:spPr>
              <a:solidFill>
                <a:srgbClr val="9DC1FF"/>
              </a:solidFill>
              <a:ln w="19050">
                <a:noFill/>
              </a:ln>
              <a:effectLst/>
            </c:spPr>
            <c:extLst>
              <c:ext xmlns:c16="http://schemas.microsoft.com/office/drawing/2014/chart" uri="{C3380CC4-5D6E-409C-BE32-E72D297353CC}">
                <c16:uniqueId val="{00000001-5FD0-46FE-A005-A6725860B859}"/>
              </c:ext>
            </c:extLst>
          </c:dPt>
          <c:dPt>
            <c:idx val="1"/>
            <c:bubble3D val="0"/>
            <c:spPr>
              <a:solidFill>
                <a:srgbClr val="33A3AA"/>
              </a:solidFill>
              <a:ln w="19050">
                <a:noFill/>
              </a:ln>
              <a:effectLst/>
            </c:spPr>
            <c:extLst>
              <c:ext xmlns:c16="http://schemas.microsoft.com/office/drawing/2014/chart" uri="{C3380CC4-5D6E-409C-BE32-E72D297353CC}">
                <c16:uniqueId val="{00000003-5FD0-46FE-A005-A6725860B859}"/>
              </c:ext>
            </c:extLst>
          </c:dPt>
          <c:dPt>
            <c:idx val="2"/>
            <c:bubble3D val="0"/>
            <c:spPr>
              <a:solidFill>
                <a:srgbClr val="E9783D"/>
              </a:solidFill>
              <a:ln w="19050">
                <a:noFill/>
              </a:ln>
              <a:effectLst/>
            </c:spPr>
            <c:extLst>
              <c:ext xmlns:c16="http://schemas.microsoft.com/office/drawing/2014/chart" uri="{C3380CC4-5D6E-409C-BE32-E72D297353CC}">
                <c16:uniqueId val="{00000005-5FD0-46FE-A005-A6725860B859}"/>
              </c:ext>
            </c:extLst>
          </c:dPt>
          <c:dPt>
            <c:idx val="3"/>
            <c:bubble3D val="0"/>
            <c:spPr>
              <a:solidFill>
                <a:srgbClr val="D9007A"/>
              </a:solidFill>
              <a:ln w="19050">
                <a:noFill/>
              </a:ln>
              <a:effectLst/>
            </c:spPr>
            <c:extLst>
              <c:ext xmlns:c16="http://schemas.microsoft.com/office/drawing/2014/chart" uri="{C3380CC4-5D6E-409C-BE32-E72D297353CC}">
                <c16:uniqueId val="{00000007-5FD0-46FE-A005-A6725860B859}"/>
              </c:ext>
            </c:extLst>
          </c:dPt>
          <c:cat>
            <c:strRef>
              <c:f>Sheet1!$A$2:$A$5</c:f>
              <c:strCache>
                <c:ptCount val="4"/>
                <c:pt idx="0">
                  <c:v>1st Qtr</c:v>
                </c:pt>
                <c:pt idx="1">
                  <c:v>2nd Qtr</c:v>
                </c:pt>
                <c:pt idx="2">
                  <c:v>3rd Qtr</c:v>
                </c:pt>
                <c:pt idx="3">
                  <c:v>4th Qtr</c:v>
                </c:pt>
              </c:strCache>
            </c:strRef>
          </c:cat>
          <c:val>
            <c:numRef>
              <c:f>Sheet1!$B$2:$B$5</c:f>
              <c:numCache>
                <c:formatCode>General</c:formatCode>
                <c:ptCount val="4"/>
                <c:pt idx="0">
                  <c:v>8.1999999999999993</c:v>
                </c:pt>
                <c:pt idx="1">
                  <c:v>3.2</c:v>
                </c:pt>
                <c:pt idx="2">
                  <c:v>1.4</c:v>
                </c:pt>
                <c:pt idx="3">
                  <c:v>1.2</c:v>
                </c:pt>
              </c:numCache>
            </c:numRef>
          </c:val>
          <c:extLst>
            <c:ext xmlns:c16="http://schemas.microsoft.com/office/drawing/2014/chart" uri="{C3380CC4-5D6E-409C-BE32-E72D297353CC}">
              <c16:uniqueId val="{00000008-5FD0-46FE-A005-A6725860B859}"/>
            </c:ext>
          </c:extLst>
        </c:ser>
        <c:dLbls>
          <c:showLegendKey val="0"/>
          <c:showVal val="0"/>
          <c:showCatName val="0"/>
          <c:showSerName val="0"/>
          <c:showPercent val="0"/>
          <c:showBubbleSize val="0"/>
          <c:showLeaderLines val="1"/>
        </c:dLbls>
        <c:firstSliceAng val="0"/>
        <c:holeSize val="50"/>
      </c:doughnutChart>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bg1"/>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hart1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r>
              <a:rPr lang="en-US" dirty="0"/>
              <a:t>Chart title</a:t>
            </a:r>
          </a:p>
        </c:rich>
      </c:tx>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col"/>
        <c:grouping val="stacked"/>
        <c:varyColors val="0"/>
        <c:ser>
          <c:idx val="0"/>
          <c:order val="0"/>
          <c:tx>
            <c:strRef>
              <c:f>Sheet1!$B$1</c:f>
              <c:strCache>
                <c:ptCount val="1"/>
                <c:pt idx="0">
                  <c:v>Series 1</c:v>
                </c:pt>
              </c:strCache>
            </c:strRef>
          </c:tx>
          <c:spPr>
            <a:solidFill>
              <a:schemeClr val="accent1"/>
            </a:solidFill>
            <a:ln>
              <a:noFill/>
            </a:ln>
            <a:effectLst/>
          </c:spPr>
          <c:invertIfNegative val="0"/>
          <c:cat>
            <c:strRef>
              <c:f>Sheet1!$A$2:$A$5</c:f>
              <c:strCache>
                <c:ptCount val="4"/>
                <c:pt idx="0">
                  <c:v>Category 1</c:v>
                </c:pt>
                <c:pt idx="1">
                  <c:v>Category 2</c:v>
                </c:pt>
                <c:pt idx="2">
                  <c:v>Category 3</c:v>
                </c:pt>
                <c:pt idx="3">
                  <c:v>Category 4</c:v>
                </c:pt>
              </c:strCache>
            </c:strRef>
          </c:cat>
          <c:val>
            <c:numRef>
              <c:f>Sheet1!$B$2:$B$5</c:f>
              <c:numCache>
                <c:formatCode>General</c:formatCode>
                <c:ptCount val="4"/>
                <c:pt idx="0">
                  <c:v>4.3</c:v>
                </c:pt>
                <c:pt idx="1">
                  <c:v>2.5</c:v>
                </c:pt>
                <c:pt idx="2">
                  <c:v>3.5</c:v>
                </c:pt>
                <c:pt idx="3">
                  <c:v>4.5</c:v>
                </c:pt>
              </c:numCache>
            </c:numRef>
          </c:val>
          <c:extLst>
            <c:ext xmlns:c16="http://schemas.microsoft.com/office/drawing/2014/chart" uri="{C3380CC4-5D6E-409C-BE32-E72D297353CC}">
              <c16:uniqueId val="{00000000-37B6-4767-AEAE-74D520D0B438}"/>
            </c:ext>
          </c:extLst>
        </c:ser>
        <c:ser>
          <c:idx val="1"/>
          <c:order val="1"/>
          <c:tx>
            <c:strRef>
              <c:f>Sheet1!$C$1</c:f>
              <c:strCache>
                <c:ptCount val="1"/>
                <c:pt idx="0">
                  <c:v>Series 2</c:v>
                </c:pt>
              </c:strCache>
            </c:strRef>
          </c:tx>
          <c:spPr>
            <a:solidFill>
              <a:srgbClr val="5EB6BD"/>
            </a:solidFill>
            <a:ln>
              <a:noFill/>
            </a:ln>
            <a:effectLst/>
          </c:spPr>
          <c:invertIfNegative val="0"/>
          <c:cat>
            <c:strRef>
              <c:f>Sheet1!$A$2:$A$5</c:f>
              <c:strCache>
                <c:ptCount val="4"/>
                <c:pt idx="0">
                  <c:v>Category 1</c:v>
                </c:pt>
                <c:pt idx="1">
                  <c:v>Category 2</c:v>
                </c:pt>
                <c:pt idx="2">
                  <c:v>Category 3</c:v>
                </c:pt>
                <c:pt idx="3">
                  <c:v>Category 4</c:v>
                </c:pt>
              </c:strCache>
            </c:strRef>
          </c:cat>
          <c:val>
            <c:numRef>
              <c:f>Sheet1!$C$2:$C$5</c:f>
              <c:numCache>
                <c:formatCode>General</c:formatCode>
                <c:ptCount val="4"/>
                <c:pt idx="0">
                  <c:v>2.4</c:v>
                </c:pt>
                <c:pt idx="1">
                  <c:v>4.4000000000000004</c:v>
                </c:pt>
                <c:pt idx="2">
                  <c:v>1.8</c:v>
                </c:pt>
                <c:pt idx="3">
                  <c:v>2.8</c:v>
                </c:pt>
              </c:numCache>
            </c:numRef>
          </c:val>
          <c:extLst>
            <c:ext xmlns:c16="http://schemas.microsoft.com/office/drawing/2014/chart" uri="{C3380CC4-5D6E-409C-BE32-E72D297353CC}">
              <c16:uniqueId val="{00000001-37B6-4767-AEAE-74D520D0B438}"/>
            </c:ext>
          </c:extLst>
        </c:ser>
        <c:ser>
          <c:idx val="2"/>
          <c:order val="2"/>
          <c:tx>
            <c:strRef>
              <c:f>Sheet1!$D$1</c:f>
              <c:strCache>
                <c:ptCount val="1"/>
                <c:pt idx="0">
                  <c:v>Series 3</c:v>
                </c:pt>
              </c:strCache>
            </c:strRef>
          </c:tx>
          <c:spPr>
            <a:solidFill>
              <a:srgbClr val="C64808"/>
            </a:solidFill>
            <a:ln>
              <a:noFill/>
            </a:ln>
            <a:effectLst/>
          </c:spPr>
          <c:invertIfNegative val="0"/>
          <c:cat>
            <c:strRef>
              <c:f>Sheet1!$A$2:$A$5</c:f>
              <c:strCache>
                <c:ptCount val="4"/>
                <c:pt idx="0">
                  <c:v>Category 1</c:v>
                </c:pt>
                <c:pt idx="1">
                  <c:v>Category 2</c:v>
                </c:pt>
                <c:pt idx="2">
                  <c:v>Category 3</c:v>
                </c:pt>
                <c:pt idx="3">
                  <c:v>Category 4</c:v>
                </c:pt>
              </c:strCache>
            </c:strRef>
          </c:cat>
          <c:val>
            <c:numRef>
              <c:f>Sheet1!$D$2:$D$5</c:f>
              <c:numCache>
                <c:formatCode>General</c:formatCode>
                <c:ptCount val="4"/>
                <c:pt idx="0">
                  <c:v>2</c:v>
                </c:pt>
                <c:pt idx="1">
                  <c:v>2</c:v>
                </c:pt>
                <c:pt idx="2">
                  <c:v>3</c:v>
                </c:pt>
                <c:pt idx="3">
                  <c:v>5</c:v>
                </c:pt>
              </c:numCache>
            </c:numRef>
          </c:val>
          <c:extLst>
            <c:ext xmlns:c16="http://schemas.microsoft.com/office/drawing/2014/chart" uri="{C3380CC4-5D6E-409C-BE32-E72D297353CC}">
              <c16:uniqueId val="{00000002-37B6-4767-AEAE-74D520D0B438}"/>
            </c:ext>
          </c:extLst>
        </c:ser>
        <c:dLbls>
          <c:showLegendKey val="0"/>
          <c:showVal val="0"/>
          <c:showCatName val="0"/>
          <c:showSerName val="0"/>
          <c:showPercent val="0"/>
          <c:showBubbleSize val="0"/>
        </c:dLbls>
        <c:gapWidth val="150"/>
        <c:overlap val="100"/>
        <c:axId val="1716572016"/>
        <c:axId val="300392399"/>
      </c:barChart>
      <c:catAx>
        <c:axId val="1716572016"/>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300392399"/>
        <c:crosses val="autoZero"/>
        <c:auto val="1"/>
        <c:lblAlgn val="ctr"/>
        <c:lblOffset val="100"/>
        <c:noMultiLvlLbl val="0"/>
      </c:catAx>
      <c:valAx>
        <c:axId val="300392399"/>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1716572016"/>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hart2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doughnutChart>
        <c:varyColors val="1"/>
        <c:ser>
          <c:idx val="0"/>
          <c:order val="0"/>
          <c:tx>
            <c:strRef>
              <c:f>Sheet1!$B$1</c:f>
              <c:strCache>
                <c:ptCount val="1"/>
                <c:pt idx="0">
                  <c:v>Sales</c:v>
                </c:pt>
              </c:strCache>
            </c:strRef>
          </c:tx>
          <c:spPr>
            <a:ln>
              <a:noFill/>
            </a:ln>
          </c:spPr>
          <c:dPt>
            <c:idx val="0"/>
            <c:bubble3D val="0"/>
            <c:spPr>
              <a:solidFill>
                <a:schemeClr val="accent1"/>
              </a:solidFill>
              <a:ln w="19050">
                <a:noFill/>
              </a:ln>
              <a:effectLst/>
            </c:spPr>
            <c:extLst>
              <c:ext xmlns:c16="http://schemas.microsoft.com/office/drawing/2014/chart" uri="{C3380CC4-5D6E-409C-BE32-E72D297353CC}">
                <c16:uniqueId val="{00000001-0B37-487C-848F-1892CA76D08E}"/>
              </c:ext>
            </c:extLst>
          </c:dPt>
          <c:dPt>
            <c:idx val="1"/>
            <c:bubble3D val="0"/>
            <c:spPr>
              <a:solidFill>
                <a:srgbClr val="5EB6BD"/>
              </a:solidFill>
              <a:ln w="19050">
                <a:noFill/>
              </a:ln>
              <a:effectLst/>
            </c:spPr>
            <c:extLst>
              <c:ext xmlns:c16="http://schemas.microsoft.com/office/drawing/2014/chart" uri="{C3380CC4-5D6E-409C-BE32-E72D297353CC}">
                <c16:uniqueId val="{00000003-0B37-487C-848F-1892CA76D08E}"/>
              </c:ext>
            </c:extLst>
          </c:dPt>
          <c:dPt>
            <c:idx val="2"/>
            <c:bubble3D val="0"/>
            <c:spPr>
              <a:solidFill>
                <a:srgbClr val="C64808"/>
              </a:solidFill>
              <a:ln w="19050">
                <a:noFill/>
              </a:ln>
              <a:effectLst/>
            </c:spPr>
            <c:extLst>
              <c:ext xmlns:c16="http://schemas.microsoft.com/office/drawing/2014/chart" uri="{C3380CC4-5D6E-409C-BE32-E72D297353CC}">
                <c16:uniqueId val="{00000005-0B37-487C-848F-1892CA76D08E}"/>
              </c:ext>
            </c:extLst>
          </c:dPt>
          <c:dPt>
            <c:idx val="3"/>
            <c:bubble3D val="0"/>
            <c:spPr>
              <a:solidFill>
                <a:srgbClr val="BA0168"/>
              </a:solidFill>
              <a:ln w="19050">
                <a:noFill/>
              </a:ln>
              <a:effectLst/>
            </c:spPr>
            <c:extLst>
              <c:ext xmlns:c16="http://schemas.microsoft.com/office/drawing/2014/chart" uri="{C3380CC4-5D6E-409C-BE32-E72D297353CC}">
                <c16:uniqueId val="{00000007-0B37-487C-848F-1892CA76D08E}"/>
              </c:ext>
            </c:extLst>
          </c:dPt>
          <c:cat>
            <c:strRef>
              <c:f>Sheet1!$A$2:$A$5</c:f>
              <c:strCache>
                <c:ptCount val="4"/>
                <c:pt idx="0">
                  <c:v>1st Qtr</c:v>
                </c:pt>
                <c:pt idx="1">
                  <c:v>2nd Qtr</c:v>
                </c:pt>
                <c:pt idx="2">
                  <c:v>3rd Qtr</c:v>
                </c:pt>
                <c:pt idx="3">
                  <c:v>4th Qtr</c:v>
                </c:pt>
              </c:strCache>
            </c:strRef>
          </c:cat>
          <c:val>
            <c:numRef>
              <c:f>Sheet1!$B$2:$B$5</c:f>
              <c:numCache>
                <c:formatCode>General</c:formatCode>
                <c:ptCount val="4"/>
                <c:pt idx="0">
                  <c:v>8.1999999999999993</c:v>
                </c:pt>
                <c:pt idx="1">
                  <c:v>3.2</c:v>
                </c:pt>
                <c:pt idx="2">
                  <c:v>1.4</c:v>
                </c:pt>
                <c:pt idx="3">
                  <c:v>1.2</c:v>
                </c:pt>
              </c:numCache>
            </c:numRef>
          </c:val>
          <c:extLst>
            <c:ext xmlns:c16="http://schemas.microsoft.com/office/drawing/2014/chart" uri="{C3380CC4-5D6E-409C-BE32-E72D297353CC}">
              <c16:uniqueId val="{00000008-0B37-487C-848F-1892CA76D08E}"/>
            </c:ext>
          </c:extLst>
        </c:ser>
        <c:dLbls>
          <c:showLegendKey val="0"/>
          <c:showVal val="0"/>
          <c:showCatName val="0"/>
          <c:showSerName val="0"/>
          <c:showPercent val="0"/>
          <c:showBubbleSize val="0"/>
          <c:showLeaderLines val="1"/>
        </c:dLbls>
        <c:firstSliceAng val="0"/>
        <c:holeSize val="50"/>
      </c:doughnutChart>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hart2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r>
              <a:rPr lang="en-US" dirty="0"/>
              <a:t>Chart title</a:t>
            </a:r>
          </a:p>
        </c:rich>
      </c:tx>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bar"/>
        <c:grouping val="clustered"/>
        <c:varyColors val="0"/>
        <c:ser>
          <c:idx val="0"/>
          <c:order val="0"/>
          <c:tx>
            <c:strRef>
              <c:f>Sheet1!$B$1</c:f>
              <c:strCache>
                <c:ptCount val="1"/>
                <c:pt idx="0">
                  <c:v>Series 1</c:v>
                </c:pt>
              </c:strCache>
            </c:strRef>
          </c:tx>
          <c:spPr>
            <a:solidFill>
              <a:srgbClr val="2A4217"/>
            </a:solidFill>
            <a:ln>
              <a:noFill/>
            </a:ln>
            <a:effectLst/>
          </c:spPr>
          <c:invertIfNegative val="0"/>
          <c:cat>
            <c:strRef>
              <c:f>Sheet1!$A$2:$A$5</c:f>
              <c:strCache>
                <c:ptCount val="4"/>
                <c:pt idx="0">
                  <c:v>Category 1</c:v>
                </c:pt>
                <c:pt idx="1">
                  <c:v>Category 2</c:v>
                </c:pt>
                <c:pt idx="2">
                  <c:v>Category 3</c:v>
                </c:pt>
                <c:pt idx="3">
                  <c:v>Category 4</c:v>
                </c:pt>
              </c:strCache>
            </c:strRef>
          </c:cat>
          <c:val>
            <c:numRef>
              <c:f>Sheet1!$B$2:$B$5</c:f>
              <c:numCache>
                <c:formatCode>General</c:formatCode>
                <c:ptCount val="4"/>
                <c:pt idx="0">
                  <c:v>4.3</c:v>
                </c:pt>
                <c:pt idx="1">
                  <c:v>2.5</c:v>
                </c:pt>
                <c:pt idx="2">
                  <c:v>3.5</c:v>
                </c:pt>
                <c:pt idx="3">
                  <c:v>4.5</c:v>
                </c:pt>
              </c:numCache>
            </c:numRef>
          </c:val>
          <c:extLst>
            <c:ext xmlns:c16="http://schemas.microsoft.com/office/drawing/2014/chart" uri="{C3380CC4-5D6E-409C-BE32-E72D297353CC}">
              <c16:uniqueId val="{00000000-A3CE-441C-A963-E2B1F0F82513}"/>
            </c:ext>
          </c:extLst>
        </c:ser>
        <c:ser>
          <c:idx val="1"/>
          <c:order val="1"/>
          <c:tx>
            <c:strRef>
              <c:f>Sheet1!$C$1</c:f>
              <c:strCache>
                <c:ptCount val="1"/>
                <c:pt idx="0">
                  <c:v>Series 2</c:v>
                </c:pt>
              </c:strCache>
            </c:strRef>
          </c:tx>
          <c:spPr>
            <a:solidFill>
              <a:srgbClr val="BA0168"/>
            </a:solidFill>
            <a:ln>
              <a:noFill/>
            </a:ln>
            <a:effectLst/>
          </c:spPr>
          <c:invertIfNegative val="0"/>
          <c:cat>
            <c:strRef>
              <c:f>Sheet1!$A$2:$A$5</c:f>
              <c:strCache>
                <c:ptCount val="4"/>
                <c:pt idx="0">
                  <c:v>Category 1</c:v>
                </c:pt>
                <c:pt idx="1">
                  <c:v>Category 2</c:v>
                </c:pt>
                <c:pt idx="2">
                  <c:v>Category 3</c:v>
                </c:pt>
                <c:pt idx="3">
                  <c:v>Category 4</c:v>
                </c:pt>
              </c:strCache>
            </c:strRef>
          </c:cat>
          <c:val>
            <c:numRef>
              <c:f>Sheet1!$C$2:$C$5</c:f>
              <c:numCache>
                <c:formatCode>General</c:formatCode>
                <c:ptCount val="4"/>
                <c:pt idx="0">
                  <c:v>2.4</c:v>
                </c:pt>
                <c:pt idx="1">
                  <c:v>4.4000000000000004</c:v>
                </c:pt>
                <c:pt idx="2">
                  <c:v>1.8</c:v>
                </c:pt>
                <c:pt idx="3">
                  <c:v>2.8</c:v>
                </c:pt>
              </c:numCache>
            </c:numRef>
          </c:val>
          <c:extLst>
            <c:ext xmlns:c16="http://schemas.microsoft.com/office/drawing/2014/chart" uri="{C3380CC4-5D6E-409C-BE32-E72D297353CC}">
              <c16:uniqueId val="{00000001-A3CE-441C-A963-E2B1F0F82513}"/>
            </c:ext>
          </c:extLst>
        </c:ser>
        <c:ser>
          <c:idx val="2"/>
          <c:order val="2"/>
          <c:tx>
            <c:strRef>
              <c:f>Sheet1!$D$1</c:f>
              <c:strCache>
                <c:ptCount val="1"/>
                <c:pt idx="0">
                  <c:v>Series 3</c:v>
                </c:pt>
              </c:strCache>
            </c:strRef>
          </c:tx>
          <c:spPr>
            <a:solidFill>
              <a:srgbClr val="C64808"/>
            </a:solidFill>
            <a:ln>
              <a:noFill/>
            </a:ln>
            <a:effectLst/>
          </c:spPr>
          <c:invertIfNegative val="0"/>
          <c:cat>
            <c:strRef>
              <c:f>Sheet1!$A$2:$A$5</c:f>
              <c:strCache>
                <c:ptCount val="4"/>
                <c:pt idx="0">
                  <c:v>Category 1</c:v>
                </c:pt>
                <c:pt idx="1">
                  <c:v>Category 2</c:v>
                </c:pt>
                <c:pt idx="2">
                  <c:v>Category 3</c:v>
                </c:pt>
                <c:pt idx="3">
                  <c:v>Category 4</c:v>
                </c:pt>
              </c:strCache>
            </c:strRef>
          </c:cat>
          <c:val>
            <c:numRef>
              <c:f>Sheet1!$D$2:$D$5</c:f>
              <c:numCache>
                <c:formatCode>General</c:formatCode>
                <c:ptCount val="4"/>
                <c:pt idx="0">
                  <c:v>2</c:v>
                </c:pt>
                <c:pt idx="1">
                  <c:v>2</c:v>
                </c:pt>
                <c:pt idx="2">
                  <c:v>3</c:v>
                </c:pt>
                <c:pt idx="3">
                  <c:v>5</c:v>
                </c:pt>
              </c:numCache>
            </c:numRef>
          </c:val>
          <c:extLst>
            <c:ext xmlns:c16="http://schemas.microsoft.com/office/drawing/2014/chart" uri="{C3380CC4-5D6E-409C-BE32-E72D297353CC}">
              <c16:uniqueId val="{00000002-A3CE-441C-A963-E2B1F0F82513}"/>
            </c:ext>
          </c:extLst>
        </c:ser>
        <c:ser>
          <c:idx val="3"/>
          <c:order val="3"/>
          <c:tx>
            <c:strRef>
              <c:f>Sheet1!$E$1</c:f>
              <c:strCache>
                <c:ptCount val="1"/>
                <c:pt idx="0">
                  <c:v>Series 4</c:v>
                </c:pt>
              </c:strCache>
            </c:strRef>
          </c:tx>
          <c:spPr>
            <a:solidFill>
              <a:srgbClr val="D25E76"/>
            </a:solidFill>
            <a:ln>
              <a:noFill/>
            </a:ln>
            <a:effectLst/>
          </c:spPr>
          <c:invertIfNegative val="0"/>
          <c:cat>
            <c:strRef>
              <c:f>Sheet1!$A$2:$A$5</c:f>
              <c:strCache>
                <c:ptCount val="4"/>
                <c:pt idx="0">
                  <c:v>Category 1</c:v>
                </c:pt>
                <c:pt idx="1">
                  <c:v>Category 2</c:v>
                </c:pt>
                <c:pt idx="2">
                  <c:v>Category 3</c:v>
                </c:pt>
                <c:pt idx="3">
                  <c:v>Category 4</c:v>
                </c:pt>
              </c:strCache>
            </c:strRef>
          </c:cat>
          <c:val>
            <c:numRef>
              <c:f>Sheet1!$E$2:$E$5</c:f>
              <c:numCache>
                <c:formatCode>General</c:formatCode>
                <c:ptCount val="4"/>
                <c:pt idx="0">
                  <c:v>6</c:v>
                </c:pt>
                <c:pt idx="1">
                  <c:v>3</c:v>
                </c:pt>
                <c:pt idx="2">
                  <c:v>8</c:v>
                </c:pt>
                <c:pt idx="3">
                  <c:v>5</c:v>
                </c:pt>
              </c:numCache>
            </c:numRef>
          </c:val>
          <c:extLst>
            <c:ext xmlns:c16="http://schemas.microsoft.com/office/drawing/2014/chart" uri="{C3380CC4-5D6E-409C-BE32-E72D297353CC}">
              <c16:uniqueId val="{00000003-A3CE-441C-A963-E2B1F0F82513}"/>
            </c:ext>
          </c:extLst>
        </c:ser>
        <c:ser>
          <c:idx val="4"/>
          <c:order val="4"/>
          <c:tx>
            <c:strRef>
              <c:f>Sheet1!$F$1</c:f>
              <c:strCache>
                <c:ptCount val="1"/>
                <c:pt idx="0">
                  <c:v>Series 5</c:v>
                </c:pt>
              </c:strCache>
            </c:strRef>
          </c:tx>
          <c:spPr>
            <a:solidFill>
              <a:srgbClr val="5C078C"/>
            </a:solidFill>
            <a:ln>
              <a:noFill/>
            </a:ln>
            <a:effectLst/>
          </c:spPr>
          <c:invertIfNegative val="0"/>
          <c:cat>
            <c:strRef>
              <c:f>Sheet1!$A$2:$A$5</c:f>
              <c:strCache>
                <c:ptCount val="4"/>
                <c:pt idx="0">
                  <c:v>Category 1</c:v>
                </c:pt>
                <c:pt idx="1">
                  <c:v>Category 2</c:v>
                </c:pt>
                <c:pt idx="2">
                  <c:v>Category 3</c:v>
                </c:pt>
                <c:pt idx="3">
                  <c:v>Category 4</c:v>
                </c:pt>
              </c:strCache>
            </c:strRef>
          </c:cat>
          <c:val>
            <c:numRef>
              <c:f>Sheet1!$F$2:$F$5</c:f>
              <c:numCache>
                <c:formatCode>General</c:formatCode>
                <c:ptCount val="4"/>
                <c:pt idx="0">
                  <c:v>8</c:v>
                </c:pt>
                <c:pt idx="1">
                  <c:v>7</c:v>
                </c:pt>
                <c:pt idx="2">
                  <c:v>5</c:v>
                </c:pt>
                <c:pt idx="3">
                  <c:v>6</c:v>
                </c:pt>
              </c:numCache>
            </c:numRef>
          </c:val>
          <c:extLst>
            <c:ext xmlns:c16="http://schemas.microsoft.com/office/drawing/2014/chart" uri="{C3380CC4-5D6E-409C-BE32-E72D297353CC}">
              <c16:uniqueId val="{00000004-A3CE-441C-A963-E2B1F0F82513}"/>
            </c:ext>
          </c:extLst>
        </c:ser>
        <c:ser>
          <c:idx val="5"/>
          <c:order val="5"/>
          <c:tx>
            <c:strRef>
              <c:f>Sheet1!$G$1</c:f>
              <c:strCache>
                <c:ptCount val="1"/>
                <c:pt idx="0">
                  <c:v>Series 6</c:v>
                </c:pt>
              </c:strCache>
            </c:strRef>
          </c:tx>
          <c:spPr>
            <a:solidFill>
              <a:srgbClr val="C7AB20"/>
            </a:solidFill>
            <a:ln>
              <a:noFill/>
            </a:ln>
            <a:effectLst/>
          </c:spPr>
          <c:invertIfNegative val="0"/>
          <c:cat>
            <c:strRef>
              <c:f>Sheet1!$A$2:$A$5</c:f>
              <c:strCache>
                <c:ptCount val="4"/>
                <c:pt idx="0">
                  <c:v>Category 1</c:v>
                </c:pt>
                <c:pt idx="1">
                  <c:v>Category 2</c:v>
                </c:pt>
                <c:pt idx="2">
                  <c:v>Category 3</c:v>
                </c:pt>
                <c:pt idx="3">
                  <c:v>Category 4</c:v>
                </c:pt>
              </c:strCache>
            </c:strRef>
          </c:cat>
          <c:val>
            <c:numRef>
              <c:f>Sheet1!$G$2:$G$5</c:f>
              <c:numCache>
                <c:formatCode>General</c:formatCode>
                <c:ptCount val="4"/>
                <c:pt idx="0">
                  <c:v>1</c:v>
                </c:pt>
                <c:pt idx="1">
                  <c:v>4</c:v>
                </c:pt>
                <c:pt idx="2">
                  <c:v>6</c:v>
                </c:pt>
                <c:pt idx="3">
                  <c:v>1</c:v>
                </c:pt>
              </c:numCache>
            </c:numRef>
          </c:val>
          <c:extLst>
            <c:ext xmlns:c16="http://schemas.microsoft.com/office/drawing/2014/chart" uri="{C3380CC4-5D6E-409C-BE32-E72D297353CC}">
              <c16:uniqueId val="{00000005-A3CE-441C-A963-E2B1F0F82513}"/>
            </c:ext>
          </c:extLst>
        </c:ser>
        <c:ser>
          <c:idx val="6"/>
          <c:order val="6"/>
          <c:tx>
            <c:strRef>
              <c:f>Sheet1!$H$1</c:f>
              <c:strCache>
                <c:ptCount val="1"/>
                <c:pt idx="0">
                  <c:v>Series 7</c:v>
                </c:pt>
              </c:strCache>
            </c:strRef>
          </c:tx>
          <c:spPr>
            <a:solidFill>
              <a:srgbClr val="5EB6BC"/>
            </a:solidFill>
            <a:ln>
              <a:noFill/>
            </a:ln>
            <a:effectLst/>
          </c:spPr>
          <c:invertIfNegative val="0"/>
          <c:cat>
            <c:strRef>
              <c:f>Sheet1!$A$2:$A$5</c:f>
              <c:strCache>
                <c:ptCount val="4"/>
                <c:pt idx="0">
                  <c:v>Category 1</c:v>
                </c:pt>
                <c:pt idx="1">
                  <c:v>Category 2</c:v>
                </c:pt>
                <c:pt idx="2">
                  <c:v>Category 3</c:v>
                </c:pt>
                <c:pt idx="3">
                  <c:v>Category 4</c:v>
                </c:pt>
              </c:strCache>
            </c:strRef>
          </c:cat>
          <c:val>
            <c:numRef>
              <c:f>Sheet1!$H$2:$H$5</c:f>
              <c:numCache>
                <c:formatCode>General</c:formatCode>
                <c:ptCount val="4"/>
                <c:pt idx="0">
                  <c:v>3</c:v>
                </c:pt>
                <c:pt idx="1">
                  <c:v>2</c:v>
                </c:pt>
                <c:pt idx="2">
                  <c:v>4</c:v>
                </c:pt>
                <c:pt idx="3">
                  <c:v>8</c:v>
                </c:pt>
              </c:numCache>
            </c:numRef>
          </c:val>
          <c:extLst>
            <c:ext xmlns:c16="http://schemas.microsoft.com/office/drawing/2014/chart" uri="{C3380CC4-5D6E-409C-BE32-E72D297353CC}">
              <c16:uniqueId val="{00000006-A3CE-441C-A963-E2B1F0F82513}"/>
            </c:ext>
          </c:extLst>
        </c:ser>
        <c:ser>
          <c:idx val="7"/>
          <c:order val="7"/>
          <c:tx>
            <c:strRef>
              <c:f>Sheet1!$I$1</c:f>
              <c:strCache>
                <c:ptCount val="1"/>
                <c:pt idx="0">
                  <c:v>Series 8</c:v>
                </c:pt>
              </c:strCache>
            </c:strRef>
          </c:tx>
          <c:spPr>
            <a:solidFill>
              <a:schemeClr val="accent1"/>
            </a:solidFill>
            <a:ln>
              <a:noFill/>
            </a:ln>
            <a:effectLst/>
          </c:spPr>
          <c:invertIfNegative val="0"/>
          <c:cat>
            <c:strRef>
              <c:f>Sheet1!$A$2:$A$5</c:f>
              <c:strCache>
                <c:ptCount val="4"/>
                <c:pt idx="0">
                  <c:v>Category 1</c:v>
                </c:pt>
                <c:pt idx="1">
                  <c:v>Category 2</c:v>
                </c:pt>
                <c:pt idx="2">
                  <c:v>Category 3</c:v>
                </c:pt>
                <c:pt idx="3">
                  <c:v>Category 4</c:v>
                </c:pt>
              </c:strCache>
            </c:strRef>
          </c:cat>
          <c:val>
            <c:numRef>
              <c:f>Sheet1!$I$2:$I$5</c:f>
              <c:numCache>
                <c:formatCode>General</c:formatCode>
                <c:ptCount val="4"/>
                <c:pt idx="0">
                  <c:v>10</c:v>
                </c:pt>
                <c:pt idx="1">
                  <c:v>8</c:v>
                </c:pt>
                <c:pt idx="2">
                  <c:v>2</c:v>
                </c:pt>
                <c:pt idx="3">
                  <c:v>1</c:v>
                </c:pt>
              </c:numCache>
            </c:numRef>
          </c:val>
          <c:extLst>
            <c:ext xmlns:c16="http://schemas.microsoft.com/office/drawing/2014/chart" uri="{C3380CC4-5D6E-409C-BE32-E72D297353CC}">
              <c16:uniqueId val="{00000007-A3CE-441C-A963-E2B1F0F82513}"/>
            </c:ext>
          </c:extLst>
        </c:ser>
        <c:dLbls>
          <c:showLegendKey val="0"/>
          <c:showVal val="0"/>
          <c:showCatName val="0"/>
          <c:showSerName val="0"/>
          <c:showPercent val="0"/>
          <c:showBubbleSize val="0"/>
        </c:dLbls>
        <c:gapWidth val="219"/>
        <c:axId val="1716576816"/>
        <c:axId val="108949711"/>
      </c:barChart>
      <c:catAx>
        <c:axId val="1716576816"/>
        <c:scaling>
          <c:orientation val="minMax"/>
        </c:scaling>
        <c:delete val="0"/>
        <c:axPos val="l"/>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108949711"/>
        <c:crosses val="autoZero"/>
        <c:auto val="1"/>
        <c:lblAlgn val="ctr"/>
        <c:lblOffset val="100"/>
        <c:noMultiLvlLbl val="0"/>
      </c:catAx>
      <c:valAx>
        <c:axId val="108949711"/>
        <c:scaling>
          <c:orientation val="minMax"/>
        </c:scaling>
        <c:delete val="0"/>
        <c:axPos val="b"/>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1716576816"/>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hart22.xml><?xml version="1.0" encoding="utf-8"?>
<c:chartSpace xmlns:c="http://schemas.openxmlformats.org/drawingml/2006/chart" xmlns:a="http://schemas.openxmlformats.org/drawingml/2006/main" xmlns:r="http://schemas.openxmlformats.org/officeDocument/2006/relationships">
  <c:date1904 val="0"/>
  <c:chart>
    <c:autoTitleDeleted val="0"/>
    <c:plotArea>
      <c:lineChart>
        <c:grouping val="standard"/>
        <c:varyColors val="0"/>
        <c:ser>
          <c:idx val="0"/>
          <c:order val="0"/>
          <c:tx>
            <c:strRef>
              <c:f>Sheet1!$B$1</c:f>
              <c:strCache>
                <c:ptCount val="1"/>
                <c:pt idx="0">
                  <c:v>Annual Fee (GBP)</c:v>
                </c:pt>
              </c:strCache>
            </c:strRef>
          </c:tx>
          <c:spPr>
            <a:ln>
              <a:solidFill>
                <a:srgbClr val="00357A"/>
              </a:solidFill>
            </a:ln>
          </c:spPr>
          <c:cat>
            <c:strRef>
              <c:f>Sheet1!$A$2:$A$4</c:f>
              <c:strCache>
                <c:ptCount val="3"/>
                <c:pt idx="0">
                  <c:v>2023</c:v>
                </c:pt>
                <c:pt idx="1">
                  <c:v>2024</c:v>
                </c:pt>
                <c:pt idx="2">
                  <c:v>2025</c:v>
                </c:pt>
              </c:strCache>
            </c:strRef>
          </c:cat>
          <c:val>
            <c:numRef>
              <c:f>Sheet1!$B$2:$B$4</c:f>
              <c:numCache>
                <c:formatCode>General</c:formatCode>
                <c:ptCount val="3"/>
                <c:pt idx="0">
                  <c:v>50364</c:v>
                </c:pt>
                <c:pt idx="1">
                  <c:v>52379</c:v>
                </c:pt>
                <c:pt idx="2">
                  <c:v>53950</c:v>
                </c:pt>
              </c:numCache>
            </c:numRef>
          </c:val>
          <c:smooth val="0"/>
        </c:ser>
        <c:marker val="1"/>
        <c:smooth val="0"/>
        <c:axId val="2118791784"/>
        <c:axId val="2140495176"/>
      </c:lineChart>
      <c:catAx>
        <c:axId val="2118791784"/>
        <c:scaling>
          <c:orientation val="minMax"/>
        </c:scaling>
        <c:delete val="0"/>
        <c:axPos val="b"/>
        <c:majorTickMark val="out"/>
        <c:minorTickMark val="none"/>
        <c:tickLblPos val="nextTo"/>
        <c:crossAx val="2140495176"/>
        <c:crosses val="autoZero"/>
        <c:auto val="1"/>
        <c:lblAlgn val="ctr"/>
        <c:lblOffset val="100"/>
        <c:noMultiLvlLbl val="0"/>
      </c:catAx>
      <c:valAx>
        <c:axId val="2140495176"/>
        <c:scaling/>
        <c:delete val="0"/>
        <c:axPos val="l"/>
        <c:majorGridlines/>
        <c:majorTickMark val="out"/>
        <c:minorTickMark val="none"/>
        <c:tickLblPos val="nextTo"/>
        <c:crossAx val="2118791784"/>
        <c:crosses val="autoZero"/>
      </c:valAx>
    </c:plotArea>
    <c:plotVisOnly val="1"/>
    <c:dispBlanksAs val="gap"/>
    <c:showDLblsOverMax val="0"/>
  </c:chart>
  <c:txPr>
    <a:bodyPr/>
    <a:lstStyle/>
    <a:p>
      <a:pPr>
        <a:defRPr sz="1800"/>
      </a:pPr>
      <a:endParaRPr lang="en-US"/>
    </a:p>
  </c:txPr>
  <c:externalData r:id="rId1">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8.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9.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0.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8.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9.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0.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332">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6.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7.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8.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9.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0.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2.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3.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4.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5.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6.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7.xml><?xml version="1.0" encoding="utf-8"?>
<cs:chartStyle xmlns:cs="http://schemas.microsoft.com/office/drawing/2012/chartStyle" xmlns:a="http://schemas.openxmlformats.org/drawingml/2006/main" id="332">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8.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9.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0.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1.xml><?xml version="1.0" encoding="utf-8"?>
<cs:chartStyle xmlns:cs="http://schemas.microsoft.com/office/drawing/2012/chartStyle" xmlns:a="http://schemas.openxmlformats.org/drawingml/2006/main" id="332">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73EF39E-7396-194D-B313-AD1445050E48}" type="datetimeFigureOut">
              <a:rPr lang="en-US" smtClean="0"/>
              <a:t>3/11/24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2649BF9-57E4-F54B-9DD8-4601EF62728E}" type="slidenum">
              <a:rPr lang="en-US" smtClean="0"/>
              <a:t>‹#›</a:t>
            </a:fld>
            <a:endParaRPr lang="en-US"/>
          </a:p>
        </p:txBody>
      </p:sp>
    </p:spTree>
    <p:extLst>
      <p:ext uri="{BB962C8B-B14F-4D97-AF65-F5344CB8AC3E}">
        <p14:creationId xmlns:p14="http://schemas.microsoft.com/office/powerpoint/2010/main" val="233948794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R"/>
          </a:p>
        </p:txBody>
      </p:sp>
      <p:sp>
        <p:nvSpPr>
          <p:cNvPr id="4" name="Slide Number Placeholder 3"/>
          <p:cNvSpPr>
            <a:spLocks noGrp="1"/>
          </p:cNvSpPr>
          <p:nvPr>
            <p:ph type="sldNum" sz="quarter" idx="5"/>
          </p:nvPr>
        </p:nvSpPr>
        <p:spPr/>
        <p:txBody>
          <a:bodyPr/>
          <a:lstStyle/>
          <a:p>
            <a:fld id="{E2649BF9-57E4-F54B-9DD8-4601EF62728E}" type="slidenum">
              <a:rPr lang="en-US" smtClean="0"/>
              <a:t>21</a:t>
            </a:fld>
            <a:endParaRPr lang="en-US"/>
          </a:p>
        </p:txBody>
      </p:sp>
    </p:spTree>
    <p:extLst>
      <p:ext uri="{BB962C8B-B14F-4D97-AF65-F5344CB8AC3E}">
        <p14:creationId xmlns:p14="http://schemas.microsoft.com/office/powerpoint/2010/main" val="383906423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R"/>
          </a:p>
        </p:txBody>
      </p:sp>
      <p:sp>
        <p:nvSpPr>
          <p:cNvPr id="4" name="Slide Number Placeholder 3"/>
          <p:cNvSpPr>
            <a:spLocks noGrp="1"/>
          </p:cNvSpPr>
          <p:nvPr>
            <p:ph type="sldNum" sz="quarter" idx="5"/>
          </p:nvPr>
        </p:nvSpPr>
        <p:spPr/>
        <p:txBody>
          <a:bodyPr/>
          <a:lstStyle/>
          <a:p>
            <a:fld id="{E2649BF9-57E4-F54B-9DD8-4601EF62728E}" type="slidenum">
              <a:rPr lang="en-US" smtClean="0"/>
              <a:t>23</a:t>
            </a:fld>
            <a:endParaRPr lang="en-US"/>
          </a:p>
        </p:txBody>
      </p:sp>
    </p:spTree>
    <p:extLst>
      <p:ext uri="{BB962C8B-B14F-4D97-AF65-F5344CB8AC3E}">
        <p14:creationId xmlns:p14="http://schemas.microsoft.com/office/powerpoint/2010/main" val="158106643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www.moodys.com/" TargetMode="Externa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over 1">
    <p:bg>
      <p:bgPr>
        <a:solidFill>
          <a:schemeClr val="bg2"/>
        </a:solidFill>
        <a:effectLst/>
      </p:bgPr>
    </p:bg>
    <p:spTree>
      <p:nvGrpSpPr>
        <p:cNvPr id="1" name=""/>
        <p:cNvGrpSpPr/>
        <p:nvPr/>
      </p:nvGrpSpPr>
      <p:grpSpPr>
        <a:xfrm>
          <a:off x="0" y="0"/>
          <a:ext cx="0" cy="0"/>
          <a:chOff x="0" y="0"/>
          <a:chExt cx="0" cy="0"/>
        </a:xfrm>
      </p:grpSpPr>
      <p:pic>
        <p:nvPicPr>
          <p:cNvPr id="7" name="Picture 6" descr="A blue and black background&#10;&#10;Description automatically generated">
            <a:extLst>
              <a:ext uri="{FF2B5EF4-FFF2-40B4-BE49-F238E27FC236}">
                <a16:creationId xmlns:a16="http://schemas.microsoft.com/office/drawing/2014/main" id="{78834B98-F94F-BBE0-213C-85AFCDC4764F}"/>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bwMode="hidden">
          <a:xfrm>
            <a:off x="0" y="-1"/>
            <a:ext cx="12192000" cy="6858000"/>
          </a:xfrm>
          <a:prstGeom prst="rect">
            <a:avLst/>
          </a:prstGeom>
        </p:spPr>
      </p:pic>
      <p:sp>
        <p:nvSpPr>
          <p:cNvPr id="2" name="Title 1">
            <a:extLst>
              <a:ext uri="{FF2B5EF4-FFF2-40B4-BE49-F238E27FC236}">
                <a16:creationId xmlns:a16="http://schemas.microsoft.com/office/drawing/2014/main" id="{33F04150-992C-F011-69D3-7F4A3F6FF433}"/>
              </a:ext>
            </a:extLst>
          </p:cNvPr>
          <p:cNvSpPr>
            <a:spLocks noGrp="1"/>
          </p:cNvSpPr>
          <p:nvPr>
            <p:ph type="title"/>
          </p:nvPr>
        </p:nvSpPr>
        <p:spPr>
          <a:xfrm>
            <a:off x="546099" y="3552825"/>
            <a:ext cx="5445125" cy="2179638"/>
          </a:xfrm>
          <a:prstGeom prst="rect">
            <a:avLst/>
          </a:prstGeom>
        </p:spPr>
        <p:txBody>
          <a:bodyPr anchor="b"/>
          <a:lstStyle>
            <a:lvl1pPr>
              <a:defRPr b="0" i="0">
                <a:solidFill>
                  <a:schemeClr val="tx1"/>
                </a:solidFill>
              </a:defRPr>
            </a:lvl1pPr>
          </a:lstStyle>
          <a:p>
            <a:r>
              <a:rPr lang="en-US"/>
              <a:t>Click to edit Master title style</a:t>
            </a:r>
            <a:endParaRPr lang="en-US" dirty="0"/>
          </a:p>
        </p:txBody>
      </p:sp>
      <p:sp>
        <p:nvSpPr>
          <p:cNvPr id="10" name="Freeform 5">
            <a:extLst>
              <a:ext uri="{FF2B5EF4-FFF2-40B4-BE49-F238E27FC236}">
                <a16:creationId xmlns:a16="http://schemas.microsoft.com/office/drawing/2014/main" id="{D38E589A-C29C-8E0A-54D9-0FD61209638A}"/>
              </a:ext>
            </a:extLst>
          </p:cNvPr>
          <p:cNvSpPr/>
          <p:nvPr userDrawn="1"/>
        </p:nvSpPr>
        <p:spPr bwMode="black">
          <a:xfrm>
            <a:off x="539749" y="502825"/>
            <a:ext cx="11098213" cy="1839149"/>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chemeClr val="tx1"/>
          </a:solidFill>
          <a:ln w="0" cap="flat">
            <a:noFill/>
            <a:prstDash val="solid"/>
            <a:miter/>
          </a:ln>
        </p:spPr>
        <p:txBody>
          <a:bodyPr rtlCol="0" anchor="ctr"/>
          <a:lstStyle/>
          <a:p>
            <a:endParaRPr lang="en-US">
              <a:solidFill>
                <a:schemeClr val="tx1"/>
              </a:solidFill>
            </a:endParaRPr>
          </a:p>
        </p:txBody>
      </p:sp>
      <p:sp>
        <p:nvSpPr>
          <p:cNvPr id="12" name="Text Placeholder 11">
            <a:extLst>
              <a:ext uri="{FF2B5EF4-FFF2-40B4-BE49-F238E27FC236}">
                <a16:creationId xmlns:a16="http://schemas.microsoft.com/office/drawing/2014/main" id="{E72AFBB8-BCA9-94F3-D205-3A4D41E4862E}"/>
              </a:ext>
            </a:extLst>
          </p:cNvPr>
          <p:cNvSpPr>
            <a:spLocks noGrp="1"/>
          </p:cNvSpPr>
          <p:nvPr>
            <p:ph type="body" sz="quarter" idx="11" hasCustomPrompt="1"/>
          </p:nvPr>
        </p:nvSpPr>
        <p:spPr>
          <a:xfrm>
            <a:off x="3367089" y="6311900"/>
            <a:ext cx="5445126" cy="269875"/>
          </a:xfrm>
        </p:spPr>
        <p:txBody>
          <a:bodyPr anchor="b">
            <a:normAutofit/>
          </a:bodyPr>
          <a:lstStyle>
            <a:lvl1pPr marL="0" algn="l" defTabSz="914400" rtl="0" eaLnBrk="1" latinLnBrk="0" hangingPunct="1">
              <a:defRPr lang="en-US" sz="1000" b="0" i="0" kern="1200" dirty="0" smtClean="0">
                <a:solidFill>
                  <a:schemeClr val="tx1"/>
                </a:solidFill>
                <a:latin typeface="+mn-lt"/>
                <a:ea typeface="GT America Regular" pitchFamily="2" charset="77"/>
                <a:cs typeface="GT America Regular" pitchFamily="2" charset="77"/>
              </a:defRPr>
            </a:lvl1pPr>
            <a:lvl2pPr>
              <a:defRPr sz="1000"/>
            </a:lvl2pPr>
            <a:lvl3pPr marL="0" indent="0">
              <a:buNone/>
              <a:defRPr sz="1000"/>
            </a:lvl3pPr>
            <a:lvl4pPr marL="0" indent="0">
              <a:defRPr sz="1000"/>
            </a:lvl4pPr>
            <a:lvl5pPr marL="0" indent="0">
              <a:buNone/>
              <a:defRPr sz="1000"/>
            </a:lvl5pPr>
            <a:lvl6pPr marL="0" indent="0">
              <a:defRPr sz="1000"/>
            </a:lvl6pPr>
            <a:lvl7pPr marL="0" indent="0">
              <a:buNone/>
              <a:defRPr sz="1000"/>
            </a:lvl7pPr>
            <a:lvl8pPr marL="0" indent="0">
              <a:defRPr sz="1000"/>
            </a:lvl8pPr>
            <a:lvl9pPr marL="0" indent="0">
              <a:buNone/>
              <a:defRPr sz="1000"/>
            </a:lvl9pPr>
          </a:lstStyle>
          <a:p>
            <a:pPr lvl="0"/>
            <a:r>
              <a:rPr lang="en-US" dirty="0"/>
              <a:t>Title Department</a:t>
            </a:r>
          </a:p>
        </p:txBody>
      </p:sp>
      <p:sp>
        <p:nvSpPr>
          <p:cNvPr id="3" name="Date Placeholder 3">
            <a:extLst>
              <a:ext uri="{FF2B5EF4-FFF2-40B4-BE49-F238E27FC236}">
                <a16:creationId xmlns:a16="http://schemas.microsoft.com/office/drawing/2014/main" id="{7A00869A-4EEC-6377-9755-BE0859C5FBE0}"/>
              </a:ext>
            </a:extLst>
          </p:cNvPr>
          <p:cNvSpPr>
            <a:spLocks noGrp="1"/>
          </p:cNvSpPr>
          <p:nvPr>
            <p:ph type="dt" sz="half" idx="2"/>
          </p:nvPr>
        </p:nvSpPr>
        <p:spPr>
          <a:xfrm>
            <a:off x="9013829" y="6311900"/>
            <a:ext cx="2619375" cy="269875"/>
          </a:xfrm>
          <a:prstGeom prst="rect">
            <a:avLst/>
          </a:prstGeom>
        </p:spPr>
        <p:txBody>
          <a:bodyPr vert="horz" lIns="0" tIns="0" rIns="0" bIns="0" rtlCol="0" anchor="b" anchorCtr="0"/>
          <a:lstStyle>
            <a:lvl1pPr algn="r">
              <a:defRPr sz="1000">
                <a:solidFill>
                  <a:schemeClr val="tx1"/>
                </a:solidFill>
              </a:defRPr>
            </a:lvl1pPr>
            <a:lvl2pPr marL="0" indent="0">
              <a:defRPr sz="1000"/>
            </a:lvl2pPr>
            <a:lvl3pPr>
              <a:defRPr sz="1000"/>
            </a:lvl3pPr>
            <a:lvl4pPr>
              <a:defRPr sz="1000"/>
            </a:lvl4pPr>
            <a:lvl5pPr marL="0" indent="0">
              <a:defRPr sz="1000"/>
            </a:lvl5pPr>
            <a:lvl6pPr marL="0" indent="0">
              <a:defRPr sz="1000"/>
            </a:lvl6pPr>
            <a:lvl7pPr marL="0" indent="0">
              <a:defRPr sz="1000"/>
            </a:lvl7pPr>
            <a:lvl8pPr marL="0" indent="0">
              <a:defRPr sz="1000"/>
            </a:lvl8pPr>
            <a:lvl9pPr marL="0" indent="0">
              <a:defRPr sz="1000"/>
            </a:lvl9pPr>
          </a:lstStyle>
          <a:p>
            <a:endParaRPr lang="en-US" dirty="0"/>
          </a:p>
        </p:txBody>
      </p:sp>
      <p:sp>
        <p:nvSpPr>
          <p:cNvPr id="13" name="Text Placeholder 12">
            <a:extLst>
              <a:ext uri="{FF2B5EF4-FFF2-40B4-BE49-F238E27FC236}">
                <a16:creationId xmlns:a16="http://schemas.microsoft.com/office/drawing/2014/main" id="{C423DB64-C228-437F-B60D-1E1BE27A7AAF}"/>
              </a:ext>
            </a:extLst>
          </p:cNvPr>
          <p:cNvSpPr>
            <a:spLocks noGrp="1"/>
          </p:cNvSpPr>
          <p:nvPr>
            <p:ph type="body" sz="quarter" idx="99" hasCustomPrompt="1"/>
          </p:nvPr>
        </p:nvSpPr>
        <p:spPr>
          <a:xfrm>
            <a:off x="539750" y="6311900"/>
            <a:ext cx="2619375" cy="269875"/>
          </a:xfrm>
        </p:spPr>
        <p:txBody>
          <a:bodyPr anchor="b">
            <a:noAutofit/>
          </a:bodyPr>
          <a:lstStyle>
            <a:lvl1pPr>
              <a:defRPr sz="1000" b="0"/>
            </a:lvl1pPr>
            <a:lvl2pPr>
              <a:defRPr sz="1000"/>
            </a:lvl2pPr>
            <a:lvl3pPr marL="0" indent="0">
              <a:buClrTx/>
              <a:buFont typeface="GT America" charset="0"/>
              <a:buNone/>
              <a:defRPr sz="1000"/>
            </a:lvl3pPr>
            <a:lvl4pPr marL="284163" indent="-284163">
              <a:buClrTx/>
              <a:buFont typeface="GT America" charset="0"/>
              <a:buChar char="→"/>
              <a:defRPr sz="1000"/>
            </a:lvl4pPr>
            <a:lvl5pPr marL="284163" indent="-284163">
              <a:buClrTx/>
              <a:buFont typeface="GT America" charset="0"/>
              <a:buChar char="→"/>
              <a:defRPr sz="1000"/>
            </a:lvl5pPr>
            <a:lvl6pPr marL="284163" indent="-284163">
              <a:buClrTx/>
              <a:buFont typeface="GT America" charset="0"/>
              <a:buChar char="→"/>
              <a:defRPr sz="1000"/>
            </a:lvl6pPr>
            <a:lvl7pPr marL="284163" indent="-284163">
              <a:buClrTx/>
              <a:buFont typeface="GT America" charset="0"/>
              <a:buChar char="→"/>
              <a:defRPr sz="1000"/>
            </a:lvl7pPr>
            <a:lvl8pPr marL="284163" indent="-284163">
              <a:buClrTx/>
              <a:buFont typeface="GT America" charset="0"/>
              <a:buChar char="→"/>
              <a:defRPr sz="1000"/>
            </a:lvl8pPr>
            <a:lvl9pPr marL="284163" indent="-284163">
              <a:buClrTx/>
              <a:buFont typeface="GT America" charset="0"/>
              <a:buChar char="→"/>
              <a:defRPr sz="1000"/>
            </a:lvl9pPr>
          </a:lstStyle>
          <a:p>
            <a:pPr lvl="0"/>
            <a:r>
              <a:rPr lang="en-US" dirty="0"/>
              <a:t>Single presenter</a:t>
            </a:r>
          </a:p>
        </p:txBody>
      </p:sp>
      <p:sp>
        <p:nvSpPr>
          <p:cNvPr id="16" name="Text Placeholder 15">
            <a:extLst>
              <a:ext uri="{FF2B5EF4-FFF2-40B4-BE49-F238E27FC236}">
                <a16:creationId xmlns:a16="http://schemas.microsoft.com/office/drawing/2014/main" id="{98C70801-2682-CDF2-4AEE-21379A10EAB6}"/>
              </a:ext>
            </a:extLst>
          </p:cNvPr>
          <p:cNvSpPr>
            <a:spLocks noGrp="1"/>
          </p:cNvSpPr>
          <p:nvPr>
            <p:ph type="body" sz="quarter" idx="100" hasCustomPrompt="1"/>
          </p:nvPr>
        </p:nvSpPr>
        <p:spPr>
          <a:xfrm>
            <a:off x="546099" y="3014450"/>
            <a:ext cx="2615184" cy="281478"/>
          </a:xfrm>
        </p:spPr>
        <p:txBody>
          <a:bodyPr>
            <a:noAutofit/>
          </a:bodyPr>
          <a:lstStyle>
            <a:lvl1pPr>
              <a:defRPr sz="1000"/>
            </a:lvl1pPr>
            <a:lvl2pPr marL="285750" indent="-285750">
              <a:buClrTx/>
              <a:buFont typeface="GT America" charset="0"/>
              <a:buChar char="→"/>
              <a:defRPr sz="1000"/>
            </a:lvl2pPr>
            <a:lvl3pPr marL="0" indent="0">
              <a:buClrTx/>
              <a:buFont typeface="GT America" charset="0"/>
              <a:buNone/>
              <a:defRPr sz="1000"/>
            </a:lvl3pPr>
            <a:lvl4pPr marL="284163" indent="-284163">
              <a:buClrTx/>
              <a:buFont typeface="GT America" charset="0"/>
              <a:buChar char="→"/>
              <a:defRPr sz="1000"/>
            </a:lvl4pPr>
            <a:lvl5pPr marL="284163" indent="-284163">
              <a:buClrTx/>
              <a:buFont typeface="GT America" charset="0"/>
              <a:buChar char="→"/>
              <a:defRPr sz="1000"/>
            </a:lvl5pPr>
            <a:lvl6pPr marL="284163" indent="-284163">
              <a:buClrTx/>
              <a:buFont typeface="GT America" charset="0"/>
              <a:buChar char="→"/>
              <a:defRPr sz="1000"/>
            </a:lvl6pPr>
            <a:lvl7pPr marL="284163" indent="-284163">
              <a:buClrTx/>
              <a:buFont typeface="GT America" charset="0"/>
              <a:buChar char="→"/>
              <a:defRPr sz="1000"/>
            </a:lvl7pPr>
            <a:lvl8pPr marL="284163" indent="-284163">
              <a:buClrTx/>
              <a:buFont typeface="GT America" charset="0"/>
              <a:buChar char="→"/>
              <a:defRPr sz="1000"/>
            </a:lvl8pPr>
            <a:lvl9pPr marL="284163" indent="-284163">
              <a:buClrTx/>
              <a:buFont typeface="GT America" charset="0"/>
              <a:buChar char="→"/>
              <a:defRPr sz="1000"/>
            </a:lvl9pPr>
          </a:lstStyle>
          <a:p>
            <a:pPr lvl="0"/>
            <a:r>
              <a:rPr lang="en-US" dirty="0"/>
              <a:t>Multiple presenter 1</a:t>
            </a:r>
          </a:p>
        </p:txBody>
      </p:sp>
      <p:sp>
        <p:nvSpPr>
          <p:cNvPr id="18" name="Text Placeholder 17">
            <a:extLst>
              <a:ext uri="{FF2B5EF4-FFF2-40B4-BE49-F238E27FC236}">
                <a16:creationId xmlns:a16="http://schemas.microsoft.com/office/drawing/2014/main" id="{94B37353-6985-FCA6-CD38-4B2A083EC280}"/>
              </a:ext>
            </a:extLst>
          </p:cNvPr>
          <p:cNvSpPr>
            <a:spLocks noGrp="1"/>
          </p:cNvSpPr>
          <p:nvPr>
            <p:ph type="body" sz="quarter" idx="101" hasCustomPrompt="1"/>
          </p:nvPr>
        </p:nvSpPr>
        <p:spPr>
          <a:xfrm>
            <a:off x="3386138" y="3009900"/>
            <a:ext cx="2615184" cy="286028"/>
          </a:xfrm>
        </p:spPr>
        <p:txBody>
          <a:bodyPr>
            <a:noAutofit/>
          </a:bodyPr>
          <a:lstStyle>
            <a:lvl1pPr>
              <a:defRPr sz="1000"/>
            </a:lvl1pPr>
            <a:lvl2pPr marL="284163" indent="-284163">
              <a:buClrTx/>
              <a:buFont typeface="GT America" charset="0"/>
              <a:buChar char="→"/>
              <a:defRPr sz="1000"/>
            </a:lvl2pPr>
            <a:lvl3pPr marL="0" indent="0">
              <a:buClrTx/>
              <a:buFont typeface="GT America" charset="0"/>
              <a:buNone/>
              <a:defRPr sz="1000"/>
            </a:lvl3pPr>
            <a:lvl4pPr marL="284163" indent="-284163">
              <a:buClrTx/>
              <a:buFont typeface="GT America" charset="0"/>
              <a:buChar char="→"/>
              <a:defRPr sz="1000"/>
            </a:lvl4pPr>
            <a:lvl5pPr marL="284163" indent="-284163">
              <a:buClrTx/>
              <a:buFont typeface="GT America" charset="0"/>
              <a:buChar char="→"/>
              <a:defRPr sz="1000"/>
            </a:lvl5pPr>
            <a:lvl6pPr marL="284163" indent="-284163">
              <a:buClrTx/>
              <a:buFont typeface="GT America" charset="0"/>
              <a:buChar char="→"/>
              <a:defRPr sz="1000"/>
            </a:lvl6pPr>
            <a:lvl7pPr marL="284163" indent="-284163">
              <a:buClrTx/>
              <a:buFont typeface="GT America" charset="0"/>
              <a:buChar char="→"/>
              <a:defRPr sz="1000"/>
            </a:lvl7pPr>
            <a:lvl8pPr marL="284163" indent="-284163">
              <a:buClrTx/>
              <a:buFont typeface="GT America" charset="0"/>
              <a:buChar char="→"/>
              <a:defRPr sz="1000"/>
            </a:lvl8pPr>
            <a:lvl9pPr marL="284163" indent="-284163">
              <a:buClrTx/>
              <a:buFont typeface="GT America" charset="0"/>
              <a:buChar char="→"/>
              <a:defRPr sz="1000"/>
            </a:lvl9pPr>
          </a:lstStyle>
          <a:p>
            <a:pPr lvl="0"/>
            <a:r>
              <a:rPr lang="en-US" dirty="0"/>
              <a:t>Multiple presenter 2</a:t>
            </a:r>
          </a:p>
        </p:txBody>
      </p:sp>
      <p:sp>
        <p:nvSpPr>
          <p:cNvPr id="20" name="Text Placeholder 19">
            <a:extLst>
              <a:ext uri="{FF2B5EF4-FFF2-40B4-BE49-F238E27FC236}">
                <a16:creationId xmlns:a16="http://schemas.microsoft.com/office/drawing/2014/main" id="{6BA32A09-37DC-FCBC-7D07-E937258863A2}"/>
              </a:ext>
            </a:extLst>
          </p:cNvPr>
          <p:cNvSpPr>
            <a:spLocks noGrp="1"/>
          </p:cNvSpPr>
          <p:nvPr>
            <p:ph type="body" sz="quarter" idx="102" hasCustomPrompt="1"/>
          </p:nvPr>
        </p:nvSpPr>
        <p:spPr>
          <a:xfrm>
            <a:off x="6194425" y="3009900"/>
            <a:ext cx="2615184" cy="286028"/>
          </a:xfrm>
        </p:spPr>
        <p:txBody>
          <a:bodyPr>
            <a:normAutofit/>
          </a:bodyPr>
          <a:lstStyle>
            <a:lvl1pPr>
              <a:defRPr sz="1000"/>
            </a:lvl1pPr>
            <a:lvl2pPr marL="284163" indent="-284163">
              <a:defRPr sz="1000"/>
            </a:lvl2pPr>
            <a:lvl3pPr marL="0" indent="0">
              <a:buClrTx/>
              <a:buFont typeface="GT America" charset="0"/>
              <a:buNone/>
              <a:defRPr sz="1000"/>
            </a:lvl3pPr>
            <a:lvl4pPr marL="284163" indent="-284163">
              <a:buClrTx/>
              <a:buFont typeface="GT America" charset="0"/>
              <a:buChar char="→"/>
              <a:defRPr sz="1000"/>
            </a:lvl4pPr>
            <a:lvl5pPr marL="284163" indent="-284163">
              <a:buClrTx/>
              <a:buFont typeface="GT America" charset="0"/>
              <a:buChar char="→"/>
              <a:defRPr sz="1000"/>
            </a:lvl5pPr>
            <a:lvl6pPr marL="284163" indent="-284163">
              <a:buClrTx/>
              <a:buFont typeface="GT America" charset="0"/>
              <a:buChar char="→"/>
              <a:defRPr sz="1000"/>
            </a:lvl6pPr>
            <a:lvl7pPr marL="284163" indent="-284163">
              <a:buClrTx/>
              <a:buFont typeface="GT America" charset="0"/>
              <a:buChar char="→"/>
              <a:defRPr sz="1000"/>
            </a:lvl7pPr>
            <a:lvl8pPr marL="284163" indent="-284163">
              <a:buClrTx/>
              <a:buFont typeface="GT America" charset="0"/>
              <a:buChar char="→"/>
              <a:defRPr sz="1000"/>
            </a:lvl8pPr>
            <a:lvl9pPr marL="284163" indent="-284163">
              <a:buClrTx/>
              <a:buFont typeface="GT America" charset="0"/>
              <a:buChar char="→"/>
              <a:defRPr sz="1000"/>
            </a:lvl9pPr>
          </a:lstStyle>
          <a:p>
            <a:pPr lvl="0"/>
            <a:r>
              <a:rPr lang="en-US" dirty="0"/>
              <a:t>Multiple presenter 3</a:t>
            </a:r>
          </a:p>
        </p:txBody>
      </p:sp>
    </p:spTree>
    <p:extLst>
      <p:ext uri="{BB962C8B-B14F-4D97-AF65-F5344CB8AC3E}">
        <p14:creationId xmlns:p14="http://schemas.microsoft.com/office/powerpoint/2010/main" val="1686483626"/>
      </p:ext>
    </p:extLst>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over 2">
    <p:bg>
      <p:bgPr>
        <a:solidFill>
          <a:schemeClr val="bg2"/>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78834B98-F94F-BBE0-213C-85AFCDC4764F}"/>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t="8922" b="11853"/>
          <a:stretch/>
        </p:blipFill>
        <p:spPr bwMode="hidden">
          <a:xfrm>
            <a:off x="0" y="0"/>
            <a:ext cx="12188952" cy="6858000"/>
          </a:xfrm>
          <a:prstGeom prst="rect">
            <a:avLst/>
          </a:prstGeom>
        </p:spPr>
      </p:pic>
      <p:sp>
        <p:nvSpPr>
          <p:cNvPr id="2" name="Title 1">
            <a:extLst>
              <a:ext uri="{FF2B5EF4-FFF2-40B4-BE49-F238E27FC236}">
                <a16:creationId xmlns:a16="http://schemas.microsoft.com/office/drawing/2014/main" id="{33F04150-992C-F011-69D3-7F4A3F6FF433}"/>
              </a:ext>
            </a:extLst>
          </p:cNvPr>
          <p:cNvSpPr>
            <a:spLocks noGrp="1"/>
          </p:cNvSpPr>
          <p:nvPr>
            <p:ph type="title"/>
          </p:nvPr>
        </p:nvSpPr>
        <p:spPr>
          <a:xfrm>
            <a:off x="539751" y="3552825"/>
            <a:ext cx="5441950" cy="2179638"/>
          </a:xfrm>
          <a:prstGeom prst="rect">
            <a:avLst/>
          </a:prstGeom>
        </p:spPr>
        <p:txBody>
          <a:bodyPr anchor="b"/>
          <a:lstStyle>
            <a:lvl1pPr>
              <a:defRPr>
                <a:solidFill>
                  <a:schemeClr val="tx1"/>
                </a:solidFill>
              </a:defRPr>
            </a:lvl1pPr>
          </a:lstStyle>
          <a:p>
            <a:r>
              <a:rPr lang="en-US"/>
              <a:t>Click to edit Master title style</a:t>
            </a:r>
            <a:endParaRPr lang="en-US" dirty="0"/>
          </a:p>
        </p:txBody>
      </p:sp>
      <p:sp>
        <p:nvSpPr>
          <p:cNvPr id="10" name="Freeform 5">
            <a:extLst>
              <a:ext uri="{FF2B5EF4-FFF2-40B4-BE49-F238E27FC236}">
                <a16:creationId xmlns:a16="http://schemas.microsoft.com/office/drawing/2014/main" id="{D38E589A-C29C-8E0A-54D9-0FD61209638A}"/>
              </a:ext>
            </a:extLst>
          </p:cNvPr>
          <p:cNvSpPr/>
          <p:nvPr userDrawn="1"/>
        </p:nvSpPr>
        <p:spPr bwMode="black">
          <a:xfrm>
            <a:off x="539749" y="502825"/>
            <a:ext cx="11098213" cy="1839149"/>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chemeClr val="tx1"/>
          </a:solidFill>
          <a:ln w="0" cap="flat">
            <a:noFill/>
            <a:prstDash val="solid"/>
            <a:miter/>
          </a:ln>
        </p:spPr>
        <p:txBody>
          <a:bodyPr rtlCol="0" anchor="ctr"/>
          <a:lstStyle/>
          <a:p>
            <a:endParaRPr lang="en-US">
              <a:solidFill>
                <a:schemeClr val="tx1"/>
              </a:solidFill>
            </a:endParaRPr>
          </a:p>
        </p:txBody>
      </p:sp>
      <p:sp>
        <p:nvSpPr>
          <p:cNvPr id="4" name="Text Placeholder 11">
            <a:extLst>
              <a:ext uri="{FF2B5EF4-FFF2-40B4-BE49-F238E27FC236}">
                <a16:creationId xmlns:a16="http://schemas.microsoft.com/office/drawing/2014/main" id="{15C7BCFF-949E-6B1A-9E84-4E640E43A099}"/>
              </a:ext>
            </a:extLst>
          </p:cNvPr>
          <p:cNvSpPr>
            <a:spLocks noGrp="1"/>
          </p:cNvSpPr>
          <p:nvPr>
            <p:ph type="body" sz="quarter" idx="11" hasCustomPrompt="1"/>
          </p:nvPr>
        </p:nvSpPr>
        <p:spPr>
          <a:xfrm>
            <a:off x="3367089" y="6311900"/>
            <a:ext cx="5445126" cy="269875"/>
          </a:xfrm>
        </p:spPr>
        <p:txBody>
          <a:bodyPr anchor="b">
            <a:normAutofit/>
          </a:bodyPr>
          <a:lstStyle>
            <a:lvl1pPr marL="0" algn="l" defTabSz="914400" rtl="0" eaLnBrk="1" latinLnBrk="0" hangingPunct="1">
              <a:defRPr lang="en-US" sz="1000" b="0" i="0" kern="1200" dirty="0" smtClean="0">
                <a:solidFill>
                  <a:schemeClr val="tx1"/>
                </a:solidFill>
                <a:latin typeface="+mn-lt"/>
                <a:ea typeface="GT America Regular" pitchFamily="2" charset="77"/>
                <a:cs typeface="GT America Regular" pitchFamily="2" charset="77"/>
              </a:defRPr>
            </a:lvl1pPr>
            <a:lvl2pPr>
              <a:defRPr sz="1000"/>
            </a:lvl2pPr>
            <a:lvl3pPr marL="0" indent="0">
              <a:buNone/>
              <a:defRPr sz="1000"/>
            </a:lvl3pPr>
            <a:lvl4pPr marL="0" indent="0">
              <a:defRPr sz="1000"/>
            </a:lvl4pPr>
            <a:lvl5pPr marL="0" indent="0">
              <a:buNone/>
              <a:defRPr sz="1000"/>
            </a:lvl5pPr>
            <a:lvl6pPr marL="0" indent="0">
              <a:defRPr sz="1000"/>
            </a:lvl6pPr>
            <a:lvl7pPr marL="0" indent="0">
              <a:buNone/>
              <a:defRPr sz="1000"/>
            </a:lvl7pPr>
            <a:lvl8pPr marL="0" indent="0">
              <a:defRPr sz="1000"/>
            </a:lvl8pPr>
            <a:lvl9pPr marL="0" indent="0">
              <a:buNone/>
              <a:defRPr sz="1000"/>
            </a:lvl9pPr>
          </a:lstStyle>
          <a:p>
            <a:pPr lvl="0"/>
            <a:r>
              <a:rPr lang="en-US" dirty="0"/>
              <a:t>Title Department</a:t>
            </a:r>
          </a:p>
        </p:txBody>
      </p:sp>
      <p:sp>
        <p:nvSpPr>
          <p:cNvPr id="3" name="Date Placeholder 3">
            <a:extLst>
              <a:ext uri="{FF2B5EF4-FFF2-40B4-BE49-F238E27FC236}">
                <a16:creationId xmlns:a16="http://schemas.microsoft.com/office/drawing/2014/main" id="{8535D649-E56D-F236-C1A7-0EB194B6CA32}"/>
              </a:ext>
            </a:extLst>
          </p:cNvPr>
          <p:cNvSpPr>
            <a:spLocks noGrp="1"/>
          </p:cNvSpPr>
          <p:nvPr>
            <p:ph type="dt" sz="half" idx="2"/>
          </p:nvPr>
        </p:nvSpPr>
        <p:spPr>
          <a:xfrm>
            <a:off x="9013829" y="6311900"/>
            <a:ext cx="2619375" cy="269875"/>
          </a:xfrm>
          <a:prstGeom prst="rect">
            <a:avLst/>
          </a:prstGeom>
        </p:spPr>
        <p:txBody>
          <a:bodyPr vert="horz" lIns="0" tIns="0" rIns="0" bIns="0" rtlCol="0" anchor="b" anchorCtr="0"/>
          <a:lstStyle>
            <a:lvl1pPr algn="r">
              <a:defRPr sz="1000">
                <a:solidFill>
                  <a:schemeClr val="tx1"/>
                </a:solidFill>
              </a:defRPr>
            </a:lvl1pPr>
            <a:lvl2pPr marL="0" indent="0">
              <a:defRPr sz="1000"/>
            </a:lvl2pPr>
            <a:lvl3pPr>
              <a:defRPr sz="1000"/>
            </a:lvl3pPr>
            <a:lvl4pPr>
              <a:defRPr sz="1000"/>
            </a:lvl4pPr>
            <a:lvl5pPr marL="0" indent="0">
              <a:defRPr sz="1000"/>
            </a:lvl5pPr>
            <a:lvl6pPr marL="0" indent="0">
              <a:defRPr sz="1000"/>
            </a:lvl6pPr>
            <a:lvl7pPr marL="0" indent="0">
              <a:defRPr sz="1000"/>
            </a:lvl7pPr>
            <a:lvl8pPr marL="0" indent="0">
              <a:defRPr sz="1000"/>
            </a:lvl8pPr>
            <a:lvl9pPr marL="0" indent="0">
              <a:defRPr sz="1000"/>
            </a:lvl9pPr>
          </a:lstStyle>
          <a:p>
            <a:endParaRPr lang="en-US" dirty="0"/>
          </a:p>
        </p:txBody>
      </p:sp>
      <p:sp>
        <p:nvSpPr>
          <p:cNvPr id="11" name="Text Placeholder 12">
            <a:extLst>
              <a:ext uri="{FF2B5EF4-FFF2-40B4-BE49-F238E27FC236}">
                <a16:creationId xmlns:a16="http://schemas.microsoft.com/office/drawing/2014/main" id="{47CB2CEE-A03C-EC89-5AB0-73F5282BA36C}"/>
              </a:ext>
            </a:extLst>
          </p:cNvPr>
          <p:cNvSpPr>
            <a:spLocks noGrp="1"/>
          </p:cNvSpPr>
          <p:nvPr>
            <p:ph type="body" sz="quarter" idx="99" hasCustomPrompt="1"/>
          </p:nvPr>
        </p:nvSpPr>
        <p:spPr>
          <a:xfrm>
            <a:off x="539750" y="6311900"/>
            <a:ext cx="2619375" cy="269875"/>
          </a:xfrm>
        </p:spPr>
        <p:txBody>
          <a:bodyPr anchor="b">
            <a:noAutofit/>
          </a:bodyPr>
          <a:lstStyle>
            <a:lvl1pPr>
              <a:defRPr sz="1000" b="0"/>
            </a:lvl1pPr>
            <a:lvl2pPr>
              <a:defRPr sz="1000"/>
            </a:lvl2pPr>
            <a:lvl3pPr marL="0" indent="0">
              <a:buClrTx/>
              <a:buFont typeface="GT America" charset="0"/>
              <a:buNone/>
              <a:defRPr sz="1000"/>
            </a:lvl3pPr>
            <a:lvl4pPr marL="284163" indent="-284163">
              <a:buClrTx/>
              <a:buFont typeface="GT America" charset="0"/>
              <a:buChar char="→"/>
              <a:defRPr sz="1000"/>
            </a:lvl4pPr>
            <a:lvl5pPr marL="284163" indent="-284163">
              <a:buClrTx/>
              <a:buFont typeface="GT America" charset="0"/>
              <a:buChar char="→"/>
              <a:defRPr sz="1000"/>
            </a:lvl5pPr>
            <a:lvl6pPr marL="284163" indent="-284163">
              <a:buClrTx/>
              <a:buFont typeface="GT America" charset="0"/>
              <a:buChar char="→"/>
              <a:defRPr sz="1000"/>
            </a:lvl6pPr>
            <a:lvl7pPr marL="284163" indent="-284163">
              <a:buClrTx/>
              <a:buFont typeface="GT America" charset="0"/>
              <a:buChar char="→"/>
              <a:defRPr sz="1000"/>
            </a:lvl7pPr>
            <a:lvl8pPr marL="284163" indent="-284163">
              <a:buClrTx/>
              <a:buFont typeface="GT America" charset="0"/>
              <a:buChar char="→"/>
              <a:defRPr sz="1000"/>
            </a:lvl8pPr>
            <a:lvl9pPr marL="284163" indent="-284163">
              <a:buClrTx/>
              <a:buFont typeface="GT America" charset="0"/>
              <a:buChar char="→"/>
              <a:defRPr sz="1000"/>
            </a:lvl9pPr>
          </a:lstStyle>
          <a:p>
            <a:pPr lvl="0"/>
            <a:r>
              <a:rPr lang="en-US" dirty="0"/>
              <a:t>Single presenter</a:t>
            </a:r>
          </a:p>
        </p:txBody>
      </p:sp>
      <p:sp>
        <p:nvSpPr>
          <p:cNvPr id="12" name="Text Placeholder 15">
            <a:extLst>
              <a:ext uri="{FF2B5EF4-FFF2-40B4-BE49-F238E27FC236}">
                <a16:creationId xmlns:a16="http://schemas.microsoft.com/office/drawing/2014/main" id="{0376D71A-71A9-510A-D341-C8B568EA210C}"/>
              </a:ext>
            </a:extLst>
          </p:cNvPr>
          <p:cNvSpPr>
            <a:spLocks noGrp="1"/>
          </p:cNvSpPr>
          <p:nvPr>
            <p:ph type="body" sz="quarter" idx="100" hasCustomPrompt="1"/>
          </p:nvPr>
        </p:nvSpPr>
        <p:spPr>
          <a:xfrm>
            <a:off x="546099" y="3014450"/>
            <a:ext cx="2615184" cy="281478"/>
          </a:xfrm>
        </p:spPr>
        <p:txBody>
          <a:bodyPr>
            <a:noAutofit/>
          </a:bodyPr>
          <a:lstStyle>
            <a:lvl1pPr>
              <a:defRPr sz="1000"/>
            </a:lvl1pPr>
            <a:lvl2pPr marL="285750" indent="-285750">
              <a:buClrTx/>
              <a:buFont typeface="GT America" charset="0"/>
              <a:buChar char="→"/>
              <a:defRPr sz="1000"/>
            </a:lvl2pPr>
            <a:lvl3pPr marL="0" indent="0">
              <a:buClrTx/>
              <a:buFont typeface="GT America" charset="0"/>
              <a:buNone/>
              <a:defRPr sz="1000"/>
            </a:lvl3pPr>
            <a:lvl4pPr marL="284163" indent="-284163">
              <a:buClrTx/>
              <a:buFont typeface="GT America" charset="0"/>
              <a:buChar char="→"/>
              <a:defRPr sz="1000"/>
            </a:lvl4pPr>
            <a:lvl5pPr marL="284163" indent="-284163">
              <a:buClrTx/>
              <a:buFont typeface="GT America" charset="0"/>
              <a:buChar char="→"/>
              <a:defRPr sz="1000"/>
            </a:lvl5pPr>
            <a:lvl6pPr marL="284163" indent="-284163">
              <a:buClrTx/>
              <a:buFont typeface="GT America" charset="0"/>
              <a:buChar char="→"/>
              <a:defRPr sz="1000"/>
            </a:lvl6pPr>
            <a:lvl7pPr marL="284163" indent="-284163">
              <a:buClrTx/>
              <a:buFont typeface="GT America" charset="0"/>
              <a:buChar char="→"/>
              <a:defRPr sz="1000"/>
            </a:lvl7pPr>
            <a:lvl8pPr marL="284163" indent="-284163">
              <a:buClrTx/>
              <a:buFont typeface="GT America" charset="0"/>
              <a:buChar char="→"/>
              <a:defRPr sz="1000"/>
            </a:lvl8pPr>
            <a:lvl9pPr marL="284163" indent="-284163">
              <a:buClrTx/>
              <a:buFont typeface="GT America" charset="0"/>
              <a:buChar char="→"/>
              <a:defRPr sz="1000"/>
            </a:lvl9pPr>
          </a:lstStyle>
          <a:p>
            <a:pPr lvl="0"/>
            <a:r>
              <a:rPr lang="en-US" dirty="0"/>
              <a:t>Multiple presenter 1</a:t>
            </a:r>
          </a:p>
        </p:txBody>
      </p:sp>
      <p:sp>
        <p:nvSpPr>
          <p:cNvPr id="13" name="Text Placeholder 17">
            <a:extLst>
              <a:ext uri="{FF2B5EF4-FFF2-40B4-BE49-F238E27FC236}">
                <a16:creationId xmlns:a16="http://schemas.microsoft.com/office/drawing/2014/main" id="{1C83BB37-A25F-C543-4845-494814497A5A}"/>
              </a:ext>
            </a:extLst>
          </p:cNvPr>
          <p:cNvSpPr>
            <a:spLocks noGrp="1"/>
          </p:cNvSpPr>
          <p:nvPr>
            <p:ph type="body" sz="quarter" idx="101" hasCustomPrompt="1"/>
          </p:nvPr>
        </p:nvSpPr>
        <p:spPr>
          <a:xfrm>
            <a:off x="3386138" y="3009900"/>
            <a:ext cx="2615184" cy="286028"/>
          </a:xfrm>
        </p:spPr>
        <p:txBody>
          <a:bodyPr>
            <a:noAutofit/>
          </a:bodyPr>
          <a:lstStyle>
            <a:lvl1pPr>
              <a:defRPr sz="1000"/>
            </a:lvl1pPr>
            <a:lvl2pPr marL="284163" indent="-284163">
              <a:buClrTx/>
              <a:buFont typeface="GT America" charset="0"/>
              <a:buChar char="→"/>
              <a:defRPr sz="1000"/>
            </a:lvl2pPr>
            <a:lvl3pPr marL="0" indent="0">
              <a:buClrTx/>
              <a:buFont typeface="GT America" charset="0"/>
              <a:buNone/>
              <a:defRPr sz="1000"/>
            </a:lvl3pPr>
            <a:lvl4pPr marL="284163" indent="-284163">
              <a:buClrTx/>
              <a:buFont typeface="GT America" charset="0"/>
              <a:buChar char="→"/>
              <a:defRPr sz="1000"/>
            </a:lvl4pPr>
            <a:lvl5pPr marL="284163" indent="-284163">
              <a:buClrTx/>
              <a:buFont typeface="GT America" charset="0"/>
              <a:buChar char="→"/>
              <a:defRPr sz="1000"/>
            </a:lvl5pPr>
            <a:lvl6pPr marL="284163" indent="-284163">
              <a:buClrTx/>
              <a:buFont typeface="GT America" charset="0"/>
              <a:buChar char="→"/>
              <a:defRPr sz="1000"/>
            </a:lvl6pPr>
            <a:lvl7pPr marL="284163" indent="-284163">
              <a:buClrTx/>
              <a:buFont typeface="GT America" charset="0"/>
              <a:buChar char="→"/>
              <a:defRPr sz="1000"/>
            </a:lvl7pPr>
            <a:lvl8pPr marL="284163" indent="-284163">
              <a:buClrTx/>
              <a:buFont typeface="GT America" charset="0"/>
              <a:buChar char="→"/>
              <a:defRPr sz="1000"/>
            </a:lvl8pPr>
            <a:lvl9pPr marL="284163" indent="-284163">
              <a:buClrTx/>
              <a:buFont typeface="GT America" charset="0"/>
              <a:buChar char="→"/>
              <a:defRPr sz="1000"/>
            </a:lvl9pPr>
          </a:lstStyle>
          <a:p>
            <a:pPr lvl="0"/>
            <a:r>
              <a:rPr lang="en-US" dirty="0"/>
              <a:t>Multiple presenter 2</a:t>
            </a:r>
          </a:p>
        </p:txBody>
      </p:sp>
      <p:sp>
        <p:nvSpPr>
          <p:cNvPr id="14" name="Text Placeholder 19">
            <a:extLst>
              <a:ext uri="{FF2B5EF4-FFF2-40B4-BE49-F238E27FC236}">
                <a16:creationId xmlns:a16="http://schemas.microsoft.com/office/drawing/2014/main" id="{52E7508F-569C-0E55-9BA1-A12C84FB7A5D}"/>
              </a:ext>
            </a:extLst>
          </p:cNvPr>
          <p:cNvSpPr>
            <a:spLocks noGrp="1"/>
          </p:cNvSpPr>
          <p:nvPr>
            <p:ph type="body" sz="quarter" idx="102" hasCustomPrompt="1"/>
          </p:nvPr>
        </p:nvSpPr>
        <p:spPr>
          <a:xfrm>
            <a:off x="6194425" y="3009900"/>
            <a:ext cx="2615184" cy="286028"/>
          </a:xfrm>
        </p:spPr>
        <p:txBody>
          <a:bodyPr>
            <a:normAutofit/>
          </a:bodyPr>
          <a:lstStyle>
            <a:lvl1pPr>
              <a:defRPr sz="1000"/>
            </a:lvl1pPr>
            <a:lvl2pPr marL="284163" indent="-284163">
              <a:defRPr sz="1000"/>
            </a:lvl2pPr>
            <a:lvl3pPr marL="0" indent="0">
              <a:buClrTx/>
              <a:buFont typeface="GT America" charset="0"/>
              <a:buNone/>
              <a:defRPr sz="1000"/>
            </a:lvl3pPr>
            <a:lvl4pPr marL="284163" indent="-284163">
              <a:buClrTx/>
              <a:buFont typeface="GT America" charset="0"/>
              <a:buChar char="→"/>
              <a:defRPr sz="1000"/>
            </a:lvl4pPr>
            <a:lvl5pPr marL="284163" indent="-284163">
              <a:buClrTx/>
              <a:buFont typeface="GT America" charset="0"/>
              <a:buChar char="→"/>
              <a:defRPr sz="1000"/>
            </a:lvl5pPr>
            <a:lvl6pPr marL="284163" indent="-284163">
              <a:buClrTx/>
              <a:buFont typeface="GT America" charset="0"/>
              <a:buChar char="→"/>
              <a:defRPr sz="1000"/>
            </a:lvl6pPr>
            <a:lvl7pPr marL="284163" indent="-284163">
              <a:buClrTx/>
              <a:buFont typeface="GT America" charset="0"/>
              <a:buChar char="→"/>
              <a:defRPr sz="1000"/>
            </a:lvl7pPr>
            <a:lvl8pPr marL="284163" indent="-284163">
              <a:buClrTx/>
              <a:buFont typeface="GT America" charset="0"/>
              <a:buChar char="→"/>
              <a:defRPr sz="1000"/>
            </a:lvl8pPr>
            <a:lvl9pPr marL="284163" indent="-284163">
              <a:buClrTx/>
              <a:buFont typeface="GT America" charset="0"/>
              <a:buChar char="→"/>
              <a:defRPr sz="1000"/>
            </a:lvl9pPr>
          </a:lstStyle>
          <a:p>
            <a:pPr lvl="0"/>
            <a:r>
              <a:rPr lang="en-US" dirty="0"/>
              <a:t>Multiple presenter 3</a:t>
            </a:r>
          </a:p>
        </p:txBody>
      </p:sp>
    </p:spTree>
    <p:extLst>
      <p:ext uri="{BB962C8B-B14F-4D97-AF65-F5344CB8AC3E}">
        <p14:creationId xmlns:p14="http://schemas.microsoft.com/office/powerpoint/2010/main" val="2156966986"/>
      </p:ext>
    </p:extLst>
  </p:cSld>
  <p:clrMapOvr>
    <a:overrideClrMapping bg1="dk1" tx1="lt1" bg2="dk2" tx2="lt2" accent1="accent1" accent2="accent2" accent3="accent3" accent4="accent4" accent5="accent5" accent6="accent6" hlink="hlink" folHlink="folHlink"/>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Cover 3">
    <p:bg>
      <p:bgPr>
        <a:solidFill>
          <a:schemeClr val="bg2"/>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78834B98-F94F-BBE0-213C-85AFCDC4764F}"/>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t="8922" b="11853"/>
          <a:stretch/>
        </p:blipFill>
        <p:spPr bwMode="hidden">
          <a:xfrm>
            <a:off x="-5621" y="0"/>
            <a:ext cx="12188952" cy="6858000"/>
          </a:xfrm>
          <a:prstGeom prst="rect">
            <a:avLst/>
          </a:prstGeom>
        </p:spPr>
      </p:pic>
      <p:sp>
        <p:nvSpPr>
          <p:cNvPr id="2" name="Title 1">
            <a:extLst>
              <a:ext uri="{FF2B5EF4-FFF2-40B4-BE49-F238E27FC236}">
                <a16:creationId xmlns:a16="http://schemas.microsoft.com/office/drawing/2014/main" id="{33F04150-992C-F011-69D3-7F4A3F6FF433}"/>
              </a:ext>
            </a:extLst>
          </p:cNvPr>
          <p:cNvSpPr>
            <a:spLocks noGrp="1"/>
          </p:cNvSpPr>
          <p:nvPr>
            <p:ph type="title"/>
          </p:nvPr>
        </p:nvSpPr>
        <p:spPr>
          <a:xfrm>
            <a:off x="539751" y="3552825"/>
            <a:ext cx="5441950" cy="2179638"/>
          </a:xfrm>
          <a:prstGeom prst="rect">
            <a:avLst/>
          </a:prstGeom>
        </p:spPr>
        <p:txBody>
          <a:bodyPr anchor="b"/>
          <a:lstStyle>
            <a:lvl1pPr>
              <a:defRPr>
                <a:solidFill>
                  <a:schemeClr val="tx1"/>
                </a:solidFill>
              </a:defRPr>
            </a:lvl1pPr>
          </a:lstStyle>
          <a:p>
            <a:r>
              <a:rPr lang="en-US"/>
              <a:t>Click to edit Master title style</a:t>
            </a:r>
            <a:endParaRPr lang="en-US" dirty="0"/>
          </a:p>
        </p:txBody>
      </p:sp>
      <p:sp>
        <p:nvSpPr>
          <p:cNvPr id="6" name="Freeform 5">
            <a:extLst>
              <a:ext uri="{FF2B5EF4-FFF2-40B4-BE49-F238E27FC236}">
                <a16:creationId xmlns:a16="http://schemas.microsoft.com/office/drawing/2014/main" id="{EBC8BAC9-2F39-70BA-C3AC-DE7DA1042A5B}"/>
              </a:ext>
            </a:extLst>
          </p:cNvPr>
          <p:cNvSpPr/>
          <p:nvPr userDrawn="1"/>
        </p:nvSpPr>
        <p:spPr bwMode="black">
          <a:xfrm>
            <a:off x="539750" y="545106"/>
            <a:ext cx="2635250" cy="436702"/>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chemeClr val="tx1"/>
          </a:solidFill>
          <a:ln w="0" cap="flat">
            <a:noFill/>
            <a:prstDash val="solid"/>
            <a:miter/>
          </a:ln>
        </p:spPr>
        <p:txBody>
          <a:bodyPr rtlCol="0" anchor="ctr"/>
          <a:lstStyle/>
          <a:p>
            <a:endParaRPr lang="en-US">
              <a:solidFill>
                <a:schemeClr val="tx1"/>
              </a:solidFill>
            </a:endParaRPr>
          </a:p>
        </p:txBody>
      </p:sp>
      <p:sp>
        <p:nvSpPr>
          <p:cNvPr id="4" name="Text Placeholder 11">
            <a:extLst>
              <a:ext uri="{FF2B5EF4-FFF2-40B4-BE49-F238E27FC236}">
                <a16:creationId xmlns:a16="http://schemas.microsoft.com/office/drawing/2014/main" id="{6FA1FE30-4DE2-0D36-81F6-894372591DE3}"/>
              </a:ext>
            </a:extLst>
          </p:cNvPr>
          <p:cNvSpPr>
            <a:spLocks noGrp="1"/>
          </p:cNvSpPr>
          <p:nvPr>
            <p:ph type="body" sz="quarter" idx="11" hasCustomPrompt="1"/>
          </p:nvPr>
        </p:nvSpPr>
        <p:spPr>
          <a:xfrm>
            <a:off x="3367089" y="6311900"/>
            <a:ext cx="5445126" cy="269875"/>
          </a:xfrm>
        </p:spPr>
        <p:txBody>
          <a:bodyPr anchor="b">
            <a:normAutofit/>
          </a:bodyPr>
          <a:lstStyle>
            <a:lvl1pPr marL="0" algn="l" defTabSz="914400" rtl="0" eaLnBrk="1" latinLnBrk="0" hangingPunct="1">
              <a:defRPr lang="en-US" sz="1000" b="0" i="0" kern="1200" dirty="0" smtClean="0">
                <a:solidFill>
                  <a:schemeClr val="tx1"/>
                </a:solidFill>
                <a:latin typeface="+mn-lt"/>
                <a:ea typeface="GT America Regular" pitchFamily="2" charset="77"/>
                <a:cs typeface="GT America Regular" pitchFamily="2" charset="77"/>
              </a:defRPr>
            </a:lvl1pPr>
            <a:lvl2pPr>
              <a:defRPr sz="1000"/>
            </a:lvl2pPr>
            <a:lvl3pPr marL="0" indent="0">
              <a:buNone/>
              <a:defRPr sz="1000"/>
            </a:lvl3pPr>
            <a:lvl4pPr marL="0" indent="0">
              <a:defRPr sz="1000"/>
            </a:lvl4pPr>
            <a:lvl5pPr marL="0" indent="0">
              <a:buNone/>
              <a:defRPr sz="1000"/>
            </a:lvl5pPr>
            <a:lvl6pPr marL="0" indent="0">
              <a:defRPr sz="1000"/>
            </a:lvl6pPr>
            <a:lvl7pPr marL="0" indent="0">
              <a:buNone/>
              <a:defRPr sz="1000"/>
            </a:lvl7pPr>
            <a:lvl8pPr marL="0" indent="0">
              <a:defRPr sz="1000"/>
            </a:lvl8pPr>
            <a:lvl9pPr marL="0" indent="0">
              <a:buNone/>
              <a:defRPr sz="1000"/>
            </a:lvl9pPr>
          </a:lstStyle>
          <a:p>
            <a:pPr lvl="0"/>
            <a:r>
              <a:rPr lang="en-US" dirty="0"/>
              <a:t>Title Department</a:t>
            </a:r>
          </a:p>
        </p:txBody>
      </p:sp>
      <p:sp>
        <p:nvSpPr>
          <p:cNvPr id="3" name="Date Placeholder 3">
            <a:extLst>
              <a:ext uri="{FF2B5EF4-FFF2-40B4-BE49-F238E27FC236}">
                <a16:creationId xmlns:a16="http://schemas.microsoft.com/office/drawing/2014/main" id="{553F6D28-3FA3-C8DD-333F-25AAC7FDE379}"/>
              </a:ext>
            </a:extLst>
          </p:cNvPr>
          <p:cNvSpPr>
            <a:spLocks noGrp="1"/>
          </p:cNvSpPr>
          <p:nvPr>
            <p:ph type="dt" sz="half" idx="2"/>
          </p:nvPr>
        </p:nvSpPr>
        <p:spPr>
          <a:xfrm>
            <a:off x="9013829" y="6311900"/>
            <a:ext cx="2619375" cy="269875"/>
          </a:xfrm>
          <a:prstGeom prst="rect">
            <a:avLst/>
          </a:prstGeom>
        </p:spPr>
        <p:txBody>
          <a:bodyPr vert="horz" lIns="0" tIns="0" rIns="0" bIns="0" rtlCol="0" anchor="b" anchorCtr="0"/>
          <a:lstStyle>
            <a:lvl1pPr algn="r">
              <a:defRPr sz="1000">
                <a:solidFill>
                  <a:schemeClr val="tx1"/>
                </a:solidFill>
              </a:defRPr>
            </a:lvl1pPr>
            <a:lvl2pPr marL="0" indent="0">
              <a:defRPr sz="1000"/>
            </a:lvl2pPr>
            <a:lvl3pPr>
              <a:defRPr sz="1000"/>
            </a:lvl3pPr>
            <a:lvl4pPr>
              <a:defRPr sz="1000"/>
            </a:lvl4pPr>
            <a:lvl5pPr marL="0" indent="0">
              <a:defRPr sz="1000"/>
            </a:lvl5pPr>
            <a:lvl6pPr marL="0" indent="0">
              <a:defRPr sz="1000"/>
            </a:lvl6pPr>
            <a:lvl7pPr marL="0" indent="0">
              <a:defRPr sz="1000"/>
            </a:lvl7pPr>
            <a:lvl8pPr marL="0" indent="0">
              <a:defRPr sz="1000"/>
            </a:lvl8pPr>
            <a:lvl9pPr marL="0" indent="0">
              <a:defRPr sz="1000"/>
            </a:lvl9pPr>
          </a:lstStyle>
          <a:p>
            <a:endParaRPr lang="en-US" dirty="0"/>
          </a:p>
        </p:txBody>
      </p:sp>
      <p:sp>
        <p:nvSpPr>
          <p:cNvPr id="9" name="Text Placeholder 8">
            <a:extLst>
              <a:ext uri="{FF2B5EF4-FFF2-40B4-BE49-F238E27FC236}">
                <a16:creationId xmlns:a16="http://schemas.microsoft.com/office/drawing/2014/main" id="{BB5660BA-32D8-A7E6-5696-BC9C94DC43BE}"/>
              </a:ext>
            </a:extLst>
          </p:cNvPr>
          <p:cNvSpPr>
            <a:spLocks noGrp="1"/>
          </p:cNvSpPr>
          <p:nvPr>
            <p:ph type="body" sz="quarter" idx="13" hasCustomPrompt="1"/>
          </p:nvPr>
        </p:nvSpPr>
        <p:spPr>
          <a:xfrm>
            <a:off x="6194424" y="696913"/>
            <a:ext cx="5438779" cy="430212"/>
          </a:xfrm>
        </p:spPr>
        <p:txBody>
          <a:bodyPr tIns="91440">
            <a:noAutofit/>
          </a:bodyPr>
          <a:lstStyle>
            <a:lvl1pPr marL="0" indent="0" algn="r">
              <a:buFont typeface="Arial" panose="020B0604020202020204" pitchFamily="34" charset="0"/>
              <a:buNone/>
              <a:defRPr sz="1600" b="1">
                <a:solidFill>
                  <a:schemeClr val="tx1"/>
                </a:solidFill>
              </a:defRPr>
            </a:lvl1pPr>
            <a:lvl2pPr marL="0" indent="0" algn="r">
              <a:buNone/>
              <a:defRPr sz="1600" b="1">
                <a:solidFill>
                  <a:schemeClr val="tx1"/>
                </a:solidFill>
              </a:defRPr>
            </a:lvl2pPr>
            <a:lvl3pPr marL="0" indent="0" algn="r">
              <a:buNone/>
              <a:defRPr sz="1600" b="1">
                <a:solidFill>
                  <a:schemeClr val="tx1"/>
                </a:solidFill>
              </a:defRPr>
            </a:lvl3pPr>
            <a:lvl4pPr marL="0" indent="0" algn="r">
              <a:buNone/>
              <a:defRPr sz="1600" b="1">
                <a:solidFill>
                  <a:schemeClr val="tx1"/>
                </a:solidFill>
              </a:defRPr>
            </a:lvl4pPr>
            <a:lvl5pPr marL="0" indent="0" algn="r">
              <a:buFont typeface="Arial" panose="020B0604020202020204" pitchFamily="34" charset="0"/>
              <a:buNone/>
              <a:defRPr sz="1600" b="1">
                <a:solidFill>
                  <a:schemeClr val="tx1"/>
                </a:solidFill>
              </a:defRPr>
            </a:lvl5pPr>
            <a:lvl6pPr marL="0" indent="0" algn="r">
              <a:buNone/>
              <a:defRPr sz="1600" b="1">
                <a:solidFill>
                  <a:schemeClr val="tx1"/>
                </a:solidFill>
              </a:defRPr>
            </a:lvl6pPr>
            <a:lvl7pPr marL="0" indent="0" algn="r">
              <a:buNone/>
              <a:defRPr sz="1600" b="1">
                <a:solidFill>
                  <a:schemeClr val="tx1"/>
                </a:solidFill>
              </a:defRPr>
            </a:lvl7pPr>
            <a:lvl8pPr marL="0" indent="0" algn="r">
              <a:buNone/>
              <a:defRPr sz="1600" b="1">
                <a:solidFill>
                  <a:schemeClr val="tx1"/>
                </a:solidFill>
              </a:defRPr>
            </a:lvl8pPr>
            <a:lvl9pPr marL="0" indent="0" algn="r">
              <a:buNone/>
              <a:defRPr sz="1600" b="1">
                <a:solidFill>
                  <a:schemeClr val="tx1"/>
                </a:solidFill>
              </a:defRPr>
            </a:lvl9pPr>
          </a:lstStyle>
          <a:p>
            <a:pPr lvl="0"/>
            <a:r>
              <a:rPr lang="en-US" dirty="0"/>
              <a:t>Division / Geography</a:t>
            </a:r>
          </a:p>
        </p:txBody>
      </p:sp>
      <p:sp>
        <p:nvSpPr>
          <p:cNvPr id="20" name="Text Placeholder 12">
            <a:extLst>
              <a:ext uri="{FF2B5EF4-FFF2-40B4-BE49-F238E27FC236}">
                <a16:creationId xmlns:a16="http://schemas.microsoft.com/office/drawing/2014/main" id="{FBA29B2B-670B-AAB2-BC37-FE5A168EDEA0}"/>
              </a:ext>
            </a:extLst>
          </p:cNvPr>
          <p:cNvSpPr>
            <a:spLocks noGrp="1"/>
          </p:cNvSpPr>
          <p:nvPr>
            <p:ph type="body" sz="quarter" idx="99" hasCustomPrompt="1"/>
          </p:nvPr>
        </p:nvSpPr>
        <p:spPr>
          <a:xfrm>
            <a:off x="539750" y="6311900"/>
            <a:ext cx="2619375" cy="269875"/>
          </a:xfrm>
        </p:spPr>
        <p:txBody>
          <a:bodyPr anchor="b">
            <a:noAutofit/>
          </a:bodyPr>
          <a:lstStyle>
            <a:lvl1pPr>
              <a:defRPr sz="1000" b="0"/>
            </a:lvl1pPr>
            <a:lvl2pPr>
              <a:defRPr sz="1000"/>
            </a:lvl2pPr>
            <a:lvl3pPr marL="0" indent="0">
              <a:buClrTx/>
              <a:buFont typeface="GT America" charset="0"/>
              <a:buNone/>
              <a:defRPr sz="1000"/>
            </a:lvl3pPr>
            <a:lvl4pPr marL="284163" indent="-284163">
              <a:buClrTx/>
              <a:buFont typeface="GT America" charset="0"/>
              <a:buChar char="→"/>
              <a:defRPr sz="1000"/>
            </a:lvl4pPr>
            <a:lvl5pPr marL="284163" indent="-284163">
              <a:buClrTx/>
              <a:buFont typeface="GT America" charset="0"/>
              <a:buChar char="→"/>
              <a:defRPr sz="1000"/>
            </a:lvl5pPr>
            <a:lvl6pPr marL="284163" indent="-284163">
              <a:buClrTx/>
              <a:buFont typeface="GT America" charset="0"/>
              <a:buChar char="→"/>
              <a:defRPr sz="1000"/>
            </a:lvl6pPr>
            <a:lvl7pPr marL="284163" indent="-284163">
              <a:buClrTx/>
              <a:buFont typeface="GT America" charset="0"/>
              <a:buChar char="→"/>
              <a:defRPr sz="1000"/>
            </a:lvl7pPr>
            <a:lvl8pPr marL="284163" indent="-284163">
              <a:buClrTx/>
              <a:buFont typeface="GT America" charset="0"/>
              <a:buChar char="→"/>
              <a:defRPr sz="1000"/>
            </a:lvl8pPr>
            <a:lvl9pPr marL="284163" indent="-284163">
              <a:buClrTx/>
              <a:buFont typeface="GT America" charset="0"/>
              <a:buChar char="→"/>
              <a:defRPr sz="1000"/>
            </a:lvl9pPr>
          </a:lstStyle>
          <a:p>
            <a:pPr lvl="0"/>
            <a:r>
              <a:rPr lang="en-US" dirty="0"/>
              <a:t>Single presenter</a:t>
            </a:r>
          </a:p>
        </p:txBody>
      </p:sp>
      <p:sp>
        <p:nvSpPr>
          <p:cNvPr id="21" name="Text Placeholder 15">
            <a:extLst>
              <a:ext uri="{FF2B5EF4-FFF2-40B4-BE49-F238E27FC236}">
                <a16:creationId xmlns:a16="http://schemas.microsoft.com/office/drawing/2014/main" id="{835110E4-502F-E652-7077-A2CE77DA8B44}"/>
              </a:ext>
            </a:extLst>
          </p:cNvPr>
          <p:cNvSpPr>
            <a:spLocks noGrp="1"/>
          </p:cNvSpPr>
          <p:nvPr>
            <p:ph type="body" sz="quarter" idx="100" hasCustomPrompt="1"/>
          </p:nvPr>
        </p:nvSpPr>
        <p:spPr>
          <a:xfrm>
            <a:off x="546099" y="3014450"/>
            <a:ext cx="2615184" cy="281478"/>
          </a:xfrm>
        </p:spPr>
        <p:txBody>
          <a:bodyPr>
            <a:noAutofit/>
          </a:bodyPr>
          <a:lstStyle>
            <a:lvl1pPr>
              <a:defRPr sz="1000"/>
            </a:lvl1pPr>
            <a:lvl2pPr marL="285750" indent="-285750">
              <a:buClrTx/>
              <a:buFont typeface="GT America" charset="0"/>
              <a:buChar char="→"/>
              <a:defRPr sz="1000"/>
            </a:lvl2pPr>
            <a:lvl3pPr marL="0" indent="0">
              <a:buClrTx/>
              <a:buFont typeface="GT America" charset="0"/>
              <a:buNone/>
              <a:defRPr sz="1000"/>
            </a:lvl3pPr>
            <a:lvl4pPr marL="284163" indent="-284163">
              <a:buClrTx/>
              <a:buFont typeface="GT America" charset="0"/>
              <a:buChar char="→"/>
              <a:defRPr sz="1000"/>
            </a:lvl4pPr>
            <a:lvl5pPr marL="284163" indent="-284163">
              <a:buClrTx/>
              <a:buFont typeface="GT America" charset="0"/>
              <a:buChar char="→"/>
              <a:defRPr sz="1000"/>
            </a:lvl5pPr>
            <a:lvl6pPr marL="284163" indent="-284163">
              <a:buClrTx/>
              <a:buFont typeface="GT America" charset="0"/>
              <a:buChar char="→"/>
              <a:defRPr sz="1000"/>
            </a:lvl6pPr>
            <a:lvl7pPr marL="284163" indent="-284163">
              <a:buClrTx/>
              <a:buFont typeface="GT America" charset="0"/>
              <a:buChar char="→"/>
              <a:defRPr sz="1000"/>
            </a:lvl7pPr>
            <a:lvl8pPr marL="284163" indent="-284163">
              <a:buClrTx/>
              <a:buFont typeface="GT America" charset="0"/>
              <a:buChar char="→"/>
              <a:defRPr sz="1000"/>
            </a:lvl8pPr>
            <a:lvl9pPr marL="284163" indent="-284163">
              <a:buClrTx/>
              <a:buFont typeface="GT America" charset="0"/>
              <a:buChar char="→"/>
              <a:defRPr sz="1000"/>
            </a:lvl9pPr>
          </a:lstStyle>
          <a:p>
            <a:pPr lvl="0"/>
            <a:r>
              <a:rPr lang="en-US" dirty="0"/>
              <a:t>Multiple presenter 1</a:t>
            </a:r>
          </a:p>
        </p:txBody>
      </p:sp>
      <p:sp>
        <p:nvSpPr>
          <p:cNvPr id="22" name="Text Placeholder 17">
            <a:extLst>
              <a:ext uri="{FF2B5EF4-FFF2-40B4-BE49-F238E27FC236}">
                <a16:creationId xmlns:a16="http://schemas.microsoft.com/office/drawing/2014/main" id="{163AD2E7-BE7D-20B6-8408-18EA20DC4C5D}"/>
              </a:ext>
            </a:extLst>
          </p:cNvPr>
          <p:cNvSpPr>
            <a:spLocks noGrp="1"/>
          </p:cNvSpPr>
          <p:nvPr>
            <p:ph type="body" sz="quarter" idx="101" hasCustomPrompt="1"/>
          </p:nvPr>
        </p:nvSpPr>
        <p:spPr>
          <a:xfrm>
            <a:off x="3386138" y="3009900"/>
            <a:ext cx="2615184" cy="286028"/>
          </a:xfrm>
        </p:spPr>
        <p:txBody>
          <a:bodyPr>
            <a:noAutofit/>
          </a:bodyPr>
          <a:lstStyle>
            <a:lvl1pPr>
              <a:defRPr sz="1000"/>
            </a:lvl1pPr>
            <a:lvl2pPr marL="284163" indent="-284163">
              <a:buClrTx/>
              <a:buFont typeface="GT America" charset="0"/>
              <a:buChar char="→"/>
              <a:defRPr sz="1000"/>
            </a:lvl2pPr>
            <a:lvl3pPr marL="0" indent="0">
              <a:buClrTx/>
              <a:buFont typeface="GT America" charset="0"/>
              <a:buNone/>
              <a:defRPr sz="1000"/>
            </a:lvl3pPr>
            <a:lvl4pPr marL="284163" indent="-284163">
              <a:buClrTx/>
              <a:buFont typeface="GT America" charset="0"/>
              <a:buChar char="→"/>
              <a:defRPr sz="1000"/>
            </a:lvl4pPr>
            <a:lvl5pPr marL="284163" indent="-284163">
              <a:buClrTx/>
              <a:buFont typeface="GT America" charset="0"/>
              <a:buChar char="→"/>
              <a:defRPr sz="1000"/>
            </a:lvl5pPr>
            <a:lvl6pPr marL="284163" indent="-284163">
              <a:buClrTx/>
              <a:buFont typeface="GT America" charset="0"/>
              <a:buChar char="→"/>
              <a:defRPr sz="1000"/>
            </a:lvl6pPr>
            <a:lvl7pPr marL="284163" indent="-284163">
              <a:buClrTx/>
              <a:buFont typeface="GT America" charset="0"/>
              <a:buChar char="→"/>
              <a:defRPr sz="1000"/>
            </a:lvl7pPr>
            <a:lvl8pPr marL="284163" indent="-284163">
              <a:buClrTx/>
              <a:buFont typeface="GT America" charset="0"/>
              <a:buChar char="→"/>
              <a:defRPr sz="1000"/>
            </a:lvl8pPr>
            <a:lvl9pPr marL="284163" indent="-284163">
              <a:buClrTx/>
              <a:buFont typeface="GT America" charset="0"/>
              <a:buChar char="→"/>
              <a:defRPr sz="1000"/>
            </a:lvl9pPr>
          </a:lstStyle>
          <a:p>
            <a:pPr lvl="0"/>
            <a:r>
              <a:rPr lang="en-US" dirty="0"/>
              <a:t>Multiple presenter 2</a:t>
            </a:r>
          </a:p>
        </p:txBody>
      </p:sp>
      <p:sp>
        <p:nvSpPr>
          <p:cNvPr id="23" name="Text Placeholder 19">
            <a:extLst>
              <a:ext uri="{FF2B5EF4-FFF2-40B4-BE49-F238E27FC236}">
                <a16:creationId xmlns:a16="http://schemas.microsoft.com/office/drawing/2014/main" id="{358AEE93-EEF8-93F7-7F9A-409CBCB372CF}"/>
              </a:ext>
            </a:extLst>
          </p:cNvPr>
          <p:cNvSpPr>
            <a:spLocks noGrp="1"/>
          </p:cNvSpPr>
          <p:nvPr>
            <p:ph type="body" sz="quarter" idx="102" hasCustomPrompt="1"/>
          </p:nvPr>
        </p:nvSpPr>
        <p:spPr>
          <a:xfrm>
            <a:off x="6194425" y="3009900"/>
            <a:ext cx="2615184" cy="286028"/>
          </a:xfrm>
        </p:spPr>
        <p:txBody>
          <a:bodyPr>
            <a:normAutofit/>
          </a:bodyPr>
          <a:lstStyle>
            <a:lvl1pPr>
              <a:defRPr sz="1000"/>
            </a:lvl1pPr>
            <a:lvl2pPr marL="284163" indent="-284163">
              <a:defRPr sz="1000"/>
            </a:lvl2pPr>
            <a:lvl3pPr marL="0" indent="0">
              <a:buClrTx/>
              <a:buFont typeface="GT America" charset="0"/>
              <a:buNone/>
              <a:defRPr sz="1000"/>
            </a:lvl3pPr>
            <a:lvl4pPr marL="284163" indent="-284163">
              <a:buClrTx/>
              <a:buFont typeface="GT America" charset="0"/>
              <a:buChar char="→"/>
              <a:defRPr sz="1000"/>
            </a:lvl4pPr>
            <a:lvl5pPr marL="284163" indent="-284163">
              <a:buClrTx/>
              <a:buFont typeface="GT America" charset="0"/>
              <a:buChar char="→"/>
              <a:defRPr sz="1000"/>
            </a:lvl5pPr>
            <a:lvl6pPr marL="284163" indent="-284163">
              <a:buClrTx/>
              <a:buFont typeface="GT America" charset="0"/>
              <a:buChar char="→"/>
              <a:defRPr sz="1000"/>
            </a:lvl6pPr>
            <a:lvl7pPr marL="284163" indent="-284163">
              <a:buClrTx/>
              <a:buFont typeface="GT America" charset="0"/>
              <a:buChar char="→"/>
              <a:defRPr sz="1000"/>
            </a:lvl7pPr>
            <a:lvl8pPr marL="284163" indent="-284163">
              <a:buClrTx/>
              <a:buFont typeface="GT America" charset="0"/>
              <a:buChar char="→"/>
              <a:defRPr sz="1000"/>
            </a:lvl8pPr>
            <a:lvl9pPr marL="284163" indent="-284163">
              <a:buClrTx/>
              <a:buFont typeface="GT America" charset="0"/>
              <a:buChar char="→"/>
              <a:defRPr sz="1000"/>
            </a:lvl9pPr>
          </a:lstStyle>
          <a:p>
            <a:pPr lvl="0"/>
            <a:r>
              <a:rPr lang="en-US" dirty="0"/>
              <a:t>Multiple presenter 3</a:t>
            </a:r>
          </a:p>
        </p:txBody>
      </p:sp>
    </p:spTree>
    <p:extLst>
      <p:ext uri="{BB962C8B-B14F-4D97-AF65-F5344CB8AC3E}">
        <p14:creationId xmlns:p14="http://schemas.microsoft.com/office/powerpoint/2010/main" val="3363366861"/>
      </p:ext>
    </p:extLst>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over 4 - Dark Photo">
    <p:bg>
      <p:bgPr>
        <a:solidFill>
          <a:schemeClr val="tx1"/>
        </a:solidFill>
        <a:effectLst/>
      </p:bgPr>
    </p:bg>
    <p:spTree>
      <p:nvGrpSpPr>
        <p:cNvPr id="1" name=""/>
        <p:cNvGrpSpPr/>
        <p:nvPr/>
      </p:nvGrpSpPr>
      <p:grpSpPr>
        <a:xfrm>
          <a:off x="0" y="0"/>
          <a:ext cx="0" cy="0"/>
          <a:chOff x="0" y="0"/>
          <a:chExt cx="0" cy="0"/>
        </a:xfrm>
      </p:grpSpPr>
      <p:sp>
        <p:nvSpPr>
          <p:cNvPr id="10" name="Picture Placeholder 9">
            <a:extLst>
              <a:ext uri="{FF2B5EF4-FFF2-40B4-BE49-F238E27FC236}">
                <a16:creationId xmlns:a16="http://schemas.microsoft.com/office/drawing/2014/main" id="{5C77B404-B686-66A0-1A20-E42FD89A9DE9}"/>
              </a:ext>
            </a:extLst>
          </p:cNvPr>
          <p:cNvSpPr>
            <a:spLocks noGrp="1"/>
          </p:cNvSpPr>
          <p:nvPr>
            <p:ph type="pic" sz="quarter" idx="13"/>
          </p:nvPr>
        </p:nvSpPr>
        <p:spPr>
          <a:xfrm>
            <a:off x="0" y="0"/>
            <a:ext cx="12192000" cy="6857999"/>
          </a:xfrm>
          <a:custGeom>
            <a:avLst/>
            <a:gdLst>
              <a:gd name="connsiteX0" fmla="*/ 2041649 w 12192000"/>
              <a:gd name="connsiteY0" fmla="*/ 647043 h 6857999"/>
              <a:gd name="connsiteX1" fmla="*/ 2097141 w 12192000"/>
              <a:gd name="connsiteY1" fmla="*/ 647043 h 6857999"/>
              <a:gd name="connsiteX2" fmla="*/ 2185808 w 12192000"/>
              <a:gd name="connsiteY2" fmla="*/ 735711 h 6857999"/>
              <a:gd name="connsiteX3" fmla="*/ 2185808 w 12192000"/>
              <a:gd name="connsiteY3" fmla="*/ 791202 h 6857999"/>
              <a:gd name="connsiteX4" fmla="*/ 2097141 w 12192000"/>
              <a:gd name="connsiteY4" fmla="*/ 879871 h 6857999"/>
              <a:gd name="connsiteX5" fmla="*/ 2041649 w 12192000"/>
              <a:gd name="connsiteY5" fmla="*/ 879871 h 6857999"/>
              <a:gd name="connsiteX6" fmla="*/ 1685779 w 12192000"/>
              <a:gd name="connsiteY6" fmla="*/ 638600 h 6857999"/>
              <a:gd name="connsiteX7" fmla="*/ 1768415 w 12192000"/>
              <a:gd name="connsiteY7" fmla="*/ 715201 h 6857999"/>
              <a:gd name="connsiteX8" fmla="*/ 1768415 w 12192000"/>
              <a:gd name="connsiteY8" fmla="*/ 811711 h 6857999"/>
              <a:gd name="connsiteX9" fmla="*/ 1685779 w 12192000"/>
              <a:gd name="connsiteY9" fmla="*/ 888315 h 6857999"/>
              <a:gd name="connsiteX10" fmla="*/ 1603145 w 12192000"/>
              <a:gd name="connsiteY10" fmla="*/ 811711 h 6857999"/>
              <a:gd name="connsiteX11" fmla="*/ 1603145 w 12192000"/>
              <a:gd name="connsiteY11" fmla="*/ 715201 h 6857999"/>
              <a:gd name="connsiteX12" fmla="*/ 1685779 w 12192000"/>
              <a:gd name="connsiteY12" fmla="*/ 638600 h 6857999"/>
              <a:gd name="connsiteX13" fmla="*/ 1248481 w 12192000"/>
              <a:gd name="connsiteY13" fmla="*/ 638600 h 6857999"/>
              <a:gd name="connsiteX14" fmla="*/ 1331117 w 12192000"/>
              <a:gd name="connsiteY14" fmla="*/ 715201 h 6857999"/>
              <a:gd name="connsiteX15" fmla="*/ 1331117 w 12192000"/>
              <a:gd name="connsiteY15" fmla="*/ 811711 h 6857999"/>
              <a:gd name="connsiteX16" fmla="*/ 1248481 w 12192000"/>
              <a:gd name="connsiteY16" fmla="*/ 888315 h 6857999"/>
              <a:gd name="connsiteX17" fmla="*/ 1165846 w 12192000"/>
              <a:gd name="connsiteY17" fmla="*/ 811711 h 6857999"/>
              <a:gd name="connsiteX18" fmla="*/ 1165846 w 12192000"/>
              <a:gd name="connsiteY18" fmla="*/ 715201 h 6857999"/>
              <a:gd name="connsiteX19" fmla="*/ 1248481 w 12192000"/>
              <a:gd name="connsiteY19" fmla="*/ 638600 h 6857999"/>
              <a:gd name="connsiteX20" fmla="*/ 1927044 w 12192000"/>
              <a:gd name="connsiteY20" fmla="*/ 552346 h 6857999"/>
              <a:gd name="connsiteX21" fmla="*/ 1927044 w 12192000"/>
              <a:gd name="connsiteY21" fmla="*/ 974570 h 6857999"/>
              <a:gd name="connsiteX22" fmla="*/ 2097141 w 12192000"/>
              <a:gd name="connsiteY22" fmla="*/ 974570 h 6857999"/>
              <a:gd name="connsiteX23" fmla="*/ 2301618 w 12192000"/>
              <a:gd name="connsiteY23" fmla="*/ 789394 h 6857999"/>
              <a:gd name="connsiteX24" fmla="*/ 2301618 w 12192000"/>
              <a:gd name="connsiteY24" fmla="*/ 737520 h 6857999"/>
              <a:gd name="connsiteX25" fmla="*/ 2097141 w 12192000"/>
              <a:gd name="connsiteY25" fmla="*/ 552346 h 6857999"/>
              <a:gd name="connsiteX26" fmla="*/ 2266624 w 12192000"/>
              <a:gd name="connsiteY26" fmla="*/ 552345 h 6857999"/>
              <a:gd name="connsiteX27" fmla="*/ 2420435 w 12192000"/>
              <a:gd name="connsiteY27" fmla="*/ 788790 h 6857999"/>
              <a:gd name="connsiteX28" fmla="*/ 2420435 w 12192000"/>
              <a:gd name="connsiteY28" fmla="*/ 974569 h 6857999"/>
              <a:gd name="connsiteX29" fmla="*/ 2529007 w 12192000"/>
              <a:gd name="connsiteY29" fmla="*/ 974569 h 6857999"/>
              <a:gd name="connsiteX30" fmla="*/ 2529007 w 12192000"/>
              <a:gd name="connsiteY30" fmla="*/ 788790 h 6857999"/>
              <a:gd name="connsiteX31" fmla="*/ 2682817 w 12192000"/>
              <a:gd name="connsiteY31" fmla="*/ 552345 h 6857999"/>
              <a:gd name="connsiteX32" fmla="*/ 2558564 w 12192000"/>
              <a:gd name="connsiteY32" fmla="*/ 552345 h 6857999"/>
              <a:gd name="connsiteX33" fmla="*/ 2477738 w 12192000"/>
              <a:gd name="connsiteY33" fmla="*/ 685042 h 6857999"/>
              <a:gd name="connsiteX34" fmla="*/ 2396307 w 12192000"/>
              <a:gd name="connsiteY34" fmla="*/ 552345 h 6857999"/>
              <a:gd name="connsiteX35" fmla="*/ 2694276 w 12192000"/>
              <a:gd name="connsiteY35" fmla="*/ 552345 h 6857999"/>
              <a:gd name="connsiteX36" fmla="*/ 2694276 w 12192000"/>
              <a:gd name="connsiteY36" fmla="*/ 666947 h 6857999"/>
              <a:gd name="connsiteX37" fmla="*/ 2743134 w 12192000"/>
              <a:gd name="connsiteY37" fmla="*/ 666947 h 6857999"/>
              <a:gd name="connsiteX38" fmla="*/ 2710563 w 12192000"/>
              <a:gd name="connsiteY38" fmla="*/ 756821 h 6857999"/>
              <a:gd name="connsiteX39" fmla="*/ 2735293 w 12192000"/>
              <a:gd name="connsiteY39" fmla="*/ 756821 h 6857999"/>
              <a:gd name="connsiteX40" fmla="*/ 2808881 w 12192000"/>
              <a:gd name="connsiteY40" fmla="*/ 657901 h 6857999"/>
              <a:gd name="connsiteX41" fmla="*/ 2808881 w 12192000"/>
              <a:gd name="connsiteY41" fmla="*/ 552345 h 6857999"/>
              <a:gd name="connsiteX42" fmla="*/ 539750 w 12192000"/>
              <a:gd name="connsiteY42" fmla="*/ 552345 h 6857999"/>
              <a:gd name="connsiteX43" fmla="*/ 539750 w 12192000"/>
              <a:gd name="connsiteY43" fmla="*/ 974568 h 6857999"/>
              <a:gd name="connsiteX44" fmla="*/ 645307 w 12192000"/>
              <a:gd name="connsiteY44" fmla="*/ 974568 h 6857999"/>
              <a:gd name="connsiteX45" fmla="*/ 645307 w 12192000"/>
              <a:gd name="connsiteY45" fmla="*/ 700726 h 6857999"/>
              <a:gd name="connsiteX46" fmla="*/ 660385 w 12192000"/>
              <a:gd name="connsiteY46" fmla="*/ 763457 h 6857999"/>
              <a:gd name="connsiteX47" fmla="*/ 716483 w 12192000"/>
              <a:gd name="connsiteY47" fmla="*/ 974568 h 6857999"/>
              <a:gd name="connsiteX48" fmla="*/ 827466 w 12192000"/>
              <a:gd name="connsiteY48" fmla="*/ 974568 h 6857999"/>
              <a:gd name="connsiteX49" fmla="*/ 883562 w 12192000"/>
              <a:gd name="connsiteY49" fmla="*/ 763457 h 6857999"/>
              <a:gd name="connsiteX50" fmla="*/ 898643 w 12192000"/>
              <a:gd name="connsiteY50" fmla="*/ 700726 h 6857999"/>
              <a:gd name="connsiteX51" fmla="*/ 898643 w 12192000"/>
              <a:gd name="connsiteY51" fmla="*/ 974568 h 6857999"/>
              <a:gd name="connsiteX52" fmla="*/ 1006610 w 12192000"/>
              <a:gd name="connsiteY52" fmla="*/ 974568 h 6857999"/>
              <a:gd name="connsiteX53" fmla="*/ 1006610 w 12192000"/>
              <a:gd name="connsiteY53" fmla="*/ 552345 h 6857999"/>
              <a:gd name="connsiteX54" fmla="*/ 838323 w 12192000"/>
              <a:gd name="connsiteY54" fmla="*/ 552345 h 6857999"/>
              <a:gd name="connsiteX55" fmla="*/ 785847 w 12192000"/>
              <a:gd name="connsiteY55" fmla="*/ 769489 h 6857999"/>
              <a:gd name="connsiteX56" fmla="*/ 773181 w 12192000"/>
              <a:gd name="connsiteY56" fmla="*/ 829806 h 6857999"/>
              <a:gd name="connsiteX57" fmla="*/ 760513 w 12192000"/>
              <a:gd name="connsiteY57" fmla="*/ 769489 h 6857999"/>
              <a:gd name="connsiteX58" fmla="*/ 708037 w 12192000"/>
              <a:gd name="connsiteY58" fmla="*/ 552345 h 6857999"/>
              <a:gd name="connsiteX59" fmla="*/ 1685779 w 12192000"/>
              <a:gd name="connsiteY59" fmla="*/ 545106 h 6857999"/>
              <a:gd name="connsiteX60" fmla="*/ 1487334 w 12192000"/>
              <a:gd name="connsiteY60" fmla="*/ 725456 h 6857999"/>
              <a:gd name="connsiteX61" fmla="*/ 1487334 w 12192000"/>
              <a:gd name="connsiteY61" fmla="*/ 801457 h 6857999"/>
              <a:gd name="connsiteX62" fmla="*/ 1685779 w 12192000"/>
              <a:gd name="connsiteY62" fmla="*/ 981806 h 6857999"/>
              <a:gd name="connsiteX63" fmla="*/ 1884225 w 12192000"/>
              <a:gd name="connsiteY63" fmla="*/ 801457 h 6857999"/>
              <a:gd name="connsiteX64" fmla="*/ 1884225 w 12192000"/>
              <a:gd name="connsiteY64" fmla="*/ 725456 h 6857999"/>
              <a:gd name="connsiteX65" fmla="*/ 1685779 w 12192000"/>
              <a:gd name="connsiteY65" fmla="*/ 545106 h 6857999"/>
              <a:gd name="connsiteX66" fmla="*/ 1248481 w 12192000"/>
              <a:gd name="connsiteY66" fmla="*/ 545106 h 6857999"/>
              <a:gd name="connsiteX67" fmla="*/ 1050036 w 12192000"/>
              <a:gd name="connsiteY67" fmla="*/ 725456 h 6857999"/>
              <a:gd name="connsiteX68" fmla="*/ 1050036 w 12192000"/>
              <a:gd name="connsiteY68" fmla="*/ 801457 h 6857999"/>
              <a:gd name="connsiteX69" fmla="*/ 1248481 w 12192000"/>
              <a:gd name="connsiteY69" fmla="*/ 981806 h 6857999"/>
              <a:gd name="connsiteX70" fmla="*/ 1446927 w 12192000"/>
              <a:gd name="connsiteY70" fmla="*/ 801457 h 6857999"/>
              <a:gd name="connsiteX71" fmla="*/ 1446927 w 12192000"/>
              <a:gd name="connsiteY71" fmla="*/ 725456 h 6857999"/>
              <a:gd name="connsiteX72" fmla="*/ 1248481 w 12192000"/>
              <a:gd name="connsiteY72" fmla="*/ 545106 h 6857999"/>
              <a:gd name="connsiteX73" fmla="*/ 3000079 w 12192000"/>
              <a:gd name="connsiteY73" fmla="*/ 545106 h 6857999"/>
              <a:gd name="connsiteX74" fmla="*/ 2828172 w 12192000"/>
              <a:gd name="connsiteY74" fmla="*/ 682630 h 6857999"/>
              <a:gd name="connsiteX75" fmla="*/ 2942175 w 12192000"/>
              <a:gd name="connsiteY75" fmla="*/ 806281 h 6857999"/>
              <a:gd name="connsiteX76" fmla="*/ 3018174 w 12192000"/>
              <a:gd name="connsiteY76" fmla="*/ 817743 h 6857999"/>
              <a:gd name="connsiteX77" fmla="*/ 3061604 w 12192000"/>
              <a:gd name="connsiteY77" fmla="*/ 852728 h 6857999"/>
              <a:gd name="connsiteX78" fmla="*/ 3000079 w 12192000"/>
              <a:gd name="connsiteY78" fmla="*/ 887712 h 6857999"/>
              <a:gd name="connsiteX79" fmla="*/ 2937348 w 12192000"/>
              <a:gd name="connsiteY79" fmla="*/ 845489 h 6857999"/>
              <a:gd name="connsiteX80" fmla="*/ 2937348 w 12192000"/>
              <a:gd name="connsiteY80" fmla="*/ 829203 h 6857999"/>
              <a:gd name="connsiteX81" fmla="*/ 2825761 w 12192000"/>
              <a:gd name="connsiteY81" fmla="*/ 829203 h 6857999"/>
              <a:gd name="connsiteX82" fmla="*/ 2825761 w 12192000"/>
              <a:gd name="connsiteY82" fmla="*/ 847901 h 6857999"/>
              <a:gd name="connsiteX83" fmla="*/ 3000079 w 12192000"/>
              <a:gd name="connsiteY83" fmla="*/ 981808 h 6857999"/>
              <a:gd name="connsiteX84" fmla="*/ 3172012 w 12192000"/>
              <a:gd name="connsiteY84" fmla="*/ 874148 h 6857999"/>
              <a:gd name="connsiteX85" fmla="*/ 3175000 w 12192000"/>
              <a:gd name="connsiteY85" fmla="*/ 843076 h 6857999"/>
              <a:gd name="connsiteX86" fmla="*/ 3172125 w 12192000"/>
              <a:gd name="connsiteY86" fmla="*/ 811710 h 6857999"/>
              <a:gd name="connsiteX87" fmla="*/ 3057985 w 12192000"/>
              <a:gd name="connsiteY87" fmla="*/ 718220 h 6857999"/>
              <a:gd name="connsiteX88" fmla="*/ 2982586 w 12192000"/>
              <a:gd name="connsiteY88" fmla="*/ 706758 h 6857999"/>
              <a:gd name="connsiteX89" fmla="*/ 2941572 w 12192000"/>
              <a:gd name="connsiteY89" fmla="*/ 672981 h 6857999"/>
              <a:gd name="connsiteX90" fmla="*/ 3000079 w 12192000"/>
              <a:gd name="connsiteY90" fmla="*/ 639203 h 6857999"/>
              <a:gd name="connsiteX91" fmla="*/ 3058587 w 12192000"/>
              <a:gd name="connsiteY91" fmla="*/ 680219 h 6857999"/>
              <a:gd name="connsiteX92" fmla="*/ 3058587 w 12192000"/>
              <a:gd name="connsiteY92" fmla="*/ 694092 h 6857999"/>
              <a:gd name="connsiteX93" fmla="*/ 3170176 w 12192000"/>
              <a:gd name="connsiteY93" fmla="*/ 694092 h 6857999"/>
              <a:gd name="connsiteX94" fmla="*/ 3170176 w 12192000"/>
              <a:gd name="connsiteY94" fmla="*/ 677806 h 6857999"/>
              <a:gd name="connsiteX95" fmla="*/ 3000079 w 12192000"/>
              <a:gd name="connsiteY95" fmla="*/ 545106 h 6857999"/>
              <a:gd name="connsiteX96" fmla="*/ 0 w 12192000"/>
              <a:gd name="connsiteY96" fmla="*/ 0 h 6857999"/>
              <a:gd name="connsiteX97" fmla="*/ 12192000 w 12192000"/>
              <a:gd name="connsiteY97" fmla="*/ 0 h 6857999"/>
              <a:gd name="connsiteX98" fmla="*/ 12192000 w 12192000"/>
              <a:gd name="connsiteY98" fmla="*/ 6857999 h 6857999"/>
              <a:gd name="connsiteX99" fmla="*/ 0 w 12192000"/>
              <a:gd name="connsiteY99" fmla="*/ 6857999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Lst>
            <a:rect l="l" t="t" r="r" b="b"/>
            <a:pathLst>
              <a:path w="12192000" h="6857999">
                <a:moveTo>
                  <a:pt x="2041649" y="647043"/>
                </a:moveTo>
                <a:lnTo>
                  <a:pt x="2097141" y="647043"/>
                </a:lnTo>
                <a:cubicBezTo>
                  <a:pt x="2156253" y="647043"/>
                  <a:pt x="2185808" y="676600"/>
                  <a:pt x="2185808" y="735711"/>
                </a:cubicBezTo>
                <a:lnTo>
                  <a:pt x="2185808" y="791202"/>
                </a:lnTo>
                <a:cubicBezTo>
                  <a:pt x="2185808" y="849711"/>
                  <a:pt x="2156253" y="879871"/>
                  <a:pt x="2097141" y="879871"/>
                </a:cubicBezTo>
                <a:lnTo>
                  <a:pt x="2041649" y="879871"/>
                </a:lnTo>
                <a:close/>
                <a:moveTo>
                  <a:pt x="1685779" y="638600"/>
                </a:moveTo>
                <a:cubicBezTo>
                  <a:pt x="1737050" y="638600"/>
                  <a:pt x="1768415" y="667552"/>
                  <a:pt x="1768415" y="715201"/>
                </a:cubicBezTo>
                <a:lnTo>
                  <a:pt x="1768415" y="811711"/>
                </a:lnTo>
                <a:cubicBezTo>
                  <a:pt x="1768415" y="858758"/>
                  <a:pt x="1737048" y="888315"/>
                  <a:pt x="1685779" y="888315"/>
                </a:cubicBezTo>
                <a:cubicBezTo>
                  <a:pt x="1634510" y="888315"/>
                  <a:pt x="1603145" y="858758"/>
                  <a:pt x="1603145" y="811711"/>
                </a:cubicBezTo>
                <a:lnTo>
                  <a:pt x="1603145" y="715201"/>
                </a:lnTo>
                <a:cubicBezTo>
                  <a:pt x="1603145" y="667552"/>
                  <a:pt x="1634510" y="638600"/>
                  <a:pt x="1685779" y="638600"/>
                </a:cubicBezTo>
                <a:close/>
                <a:moveTo>
                  <a:pt x="1248481" y="638600"/>
                </a:moveTo>
                <a:cubicBezTo>
                  <a:pt x="1299752" y="638600"/>
                  <a:pt x="1331117" y="667552"/>
                  <a:pt x="1331117" y="715201"/>
                </a:cubicBezTo>
                <a:lnTo>
                  <a:pt x="1331117" y="811711"/>
                </a:lnTo>
                <a:cubicBezTo>
                  <a:pt x="1331117" y="858758"/>
                  <a:pt x="1299749" y="888315"/>
                  <a:pt x="1248481" y="888315"/>
                </a:cubicBezTo>
                <a:cubicBezTo>
                  <a:pt x="1197212" y="888315"/>
                  <a:pt x="1165846" y="858758"/>
                  <a:pt x="1165846" y="811711"/>
                </a:cubicBezTo>
                <a:lnTo>
                  <a:pt x="1165846" y="715201"/>
                </a:lnTo>
                <a:cubicBezTo>
                  <a:pt x="1165846" y="667552"/>
                  <a:pt x="1197212" y="638600"/>
                  <a:pt x="1248481" y="638600"/>
                </a:cubicBezTo>
                <a:close/>
                <a:moveTo>
                  <a:pt x="1927044" y="552346"/>
                </a:moveTo>
                <a:lnTo>
                  <a:pt x="1927044" y="974570"/>
                </a:lnTo>
                <a:lnTo>
                  <a:pt x="2097141" y="974570"/>
                </a:lnTo>
                <a:cubicBezTo>
                  <a:pt x="2226825" y="974570"/>
                  <a:pt x="2301618" y="906409"/>
                  <a:pt x="2301618" y="789394"/>
                </a:cubicBezTo>
                <a:lnTo>
                  <a:pt x="2301618" y="737520"/>
                </a:lnTo>
                <a:cubicBezTo>
                  <a:pt x="2301618" y="620504"/>
                  <a:pt x="2226825" y="552346"/>
                  <a:pt x="2097141" y="552346"/>
                </a:cubicBezTo>
                <a:close/>
                <a:moveTo>
                  <a:pt x="2266624" y="552345"/>
                </a:moveTo>
                <a:lnTo>
                  <a:pt x="2420435" y="788790"/>
                </a:lnTo>
                <a:lnTo>
                  <a:pt x="2420435" y="974569"/>
                </a:lnTo>
                <a:lnTo>
                  <a:pt x="2529007" y="974569"/>
                </a:lnTo>
                <a:lnTo>
                  <a:pt x="2529007" y="788790"/>
                </a:lnTo>
                <a:lnTo>
                  <a:pt x="2682817" y="552345"/>
                </a:lnTo>
                <a:lnTo>
                  <a:pt x="2558564" y="552345"/>
                </a:lnTo>
                <a:lnTo>
                  <a:pt x="2477738" y="685042"/>
                </a:lnTo>
                <a:lnTo>
                  <a:pt x="2396307" y="552345"/>
                </a:lnTo>
                <a:close/>
                <a:moveTo>
                  <a:pt x="2694276" y="552345"/>
                </a:moveTo>
                <a:lnTo>
                  <a:pt x="2694276" y="666947"/>
                </a:lnTo>
                <a:lnTo>
                  <a:pt x="2743134" y="666947"/>
                </a:lnTo>
                <a:lnTo>
                  <a:pt x="2710563" y="756821"/>
                </a:lnTo>
                <a:lnTo>
                  <a:pt x="2735293" y="756821"/>
                </a:lnTo>
                <a:lnTo>
                  <a:pt x="2808881" y="657901"/>
                </a:lnTo>
                <a:lnTo>
                  <a:pt x="2808881" y="552345"/>
                </a:lnTo>
                <a:close/>
                <a:moveTo>
                  <a:pt x="539750" y="552345"/>
                </a:moveTo>
                <a:lnTo>
                  <a:pt x="539750" y="974568"/>
                </a:lnTo>
                <a:lnTo>
                  <a:pt x="645307" y="974568"/>
                </a:lnTo>
                <a:lnTo>
                  <a:pt x="645307" y="700726"/>
                </a:lnTo>
                <a:lnTo>
                  <a:pt x="660385" y="763457"/>
                </a:lnTo>
                <a:lnTo>
                  <a:pt x="716483" y="974568"/>
                </a:lnTo>
                <a:lnTo>
                  <a:pt x="827466" y="974568"/>
                </a:lnTo>
                <a:lnTo>
                  <a:pt x="883562" y="763457"/>
                </a:lnTo>
                <a:lnTo>
                  <a:pt x="898643" y="700726"/>
                </a:lnTo>
                <a:lnTo>
                  <a:pt x="898643" y="974568"/>
                </a:lnTo>
                <a:lnTo>
                  <a:pt x="1006610" y="974568"/>
                </a:lnTo>
                <a:lnTo>
                  <a:pt x="1006610" y="552345"/>
                </a:lnTo>
                <a:lnTo>
                  <a:pt x="838323" y="552345"/>
                </a:lnTo>
                <a:lnTo>
                  <a:pt x="785847" y="769489"/>
                </a:lnTo>
                <a:lnTo>
                  <a:pt x="773181" y="829806"/>
                </a:lnTo>
                <a:lnTo>
                  <a:pt x="760513" y="769489"/>
                </a:lnTo>
                <a:lnTo>
                  <a:pt x="708037" y="552345"/>
                </a:lnTo>
                <a:close/>
                <a:moveTo>
                  <a:pt x="1685779" y="545106"/>
                </a:moveTo>
                <a:cubicBezTo>
                  <a:pt x="1561525" y="545106"/>
                  <a:pt x="1487334" y="612662"/>
                  <a:pt x="1487334" y="725456"/>
                </a:cubicBezTo>
                <a:lnTo>
                  <a:pt x="1487334" y="801457"/>
                </a:lnTo>
                <a:cubicBezTo>
                  <a:pt x="1487334" y="914854"/>
                  <a:pt x="1560922" y="981806"/>
                  <a:pt x="1685779" y="981806"/>
                </a:cubicBezTo>
                <a:cubicBezTo>
                  <a:pt x="1810035" y="981806"/>
                  <a:pt x="1884225" y="914251"/>
                  <a:pt x="1884225" y="801457"/>
                </a:cubicBezTo>
                <a:lnTo>
                  <a:pt x="1884225" y="725456"/>
                </a:lnTo>
                <a:cubicBezTo>
                  <a:pt x="1884225" y="612059"/>
                  <a:pt x="1810637" y="545106"/>
                  <a:pt x="1685779" y="545106"/>
                </a:cubicBezTo>
                <a:close/>
                <a:moveTo>
                  <a:pt x="1248481" y="545106"/>
                </a:moveTo>
                <a:cubicBezTo>
                  <a:pt x="1124227" y="545106"/>
                  <a:pt x="1050036" y="612662"/>
                  <a:pt x="1050036" y="725456"/>
                </a:cubicBezTo>
                <a:lnTo>
                  <a:pt x="1050036" y="801457"/>
                </a:lnTo>
                <a:cubicBezTo>
                  <a:pt x="1050036" y="914854"/>
                  <a:pt x="1123624" y="981806"/>
                  <a:pt x="1248481" y="981806"/>
                </a:cubicBezTo>
                <a:cubicBezTo>
                  <a:pt x="1372737" y="981806"/>
                  <a:pt x="1446927" y="914251"/>
                  <a:pt x="1446927" y="801457"/>
                </a:cubicBezTo>
                <a:lnTo>
                  <a:pt x="1446927" y="725456"/>
                </a:lnTo>
                <a:cubicBezTo>
                  <a:pt x="1446927" y="612059"/>
                  <a:pt x="1373339" y="545106"/>
                  <a:pt x="1248481" y="545106"/>
                </a:cubicBezTo>
                <a:close/>
                <a:moveTo>
                  <a:pt x="3000079" y="545106"/>
                </a:moveTo>
                <a:cubicBezTo>
                  <a:pt x="2891506" y="545106"/>
                  <a:pt x="2828172" y="595774"/>
                  <a:pt x="2828172" y="682630"/>
                </a:cubicBezTo>
                <a:cubicBezTo>
                  <a:pt x="2828172" y="773710"/>
                  <a:pt x="2892714" y="799045"/>
                  <a:pt x="2942175" y="806281"/>
                </a:cubicBezTo>
                <a:lnTo>
                  <a:pt x="3018174" y="817743"/>
                </a:lnTo>
                <a:cubicBezTo>
                  <a:pt x="3044112" y="821362"/>
                  <a:pt x="3061604" y="826790"/>
                  <a:pt x="3061604" y="852728"/>
                </a:cubicBezTo>
                <a:cubicBezTo>
                  <a:pt x="3061604" y="875647"/>
                  <a:pt x="3040492" y="887712"/>
                  <a:pt x="3000079" y="887712"/>
                </a:cubicBezTo>
                <a:cubicBezTo>
                  <a:pt x="2956048" y="887712"/>
                  <a:pt x="2937348" y="875044"/>
                  <a:pt x="2937348" y="845489"/>
                </a:cubicBezTo>
                <a:lnTo>
                  <a:pt x="2937348" y="829203"/>
                </a:lnTo>
                <a:lnTo>
                  <a:pt x="2825761" y="829203"/>
                </a:lnTo>
                <a:lnTo>
                  <a:pt x="2825761" y="847901"/>
                </a:lnTo>
                <a:cubicBezTo>
                  <a:pt x="2825761" y="931743"/>
                  <a:pt x="2890301" y="981808"/>
                  <a:pt x="3000079" y="981808"/>
                </a:cubicBezTo>
                <a:cubicBezTo>
                  <a:pt x="3096664" y="981808"/>
                  <a:pt x="3158149" y="942554"/>
                  <a:pt x="3172012" y="874148"/>
                </a:cubicBezTo>
                <a:lnTo>
                  <a:pt x="3175000" y="843076"/>
                </a:lnTo>
                <a:lnTo>
                  <a:pt x="3172125" y="811710"/>
                </a:lnTo>
                <a:cubicBezTo>
                  <a:pt x="3159054" y="745334"/>
                  <a:pt x="3103902" y="725081"/>
                  <a:pt x="3057985" y="718220"/>
                </a:cubicBezTo>
                <a:lnTo>
                  <a:pt x="2982586" y="706758"/>
                </a:lnTo>
                <a:cubicBezTo>
                  <a:pt x="2958461" y="703139"/>
                  <a:pt x="2941572" y="697711"/>
                  <a:pt x="2941572" y="672981"/>
                </a:cubicBezTo>
                <a:cubicBezTo>
                  <a:pt x="2941572" y="650662"/>
                  <a:pt x="2961475" y="639203"/>
                  <a:pt x="3000079" y="639203"/>
                </a:cubicBezTo>
                <a:cubicBezTo>
                  <a:pt x="3041095" y="639203"/>
                  <a:pt x="3058587" y="651265"/>
                  <a:pt x="3058587" y="680219"/>
                </a:cubicBezTo>
                <a:lnTo>
                  <a:pt x="3058587" y="694092"/>
                </a:lnTo>
                <a:lnTo>
                  <a:pt x="3170176" y="694092"/>
                </a:lnTo>
                <a:lnTo>
                  <a:pt x="3170176" y="677806"/>
                </a:lnTo>
                <a:cubicBezTo>
                  <a:pt x="3170176" y="594567"/>
                  <a:pt x="3106842" y="545106"/>
                  <a:pt x="3000079" y="545106"/>
                </a:cubicBezTo>
                <a:close/>
                <a:moveTo>
                  <a:pt x="0" y="0"/>
                </a:moveTo>
                <a:lnTo>
                  <a:pt x="12192000" y="0"/>
                </a:lnTo>
                <a:lnTo>
                  <a:pt x="12192000" y="6857999"/>
                </a:lnTo>
                <a:lnTo>
                  <a:pt x="0" y="6857999"/>
                </a:lnTo>
                <a:close/>
              </a:path>
            </a:pathLst>
          </a:custGeom>
          <a:solidFill>
            <a:srgbClr val="A6A9AA"/>
          </a:solidFill>
        </p:spPr>
        <p:txBody>
          <a:bodyPr wrap="square" rIns="548640" anchor="ctr">
            <a:noAutofit/>
          </a:bodyPr>
          <a:lstStyle>
            <a:lvl1pPr algn="r">
              <a:defRPr>
                <a:solidFill>
                  <a:schemeClr val="tx1"/>
                </a:solidFill>
              </a:defRPr>
            </a:lvl1pPr>
          </a:lstStyle>
          <a:p>
            <a:r>
              <a:rPr lang="en-US"/>
              <a:t>Click icon to add picture</a:t>
            </a:r>
            <a:endParaRPr lang="en-US" dirty="0"/>
          </a:p>
        </p:txBody>
      </p:sp>
      <p:sp>
        <p:nvSpPr>
          <p:cNvPr id="2" name="Title 1">
            <a:extLst>
              <a:ext uri="{FF2B5EF4-FFF2-40B4-BE49-F238E27FC236}">
                <a16:creationId xmlns:a16="http://schemas.microsoft.com/office/drawing/2014/main" id="{33F04150-992C-F011-69D3-7F4A3F6FF433}"/>
              </a:ext>
            </a:extLst>
          </p:cNvPr>
          <p:cNvSpPr>
            <a:spLocks noGrp="1"/>
          </p:cNvSpPr>
          <p:nvPr>
            <p:ph type="title"/>
          </p:nvPr>
        </p:nvSpPr>
        <p:spPr>
          <a:xfrm>
            <a:off x="539751" y="3552825"/>
            <a:ext cx="5441950" cy="2179638"/>
          </a:xfrm>
          <a:prstGeom prst="rect">
            <a:avLst/>
          </a:prstGeom>
        </p:spPr>
        <p:txBody>
          <a:bodyPr anchor="b"/>
          <a:lstStyle>
            <a:lvl1pPr>
              <a:defRPr>
                <a:solidFill>
                  <a:schemeClr val="tx1"/>
                </a:solidFill>
              </a:defRPr>
            </a:lvl1pPr>
          </a:lstStyle>
          <a:p>
            <a:r>
              <a:rPr lang="en-US"/>
              <a:t>Click to edit Master title style</a:t>
            </a:r>
            <a:endParaRPr lang="en-US" dirty="0"/>
          </a:p>
        </p:txBody>
      </p:sp>
      <p:sp>
        <p:nvSpPr>
          <p:cNvPr id="4" name="Text Placeholder 11">
            <a:extLst>
              <a:ext uri="{FF2B5EF4-FFF2-40B4-BE49-F238E27FC236}">
                <a16:creationId xmlns:a16="http://schemas.microsoft.com/office/drawing/2014/main" id="{6FA1FE30-4DE2-0D36-81F6-894372591DE3}"/>
              </a:ext>
            </a:extLst>
          </p:cNvPr>
          <p:cNvSpPr>
            <a:spLocks noGrp="1"/>
          </p:cNvSpPr>
          <p:nvPr>
            <p:ph type="body" sz="quarter" idx="11" hasCustomPrompt="1"/>
          </p:nvPr>
        </p:nvSpPr>
        <p:spPr>
          <a:xfrm>
            <a:off x="3367089" y="6311900"/>
            <a:ext cx="5445126" cy="269875"/>
          </a:xfrm>
        </p:spPr>
        <p:txBody>
          <a:bodyPr anchor="b">
            <a:normAutofit/>
          </a:bodyPr>
          <a:lstStyle>
            <a:lvl1pPr marL="0" algn="l" defTabSz="914400" rtl="0" eaLnBrk="1" latinLnBrk="0" hangingPunct="1">
              <a:defRPr lang="en-US" sz="1000" b="0" i="0" kern="1200" dirty="0" smtClean="0">
                <a:solidFill>
                  <a:schemeClr val="tx1"/>
                </a:solidFill>
                <a:latin typeface="+mn-lt"/>
                <a:ea typeface="GT America Regular" pitchFamily="2" charset="77"/>
                <a:cs typeface="GT America Regular" pitchFamily="2" charset="77"/>
              </a:defRPr>
            </a:lvl1pPr>
            <a:lvl2pPr>
              <a:defRPr sz="1000"/>
            </a:lvl2pPr>
            <a:lvl3pPr marL="0" indent="0">
              <a:buNone/>
              <a:defRPr sz="1000"/>
            </a:lvl3pPr>
            <a:lvl4pPr marL="0" indent="0">
              <a:defRPr sz="1000"/>
            </a:lvl4pPr>
            <a:lvl5pPr marL="0" indent="0">
              <a:buNone/>
              <a:defRPr sz="1000"/>
            </a:lvl5pPr>
            <a:lvl6pPr marL="0" indent="0">
              <a:defRPr sz="1000"/>
            </a:lvl6pPr>
            <a:lvl7pPr marL="0" indent="0">
              <a:buNone/>
              <a:defRPr sz="1000"/>
            </a:lvl7pPr>
            <a:lvl8pPr marL="0" indent="0">
              <a:defRPr sz="1000"/>
            </a:lvl8pPr>
            <a:lvl9pPr marL="0" indent="0">
              <a:buNone/>
              <a:defRPr sz="1000"/>
            </a:lvl9pPr>
          </a:lstStyle>
          <a:p>
            <a:pPr lvl="0"/>
            <a:r>
              <a:rPr lang="en-US" dirty="0"/>
              <a:t>Title Department</a:t>
            </a:r>
          </a:p>
        </p:txBody>
      </p:sp>
      <p:sp>
        <p:nvSpPr>
          <p:cNvPr id="3" name="Date Placeholder 3">
            <a:extLst>
              <a:ext uri="{FF2B5EF4-FFF2-40B4-BE49-F238E27FC236}">
                <a16:creationId xmlns:a16="http://schemas.microsoft.com/office/drawing/2014/main" id="{6DC47A95-CCFB-A6E7-23DB-287FFF642D6A}"/>
              </a:ext>
            </a:extLst>
          </p:cNvPr>
          <p:cNvSpPr>
            <a:spLocks noGrp="1"/>
          </p:cNvSpPr>
          <p:nvPr>
            <p:ph type="dt" sz="half" idx="2"/>
          </p:nvPr>
        </p:nvSpPr>
        <p:spPr>
          <a:xfrm>
            <a:off x="9013829" y="6311900"/>
            <a:ext cx="2619375" cy="269875"/>
          </a:xfrm>
          <a:prstGeom prst="rect">
            <a:avLst/>
          </a:prstGeom>
        </p:spPr>
        <p:txBody>
          <a:bodyPr vert="horz" lIns="0" tIns="0" rIns="0" bIns="0" rtlCol="0" anchor="b" anchorCtr="0"/>
          <a:lstStyle>
            <a:lvl1pPr algn="r">
              <a:defRPr sz="1000">
                <a:solidFill>
                  <a:schemeClr val="tx1"/>
                </a:solidFill>
              </a:defRPr>
            </a:lvl1pPr>
            <a:lvl2pPr marL="0" indent="0">
              <a:defRPr sz="1000"/>
            </a:lvl2pPr>
            <a:lvl3pPr>
              <a:defRPr sz="1000"/>
            </a:lvl3pPr>
            <a:lvl4pPr>
              <a:defRPr sz="1000"/>
            </a:lvl4pPr>
            <a:lvl5pPr marL="0" indent="0">
              <a:defRPr sz="1000"/>
            </a:lvl5pPr>
            <a:lvl6pPr marL="0" indent="0">
              <a:defRPr sz="1000"/>
            </a:lvl6pPr>
            <a:lvl7pPr marL="0" indent="0">
              <a:defRPr sz="1000"/>
            </a:lvl7pPr>
            <a:lvl8pPr marL="0" indent="0">
              <a:defRPr sz="1000"/>
            </a:lvl8pPr>
            <a:lvl9pPr marL="0" indent="0">
              <a:defRPr sz="1000"/>
            </a:lvl9pPr>
          </a:lstStyle>
          <a:p>
            <a:endParaRPr lang="en-US" dirty="0"/>
          </a:p>
        </p:txBody>
      </p:sp>
      <p:sp>
        <p:nvSpPr>
          <p:cNvPr id="6" name="Text Placeholder 8">
            <a:extLst>
              <a:ext uri="{FF2B5EF4-FFF2-40B4-BE49-F238E27FC236}">
                <a16:creationId xmlns:a16="http://schemas.microsoft.com/office/drawing/2014/main" id="{A16C230C-5691-F970-ED78-91F42403D1D0}"/>
              </a:ext>
            </a:extLst>
          </p:cNvPr>
          <p:cNvSpPr>
            <a:spLocks noGrp="1"/>
          </p:cNvSpPr>
          <p:nvPr>
            <p:ph type="body" sz="quarter" idx="14" hasCustomPrompt="1"/>
          </p:nvPr>
        </p:nvSpPr>
        <p:spPr>
          <a:xfrm>
            <a:off x="6194424" y="696913"/>
            <a:ext cx="5438779" cy="430212"/>
          </a:xfrm>
        </p:spPr>
        <p:txBody>
          <a:bodyPr tIns="91440">
            <a:noAutofit/>
          </a:bodyPr>
          <a:lstStyle>
            <a:lvl1pPr marL="0" indent="0" algn="r">
              <a:buFont typeface="Arial" panose="020B0604020202020204" pitchFamily="34" charset="0"/>
              <a:buNone/>
              <a:defRPr sz="1600" b="1">
                <a:solidFill>
                  <a:schemeClr val="tx1"/>
                </a:solidFill>
              </a:defRPr>
            </a:lvl1pPr>
            <a:lvl2pPr marL="0" indent="0" algn="r">
              <a:buNone/>
              <a:defRPr sz="1600" b="1">
                <a:solidFill>
                  <a:schemeClr val="tx1"/>
                </a:solidFill>
              </a:defRPr>
            </a:lvl2pPr>
            <a:lvl3pPr marL="0" indent="0" algn="r">
              <a:buNone/>
              <a:defRPr sz="1600" b="1">
                <a:solidFill>
                  <a:schemeClr val="tx1"/>
                </a:solidFill>
              </a:defRPr>
            </a:lvl3pPr>
            <a:lvl4pPr marL="0" indent="0" algn="r">
              <a:buNone/>
              <a:defRPr sz="1600" b="1">
                <a:solidFill>
                  <a:schemeClr val="tx1"/>
                </a:solidFill>
              </a:defRPr>
            </a:lvl4pPr>
            <a:lvl5pPr marL="0" indent="0" algn="r">
              <a:buFont typeface="Arial" panose="020B0604020202020204" pitchFamily="34" charset="0"/>
              <a:buNone/>
              <a:defRPr sz="1600" b="1">
                <a:solidFill>
                  <a:schemeClr val="tx1"/>
                </a:solidFill>
              </a:defRPr>
            </a:lvl5pPr>
            <a:lvl6pPr marL="0" indent="0" algn="r">
              <a:buNone/>
              <a:defRPr sz="1600" b="1">
                <a:solidFill>
                  <a:schemeClr val="tx1"/>
                </a:solidFill>
              </a:defRPr>
            </a:lvl6pPr>
            <a:lvl7pPr marL="0" indent="0" algn="r">
              <a:buNone/>
              <a:defRPr sz="1600" b="1">
                <a:solidFill>
                  <a:schemeClr val="tx1"/>
                </a:solidFill>
              </a:defRPr>
            </a:lvl7pPr>
            <a:lvl8pPr marL="0" indent="0" algn="r">
              <a:buNone/>
              <a:defRPr sz="1600" b="1">
                <a:solidFill>
                  <a:schemeClr val="tx1"/>
                </a:solidFill>
              </a:defRPr>
            </a:lvl8pPr>
            <a:lvl9pPr marL="0" indent="0" algn="r">
              <a:buNone/>
              <a:defRPr sz="1600" b="1">
                <a:solidFill>
                  <a:schemeClr val="tx1"/>
                </a:solidFill>
              </a:defRPr>
            </a:lvl9pPr>
          </a:lstStyle>
          <a:p>
            <a:pPr lvl="0"/>
            <a:r>
              <a:rPr lang="en-US" dirty="0"/>
              <a:t>Division / Geography</a:t>
            </a:r>
          </a:p>
        </p:txBody>
      </p:sp>
      <p:sp>
        <p:nvSpPr>
          <p:cNvPr id="11" name="Text Placeholder 12">
            <a:extLst>
              <a:ext uri="{FF2B5EF4-FFF2-40B4-BE49-F238E27FC236}">
                <a16:creationId xmlns:a16="http://schemas.microsoft.com/office/drawing/2014/main" id="{3C21ED02-4A33-6EFD-6724-30A8642C13A3}"/>
              </a:ext>
            </a:extLst>
          </p:cNvPr>
          <p:cNvSpPr>
            <a:spLocks noGrp="1"/>
          </p:cNvSpPr>
          <p:nvPr>
            <p:ph type="body" sz="quarter" idx="99" hasCustomPrompt="1"/>
          </p:nvPr>
        </p:nvSpPr>
        <p:spPr>
          <a:xfrm>
            <a:off x="539750" y="6311900"/>
            <a:ext cx="2619375" cy="269875"/>
          </a:xfrm>
        </p:spPr>
        <p:txBody>
          <a:bodyPr anchor="b">
            <a:noAutofit/>
          </a:bodyPr>
          <a:lstStyle>
            <a:lvl1pPr>
              <a:defRPr sz="1000" b="0"/>
            </a:lvl1pPr>
            <a:lvl2pPr>
              <a:defRPr sz="1000"/>
            </a:lvl2pPr>
            <a:lvl3pPr marL="0" indent="0">
              <a:buClrTx/>
              <a:buFont typeface="GT America" charset="0"/>
              <a:buNone/>
              <a:defRPr sz="1000"/>
            </a:lvl3pPr>
            <a:lvl4pPr marL="284163" indent="-284163">
              <a:buClrTx/>
              <a:buFont typeface="GT America" charset="0"/>
              <a:buChar char="→"/>
              <a:defRPr sz="1000"/>
            </a:lvl4pPr>
            <a:lvl5pPr marL="284163" indent="-284163">
              <a:buClrTx/>
              <a:buFont typeface="GT America" charset="0"/>
              <a:buChar char="→"/>
              <a:defRPr sz="1000"/>
            </a:lvl5pPr>
            <a:lvl6pPr marL="284163" indent="-284163">
              <a:buClrTx/>
              <a:buFont typeface="GT America" charset="0"/>
              <a:buChar char="→"/>
              <a:defRPr sz="1000"/>
            </a:lvl6pPr>
            <a:lvl7pPr marL="284163" indent="-284163">
              <a:buClrTx/>
              <a:buFont typeface="GT America" charset="0"/>
              <a:buChar char="→"/>
              <a:defRPr sz="1000"/>
            </a:lvl7pPr>
            <a:lvl8pPr marL="284163" indent="-284163">
              <a:buClrTx/>
              <a:buFont typeface="GT America" charset="0"/>
              <a:buChar char="→"/>
              <a:defRPr sz="1000"/>
            </a:lvl8pPr>
            <a:lvl9pPr marL="284163" indent="-284163">
              <a:buClrTx/>
              <a:buFont typeface="GT America" charset="0"/>
              <a:buChar char="→"/>
              <a:defRPr sz="1000"/>
            </a:lvl9pPr>
          </a:lstStyle>
          <a:p>
            <a:pPr lvl="0"/>
            <a:r>
              <a:rPr lang="en-US" dirty="0"/>
              <a:t>Single presenter</a:t>
            </a:r>
          </a:p>
        </p:txBody>
      </p:sp>
      <p:sp>
        <p:nvSpPr>
          <p:cNvPr id="12" name="Text Placeholder 15">
            <a:extLst>
              <a:ext uri="{FF2B5EF4-FFF2-40B4-BE49-F238E27FC236}">
                <a16:creationId xmlns:a16="http://schemas.microsoft.com/office/drawing/2014/main" id="{DDFCCCE6-1080-7167-2C83-D3BE43A6E107}"/>
              </a:ext>
            </a:extLst>
          </p:cNvPr>
          <p:cNvSpPr>
            <a:spLocks noGrp="1"/>
          </p:cNvSpPr>
          <p:nvPr>
            <p:ph type="body" sz="quarter" idx="100" hasCustomPrompt="1"/>
          </p:nvPr>
        </p:nvSpPr>
        <p:spPr>
          <a:xfrm>
            <a:off x="546099" y="3014450"/>
            <a:ext cx="2615184" cy="281478"/>
          </a:xfrm>
        </p:spPr>
        <p:txBody>
          <a:bodyPr>
            <a:noAutofit/>
          </a:bodyPr>
          <a:lstStyle>
            <a:lvl1pPr>
              <a:defRPr sz="1000"/>
            </a:lvl1pPr>
            <a:lvl2pPr marL="285750" indent="-285750">
              <a:buClrTx/>
              <a:buFont typeface="GT America" charset="0"/>
              <a:buChar char="→"/>
              <a:defRPr sz="1000"/>
            </a:lvl2pPr>
            <a:lvl3pPr marL="0" indent="0">
              <a:buClrTx/>
              <a:buFont typeface="GT America" charset="0"/>
              <a:buNone/>
              <a:defRPr sz="1000"/>
            </a:lvl3pPr>
            <a:lvl4pPr marL="284163" indent="-284163">
              <a:buClrTx/>
              <a:buFont typeface="GT America" charset="0"/>
              <a:buChar char="→"/>
              <a:defRPr sz="1000"/>
            </a:lvl4pPr>
            <a:lvl5pPr marL="284163" indent="-284163">
              <a:buClrTx/>
              <a:buFont typeface="GT America" charset="0"/>
              <a:buChar char="→"/>
              <a:defRPr sz="1000"/>
            </a:lvl5pPr>
            <a:lvl6pPr marL="284163" indent="-284163">
              <a:buClrTx/>
              <a:buFont typeface="GT America" charset="0"/>
              <a:buChar char="→"/>
              <a:defRPr sz="1000"/>
            </a:lvl6pPr>
            <a:lvl7pPr marL="284163" indent="-284163">
              <a:buClrTx/>
              <a:buFont typeface="GT America" charset="0"/>
              <a:buChar char="→"/>
              <a:defRPr sz="1000"/>
            </a:lvl7pPr>
            <a:lvl8pPr marL="284163" indent="-284163">
              <a:buClrTx/>
              <a:buFont typeface="GT America" charset="0"/>
              <a:buChar char="→"/>
              <a:defRPr sz="1000"/>
            </a:lvl8pPr>
            <a:lvl9pPr marL="284163" indent="-284163">
              <a:buClrTx/>
              <a:buFont typeface="GT America" charset="0"/>
              <a:buChar char="→"/>
              <a:defRPr sz="1000"/>
            </a:lvl9pPr>
          </a:lstStyle>
          <a:p>
            <a:pPr lvl="0"/>
            <a:r>
              <a:rPr lang="en-US" dirty="0"/>
              <a:t>Multiple presenter 1</a:t>
            </a:r>
          </a:p>
        </p:txBody>
      </p:sp>
      <p:sp>
        <p:nvSpPr>
          <p:cNvPr id="13" name="Text Placeholder 17">
            <a:extLst>
              <a:ext uri="{FF2B5EF4-FFF2-40B4-BE49-F238E27FC236}">
                <a16:creationId xmlns:a16="http://schemas.microsoft.com/office/drawing/2014/main" id="{4E920023-5558-3759-D0F7-D4E02260898A}"/>
              </a:ext>
            </a:extLst>
          </p:cNvPr>
          <p:cNvSpPr>
            <a:spLocks noGrp="1"/>
          </p:cNvSpPr>
          <p:nvPr>
            <p:ph type="body" sz="quarter" idx="101" hasCustomPrompt="1"/>
          </p:nvPr>
        </p:nvSpPr>
        <p:spPr>
          <a:xfrm>
            <a:off x="3386138" y="3009900"/>
            <a:ext cx="2615184" cy="286028"/>
          </a:xfrm>
        </p:spPr>
        <p:txBody>
          <a:bodyPr>
            <a:noAutofit/>
          </a:bodyPr>
          <a:lstStyle>
            <a:lvl1pPr>
              <a:defRPr sz="1000"/>
            </a:lvl1pPr>
            <a:lvl2pPr marL="284163" indent="-284163">
              <a:buClrTx/>
              <a:buFont typeface="GT America" charset="0"/>
              <a:buChar char="→"/>
              <a:defRPr sz="1000"/>
            </a:lvl2pPr>
            <a:lvl3pPr marL="0" indent="0">
              <a:buClrTx/>
              <a:buFont typeface="GT America" charset="0"/>
              <a:buNone/>
              <a:defRPr sz="1000"/>
            </a:lvl3pPr>
            <a:lvl4pPr marL="284163" indent="-284163">
              <a:buClrTx/>
              <a:buFont typeface="GT America" charset="0"/>
              <a:buChar char="→"/>
              <a:defRPr sz="1000"/>
            </a:lvl4pPr>
            <a:lvl5pPr marL="284163" indent="-284163">
              <a:buClrTx/>
              <a:buFont typeface="GT America" charset="0"/>
              <a:buChar char="→"/>
              <a:defRPr sz="1000"/>
            </a:lvl5pPr>
            <a:lvl6pPr marL="284163" indent="-284163">
              <a:buClrTx/>
              <a:buFont typeface="GT America" charset="0"/>
              <a:buChar char="→"/>
              <a:defRPr sz="1000"/>
            </a:lvl6pPr>
            <a:lvl7pPr marL="284163" indent="-284163">
              <a:buClrTx/>
              <a:buFont typeface="GT America" charset="0"/>
              <a:buChar char="→"/>
              <a:defRPr sz="1000"/>
            </a:lvl7pPr>
            <a:lvl8pPr marL="284163" indent="-284163">
              <a:buClrTx/>
              <a:buFont typeface="GT America" charset="0"/>
              <a:buChar char="→"/>
              <a:defRPr sz="1000"/>
            </a:lvl8pPr>
            <a:lvl9pPr marL="284163" indent="-284163">
              <a:buClrTx/>
              <a:buFont typeface="GT America" charset="0"/>
              <a:buChar char="→"/>
              <a:defRPr sz="1000"/>
            </a:lvl9pPr>
          </a:lstStyle>
          <a:p>
            <a:pPr lvl="0"/>
            <a:r>
              <a:rPr lang="en-US" dirty="0"/>
              <a:t>Multiple presenter 2</a:t>
            </a:r>
          </a:p>
        </p:txBody>
      </p:sp>
      <p:sp>
        <p:nvSpPr>
          <p:cNvPr id="14" name="Text Placeholder 19">
            <a:extLst>
              <a:ext uri="{FF2B5EF4-FFF2-40B4-BE49-F238E27FC236}">
                <a16:creationId xmlns:a16="http://schemas.microsoft.com/office/drawing/2014/main" id="{6463DDA5-4241-B62D-0CE3-D5CF7DDC78DE}"/>
              </a:ext>
            </a:extLst>
          </p:cNvPr>
          <p:cNvSpPr>
            <a:spLocks noGrp="1"/>
          </p:cNvSpPr>
          <p:nvPr>
            <p:ph type="body" sz="quarter" idx="102" hasCustomPrompt="1"/>
          </p:nvPr>
        </p:nvSpPr>
        <p:spPr>
          <a:xfrm>
            <a:off x="6194425" y="3009900"/>
            <a:ext cx="2615184" cy="286028"/>
          </a:xfrm>
        </p:spPr>
        <p:txBody>
          <a:bodyPr>
            <a:normAutofit/>
          </a:bodyPr>
          <a:lstStyle>
            <a:lvl1pPr>
              <a:defRPr sz="1000"/>
            </a:lvl1pPr>
            <a:lvl2pPr marL="284163" indent="-284163">
              <a:defRPr sz="1000"/>
            </a:lvl2pPr>
            <a:lvl3pPr marL="0" indent="0">
              <a:buClrTx/>
              <a:buFont typeface="GT America" charset="0"/>
              <a:buNone/>
              <a:defRPr sz="1000"/>
            </a:lvl3pPr>
            <a:lvl4pPr marL="284163" indent="-284163">
              <a:buClrTx/>
              <a:buFont typeface="GT America" charset="0"/>
              <a:buChar char="→"/>
              <a:defRPr sz="1000"/>
            </a:lvl4pPr>
            <a:lvl5pPr marL="284163" indent="-284163">
              <a:buClrTx/>
              <a:buFont typeface="GT America" charset="0"/>
              <a:buChar char="→"/>
              <a:defRPr sz="1000"/>
            </a:lvl5pPr>
            <a:lvl6pPr marL="284163" indent="-284163">
              <a:buClrTx/>
              <a:buFont typeface="GT America" charset="0"/>
              <a:buChar char="→"/>
              <a:defRPr sz="1000"/>
            </a:lvl6pPr>
            <a:lvl7pPr marL="284163" indent="-284163">
              <a:buClrTx/>
              <a:buFont typeface="GT America" charset="0"/>
              <a:buChar char="→"/>
              <a:defRPr sz="1000"/>
            </a:lvl7pPr>
            <a:lvl8pPr marL="284163" indent="-284163">
              <a:buClrTx/>
              <a:buFont typeface="GT America" charset="0"/>
              <a:buChar char="→"/>
              <a:defRPr sz="1000"/>
            </a:lvl8pPr>
            <a:lvl9pPr marL="284163" indent="-284163">
              <a:buClrTx/>
              <a:buFont typeface="GT America" charset="0"/>
              <a:buChar char="→"/>
              <a:defRPr sz="1000"/>
            </a:lvl9pPr>
          </a:lstStyle>
          <a:p>
            <a:pPr lvl="0"/>
            <a:r>
              <a:rPr lang="en-US" dirty="0"/>
              <a:t>Multiple presenter 3</a:t>
            </a:r>
          </a:p>
        </p:txBody>
      </p:sp>
    </p:spTree>
    <p:extLst>
      <p:ext uri="{BB962C8B-B14F-4D97-AF65-F5344CB8AC3E}">
        <p14:creationId xmlns:p14="http://schemas.microsoft.com/office/powerpoint/2010/main" val="1710674654"/>
      </p:ext>
    </p:extLst>
  </p:cSld>
  <p:clrMapOvr>
    <a:overrideClrMapping bg1="dk1" tx1="lt1" bg2="dk2" tx2="lt2" accent1="accent1" accent2="accent2" accent3="accent3" accent4="accent4" accent5="accent5" accent6="accent6" hlink="hlink" folHlink="folHlink"/>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ver 5 - Light Photo">
    <p:bg>
      <p:bgPr>
        <a:solidFill>
          <a:schemeClr val="tx1"/>
        </a:solid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E6E69FF6-3FAE-6184-8074-A3CDDC7C9ABD}"/>
              </a:ext>
            </a:extLst>
          </p:cNvPr>
          <p:cNvSpPr/>
          <p:nvPr userDrawn="1"/>
        </p:nvSpPr>
        <p:spPr>
          <a:xfrm>
            <a:off x="0" y="0"/>
            <a:ext cx="12188952"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Picture Placeholder 9">
            <a:extLst>
              <a:ext uri="{FF2B5EF4-FFF2-40B4-BE49-F238E27FC236}">
                <a16:creationId xmlns:a16="http://schemas.microsoft.com/office/drawing/2014/main" id="{5C77B404-B686-66A0-1A20-E42FD89A9DE9}"/>
              </a:ext>
            </a:extLst>
          </p:cNvPr>
          <p:cNvSpPr>
            <a:spLocks noGrp="1"/>
          </p:cNvSpPr>
          <p:nvPr>
            <p:ph type="pic" sz="quarter" idx="13"/>
          </p:nvPr>
        </p:nvSpPr>
        <p:spPr>
          <a:xfrm>
            <a:off x="0" y="0"/>
            <a:ext cx="12192000" cy="6857999"/>
          </a:xfrm>
          <a:custGeom>
            <a:avLst/>
            <a:gdLst>
              <a:gd name="connsiteX0" fmla="*/ 2041649 w 12192000"/>
              <a:gd name="connsiteY0" fmla="*/ 647043 h 6857999"/>
              <a:gd name="connsiteX1" fmla="*/ 2097141 w 12192000"/>
              <a:gd name="connsiteY1" fmla="*/ 647043 h 6857999"/>
              <a:gd name="connsiteX2" fmla="*/ 2185808 w 12192000"/>
              <a:gd name="connsiteY2" fmla="*/ 735711 h 6857999"/>
              <a:gd name="connsiteX3" fmla="*/ 2185808 w 12192000"/>
              <a:gd name="connsiteY3" fmla="*/ 791202 h 6857999"/>
              <a:gd name="connsiteX4" fmla="*/ 2097141 w 12192000"/>
              <a:gd name="connsiteY4" fmla="*/ 879871 h 6857999"/>
              <a:gd name="connsiteX5" fmla="*/ 2041649 w 12192000"/>
              <a:gd name="connsiteY5" fmla="*/ 879871 h 6857999"/>
              <a:gd name="connsiteX6" fmla="*/ 1685779 w 12192000"/>
              <a:gd name="connsiteY6" fmla="*/ 638600 h 6857999"/>
              <a:gd name="connsiteX7" fmla="*/ 1768415 w 12192000"/>
              <a:gd name="connsiteY7" fmla="*/ 715201 h 6857999"/>
              <a:gd name="connsiteX8" fmla="*/ 1768415 w 12192000"/>
              <a:gd name="connsiteY8" fmla="*/ 811711 h 6857999"/>
              <a:gd name="connsiteX9" fmla="*/ 1685779 w 12192000"/>
              <a:gd name="connsiteY9" fmla="*/ 888315 h 6857999"/>
              <a:gd name="connsiteX10" fmla="*/ 1603145 w 12192000"/>
              <a:gd name="connsiteY10" fmla="*/ 811711 h 6857999"/>
              <a:gd name="connsiteX11" fmla="*/ 1603145 w 12192000"/>
              <a:gd name="connsiteY11" fmla="*/ 715201 h 6857999"/>
              <a:gd name="connsiteX12" fmla="*/ 1685779 w 12192000"/>
              <a:gd name="connsiteY12" fmla="*/ 638600 h 6857999"/>
              <a:gd name="connsiteX13" fmla="*/ 1248481 w 12192000"/>
              <a:gd name="connsiteY13" fmla="*/ 638600 h 6857999"/>
              <a:gd name="connsiteX14" fmla="*/ 1331117 w 12192000"/>
              <a:gd name="connsiteY14" fmla="*/ 715201 h 6857999"/>
              <a:gd name="connsiteX15" fmla="*/ 1331117 w 12192000"/>
              <a:gd name="connsiteY15" fmla="*/ 811711 h 6857999"/>
              <a:gd name="connsiteX16" fmla="*/ 1248481 w 12192000"/>
              <a:gd name="connsiteY16" fmla="*/ 888315 h 6857999"/>
              <a:gd name="connsiteX17" fmla="*/ 1165846 w 12192000"/>
              <a:gd name="connsiteY17" fmla="*/ 811711 h 6857999"/>
              <a:gd name="connsiteX18" fmla="*/ 1165846 w 12192000"/>
              <a:gd name="connsiteY18" fmla="*/ 715201 h 6857999"/>
              <a:gd name="connsiteX19" fmla="*/ 1248481 w 12192000"/>
              <a:gd name="connsiteY19" fmla="*/ 638600 h 6857999"/>
              <a:gd name="connsiteX20" fmla="*/ 1927044 w 12192000"/>
              <a:gd name="connsiteY20" fmla="*/ 552346 h 6857999"/>
              <a:gd name="connsiteX21" fmla="*/ 1927044 w 12192000"/>
              <a:gd name="connsiteY21" fmla="*/ 974570 h 6857999"/>
              <a:gd name="connsiteX22" fmla="*/ 2097141 w 12192000"/>
              <a:gd name="connsiteY22" fmla="*/ 974570 h 6857999"/>
              <a:gd name="connsiteX23" fmla="*/ 2301618 w 12192000"/>
              <a:gd name="connsiteY23" fmla="*/ 789394 h 6857999"/>
              <a:gd name="connsiteX24" fmla="*/ 2301618 w 12192000"/>
              <a:gd name="connsiteY24" fmla="*/ 737520 h 6857999"/>
              <a:gd name="connsiteX25" fmla="*/ 2097141 w 12192000"/>
              <a:gd name="connsiteY25" fmla="*/ 552346 h 6857999"/>
              <a:gd name="connsiteX26" fmla="*/ 2266624 w 12192000"/>
              <a:gd name="connsiteY26" fmla="*/ 552345 h 6857999"/>
              <a:gd name="connsiteX27" fmla="*/ 2420435 w 12192000"/>
              <a:gd name="connsiteY27" fmla="*/ 788790 h 6857999"/>
              <a:gd name="connsiteX28" fmla="*/ 2420435 w 12192000"/>
              <a:gd name="connsiteY28" fmla="*/ 974569 h 6857999"/>
              <a:gd name="connsiteX29" fmla="*/ 2529007 w 12192000"/>
              <a:gd name="connsiteY29" fmla="*/ 974569 h 6857999"/>
              <a:gd name="connsiteX30" fmla="*/ 2529007 w 12192000"/>
              <a:gd name="connsiteY30" fmla="*/ 788790 h 6857999"/>
              <a:gd name="connsiteX31" fmla="*/ 2682817 w 12192000"/>
              <a:gd name="connsiteY31" fmla="*/ 552345 h 6857999"/>
              <a:gd name="connsiteX32" fmla="*/ 2558564 w 12192000"/>
              <a:gd name="connsiteY32" fmla="*/ 552345 h 6857999"/>
              <a:gd name="connsiteX33" fmla="*/ 2477738 w 12192000"/>
              <a:gd name="connsiteY33" fmla="*/ 685042 h 6857999"/>
              <a:gd name="connsiteX34" fmla="*/ 2396307 w 12192000"/>
              <a:gd name="connsiteY34" fmla="*/ 552345 h 6857999"/>
              <a:gd name="connsiteX35" fmla="*/ 2694276 w 12192000"/>
              <a:gd name="connsiteY35" fmla="*/ 552345 h 6857999"/>
              <a:gd name="connsiteX36" fmla="*/ 2694276 w 12192000"/>
              <a:gd name="connsiteY36" fmla="*/ 666947 h 6857999"/>
              <a:gd name="connsiteX37" fmla="*/ 2743134 w 12192000"/>
              <a:gd name="connsiteY37" fmla="*/ 666947 h 6857999"/>
              <a:gd name="connsiteX38" fmla="*/ 2710563 w 12192000"/>
              <a:gd name="connsiteY38" fmla="*/ 756821 h 6857999"/>
              <a:gd name="connsiteX39" fmla="*/ 2735293 w 12192000"/>
              <a:gd name="connsiteY39" fmla="*/ 756821 h 6857999"/>
              <a:gd name="connsiteX40" fmla="*/ 2808881 w 12192000"/>
              <a:gd name="connsiteY40" fmla="*/ 657901 h 6857999"/>
              <a:gd name="connsiteX41" fmla="*/ 2808881 w 12192000"/>
              <a:gd name="connsiteY41" fmla="*/ 552345 h 6857999"/>
              <a:gd name="connsiteX42" fmla="*/ 539750 w 12192000"/>
              <a:gd name="connsiteY42" fmla="*/ 552345 h 6857999"/>
              <a:gd name="connsiteX43" fmla="*/ 539750 w 12192000"/>
              <a:gd name="connsiteY43" fmla="*/ 974568 h 6857999"/>
              <a:gd name="connsiteX44" fmla="*/ 645307 w 12192000"/>
              <a:gd name="connsiteY44" fmla="*/ 974568 h 6857999"/>
              <a:gd name="connsiteX45" fmla="*/ 645307 w 12192000"/>
              <a:gd name="connsiteY45" fmla="*/ 700726 h 6857999"/>
              <a:gd name="connsiteX46" fmla="*/ 660385 w 12192000"/>
              <a:gd name="connsiteY46" fmla="*/ 763457 h 6857999"/>
              <a:gd name="connsiteX47" fmla="*/ 716483 w 12192000"/>
              <a:gd name="connsiteY47" fmla="*/ 974568 h 6857999"/>
              <a:gd name="connsiteX48" fmla="*/ 827466 w 12192000"/>
              <a:gd name="connsiteY48" fmla="*/ 974568 h 6857999"/>
              <a:gd name="connsiteX49" fmla="*/ 883562 w 12192000"/>
              <a:gd name="connsiteY49" fmla="*/ 763457 h 6857999"/>
              <a:gd name="connsiteX50" fmla="*/ 898643 w 12192000"/>
              <a:gd name="connsiteY50" fmla="*/ 700726 h 6857999"/>
              <a:gd name="connsiteX51" fmla="*/ 898643 w 12192000"/>
              <a:gd name="connsiteY51" fmla="*/ 974568 h 6857999"/>
              <a:gd name="connsiteX52" fmla="*/ 1006610 w 12192000"/>
              <a:gd name="connsiteY52" fmla="*/ 974568 h 6857999"/>
              <a:gd name="connsiteX53" fmla="*/ 1006610 w 12192000"/>
              <a:gd name="connsiteY53" fmla="*/ 552345 h 6857999"/>
              <a:gd name="connsiteX54" fmla="*/ 838323 w 12192000"/>
              <a:gd name="connsiteY54" fmla="*/ 552345 h 6857999"/>
              <a:gd name="connsiteX55" fmla="*/ 785847 w 12192000"/>
              <a:gd name="connsiteY55" fmla="*/ 769489 h 6857999"/>
              <a:gd name="connsiteX56" fmla="*/ 773181 w 12192000"/>
              <a:gd name="connsiteY56" fmla="*/ 829806 h 6857999"/>
              <a:gd name="connsiteX57" fmla="*/ 760513 w 12192000"/>
              <a:gd name="connsiteY57" fmla="*/ 769489 h 6857999"/>
              <a:gd name="connsiteX58" fmla="*/ 708037 w 12192000"/>
              <a:gd name="connsiteY58" fmla="*/ 552345 h 6857999"/>
              <a:gd name="connsiteX59" fmla="*/ 1685779 w 12192000"/>
              <a:gd name="connsiteY59" fmla="*/ 545106 h 6857999"/>
              <a:gd name="connsiteX60" fmla="*/ 1487334 w 12192000"/>
              <a:gd name="connsiteY60" fmla="*/ 725456 h 6857999"/>
              <a:gd name="connsiteX61" fmla="*/ 1487334 w 12192000"/>
              <a:gd name="connsiteY61" fmla="*/ 801457 h 6857999"/>
              <a:gd name="connsiteX62" fmla="*/ 1685779 w 12192000"/>
              <a:gd name="connsiteY62" fmla="*/ 981806 h 6857999"/>
              <a:gd name="connsiteX63" fmla="*/ 1884225 w 12192000"/>
              <a:gd name="connsiteY63" fmla="*/ 801457 h 6857999"/>
              <a:gd name="connsiteX64" fmla="*/ 1884225 w 12192000"/>
              <a:gd name="connsiteY64" fmla="*/ 725456 h 6857999"/>
              <a:gd name="connsiteX65" fmla="*/ 1685779 w 12192000"/>
              <a:gd name="connsiteY65" fmla="*/ 545106 h 6857999"/>
              <a:gd name="connsiteX66" fmla="*/ 1248481 w 12192000"/>
              <a:gd name="connsiteY66" fmla="*/ 545106 h 6857999"/>
              <a:gd name="connsiteX67" fmla="*/ 1050036 w 12192000"/>
              <a:gd name="connsiteY67" fmla="*/ 725456 h 6857999"/>
              <a:gd name="connsiteX68" fmla="*/ 1050036 w 12192000"/>
              <a:gd name="connsiteY68" fmla="*/ 801457 h 6857999"/>
              <a:gd name="connsiteX69" fmla="*/ 1248481 w 12192000"/>
              <a:gd name="connsiteY69" fmla="*/ 981806 h 6857999"/>
              <a:gd name="connsiteX70" fmla="*/ 1446927 w 12192000"/>
              <a:gd name="connsiteY70" fmla="*/ 801457 h 6857999"/>
              <a:gd name="connsiteX71" fmla="*/ 1446927 w 12192000"/>
              <a:gd name="connsiteY71" fmla="*/ 725456 h 6857999"/>
              <a:gd name="connsiteX72" fmla="*/ 1248481 w 12192000"/>
              <a:gd name="connsiteY72" fmla="*/ 545106 h 6857999"/>
              <a:gd name="connsiteX73" fmla="*/ 3000079 w 12192000"/>
              <a:gd name="connsiteY73" fmla="*/ 545106 h 6857999"/>
              <a:gd name="connsiteX74" fmla="*/ 2828172 w 12192000"/>
              <a:gd name="connsiteY74" fmla="*/ 682630 h 6857999"/>
              <a:gd name="connsiteX75" fmla="*/ 2942175 w 12192000"/>
              <a:gd name="connsiteY75" fmla="*/ 806281 h 6857999"/>
              <a:gd name="connsiteX76" fmla="*/ 3018174 w 12192000"/>
              <a:gd name="connsiteY76" fmla="*/ 817743 h 6857999"/>
              <a:gd name="connsiteX77" fmla="*/ 3061604 w 12192000"/>
              <a:gd name="connsiteY77" fmla="*/ 852728 h 6857999"/>
              <a:gd name="connsiteX78" fmla="*/ 3000079 w 12192000"/>
              <a:gd name="connsiteY78" fmla="*/ 887712 h 6857999"/>
              <a:gd name="connsiteX79" fmla="*/ 2937348 w 12192000"/>
              <a:gd name="connsiteY79" fmla="*/ 845489 h 6857999"/>
              <a:gd name="connsiteX80" fmla="*/ 2937348 w 12192000"/>
              <a:gd name="connsiteY80" fmla="*/ 829203 h 6857999"/>
              <a:gd name="connsiteX81" fmla="*/ 2825761 w 12192000"/>
              <a:gd name="connsiteY81" fmla="*/ 829203 h 6857999"/>
              <a:gd name="connsiteX82" fmla="*/ 2825761 w 12192000"/>
              <a:gd name="connsiteY82" fmla="*/ 847901 h 6857999"/>
              <a:gd name="connsiteX83" fmla="*/ 3000079 w 12192000"/>
              <a:gd name="connsiteY83" fmla="*/ 981808 h 6857999"/>
              <a:gd name="connsiteX84" fmla="*/ 3172012 w 12192000"/>
              <a:gd name="connsiteY84" fmla="*/ 874148 h 6857999"/>
              <a:gd name="connsiteX85" fmla="*/ 3175000 w 12192000"/>
              <a:gd name="connsiteY85" fmla="*/ 843076 h 6857999"/>
              <a:gd name="connsiteX86" fmla="*/ 3172125 w 12192000"/>
              <a:gd name="connsiteY86" fmla="*/ 811710 h 6857999"/>
              <a:gd name="connsiteX87" fmla="*/ 3057985 w 12192000"/>
              <a:gd name="connsiteY87" fmla="*/ 718220 h 6857999"/>
              <a:gd name="connsiteX88" fmla="*/ 2982586 w 12192000"/>
              <a:gd name="connsiteY88" fmla="*/ 706758 h 6857999"/>
              <a:gd name="connsiteX89" fmla="*/ 2941572 w 12192000"/>
              <a:gd name="connsiteY89" fmla="*/ 672981 h 6857999"/>
              <a:gd name="connsiteX90" fmla="*/ 3000079 w 12192000"/>
              <a:gd name="connsiteY90" fmla="*/ 639203 h 6857999"/>
              <a:gd name="connsiteX91" fmla="*/ 3058587 w 12192000"/>
              <a:gd name="connsiteY91" fmla="*/ 680219 h 6857999"/>
              <a:gd name="connsiteX92" fmla="*/ 3058587 w 12192000"/>
              <a:gd name="connsiteY92" fmla="*/ 694092 h 6857999"/>
              <a:gd name="connsiteX93" fmla="*/ 3170176 w 12192000"/>
              <a:gd name="connsiteY93" fmla="*/ 694092 h 6857999"/>
              <a:gd name="connsiteX94" fmla="*/ 3170176 w 12192000"/>
              <a:gd name="connsiteY94" fmla="*/ 677806 h 6857999"/>
              <a:gd name="connsiteX95" fmla="*/ 3000079 w 12192000"/>
              <a:gd name="connsiteY95" fmla="*/ 545106 h 6857999"/>
              <a:gd name="connsiteX96" fmla="*/ 0 w 12192000"/>
              <a:gd name="connsiteY96" fmla="*/ 0 h 6857999"/>
              <a:gd name="connsiteX97" fmla="*/ 12192000 w 12192000"/>
              <a:gd name="connsiteY97" fmla="*/ 0 h 6857999"/>
              <a:gd name="connsiteX98" fmla="*/ 12192000 w 12192000"/>
              <a:gd name="connsiteY98" fmla="*/ 6857999 h 6857999"/>
              <a:gd name="connsiteX99" fmla="*/ 0 w 12192000"/>
              <a:gd name="connsiteY99" fmla="*/ 6857999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Lst>
            <a:rect l="l" t="t" r="r" b="b"/>
            <a:pathLst>
              <a:path w="12192000" h="6857999">
                <a:moveTo>
                  <a:pt x="2041649" y="647043"/>
                </a:moveTo>
                <a:lnTo>
                  <a:pt x="2097141" y="647043"/>
                </a:lnTo>
                <a:cubicBezTo>
                  <a:pt x="2156253" y="647043"/>
                  <a:pt x="2185808" y="676600"/>
                  <a:pt x="2185808" y="735711"/>
                </a:cubicBezTo>
                <a:lnTo>
                  <a:pt x="2185808" y="791202"/>
                </a:lnTo>
                <a:cubicBezTo>
                  <a:pt x="2185808" y="849711"/>
                  <a:pt x="2156253" y="879871"/>
                  <a:pt x="2097141" y="879871"/>
                </a:cubicBezTo>
                <a:lnTo>
                  <a:pt x="2041649" y="879871"/>
                </a:lnTo>
                <a:close/>
                <a:moveTo>
                  <a:pt x="1685779" y="638600"/>
                </a:moveTo>
                <a:cubicBezTo>
                  <a:pt x="1737050" y="638600"/>
                  <a:pt x="1768415" y="667552"/>
                  <a:pt x="1768415" y="715201"/>
                </a:cubicBezTo>
                <a:lnTo>
                  <a:pt x="1768415" y="811711"/>
                </a:lnTo>
                <a:cubicBezTo>
                  <a:pt x="1768415" y="858758"/>
                  <a:pt x="1737048" y="888315"/>
                  <a:pt x="1685779" y="888315"/>
                </a:cubicBezTo>
                <a:cubicBezTo>
                  <a:pt x="1634510" y="888315"/>
                  <a:pt x="1603145" y="858758"/>
                  <a:pt x="1603145" y="811711"/>
                </a:cubicBezTo>
                <a:lnTo>
                  <a:pt x="1603145" y="715201"/>
                </a:lnTo>
                <a:cubicBezTo>
                  <a:pt x="1603145" y="667552"/>
                  <a:pt x="1634510" y="638600"/>
                  <a:pt x="1685779" y="638600"/>
                </a:cubicBezTo>
                <a:close/>
                <a:moveTo>
                  <a:pt x="1248481" y="638600"/>
                </a:moveTo>
                <a:cubicBezTo>
                  <a:pt x="1299752" y="638600"/>
                  <a:pt x="1331117" y="667552"/>
                  <a:pt x="1331117" y="715201"/>
                </a:cubicBezTo>
                <a:lnTo>
                  <a:pt x="1331117" y="811711"/>
                </a:lnTo>
                <a:cubicBezTo>
                  <a:pt x="1331117" y="858758"/>
                  <a:pt x="1299749" y="888315"/>
                  <a:pt x="1248481" y="888315"/>
                </a:cubicBezTo>
                <a:cubicBezTo>
                  <a:pt x="1197212" y="888315"/>
                  <a:pt x="1165846" y="858758"/>
                  <a:pt x="1165846" y="811711"/>
                </a:cubicBezTo>
                <a:lnTo>
                  <a:pt x="1165846" y="715201"/>
                </a:lnTo>
                <a:cubicBezTo>
                  <a:pt x="1165846" y="667552"/>
                  <a:pt x="1197212" y="638600"/>
                  <a:pt x="1248481" y="638600"/>
                </a:cubicBezTo>
                <a:close/>
                <a:moveTo>
                  <a:pt x="1927044" y="552346"/>
                </a:moveTo>
                <a:lnTo>
                  <a:pt x="1927044" y="974570"/>
                </a:lnTo>
                <a:lnTo>
                  <a:pt x="2097141" y="974570"/>
                </a:lnTo>
                <a:cubicBezTo>
                  <a:pt x="2226825" y="974570"/>
                  <a:pt x="2301618" y="906409"/>
                  <a:pt x="2301618" y="789394"/>
                </a:cubicBezTo>
                <a:lnTo>
                  <a:pt x="2301618" y="737520"/>
                </a:lnTo>
                <a:cubicBezTo>
                  <a:pt x="2301618" y="620504"/>
                  <a:pt x="2226825" y="552346"/>
                  <a:pt x="2097141" y="552346"/>
                </a:cubicBezTo>
                <a:close/>
                <a:moveTo>
                  <a:pt x="2266624" y="552345"/>
                </a:moveTo>
                <a:lnTo>
                  <a:pt x="2420435" y="788790"/>
                </a:lnTo>
                <a:lnTo>
                  <a:pt x="2420435" y="974569"/>
                </a:lnTo>
                <a:lnTo>
                  <a:pt x="2529007" y="974569"/>
                </a:lnTo>
                <a:lnTo>
                  <a:pt x="2529007" y="788790"/>
                </a:lnTo>
                <a:lnTo>
                  <a:pt x="2682817" y="552345"/>
                </a:lnTo>
                <a:lnTo>
                  <a:pt x="2558564" y="552345"/>
                </a:lnTo>
                <a:lnTo>
                  <a:pt x="2477738" y="685042"/>
                </a:lnTo>
                <a:lnTo>
                  <a:pt x="2396307" y="552345"/>
                </a:lnTo>
                <a:close/>
                <a:moveTo>
                  <a:pt x="2694276" y="552345"/>
                </a:moveTo>
                <a:lnTo>
                  <a:pt x="2694276" y="666947"/>
                </a:lnTo>
                <a:lnTo>
                  <a:pt x="2743134" y="666947"/>
                </a:lnTo>
                <a:lnTo>
                  <a:pt x="2710563" y="756821"/>
                </a:lnTo>
                <a:lnTo>
                  <a:pt x="2735293" y="756821"/>
                </a:lnTo>
                <a:lnTo>
                  <a:pt x="2808881" y="657901"/>
                </a:lnTo>
                <a:lnTo>
                  <a:pt x="2808881" y="552345"/>
                </a:lnTo>
                <a:close/>
                <a:moveTo>
                  <a:pt x="539750" y="552345"/>
                </a:moveTo>
                <a:lnTo>
                  <a:pt x="539750" y="974568"/>
                </a:lnTo>
                <a:lnTo>
                  <a:pt x="645307" y="974568"/>
                </a:lnTo>
                <a:lnTo>
                  <a:pt x="645307" y="700726"/>
                </a:lnTo>
                <a:lnTo>
                  <a:pt x="660385" y="763457"/>
                </a:lnTo>
                <a:lnTo>
                  <a:pt x="716483" y="974568"/>
                </a:lnTo>
                <a:lnTo>
                  <a:pt x="827466" y="974568"/>
                </a:lnTo>
                <a:lnTo>
                  <a:pt x="883562" y="763457"/>
                </a:lnTo>
                <a:lnTo>
                  <a:pt x="898643" y="700726"/>
                </a:lnTo>
                <a:lnTo>
                  <a:pt x="898643" y="974568"/>
                </a:lnTo>
                <a:lnTo>
                  <a:pt x="1006610" y="974568"/>
                </a:lnTo>
                <a:lnTo>
                  <a:pt x="1006610" y="552345"/>
                </a:lnTo>
                <a:lnTo>
                  <a:pt x="838323" y="552345"/>
                </a:lnTo>
                <a:lnTo>
                  <a:pt x="785847" y="769489"/>
                </a:lnTo>
                <a:lnTo>
                  <a:pt x="773181" y="829806"/>
                </a:lnTo>
                <a:lnTo>
                  <a:pt x="760513" y="769489"/>
                </a:lnTo>
                <a:lnTo>
                  <a:pt x="708037" y="552345"/>
                </a:lnTo>
                <a:close/>
                <a:moveTo>
                  <a:pt x="1685779" y="545106"/>
                </a:moveTo>
                <a:cubicBezTo>
                  <a:pt x="1561525" y="545106"/>
                  <a:pt x="1487334" y="612662"/>
                  <a:pt x="1487334" y="725456"/>
                </a:cubicBezTo>
                <a:lnTo>
                  <a:pt x="1487334" y="801457"/>
                </a:lnTo>
                <a:cubicBezTo>
                  <a:pt x="1487334" y="914854"/>
                  <a:pt x="1560922" y="981806"/>
                  <a:pt x="1685779" y="981806"/>
                </a:cubicBezTo>
                <a:cubicBezTo>
                  <a:pt x="1810035" y="981806"/>
                  <a:pt x="1884225" y="914251"/>
                  <a:pt x="1884225" y="801457"/>
                </a:cubicBezTo>
                <a:lnTo>
                  <a:pt x="1884225" y="725456"/>
                </a:lnTo>
                <a:cubicBezTo>
                  <a:pt x="1884225" y="612059"/>
                  <a:pt x="1810637" y="545106"/>
                  <a:pt x="1685779" y="545106"/>
                </a:cubicBezTo>
                <a:close/>
                <a:moveTo>
                  <a:pt x="1248481" y="545106"/>
                </a:moveTo>
                <a:cubicBezTo>
                  <a:pt x="1124227" y="545106"/>
                  <a:pt x="1050036" y="612662"/>
                  <a:pt x="1050036" y="725456"/>
                </a:cubicBezTo>
                <a:lnTo>
                  <a:pt x="1050036" y="801457"/>
                </a:lnTo>
                <a:cubicBezTo>
                  <a:pt x="1050036" y="914854"/>
                  <a:pt x="1123624" y="981806"/>
                  <a:pt x="1248481" y="981806"/>
                </a:cubicBezTo>
                <a:cubicBezTo>
                  <a:pt x="1372737" y="981806"/>
                  <a:pt x="1446927" y="914251"/>
                  <a:pt x="1446927" y="801457"/>
                </a:cubicBezTo>
                <a:lnTo>
                  <a:pt x="1446927" y="725456"/>
                </a:lnTo>
                <a:cubicBezTo>
                  <a:pt x="1446927" y="612059"/>
                  <a:pt x="1373339" y="545106"/>
                  <a:pt x="1248481" y="545106"/>
                </a:cubicBezTo>
                <a:close/>
                <a:moveTo>
                  <a:pt x="3000079" y="545106"/>
                </a:moveTo>
                <a:cubicBezTo>
                  <a:pt x="2891506" y="545106"/>
                  <a:pt x="2828172" y="595774"/>
                  <a:pt x="2828172" y="682630"/>
                </a:cubicBezTo>
                <a:cubicBezTo>
                  <a:pt x="2828172" y="773710"/>
                  <a:pt x="2892714" y="799045"/>
                  <a:pt x="2942175" y="806281"/>
                </a:cubicBezTo>
                <a:lnTo>
                  <a:pt x="3018174" y="817743"/>
                </a:lnTo>
                <a:cubicBezTo>
                  <a:pt x="3044112" y="821362"/>
                  <a:pt x="3061604" y="826790"/>
                  <a:pt x="3061604" y="852728"/>
                </a:cubicBezTo>
                <a:cubicBezTo>
                  <a:pt x="3061604" y="875647"/>
                  <a:pt x="3040492" y="887712"/>
                  <a:pt x="3000079" y="887712"/>
                </a:cubicBezTo>
                <a:cubicBezTo>
                  <a:pt x="2956048" y="887712"/>
                  <a:pt x="2937348" y="875044"/>
                  <a:pt x="2937348" y="845489"/>
                </a:cubicBezTo>
                <a:lnTo>
                  <a:pt x="2937348" y="829203"/>
                </a:lnTo>
                <a:lnTo>
                  <a:pt x="2825761" y="829203"/>
                </a:lnTo>
                <a:lnTo>
                  <a:pt x="2825761" y="847901"/>
                </a:lnTo>
                <a:cubicBezTo>
                  <a:pt x="2825761" y="931743"/>
                  <a:pt x="2890301" y="981808"/>
                  <a:pt x="3000079" y="981808"/>
                </a:cubicBezTo>
                <a:cubicBezTo>
                  <a:pt x="3096664" y="981808"/>
                  <a:pt x="3158149" y="942554"/>
                  <a:pt x="3172012" y="874148"/>
                </a:cubicBezTo>
                <a:lnTo>
                  <a:pt x="3175000" y="843076"/>
                </a:lnTo>
                <a:lnTo>
                  <a:pt x="3172125" y="811710"/>
                </a:lnTo>
                <a:cubicBezTo>
                  <a:pt x="3159054" y="745334"/>
                  <a:pt x="3103902" y="725081"/>
                  <a:pt x="3057985" y="718220"/>
                </a:cubicBezTo>
                <a:lnTo>
                  <a:pt x="2982586" y="706758"/>
                </a:lnTo>
                <a:cubicBezTo>
                  <a:pt x="2958461" y="703139"/>
                  <a:pt x="2941572" y="697711"/>
                  <a:pt x="2941572" y="672981"/>
                </a:cubicBezTo>
                <a:cubicBezTo>
                  <a:pt x="2941572" y="650662"/>
                  <a:pt x="2961475" y="639203"/>
                  <a:pt x="3000079" y="639203"/>
                </a:cubicBezTo>
                <a:cubicBezTo>
                  <a:pt x="3041095" y="639203"/>
                  <a:pt x="3058587" y="651265"/>
                  <a:pt x="3058587" y="680219"/>
                </a:cubicBezTo>
                <a:lnTo>
                  <a:pt x="3058587" y="694092"/>
                </a:lnTo>
                <a:lnTo>
                  <a:pt x="3170176" y="694092"/>
                </a:lnTo>
                <a:lnTo>
                  <a:pt x="3170176" y="677806"/>
                </a:lnTo>
                <a:cubicBezTo>
                  <a:pt x="3170176" y="594567"/>
                  <a:pt x="3106842" y="545106"/>
                  <a:pt x="3000079" y="545106"/>
                </a:cubicBezTo>
                <a:close/>
                <a:moveTo>
                  <a:pt x="0" y="0"/>
                </a:moveTo>
                <a:lnTo>
                  <a:pt x="12192000" y="0"/>
                </a:lnTo>
                <a:lnTo>
                  <a:pt x="12192000" y="6857999"/>
                </a:lnTo>
                <a:lnTo>
                  <a:pt x="0" y="6857999"/>
                </a:lnTo>
                <a:close/>
              </a:path>
            </a:pathLst>
          </a:custGeom>
          <a:solidFill>
            <a:srgbClr val="F0F0F1"/>
          </a:solidFill>
        </p:spPr>
        <p:txBody>
          <a:bodyPr wrap="square" rIns="548640" anchor="ctr">
            <a:noAutofit/>
          </a:bodyPr>
          <a:lstStyle>
            <a:lvl1pPr algn="r">
              <a:defRPr>
                <a:solidFill>
                  <a:schemeClr val="bg1"/>
                </a:solidFill>
              </a:defRPr>
            </a:lvl1pPr>
          </a:lstStyle>
          <a:p>
            <a:r>
              <a:rPr lang="en-US"/>
              <a:t>Click icon to add picture</a:t>
            </a:r>
            <a:endParaRPr lang="en-US" dirty="0"/>
          </a:p>
        </p:txBody>
      </p:sp>
      <p:sp>
        <p:nvSpPr>
          <p:cNvPr id="2" name="Title 1">
            <a:extLst>
              <a:ext uri="{FF2B5EF4-FFF2-40B4-BE49-F238E27FC236}">
                <a16:creationId xmlns:a16="http://schemas.microsoft.com/office/drawing/2014/main" id="{33F04150-992C-F011-69D3-7F4A3F6FF433}"/>
              </a:ext>
            </a:extLst>
          </p:cNvPr>
          <p:cNvSpPr>
            <a:spLocks noGrp="1"/>
          </p:cNvSpPr>
          <p:nvPr>
            <p:ph type="title"/>
          </p:nvPr>
        </p:nvSpPr>
        <p:spPr>
          <a:xfrm>
            <a:off x="539751" y="3552825"/>
            <a:ext cx="5441950" cy="2179638"/>
          </a:xfrm>
          <a:prstGeom prst="rect">
            <a:avLst/>
          </a:prstGeom>
        </p:spPr>
        <p:txBody>
          <a:bodyPr anchor="b"/>
          <a:lstStyle>
            <a:lvl1pPr>
              <a:defRPr>
                <a:solidFill>
                  <a:schemeClr val="bg1"/>
                </a:solidFill>
              </a:defRPr>
            </a:lvl1pPr>
          </a:lstStyle>
          <a:p>
            <a:r>
              <a:rPr lang="en-US"/>
              <a:t>Click to edit Master title style</a:t>
            </a:r>
            <a:endParaRPr lang="en-US" dirty="0"/>
          </a:p>
        </p:txBody>
      </p:sp>
      <p:sp>
        <p:nvSpPr>
          <p:cNvPr id="4" name="Text Placeholder 11">
            <a:extLst>
              <a:ext uri="{FF2B5EF4-FFF2-40B4-BE49-F238E27FC236}">
                <a16:creationId xmlns:a16="http://schemas.microsoft.com/office/drawing/2014/main" id="{6FA1FE30-4DE2-0D36-81F6-894372591DE3}"/>
              </a:ext>
            </a:extLst>
          </p:cNvPr>
          <p:cNvSpPr>
            <a:spLocks noGrp="1"/>
          </p:cNvSpPr>
          <p:nvPr>
            <p:ph type="body" sz="quarter" idx="11" hasCustomPrompt="1"/>
          </p:nvPr>
        </p:nvSpPr>
        <p:spPr>
          <a:xfrm>
            <a:off x="3367089" y="6311900"/>
            <a:ext cx="5445126" cy="269875"/>
          </a:xfrm>
        </p:spPr>
        <p:txBody>
          <a:bodyPr anchor="b">
            <a:normAutofit/>
          </a:bodyPr>
          <a:lstStyle>
            <a:lvl1pPr marL="0" algn="l" defTabSz="914400" rtl="0" eaLnBrk="1" latinLnBrk="0" hangingPunct="1">
              <a:defRPr lang="en-US" sz="1000" b="0" i="0" kern="1200" dirty="0" smtClean="0">
                <a:solidFill>
                  <a:schemeClr val="bg1"/>
                </a:solidFill>
                <a:latin typeface="+mn-lt"/>
                <a:ea typeface="GT America Regular" pitchFamily="2" charset="77"/>
                <a:cs typeface="GT America Regular" pitchFamily="2" charset="77"/>
              </a:defRPr>
            </a:lvl1pPr>
            <a:lvl2pPr>
              <a:defRPr sz="1000"/>
            </a:lvl2pPr>
            <a:lvl3pPr marL="0" indent="0">
              <a:buNone/>
              <a:defRPr sz="1000"/>
            </a:lvl3pPr>
            <a:lvl4pPr marL="0" indent="0">
              <a:defRPr sz="1000"/>
            </a:lvl4pPr>
            <a:lvl5pPr marL="0" indent="0">
              <a:buNone/>
              <a:defRPr sz="1000"/>
            </a:lvl5pPr>
            <a:lvl6pPr marL="0" indent="0">
              <a:defRPr sz="1000"/>
            </a:lvl6pPr>
            <a:lvl7pPr marL="0" indent="0">
              <a:buNone/>
              <a:defRPr sz="1000"/>
            </a:lvl7pPr>
            <a:lvl8pPr marL="0" indent="0">
              <a:defRPr sz="1000"/>
            </a:lvl8pPr>
            <a:lvl9pPr marL="0" indent="0">
              <a:buNone/>
              <a:defRPr sz="1000"/>
            </a:lvl9pPr>
          </a:lstStyle>
          <a:p>
            <a:pPr lvl="0"/>
            <a:r>
              <a:rPr lang="en-US" dirty="0"/>
              <a:t>Title Department</a:t>
            </a:r>
          </a:p>
        </p:txBody>
      </p:sp>
      <p:sp>
        <p:nvSpPr>
          <p:cNvPr id="3" name="Date Placeholder 3">
            <a:extLst>
              <a:ext uri="{FF2B5EF4-FFF2-40B4-BE49-F238E27FC236}">
                <a16:creationId xmlns:a16="http://schemas.microsoft.com/office/drawing/2014/main" id="{6DC47A95-CCFB-A6E7-23DB-287FFF642D6A}"/>
              </a:ext>
            </a:extLst>
          </p:cNvPr>
          <p:cNvSpPr>
            <a:spLocks noGrp="1"/>
          </p:cNvSpPr>
          <p:nvPr>
            <p:ph type="dt" sz="half" idx="2"/>
          </p:nvPr>
        </p:nvSpPr>
        <p:spPr>
          <a:xfrm>
            <a:off x="9013829" y="6311900"/>
            <a:ext cx="2619375" cy="269875"/>
          </a:xfrm>
          <a:prstGeom prst="rect">
            <a:avLst/>
          </a:prstGeom>
        </p:spPr>
        <p:txBody>
          <a:bodyPr vert="horz" lIns="0" tIns="0" rIns="0" bIns="0" rtlCol="0" anchor="b" anchorCtr="0"/>
          <a:lstStyle>
            <a:lvl1pPr algn="r">
              <a:defRPr sz="1000">
                <a:solidFill>
                  <a:schemeClr val="bg1"/>
                </a:solidFill>
              </a:defRPr>
            </a:lvl1pPr>
            <a:lvl2pPr marL="0" indent="0">
              <a:defRPr sz="1000"/>
            </a:lvl2pPr>
            <a:lvl3pPr>
              <a:defRPr sz="1000"/>
            </a:lvl3pPr>
            <a:lvl4pPr>
              <a:defRPr sz="1000"/>
            </a:lvl4pPr>
            <a:lvl5pPr marL="0" indent="0">
              <a:defRPr sz="1000"/>
            </a:lvl5pPr>
            <a:lvl6pPr marL="0" indent="0">
              <a:defRPr sz="1000"/>
            </a:lvl6pPr>
            <a:lvl7pPr marL="0" indent="0">
              <a:defRPr sz="1000"/>
            </a:lvl7pPr>
            <a:lvl8pPr marL="0" indent="0">
              <a:defRPr sz="1000"/>
            </a:lvl8pPr>
            <a:lvl9pPr marL="0" indent="0">
              <a:defRPr sz="1000"/>
            </a:lvl9pPr>
          </a:lstStyle>
          <a:p>
            <a:endParaRPr lang="en-US" dirty="0"/>
          </a:p>
        </p:txBody>
      </p:sp>
      <p:sp>
        <p:nvSpPr>
          <p:cNvPr id="6" name="Text Placeholder 8">
            <a:extLst>
              <a:ext uri="{FF2B5EF4-FFF2-40B4-BE49-F238E27FC236}">
                <a16:creationId xmlns:a16="http://schemas.microsoft.com/office/drawing/2014/main" id="{A16C230C-5691-F970-ED78-91F42403D1D0}"/>
              </a:ext>
            </a:extLst>
          </p:cNvPr>
          <p:cNvSpPr>
            <a:spLocks noGrp="1"/>
          </p:cNvSpPr>
          <p:nvPr>
            <p:ph type="body" sz="quarter" idx="14" hasCustomPrompt="1"/>
          </p:nvPr>
        </p:nvSpPr>
        <p:spPr>
          <a:xfrm>
            <a:off x="6194424" y="696913"/>
            <a:ext cx="5438779" cy="430212"/>
          </a:xfrm>
        </p:spPr>
        <p:txBody>
          <a:bodyPr tIns="91440">
            <a:noAutofit/>
          </a:bodyPr>
          <a:lstStyle>
            <a:lvl1pPr marL="0" indent="0" algn="r">
              <a:buFont typeface="Arial" panose="020B0604020202020204" pitchFamily="34" charset="0"/>
              <a:buNone/>
              <a:defRPr sz="1600" b="1">
                <a:solidFill>
                  <a:schemeClr val="bg1"/>
                </a:solidFill>
              </a:defRPr>
            </a:lvl1pPr>
            <a:lvl2pPr marL="0" indent="0" algn="r">
              <a:buNone/>
              <a:defRPr sz="1600" b="1">
                <a:solidFill>
                  <a:schemeClr val="tx1"/>
                </a:solidFill>
              </a:defRPr>
            </a:lvl2pPr>
            <a:lvl3pPr marL="0" indent="0" algn="r">
              <a:buNone/>
              <a:defRPr sz="1600" b="1">
                <a:solidFill>
                  <a:schemeClr val="tx1"/>
                </a:solidFill>
              </a:defRPr>
            </a:lvl3pPr>
            <a:lvl4pPr marL="0" indent="0" algn="r">
              <a:buNone/>
              <a:defRPr sz="1600" b="1">
                <a:solidFill>
                  <a:schemeClr val="tx1"/>
                </a:solidFill>
              </a:defRPr>
            </a:lvl4pPr>
            <a:lvl5pPr marL="0" indent="0" algn="r">
              <a:buFont typeface="Arial" panose="020B0604020202020204" pitchFamily="34" charset="0"/>
              <a:buNone/>
              <a:defRPr sz="1600" b="1">
                <a:solidFill>
                  <a:schemeClr val="tx1"/>
                </a:solidFill>
              </a:defRPr>
            </a:lvl5pPr>
            <a:lvl6pPr marL="0" indent="0" algn="r">
              <a:buNone/>
              <a:defRPr sz="1600" b="1">
                <a:solidFill>
                  <a:schemeClr val="tx1"/>
                </a:solidFill>
              </a:defRPr>
            </a:lvl6pPr>
            <a:lvl7pPr marL="0" indent="0" algn="r">
              <a:buNone/>
              <a:defRPr sz="1600" b="1">
                <a:solidFill>
                  <a:schemeClr val="tx1"/>
                </a:solidFill>
              </a:defRPr>
            </a:lvl7pPr>
            <a:lvl8pPr marL="0" indent="0" algn="r">
              <a:buNone/>
              <a:defRPr sz="1600" b="1">
                <a:solidFill>
                  <a:schemeClr val="tx1"/>
                </a:solidFill>
              </a:defRPr>
            </a:lvl8pPr>
            <a:lvl9pPr marL="0" indent="0" algn="r">
              <a:buNone/>
              <a:defRPr sz="1600" b="1">
                <a:solidFill>
                  <a:schemeClr val="tx1"/>
                </a:solidFill>
              </a:defRPr>
            </a:lvl9pPr>
          </a:lstStyle>
          <a:p>
            <a:pPr lvl="0"/>
            <a:r>
              <a:rPr lang="en-US" dirty="0"/>
              <a:t>Division / Geography</a:t>
            </a:r>
          </a:p>
        </p:txBody>
      </p:sp>
      <p:sp>
        <p:nvSpPr>
          <p:cNvPr id="11" name="Text Placeholder 12">
            <a:extLst>
              <a:ext uri="{FF2B5EF4-FFF2-40B4-BE49-F238E27FC236}">
                <a16:creationId xmlns:a16="http://schemas.microsoft.com/office/drawing/2014/main" id="{3C21ED02-4A33-6EFD-6724-30A8642C13A3}"/>
              </a:ext>
            </a:extLst>
          </p:cNvPr>
          <p:cNvSpPr>
            <a:spLocks noGrp="1"/>
          </p:cNvSpPr>
          <p:nvPr>
            <p:ph type="body" sz="quarter" idx="99" hasCustomPrompt="1"/>
          </p:nvPr>
        </p:nvSpPr>
        <p:spPr>
          <a:xfrm>
            <a:off x="539750" y="6311900"/>
            <a:ext cx="2619375" cy="269875"/>
          </a:xfrm>
        </p:spPr>
        <p:txBody>
          <a:bodyPr anchor="b">
            <a:noAutofit/>
          </a:bodyPr>
          <a:lstStyle>
            <a:lvl1pPr>
              <a:defRPr sz="1000" b="0">
                <a:solidFill>
                  <a:schemeClr val="bg1"/>
                </a:solidFill>
              </a:defRPr>
            </a:lvl1pPr>
            <a:lvl2pPr>
              <a:defRPr sz="1000"/>
            </a:lvl2pPr>
            <a:lvl3pPr marL="0" indent="0">
              <a:buClrTx/>
              <a:buFont typeface="GT America" charset="0"/>
              <a:buNone/>
              <a:defRPr sz="1000"/>
            </a:lvl3pPr>
            <a:lvl4pPr marL="284163" indent="-284163">
              <a:buClrTx/>
              <a:buFont typeface="GT America" charset="0"/>
              <a:buChar char="→"/>
              <a:defRPr sz="1000"/>
            </a:lvl4pPr>
            <a:lvl5pPr marL="284163" indent="-284163">
              <a:buClrTx/>
              <a:buFont typeface="GT America" charset="0"/>
              <a:buChar char="→"/>
              <a:defRPr sz="1000"/>
            </a:lvl5pPr>
            <a:lvl6pPr marL="284163" indent="-284163">
              <a:buClrTx/>
              <a:buFont typeface="GT America" charset="0"/>
              <a:buChar char="→"/>
              <a:defRPr sz="1000"/>
            </a:lvl6pPr>
            <a:lvl7pPr marL="284163" indent="-284163">
              <a:buClrTx/>
              <a:buFont typeface="GT America" charset="0"/>
              <a:buChar char="→"/>
              <a:defRPr sz="1000"/>
            </a:lvl7pPr>
            <a:lvl8pPr marL="284163" indent="-284163">
              <a:buClrTx/>
              <a:buFont typeface="GT America" charset="0"/>
              <a:buChar char="→"/>
              <a:defRPr sz="1000"/>
            </a:lvl8pPr>
            <a:lvl9pPr marL="284163" indent="-284163">
              <a:buClrTx/>
              <a:buFont typeface="GT America" charset="0"/>
              <a:buChar char="→"/>
              <a:defRPr sz="1000"/>
            </a:lvl9pPr>
          </a:lstStyle>
          <a:p>
            <a:pPr lvl="0"/>
            <a:r>
              <a:rPr lang="en-US" dirty="0"/>
              <a:t>Single presenter</a:t>
            </a:r>
          </a:p>
        </p:txBody>
      </p:sp>
      <p:sp>
        <p:nvSpPr>
          <p:cNvPr id="12" name="Text Placeholder 15">
            <a:extLst>
              <a:ext uri="{FF2B5EF4-FFF2-40B4-BE49-F238E27FC236}">
                <a16:creationId xmlns:a16="http://schemas.microsoft.com/office/drawing/2014/main" id="{DDFCCCE6-1080-7167-2C83-D3BE43A6E107}"/>
              </a:ext>
            </a:extLst>
          </p:cNvPr>
          <p:cNvSpPr>
            <a:spLocks noGrp="1"/>
          </p:cNvSpPr>
          <p:nvPr>
            <p:ph type="body" sz="quarter" idx="100" hasCustomPrompt="1"/>
          </p:nvPr>
        </p:nvSpPr>
        <p:spPr>
          <a:xfrm>
            <a:off x="546099" y="3014450"/>
            <a:ext cx="2615184" cy="281478"/>
          </a:xfrm>
        </p:spPr>
        <p:txBody>
          <a:bodyPr>
            <a:noAutofit/>
          </a:bodyPr>
          <a:lstStyle>
            <a:lvl1pPr>
              <a:defRPr sz="1000">
                <a:solidFill>
                  <a:schemeClr val="bg1"/>
                </a:solidFill>
              </a:defRPr>
            </a:lvl1pPr>
            <a:lvl2pPr marL="285750" indent="-285750">
              <a:buClrTx/>
              <a:buFont typeface="GT America" charset="0"/>
              <a:buChar char="→"/>
              <a:defRPr sz="1000"/>
            </a:lvl2pPr>
            <a:lvl3pPr marL="0" indent="0">
              <a:buClrTx/>
              <a:buFont typeface="GT America" charset="0"/>
              <a:buNone/>
              <a:defRPr sz="1000"/>
            </a:lvl3pPr>
            <a:lvl4pPr marL="284163" indent="-284163">
              <a:buClrTx/>
              <a:buFont typeface="GT America" charset="0"/>
              <a:buChar char="→"/>
              <a:defRPr sz="1000"/>
            </a:lvl4pPr>
            <a:lvl5pPr marL="284163" indent="-284163">
              <a:buClrTx/>
              <a:buFont typeface="GT America" charset="0"/>
              <a:buChar char="→"/>
              <a:defRPr sz="1000"/>
            </a:lvl5pPr>
            <a:lvl6pPr marL="284163" indent="-284163">
              <a:buClrTx/>
              <a:buFont typeface="GT America" charset="0"/>
              <a:buChar char="→"/>
              <a:defRPr sz="1000"/>
            </a:lvl6pPr>
            <a:lvl7pPr marL="284163" indent="-284163">
              <a:buClrTx/>
              <a:buFont typeface="GT America" charset="0"/>
              <a:buChar char="→"/>
              <a:defRPr sz="1000"/>
            </a:lvl7pPr>
            <a:lvl8pPr marL="284163" indent="-284163">
              <a:buClrTx/>
              <a:buFont typeface="GT America" charset="0"/>
              <a:buChar char="→"/>
              <a:defRPr sz="1000"/>
            </a:lvl8pPr>
            <a:lvl9pPr marL="284163" indent="-284163">
              <a:buClrTx/>
              <a:buFont typeface="GT America" charset="0"/>
              <a:buChar char="→"/>
              <a:defRPr sz="1000"/>
            </a:lvl9pPr>
          </a:lstStyle>
          <a:p>
            <a:pPr lvl="0"/>
            <a:r>
              <a:rPr lang="en-US" dirty="0"/>
              <a:t>Multiple presenter 1</a:t>
            </a:r>
          </a:p>
        </p:txBody>
      </p:sp>
      <p:sp>
        <p:nvSpPr>
          <p:cNvPr id="13" name="Text Placeholder 17">
            <a:extLst>
              <a:ext uri="{FF2B5EF4-FFF2-40B4-BE49-F238E27FC236}">
                <a16:creationId xmlns:a16="http://schemas.microsoft.com/office/drawing/2014/main" id="{4E920023-5558-3759-D0F7-D4E02260898A}"/>
              </a:ext>
            </a:extLst>
          </p:cNvPr>
          <p:cNvSpPr>
            <a:spLocks noGrp="1"/>
          </p:cNvSpPr>
          <p:nvPr>
            <p:ph type="body" sz="quarter" idx="101" hasCustomPrompt="1"/>
          </p:nvPr>
        </p:nvSpPr>
        <p:spPr>
          <a:xfrm>
            <a:off x="3386138" y="3009900"/>
            <a:ext cx="2615184" cy="286028"/>
          </a:xfrm>
        </p:spPr>
        <p:txBody>
          <a:bodyPr>
            <a:noAutofit/>
          </a:bodyPr>
          <a:lstStyle>
            <a:lvl1pPr>
              <a:defRPr sz="1000">
                <a:solidFill>
                  <a:schemeClr val="bg1"/>
                </a:solidFill>
              </a:defRPr>
            </a:lvl1pPr>
            <a:lvl2pPr marL="284163" indent="-284163">
              <a:buClrTx/>
              <a:buFont typeface="GT America" charset="0"/>
              <a:buChar char="→"/>
              <a:defRPr sz="1000"/>
            </a:lvl2pPr>
            <a:lvl3pPr marL="0" indent="0">
              <a:buClrTx/>
              <a:buFont typeface="GT America" charset="0"/>
              <a:buNone/>
              <a:defRPr sz="1000"/>
            </a:lvl3pPr>
            <a:lvl4pPr marL="284163" indent="-284163">
              <a:buClrTx/>
              <a:buFont typeface="GT America" charset="0"/>
              <a:buChar char="→"/>
              <a:defRPr sz="1000"/>
            </a:lvl4pPr>
            <a:lvl5pPr marL="284163" indent="-284163">
              <a:buClrTx/>
              <a:buFont typeface="GT America" charset="0"/>
              <a:buChar char="→"/>
              <a:defRPr sz="1000"/>
            </a:lvl5pPr>
            <a:lvl6pPr marL="284163" indent="-284163">
              <a:buClrTx/>
              <a:buFont typeface="GT America" charset="0"/>
              <a:buChar char="→"/>
              <a:defRPr sz="1000"/>
            </a:lvl6pPr>
            <a:lvl7pPr marL="284163" indent="-284163">
              <a:buClrTx/>
              <a:buFont typeface="GT America" charset="0"/>
              <a:buChar char="→"/>
              <a:defRPr sz="1000"/>
            </a:lvl7pPr>
            <a:lvl8pPr marL="284163" indent="-284163">
              <a:buClrTx/>
              <a:buFont typeface="GT America" charset="0"/>
              <a:buChar char="→"/>
              <a:defRPr sz="1000"/>
            </a:lvl8pPr>
            <a:lvl9pPr marL="284163" indent="-284163">
              <a:buClrTx/>
              <a:buFont typeface="GT America" charset="0"/>
              <a:buChar char="→"/>
              <a:defRPr sz="1000"/>
            </a:lvl9pPr>
          </a:lstStyle>
          <a:p>
            <a:pPr lvl="0"/>
            <a:r>
              <a:rPr lang="en-US" dirty="0"/>
              <a:t>Multiple presenter 2</a:t>
            </a:r>
          </a:p>
        </p:txBody>
      </p:sp>
      <p:sp>
        <p:nvSpPr>
          <p:cNvPr id="14" name="Text Placeholder 19">
            <a:extLst>
              <a:ext uri="{FF2B5EF4-FFF2-40B4-BE49-F238E27FC236}">
                <a16:creationId xmlns:a16="http://schemas.microsoft.com/office/drawing/2014/main" id="{6463DDA5-4241-B62D-0CE3-D5CF7DDC78DE}"/>
              </a:ext>
            </a:extLst>
          </p:cNvPr>
          <p:cNvSpPr>
            <a:spLocks noGrp="1"/>
          </p:cNvSpPr>
          <p:nvPr>
            <p:ph type="body" sz="quarter" idx="102" hasCustomPrompt="1"/>
          </p:nvPr>
        </p:nvSpPr>
        <p:spPr>
          <a:xfrm>
            <a:off x="6194425" y="3009900"/>
            <a:ext cx="2615184" cy="286028"/>
          </a:xfrm>
        </p:spPr>
        <p:txBody>
          <a:bodyPr>
            <a:normAutofit/>
          </a:bodyPr>
          <a:lstStyle>
            <a:lvl1pPr>
              <a:defRPr sz="1000">
                <a:solidFill>
                  <a:schemeClr val="bg1"/>
                </a:solidFill>
              </a:defRPr>
            </a:lvl1pPr>
            <a:lvl2pPr marL="284163" indent="-284163">
              <a:defRPr sz="1000"/>
            </a:lvl2pPr>
            <a:lvl3pPr marL="0" indent="0">
              <a:buClrTx/>
              <a:buFont typeface="GT America" charset="0"/>
              <a:buNone/>
              <a:defRPr sz="1000"/>
            </a:lvl3pPr>
            <a:lvl4pPr marL="284163" indent="-284163">
              <a:buClrTx/>
              <a:buFont typeface="GT America" charset="0"/>
              <a:buChar char="→"/>
              <a:defRPr sz="1000"/>
            </a:lvl4pPr>
            <a:lvl5pPr marL="284163" indent="-284163">
              <a:buClrTx/>
              <a:buFont typeface="GT America" charset="0"/>
              <a:buChar char="→"/>
              <a:defRPr sz="1000"/>
            </a:lvl5pPr>
            <a:lvl6pPr marL="284163" indent="-284163">
              <a:buClrTx/>
              <a:buFont typeface="GT America" charset="0"/>
              <a:buChar char="→"/>
              <a:defRPr sz="1000"/>
            </a:lvl6pPr>
            <a:lvl7pPr marL="284163" indent="-284163">
              <a:buClrTx/>
              <a:buFont typeface="GT America" charset="0"/>
              <a:buChar char="→"/>
              <a:defRPr sz="1000"/>
            </a:lvl7pPr>
            <a:lvl8pPr marL="284163" indent="-284163">
              <a:buClrTx/>
              <a:buFont typeface="GT America" charset="0"/>
              <a:buChar char="→"/>
              <a:defRPr sz="1000"/>
            </a:lvl8pPr>
            <a:lvl9pPr marL="284163" indent="-284163">
              <a:buClrTx/>
              <a:buFont typeface="GT America" charset="0"/>
              <a:buChar char="→"/>
              <a:defRPr sz="1000"/>
            </a:lvl9pPr>
          </a:lstStyle>
          <a:p>
            <a:pPr lvl="0"/>
            <a:r>
              <a:rPr lang="en-US" dirty="0"/>
              <a:t>Multiple presenter 3</a:t>
            </a:r>
          </a:p>
        </p:txBody>
      </p:sp>
    </p:spTree>
    <p:extLst>
      <p:ext uri="{BB962C8B-B14F-4D97-AF65-F5344CB8AC3E}">
        <p14:creationId xmlns:p14="http://schemas.microsoft.com/office/powerpoint/2010/main" val="501217140"/>
      </p:ext>
    </p:extLst>
  </p:cSld>
  <p:clrMapOvr>
    <a:overrideClrMapping bg1="dk1" tx1="lt1" bg2="dk2" tx2="lt2" accent1="accent1" accent2="accent2" accent3="accent3" accent4="accent4" accent5="accent5" accent6="accent6" hlink="hlink" folHlink="folHlink"/>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over 6">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F04150-992C-F011-69D3-7F4A3F6FF433}"/>
              </a:ext>
            </a:extLst>
          </p:cNvPr>
          <p:cNvSpPr>
            <a:spLocks noGrp="1"/>
          </p:cNvSpPr>
          <p:nvPr>
            <p:ph type="title"/>
          </p:nvPr>
        </p:nvSpPr>
        <p:spPr>
          <a:xfrm>
            <a:off x="539751" y="3552825"/>
            <a:ext cx="5441950" cy="2179638"/>
          </a:xfrm>
          <a:prstGeom prst="rect">
            <a:avLst/>
          </a:prstGeom>
        </p:spPr>
        <p:txBody>
          <a:bodyPr anchor="b"/>
          <a:lstStyle>
            <a:lvl1pPr>
              <a:defRPr>
                <a:solidFill>
                  <a:schemeClr val="tx1"/>
                </a:solidFill>
              </a:defRPr>
            </a:lvl1pPr>
          </a:lstStyle>
          <a:p>
            <a:r>
              <a:rPr lang="en-US"/>
              <a:t>Click to edit Master title style</a:t>
            </a:r>
            <a:endParaRPr lang="en-US" dirty="0"/>
          </a:p>
        </p:txBody>
      </p:sp>
      <p:sp>
        <p:nvSpPr>
          <p:cNvPr id="6" name="Freeform 5">
            <a:extLst>
              <a:ext uri="{FF2B5EF4-FFF2-40B4-BE49-F238E27FC236}">
                <a16:creationId xmlns:a16="http://schemas.microsoft.com/office/drawing/2014/main" id="{EBC8BAC9-2F39-70BA-C3AC-DE7DA1042A5B}"/>
              </a:ext>
            </a:extLst>
          </p:cNvPr>
          <p:cNvSpPr/>
          <p:nvPr userDrawn="1"/>
        </p:nvSpPr>
        <p:spPr bwMode="black">
          <a:xfrm>
            <a:off x="539750" y="545106"/>
            <a:ext cx="2635250" cy="436702"/>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chemeClr val="tx1"/>
          </a:solidFill>
          <a:ln w="0" cap="flat">
            <a:noFill/>
            <a:prstDash val="solid"/>
            <a:miter/>
          </a:ln>
        </p:spPr>
        <p:txBody>
          <a:bodyPr rtlCol="0" anchor="ctr"/>
          <a:lstStyle/>
          <a:p>
            <a:endParaRPr lang="en-US">
              <a:solidFill>
                <a:schemeClr val="tx1"/>
              </a:solidFill>
            </a:endParaRPr>
          </a:p>
        </p:txBody>
      </p:sp>
      <p:sp>
        <p:nvSpPr>
          <p:cNvPr id="9" name="Picture Placeholder 8">
            <a:extLst>
              <a:ext uri="{FF2B5EF4-FFF2-40B4-BE49-F238E27FC236}">
                <a16:creationId xmlns:a16="http://schemas.microsoft.com/office/drawing/2014/main" id="{7AC15287-0630-B8DA-C579-8B9B7FB3569E}"/>
              </a:ext>
            </a:extLst>
          </p:cNvPr>
          <p:cNvSpPr>
            <a:spLocks noGrp="1"/>
          </p:cNvSpPr>
          <p:nvPr>
            <p:ph type="pic" sz="quarter" idx="13" hasCustomPrompt="1"/>
          </p:nvPr>
        </p:nvSpPr>
        <p:spPr bwMode="auto">
          <a:xfrm>
            <a:off x="6096000" y="0"/>
            <a:ext cx="2029968" cy="5868988"/>
          </a:xfrm>
          <a:solidFill>
            <a:srgbClr val="A6A9AA"/>
          </a:solidFill>
        </p:spPr>
        <p:txBody>
          <a:bodyPr tIns="731520" anchor="ctr"/>
          <a:lstStyle>
            <a:lvl1pPr algn="ctr">
              <a:defRPr b="0">
                <a:solidFill>
                  <a:schemeClr val="bg1"/>
                </a:solidFill>
                <a:latin typeface="+mn-lt"/>
              </a:defRPr>
            </a:lvl1pPr>
          </a:lstStyle>
          <a:p>
            <a:r>
              <a:rPr lang="en-US" dirty="0"/>
              <a:t>Dynamic slice crop 1</a:t>
            </a:r>
          </a:p>
        </p:txBody>
      </p:sp>
      <p:sp>
        <p:nvSpPr>
          <p:cNvPr id="13" name="Picture Placeholder 8">
            <a:extLst>
              <a:ext uri="{FF2B5EF4-FFF2-40B4-BE49-F238E27FC236}">
                <a16:creationId xmlns:a16="http://schemas.microsoft.com/office/drawing/2014/main" id="{88B0AA94-1619-F4BF-E5D2-311BE603DDAC}"/>
              </a:ext>
            </a:extLst>
          </p:cNvPr>
          <p:cNvSpPr>
            <a:spLocks noGrp="1"/>
          </p:cNvSpPr>
          <p:nvPr>
            <p:ph type="pic" sz="quarter" idx="14" hasCustomPrompt="1"/>
          </p:nvPr>
        </p:nvSpPr>
        <p:spPr bwMode="auto">
          <a:xfrm>
            <a:off x="8125968" y="1422400"/>
            <a:ext cx="2029968" cy="5434765"/>
          </a:xfrm>
          <a:solidFill>
            <a:srgbClr val="A6A9AA"/>
          </a:solidFill>
        </p:spPr>
        <p:txBody>
          <a:bodyPr tIns="731520" anchor="ctr"/>
          <a:lstStyle>
            <a:lvl1pPr algn="ctr">
              <a:defRPr b="0">
                <a:solidFill>
                  <a:schemeClr val="bg1"/>
                </a:solidFill>
                <a:latin typeface="+mn-lt"/>
              </a:defRPr>
            </a:lvl1pPr>
          </a:lstStyle>
          <a:p>
            <a:r>
              <a:rPr lang="en-US" dirty="0"/>
              <a:t>Dynamic slice crop 2</a:t>
            </a:r>
          </a:p>
        </p:txBody>
      </p:sp>
      <p:sp>
        <p:nvSpPr>
          <p:cNvPr id="15" name="Picture Placeholder 8">
            <a:extLst>
              <a:ext uri="{FF2B5EF4-FFF2-40B4-BE49-F238E27FC236}">
                <a16:creationId xmlns:a16="http://schemas.microsoft.com/office/drawing/2014/main" id="{D814C211-DBD2-6DA0-0A9F-8BF774A63EE4}"/>
              </a:ext>
            </a:extLst>
          </p:cNvPr>
          <p:cNvSpPr>
            <a:spLocks noGrp="1"/>
          </p:cNvSpPr>
          <p:nvPr>
            <p:ph type="pic" sz="quarter" idx="15" hasCustomPrompt="1"/>
          </p:nvPr>
        </p:nvSpPr>
        <p:spPr bwMode="auto">
          <a:xfrm>
            <a:off x="10155936" y="1"/>
            <a:ext cx="2036063" cy="4419599"/>
          </a:xfrm>
          <a:solidFill>
            <a:srgbClr val="A6A9AA"/>
          </a:solidFill>
        </p:spPr>
        <p:txBody>
          <a:bodyPr tIns="731520" anchor="ctr"/>
          <a:lstStyle>
            <a:lvl1pPr algn="ctr">
              <a:defRPr b="0">
                <a:solidFill>
                  <a:schemeClr val="bg1"/>
                </a:solidFill>
                <a:latin typeface="+mn-lt"/>
              </a:defRPr>
            </a:lvl1pPr>
          </a:lstStyle>
          <a:p>
            <a:r>
              <a:rPr lang="en-US" dirty="0"/>
              <a:t>Dynamic slice crop 3</a:t>
            </a:r>
          </a:p>
        </p:txBody>
      </p:sp>
      <p:sp>
        <p:nvSpPr>
          <p:cNvPr id="4" name="Text Placeholder 11">
            <a:extLst>
              <a:ext uri="{FF2B5EF4-FFF2-40B4-BE49-F238E27FC236}">
                <a16:creationId xmlns:a16="http://schemas.microsoft.com/office/drawing/2014/main" id="{662F28CC-4FDC-6231-81B1-808636A2AFE1}"/>
              </a:ext>
            </a:extLst>
          </p:cNvPr>
          <p:cNvSpPr>
            <a:spLocks noGrp="1"/>
          </p:cNvSpPr>
          <p:nvPr>
            <p:ph type="body" sz="quarter" idx="11" hasCustomPrompt="1"/>
          </p:nvPr>
        </p:nvSpPr>
        <p:spPr>
          <a:xfrm>
            <a:off x="3367089" y="6311900"/>
            <a:ext cx="5445126" cy="269875"/>
          </a:xfrm>
        </p:spPr>
        <p:txBody>
          <a:bodyPr anchor="b">
            <a:normAutofit/>
          </a:bodyPr>
          <a:lstStyle>
            <a:lvl1pPr marL="0" algn="l" defTabSz="914400" rtl="0" eaLnBrk="1" latinLnBrk="0" hangingPunct="1">
              <a:defRPr lang="en-US" sz="1000" b="0" i="0" kern="1200" dirty="0" smtClean="0">
                <a:solidFill>
                  <a:schemeClr val="tx1"/>
                </a:solidFill>
                <a:latin typeface="+mn-lt"/>
                <a:ea typeface="GT America Regular" pitchFamily="2" charset="77"/>
                <a:cs typeface="GT America Regular" pitchFamily="2" charset="77"/>
              </a:defRPr>
            </a:lvl1pPr>
            <a:lvl2pPr>
              <a:defRPr sz="1000"/>
            </a:lvl2pPr>
            <a:lvl3pPr marL="0" indent="0">
              <a:buNone/>
              <a:defRPr sz="1000"/>
            </a:lvl3pPr>
            <a:lvl4pPr marL="0" indent="0">
              <a:defRPr sz="1000"/>
            </a:lvl4pPr>
            <a:lvl5pPr marL="0" indent="0">
              <a:buNone/>
              <a:defRPr sz="1000"/>
            </a:lvl5pPr>
            <a:lvl6pPr marL="0" indent="0">
              <a:defRPr sz="1000"/>
            </a:lvl6pPr>
            <a:lvl7pPr marL="0" indent="0">
              <a:buNone/>
              <a:defRPr sz="1000"/>
            </a:lvl7pPr>
            <a:lvl8pPr marL="0" indent="0">
              <a:defRPr sz="1000"/>
            </a:lvl8pPr>
            <a:lvl9pPr marL="0" indent="0">
              <a:buNone/>
              <a:defRPr sz="1000"/>
            </a:lvl9pPr>
          </a:lstStyle>
          <a:p>
            <a:pPr lvl="0"/>
            <a:r>
              <a:rPr lang="en-US" dirty="0"/>
              <a:t>Title Department</a:t>
            </a:r>
          </a:p>
        </p:txBody>
      </p:sp>
      <p:sp>
        <p:nvSpPr>
          <p:cNvPr id="3" name="Date Placeholder 3">
            <a:extLst>
              <a:ext uri="{FF2B5EF4-FFF2-40B4-BE49-F238E27FC236}">
                <a16:creationId xmlns:a16="http://schemas.microsoft.com/office/drawing/2014/main" id="{4E4E5E40-9936-2B1A-A957-B3832110D191}"/>
              </a:ext>
            </a:extLst>
          </p:cNvPr>
          <p:cNvSpPr>
            <a:spLocks noGrp="1"/>
          </p:cNvSpPr>
          <p:nvPr>
            <p:ph type="dt" sz="half" idx="2"/>
          </p:nvPr>
        </p:nvSpPr>
        <p:spPr>
          <a:xfrm>
            <a:off x="9013829" y="6311900"/>
            <a:ext cx="2619375" cy="269875"/>
          </a:xfrm>
          <a:prstGeom prst="rect">
            <a:avLst/>
          </a:prstGeom>
        </p:spPr>
        <p:txBody>
          <a:bodyPr vert="horz" lIns="0" tIns="0" rIns="0" bIns="0" rtlCol="0" anchor="b" anchorCtr="0"/>
          <a:lstStyle>
            <a:lvl1pPr algn="r">
              <a:defRPr sz="1000">
                <a:solidFill>
                  <a:schemeClr val="tx1"/>
                </a:solidFill>
              </a:defRPr>
            </a:lvl1pPr>
            <a:lvl2pPr marL="0" indent="0">
              <a:defRPr sz="1000"/>
            </a:lvl2pPr>
            <a:lvl3pPr>
              <a:defRPr sz="1000"/>
            </a:lvl3pPr>
            <a:lvl4pPr>
              <a:defRPr sz="1000"/>
            </a:lvl4pPr>
            <a:lvl5pPr marL="0" indent="0">
              <a:defRPr sz="1000"/>
            </a:lvl5pPr>
            <a:lvl6pPr marL="0" indent="0">
              <a:defRPr sz="1000"/>
            </a:lvl6pPr>
            <a:lvl7pPr marL="0" indent="0">
              <a:defRPr sz="1000"/>
            </a:lvl7pPr>
            <a:lvl8pPr marL="0" indent="0">
              <a:defRPr sz="1000"/>
            </a:lvl8pPr>
            <a:lvl9pPr marL="0" indent="0">
              <a:defRPr sz="1000"/>
            </a:lvl9pPr>
          </a:lstStyle>
          <a:p>
            <a:endParaRPr lang="en-US" dirty="0"/>
          </a:p>
        </p:txBody>
      </p:sp>
      <p:sp>
        <p:nvSpPr>
          <p:cNvPr id="11" name="Text Placeholder 12">
            <a:extLst>
              <a:ext uri="{FF2B5EF4-FFF2-40B4-BE49-F238E27FC236}">
                <a16:creationId xmlns:a16="http://schemas.microsoft.com/office/drawing/2014/main" id="{2831160B-5FF4-1736-F0D0-4A4677891D9D}"/>
              </a:ext>
            </a:extLst>
          </p:cNvPr>
          <p:cNvSpPr>
            <a:spLocks noGrp="1"/>
          </p:cNvSpPr>
          <p:nvPr>
            <p:ph type="body" sz="quarter" idx="99" hasCustomPrompt="1"/>
          </p:nvPr>
        </p:nvSpPr>
        <p:spPr>
          <a:xfrm>
            <a:off x="539750" y="6311900"/>
            <a:ext cx="2619375" cy="269875"/>
          </a:xfrm>
        </p:spPr>
        <p:txBody>
          <a:bodyPr anchor="b">
            <a:noAutofit/>
          </a:bodyPr>
          <a:lstStyle>
            <a:lvl1pPr>
              <a:defRPr sz="1000" b="0"/>
            </a:lvl1pPr>
            <a:lvl2pPr>
              <a:defRPr sz="1000"/>
            </a:lvl2pPr>
            <a:lvl3pPr marL="0" indent="0">
              <a:buClrTx/>
              <a:buFont typeface="GT America" charset="0"/>
              <a:buNone/>
              <a:defRPr sz="1000"/>
            </a:lvl3pPr>
            <a:lvl4pPr marL="284163" indent="-284163">
              <a:buClrTx/>
              <a:buFont typeface="GT America" charset="0"/>
              <a:buChar char="→"/>
              <a:defRPr sz="1000"/>
            </a:lvl4pPr>
            <a:lvl5pPr marL="284163" indent="-284163">
              <a:buClrTx/>
              <a:buFont typeface="GT America" charset="0"/>
              <a:buChar char="→"/>
              <a:defRPr sz="1000"/>
            </a:lvl5pPr>
            <a:lvl6pPr marL="284163" indent="-284163">
              <a:buClrTx/>
              <a:buFont typeface="GT America" charset="0"/>
              <a:buChar char="→"/>
              <a:defRPr sz="1000"/>
            </a:lvl6pPr>
            <a:lvl7pPr marL="284163" indent="-284163">
              <a:buClrTx/>
              <a:buFont typeface="GT America" charset="0"/>
              <a:buChar char="→"/>
              <a:defRPr sz="1000"/>
            </a:lvl7pPr>
            <a:lvl8pPr marL="284163" indent="-284163">
              <a:buClrTx/>
              <a:buFont typeface="GT America" charset="0"/>
              <a:buChar char="→"/>
              <a:defRPr sz="1000"/>
            </a:lvl8pPr>
            <a:lvl9pPr marL="284163" indent="-284163">
              <a:buClrTx/>
              <a:buFont typeface="GT America" charset="0"/>
              <a:buChar char="→"/>
              <a:defRPr sz="1000"/>
            </a:lvl9pPr>
          </a:lstStyle>
          <a:p>
            <a:pPr lvl="0"/>
            <a:r>
              <a:rPr lang="en-US" dirty="0"/>
              <a:t>Single presenter</a:t>
            </a:r>
          </a:p>
        </p:txBody>
      </p:sp>
      <p:sp>
        <p:nvSpPr>
          <p:cNvPr id="12" name="Text Placeholder 15">
            <a:extLst>
              <a:ext uri="{FF2B5EF4-FFF2-40B4-BE49-F238E27FC236}">
                <a16:creationId xmlns:a16="http://schemas.microsoft.com/office/drawing/2014/main" id="{CF96A1AB-78C0-6521-B97B-BDB3F01285A2}"/>
              </a:ext>
            </a:extLst>
          </p:cNvPr>
          <p:cNvSpPr>
            <a:spLocks noGrp="1"/>
          </p:cNvSpPr>
          <p:nvPr>
            <p:ph type="body" sz="quarter" idx="100" hasCustomPrompt="1"/>
          </p:nvPr>
        </p:nvSpPr>
        <p:spPr>
          <a:xfrm>
            <a:off x="559816" y="1717185"/>
            <a:ext cx="2615184" cy="281478"/>
          </a:xfrm>
        </p:spPr>
        <p:txBody>
          <a:bodyPr>
            <a:noAutofit/>
          </a:bodyPr>
          <a:lstStyle>
            <a:lvl1pPr>
              <a:defRPr sz="1000"/>
            </a:lvl1pPr>
            <a:lvl2pPr marL="285750" indent="-285750">
              <a:buClrTx/>
              <a:buFont typeface="GT America" charset="0"/>
              <a:buChar char="→"/>
              <a:defRPr sz="1000"/>
            </a:lvl2pPr>
            <a:lvl3pPr marL="0" indent="0">
              <a:buClrTx/>
              <a:buFont typeface="GT America" charset="0"/>
              <a:buNone/>
              <a:defRPr sz="1000"/>
            </a:lvl3pPr>
            <a:lvl4pPr marL="284163" indent="-284163">
              <a:buClrTx/>
              <a:buFont typeface="GT America" charset="0"/>
              <a:buChar char="→"/>
              <a:defRPr sz="1000"/>
            </a:lvl4pPr>
            <a:lvl5pPr marL="284163" indent="-284163">
              <a:buClrTx/>
              <a:buFont typeface="GT America" charset="0"/>
              <a:buChar char="→"/>
              <a:defRPr sz="1000"/>
            </a:lvl5pPr>
            <a:lvl6pPr marL="284163" indent="-284163">
              <a:buClrTx/>
              <a:buFont typeface="GT America" charset="0"/>
              <a:buChar char="→"/>
              <a:defRPr sz="1000"/>
            </a:lvl6pPr>
            <a:lvl7pPr marL="284163" indent="-284163">
              <a:buClrTx/>
              <a:buFont typeface="GT America" charset="0"/>
              <a:buChar char="→"/>
              <a:defRPr sz="1000"/>
            </a:lvl7pPr>
            <a:lvl8pPr marL="284163" indent="-284163">
              <a:buClrTx/>
              <a:buFont typeface="GT America" charset="0"/>
              <a:buChar char="→"/>
              <a:defRPr sz="1000"/>
            </a:lvl8pPr>
            <a:lvl9pPr marL="284163" indent="-284163">
              <a:buClrTx/>
              <a:buFont typeface="GT America" charset="0"/>
              <a:buChar char="→"/>
              <a:defRPr sz="1000"/>
            </a:lvl9pPr>
          </a:lstStyle>
          <a:p>
            <a:pPr lvl="0"/>
            <a:r>
              <a:rPr lang="en-US" dirty="0"/>
              <a:t>Multiple presenter 1</a:t>
            </a:r>
          </a:p>
        </p:txBody>
      </p:sp>
      <p:sp>
        <p:nvSpPr>
          <p:cNvPr id="14" name="Text Placeholder 17">
            <a:extLst>
              <a:ext uri="{FF2B5EF4-FFF2-40B4-BE49-F238E27FC236}">
                <a16:creationId xmlns:a16="http://schemas.microsoft.com/office/drawing/2014/main" id="{E8D27B1D-88E9-5CC5-DDCC-40CEA313B46B}"/>
              </a:ext>
            </a:extLst>
          </p:cNvPr>
          <p:cNvSpPr>
            <a:spLocks noGrp="1"/>
          </p:cNvSpPr>
          <p:nvPr>
            <p:ph type="body" sz="quarter" idx="101" hasCustomPrompt="1"/>
          </p:nvPr>
        </p:nvSpPr>
        <p:spPr>
          <a:xfrm>
            <a:off x="559816" y="2284135"/>
            <a:ext cx="2615184" cy="286028"/>
          </a:xfrm>
        </p:spPr>
        <p:txBody>
          <a:bodyPr>
            <a:noAutofit/>
          </a:bodyPr>
          <a:lstStyle>
            <a:lvl1pPr>
              <a:defRPr sz="1000"/>
            </a:lvl1pPr>
            <a:lvl2pPr marL="284163" indent="-284163">
              <a:buClrTx/>
              <a:buFont typeface="GT America" charset="0"/>
              <a:buChar char="→"/>
              <a:defRPr sz="1000"/>
            </a:lvl2pPr>
            <a:lvl3pPr marL="0" indent="0">
              <a:buClrTx/>
              <a:buFont typeface="GT America" charset="0"/>
              <a:buNone/>
              <a:defRPr sz="1000"/>
            </a:lvl3pPr>
            <a:lvl4pPr marL="284163" indent="-284163">
              <a:buClrTx/>
              <a:buFont typeface="GT America" charset="0"/>
              <a:buChar char="→"/>
              <a:defRPr sz="1000"/>
            </a:lvl4pPr>
            <a:lvl5pPr marL="284163" indent="-284163">
              <a:buClrTx/>
              <a:buFont typeface="GT America" charset="0"/>
              <a:buChar char="→"/>
              <a:defRPr sz="1000"/>
            </a:lvl5pPr>
            <a:lvl6pPr marL="284163" indent="-284163">
              <a:buClrTx/>
              <a:buFont typeface="GT America" charset="0"/>
              <a:buChar char="→"/>
              <a:defRPr sz="1000"/>
            </a:lvl6pPr>
            <a:lvl7pPr marL="284163" indent="-284163">
              <a:buClrTx/>
              <a:buFont typeface="GT America" charset="0"/>
              <a:buChar char="→"/>
              <a:defRPr sz="1000"/>
            </a:lvl7pPr>
            <a:lvl8pPr marL="284163" indent="-284163">
              <a:buClrTx/>
              <a:buFont typeface="GT America" charset="0"/>
              <a:buChar char="→"/>
              <a:defRPr sz="1000"/>
            </a:lvl8pPr>
            <a:lvl9pPr marL="284163" indent="-284163">
              <a:buClrTx/>
              <a:buFont typeface="GT America" charset="0"/>
              <a:buChar char="→"/>
              <a:defRPr sz="1000"/>
            </a:lvl9pPr>
          </a:lstStyle>
          <a:p>
            <a:pPr lvl="0"/>
            <a:r>
              <a:rPr lang="en-US" dirty="0"/>
              <a:t>Multiple presenter 2</a:t>
            </a:r>
          </a:p>
        </p:txBody>
      </p:sp>
      <p:sp>
        <p:nvSpPr>
          <p:cNvPr id="16" name="Text Placeholder 19">
            <a:extLst>
              <a:ext uri="{FF2B5EF4-FFF2-40B4-BE49-F238E27FC236}">
                <a16:creationId xmlns:a16="http://schemas.microsoft.com/office/drawing/2014/main" id="{B7AFFEB9-D67F-9298-FCF9-0054A5CB24FB}"/>
              </a:ext>
            </a:extLst>
          </p:cNvPr>
          <p:cNvSpPr>
            <a:spLocks noGrp="1"/>
          </p:cNvSpPr>
          <p:nvPr>
            <p:ph type="body" sz="quarter" idx="102" hasCustomPrompt="1"/>
          </p:nvPr>
        </p:nvSpPr>
        <p:spPr>
          <a:xfrm>
            <a:off x="559816" y="2857474"/>
            <a:ext cx="2615184" cy="286028"/>
          </a:xfrm>
        </p:spPr>
        <p:txBody>
          <a:bodyPr>
            <a:normAutofit/>
          </a:bodyPr>
          <a:lstStyle>
            <a:lvl1pPr>
              <a:defRPr sz="1000"/>
            </a:lvl1pPr>
            <a:lvl2pPr marL="284163" indent="-284163">
              <a:defRPr sz="1000"/>
            </a:lvl2pPr>
            <a:lvl3pPr marL="0" indent="0">
              <a:buClrTx/>
              <a:buFont typeface="GT America" charset="0"/>
              <a:buNone/>
              <a:defRPr sz="1000"/>
            </a:lvl3pPr>
            <a:lvl4pPr marL="284163" indent="-284163">
              <a:buClrTx/>
              <a:buFont typeface="GT America" charset="0"/>
              <a:buChar char="→"/>
              <a:defRPr sz="1000"/>
            </a:lvl4pPr>
            <a:lvl5pPr marL="284163" indent="-284163">
              <a:buClrTx/>
              <a:buFont typeface="GT America" charset="0"/>
              <a:buChar char="→"/>
              <a:defRPr sz="1000"/>
            </a:lvl5pPr>
            <a:lvl6pPr marL="284163" indent="-284163">
              <a:buClrTx/>
              <a:buFont typeface="GT America" charset="0"/>
              <a:buChar char="→"/>
              <a:defRPr sz="1000"/>
            </a:lvl6pPr>
            <a:lvl7pPr marL="284163" indent="-284163">
              <a:buClrTx/>
              <a:buFont typeface="GT America" charset="0"/>
              <a:buChar char="→"/>
              <a:defRPr sz="1000"/>
            </a:lvl7pPr>
            <a:lvl8pPr marL="284163" indent="-284163">
              <a:buClrTx/>
              <a:buFont typeface="GT America" charset="0"/>
              <a:buChar char="→"/>
              <a:defRPr sz="1000"/>
            </a:lvl8pPr>
            <a:lvl9pPr marL="284163" indent="-284163">
              <a:buClrTx/>
              <a:buFont typeface="GT America" charset="0"/>
              <a:buChar char="→"/>
              <a:defRPr sz="1000"/>
            </a:lvl9pPr>
          </a:lstStyle>
          <a:p>
            <a:pPr lvl="0"/>
            <a:r>
              <a:rPr lang="en-US" dirty="0"/>
              <a:t>Multiple presenter 3</a:t>
            </a:r>
          </a:p>
        </p:txBody>
      </p:sp>
    </p:spTree>
    <p:extLst>
      <p:ext uri="{BB962C8B-B14F-4D97-AF65-F5344CB8AC3E}">
        <p14:creationId xmlns:p14="http://schemas.microsoft.com/office/powerpoint/2010/main" val="3037804546"/>
      </p:ext>
    </p:extLst>
  </p:cSld>
  <p:clrMapOvr>
    <a:overrideClrMapping bg1="dk1" tx1="lt1" bg2="dk2" tx2="lt2" accent1="accent1" accent2="accent2" accent3="accent3" accent4="accent4" accent5="accent5" accent6="accent6" hlink="hlink" folHlink="folHlink"/>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over 7">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F04150-992C-F011-69D3-7F4A3F6FF433}"/>
              </a:ext>
            </a:extLst>
          </p:cNvPr>
          <p:cNvSpPr>
            <a:spLocks noGrp="1"/>
          </p:cNvSpPr>
          <p:nvPr>
            <p:ph type="title"/>
          </p:nvPr>
        </p:nvSpPr>
        <p:spPr>
          <a:xfrm>
            <a:off x="539751" y="3552825"/>
            <a:ext cx="5441950" cy="2179638"/>
          </a:xfrm>
          <a:prstGeom prst="rect">
            <a:avLst/>
          </a:prstGeom>
        </p:spPr>
        <p:txBody>
          <a:bodyPr anchor="b"/>
          <a:lstStyle>
            <a:lvl1pPr>
              <a:defRPr>
                <a:solidFill>
                  <a:schemeClr val="tx1"/>
                </a:solidFill>
              </a:defRPr>
            </a:lvl1pPr>
          </a:lstStyle>
          <a:p>
            <a:r>
              <a:rPr lang="en-US"/>
              <a:t>Click to edit Master title style</a:t>
            </a:r>
            <a:endParaRPr lang="en-US" dirty="0"/>
          </a:p>
        </p:txBody>
      </p:sp>
      <p:sp>
        <p:nvSpPr>
          <p:cNvPr id="6" name="Freeform 5">
            <a:extLst>
              <a:ext uri="{FF2B5EF4-FFF2-40B4-BE49-F238E27FC236}">
                <a16:creationId xmlns:a16="http://schemas.microsoft.com/office/drawing/2014/main" id="{EBC8BAC9-2F39-70BA-C3AC-DE7DA1042A5B}"/>
              </a:ext>
            </a:extLst>
          </p:cNvPr>
          <p:cNvSpPr/>
          <p:nvPr userDrawn="1"/>
        </p:nvSpPr>
        <p:spPr bwMode="black">
          <a:xfrm>
            <a:off x="539750" y="545106"/>
            <a:ext cx="2635250" cy="436702"/>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chemeClr val="tx1"/>
          </a:solidFill>
          <a:ln w="0" cap="flat">
            <a:noFill/>
            <a:prstDash val="solid"/>
            <a:miter/>
          </a:ln>
        </p:spPr>
        <p:txBody>
          <a:bodyPr rtlCol="0" anchor="ctr"/>
          <a:lstStyle/>
          <a:p>
            <a:endParaRPr lang="en-US">
              <a:solidFill>
                <a:schemeClr val="tx1"/>
              </a:solidFill>
            </a:endParaRPr>
          </a:p>
        </p:txBody>
      </p:sp>
      <p:sp>
        <p:nvSpPr>
          <p:cNvPr id="4" name="Text Placeholder 11">
            <a:extLst>
              <a:ext uri="{FF2B5EF4-FFF2-40B4-BE49-F238E27FC236}">
                <a16:creationId xmlns:a16="http://schemas.microsoft.com/office/drawing/2014/main" id="{6FA1FE30-4DE2-0D36-81F6-894372591DE3}"/>
              </a:ext>
            </a:extLst>
          </p:cNvPr>
          <p:cNvSpPr>
            <a:spLocks noGrp="1"/>
          </p:cNvSpPr>
          <p:nvPr>
            <p:ph type="body" sz="quarter" idx="11" hasCustomPrompt="1"/>
          </p:nvPr>
        </p:nvSpPr>
        <p:spPr>
          <a:xfrm>
            <a:off x="3367089" y="6311900"/>
            <a:ext cx="2624136" cy="269875"/>
          </a:xfrm>
        </p:spPr>
        <p:txBody>
          <a:bodyPr anchor="b">
            <a:normAutofit/>
          </a:bodyPr>
          <a:lstStyle>
            <a:lvl1pPr marL="0" algn="l" defTabSz="914400" rtl="0" eaLnBrk="1" latinLnBrk="0" hangingPunct="1">
              <a:defRPr lang="en-US" sz="1000" b="0" i="0" kern="1200" dirty="0" smtClean="0">
                <a:solidFill>
                  <a:schemeClr val="tx1"/>
                </a:solidFill>
                <a:latin typeface="+mn-lt"/>
                <a:ea typeface="GT America Regular" pitchFamily="2" charset="77"/>
                <a:cs typeface="GT America Regular" pitchFamily="2" charset="77"/>
              </a:defRPr>
            </a:lvl1pPr>
            <a:lvl2pPr>
              <a:defRPr sz="1000"/>
            </a:lvl2pPr>
            <a:lvl3pPr marL="0" indent="0">
              <a:buNone/>
              <a:defRPr sz="1000"/>
            </a:lvl3pPr>
            <a:lvl4pPr marL="0" indent="0">
              <a:defRPr sz="1000"/>
            </a:lvl4pPr>
            <a:lvl5pPr marL="0" indent="0">
              <a:buNone/>
              <a:defRPr sz="1000"/>
            </a:lvl5pPr>
            <a:lvl6pPr marL="0" indent="0">
              <a:defRPr sz="1000"/>
            </a:lvl6pPr>
            <a:lvl7pPr marL="0" indent="0">
              <a:buNone/>
              <a:defRPr sz="1000"/>
            </a:lvl7pPr>
            <a:lvl8pPr marL="0" indent="0">
              <a:defRPr sz="1000"/>
            </a:lvl8pPr>
            <a:lvl9pPr marL="0" indent="0">
              <a:buNone/>
              <a:defRPr sz="1000"/>
            </a:lvl9pPr>
          </a:lstStyle>
          <a:p>
            <a:pPr lvl="0"/>
            <a:r>
              <a:rPr lang="en-US" dirty="0"/>
              <a:t>Title Department</a:t>
            </a:r>
          </a:p>
        </p:txBody>
      </p:sp>
      <p:sp>
        <p:nvSpPr>
          <p:cNvPr id="8" name="Picture Placeholder 9">
            <a:extLst>
              <a:ext uri="{FF2B5EF4-FFF2-40B4-BE49-F238E27FC236}">
                <a16:creationId xmlns:a16="http://schemas.microsoft.com/office/drawing/2014/main" id="{4DFF5D06-761A-8209-6035-68AC3551CA5A}"/>
              </a:ext>
            </a:extLst>
          </p:cNvPr>
          <p:cNvSpPr>
            <a:spLocks noGrp="1"/>
          </p:cNvSpPr>
          <p:nvPr>
            <p:ph type="pic" sz="quarter" idx="13" hasCustomPrompt="1"/>
          </p:nvPr>
        </p:nvSpPr>
        <p:spPr>
          <a:xfrm>
            <a:off x="6096000" y="2425700"/>
            <a:ext cx="2029968" cy="4432300"/>
          </a:xfrm>
          <a:solidFill>
            <a:srgbClr val="A6A9AA"/>
          </a:solidFill>
        </p:spPr>
        <p:txBody>
          <a:bodyPr tIns="548640" anchor="ctr"/>
          <a:lstStyle>
            <a:lvl1pPr algn="ctr">
              <a:defRPr b="0">
                <a:solidFill>
                  <a:schemeClr val="tx2"/>
                </a:solidFill>
                <a:latin typeface="+mn-lt"/>
              </a:defRPr>
            </a:lvl1pPr>
          </a:lstStyle>
          <a:p>
            <a:r>
              <a:rPr lang="en-US" dirty="0"/>
              <a:t>Dynamic slice crop 1</a:t>
            </a:r>
          </a:p>
        </p:txBody>
      </p:sp>
      <p:sp>
        <p:nvSpPr>
          <p:cNvPr id="9" name="Picture Placeholder 9">
            <a:extLst>
              <a:ext uri="{FF2B5EF4-FFF2-40B4-BE49-F238E27FC236}">
                <a16:creationId xmlns:a16="http://schemas.microsoft.com/office/drawing/2014/main" id="{A06D238C-D66D-D54D-25CD-678D0ECC7E53}"/>
              </a:ext>
            </a:extLst>
          </p:cNvPr>
          <p:cNvSpPr>
            <a:spLocks noGrp="1"/>
          </p:cNvSpPr>
          <p:nvPr>
            <p:ph type="pic" sz="quarter" idx="14" hasCustomPrompt="1"/>
          </p:nvPr>
        </p:nvSpPr>
        <p:spPr>
          <a:xfrm>
            <a:off x="8125968" y="0"/>
            <a:ext cx="4066032" cy="4567237"/>
          </a:xfrm>
          <a:solidFill>
            <a:srgbClr val="A6A9AA"/>
          </a:solidFill>
        </p:spPr>
        <p:txBody>
          <a:bodyPr tIns="548640" anchor="ctr"/>
          <a:lstStyle>
            <a:lvl1pPr algn="ctr">
              <a:defRPr b="0">
                <a:solidFill>
                  <a:schemeClr val="tx2"/>
                </a:solidFill>
                <a:latin typeface="+mn-lt"/>
              </a:defRPr>
            </a:lvl1pPr>
          </a:lstStyle>
          <a:p>
            <a:pPr marL="0" marR="0" lvl="0" indent="0" algn="ctr" defTabSz="914400" rtl="0" eaLnBrk="1" fontAlgn="auto" latinLnBrk="0" hangingPunct="1">
              <a:lnSpc>
                <a:spcPct val="101000"/>
              </a:lnSpc>
              <a:spcBef>
                <a:spcPts val="0"/>
              </a:spcBef>
              <a:spcAft>
                <a:spcPts val="600"/>
              </a:spcAft>
              <a:buClrTx/>
              <a:buSzTx/>
              <a:buFont typeface="GT America Regular"/>
              <a:buNone/>
              <a:tabLst/>
              <a:defRPr/>
            </a:pPr>
            <a:r>
              <a:rPr lang="en-US" dirty="0"/>
              <a:t>Dynamic slice crop 2</a:t>
            </a:r>
          </a:p>
        </p:txBody>
      </p:sp>
      <p:sp>
        <p:nvSpPr>
          <p:cNvPr id="3" name="Date Placeholder 3">
            <a:extLst>
              <a:ext uri="{FF2B5EF4-FFF2-40B4-BE49-F238E27FC236}">
                <a16:creationId xmlns:a16="http://schemas.microsoft.com/office/drawing/2014/main" id="{0C3AF8AB-703B-6EF3-1025-97479D9CF493}"/>
              </a:ext>
            </a:extLst>
          </p:cNvPr>
          <p:cNvSpPr>
            <a:spLocks noGrp="1"/>
          </p:cNvSpPr>
          <p:nvPr>
            <p:ph type="dt" sz="half" idx="2"/>
          </p:nvPr>
        </p:nvSpPr>
        <p:spPr>
          <a:xfrm>
            <a:off x="9013829" y="6311900"/>
            <a:ext cx="2619375" cy="269875"/>
          </a:xfrm>
          <a:prstGeom prst="rect">
            <a:avLst/>
          </a:prstGeom>
        </p:spPr>
        <p:txBody>
          <a:bodyPr vert="horz" lIns="0" tIns="0" rIns="0" bIns="0" rtlCol="0" anchor="b" anchorCtr="0"/>
          <a:lstStyle>
            <a:lvl1pPr algn="r">
              <a:defRPr sz="1000">
                <a:solidFill>
                  <a:schemeClr val="tx1"/>
                </a:solidFill>
              </a:defRPr>
            </a:lvl1pPr>
            <a:lvl2pPr marL="0" indent="0">
              <a:defRPr sz="1000"/>
            </a:lvl2pPr>
            <a:lvl3pPr>
              <a:defRPr sz="1000"/>
            </a:lvl3pPr>
            <a:lvl4pPr>
              <a:defRPr sz="1000"/>
            </a:lvl4pPr>
            <a:lvl5pPr marL="0" indent="0">
              <a:defRPr sz="1000"/>
            </a:lvl5pPr>
            <a:lvl6pPr marL="0" indent="0">
              <a:defRPr sz="1000"/>
            </a:lvl6pPr>
            <a:lvl7pPr marL="0" indent="0">
              <a:defRPr sz="1000"/>
            </a:lvl7pPr>
            <a:lvl8pPr marL="0" indent="0">
              <a:defRPr sz="1000"/>
            </a:lvl8pPr>
            <a:lvl9pPr marL="0" indent="0">
              <a:defRPr sz="1000"/>
            </a:lvl9pPr>
          </a:lstStyle>
          <a:p>
            <a:endParaRPr lang="en-US" dirty="0"/>
          </a:p>
        </p:txBody>
      </p:sp>
      <p:sp>
        <p:nvSpPr>
          <p:cNvPr id="12" name="Text Placeholder 12">
            <a:extLst>
              <a:ext uri="{FF2B5EF4-FFF2-40B4-BE49-F238E27FC236}">
                <a16:creationId xmlns:a16="http://schemas.microsoft.com/office/drawing/2014/main" id="{EDF60DF2-B8E2-23E1-0952-91B36AE41896}"/>
              </a:ext>
            </a:extLst>
          </p:cNvPr>
          <p:cNvSpPr>
            <a:spLocks noGrp="1"/>
          </p:cNvSpPr>
          <p:nvPr>
            <p:ph type="body" sz="quarter" idx="99" hasCustomPrompt="1"/>
          </p:nvPr>
        </p:nvSpPr>
        <p:spPr>
          <a:xfrm>
            <a:off x="539750" y="6311900"/>
            <a:ext cx="2619375" cy="269875"/>
          </a:xfrm>
        </p:spPr>
        <p:txBody>
          <a:bodyPr anchor="b">
            <a:noAutofit/>
          </a:bodyPr>
          <a:lstStyle>
            <a:lvl1pPr>
              <a:defRPr sz="1000" b="0"/>
            </a:lvl1pPr>
            <a:lvl2pPr>
              <a:defRPr sz="1000"/>
            </a:lvl2pPr>
            <a:lvl3pPr marL="0" indent="0">
              <a:buClrTx/>
              <a:buFont typeface="GT America" charset="0"/>
              <a:buNone/>
              <a:defRPr sz="1000"/>
            </a:lvl3pPr>
            <a:lvl4pPr marL="284163" indent="-284163">
              <a:buClrTx/>
              <a:buFont typeface="GT America" charset="0"/>
              <a:buChar char="→"/>
              <a:defRPr sz="1000"/>
            </a:lvl4pPr>
            <a:lvl5pPr marL="284163" indent="-284163">
              <a:buClrTx/>
              <a:buFont typeface="GT America" charset="0"/>
              <a:buChar char="→"/>
              <a:defRPr sz="1000"/>
            </a:lvl5pPr>
            <a:lvl6pPr marL="284163" indent="-284163">
              <a:buClrTx/>
              <a:buFont typeface="GT America" charset="0"/>
              <a:buChar char="→"/>
              <a:defRPr sz="1000"/>
            </a:lvl6pPr>
            <a:lvl7pPr marL="284163" indent="-284163">
              <a:buClrTx/>
              <a:buFont typeface="GT America" charset="0"/>
              <a:buChar char="→"/>
              <a:defRPr sz="1000"/>
            </a:lvl7pPr>
            <a:lvl8pPr marL="284163" indent="-284163">
              <a:buClrTx/>
              <a:buFont typeface="GT America" charset="0"/>
              <a:buChar char="→"/>
              <a:defRPr sz="1000"/>
            </a:lvl8pPr>
            <a:lvl9pPr marL="284163" indent="-284163">
              <a:buClrTx/>
              <a:buFont typeface="GT America" charset="0"/>
              <a:buChar char="→"/>
              <a:defRPr sz="1000"/>
            </a:lvl9pPr>
          </a:lstStyle>
          <a:p>
            <a:pPr lvl="0"/>
            <a:r>
              <a:rPr lang="en-US" dirty="0"/>
              <a:t>Single presenter</a:t>
            </a:r>
          </a:p>
        </p:txBody>
      </p:sp>
      <p:sp>
        <p:nvSpPr>
          <p:cNvPr id="13" name="Text Placeholder 15">
            <a:extLst>
              <a:ext uri="{FF2B5EF4-FFF2-40B4-BE49-F238E27FC236}">
                <a16:creationId xmlns:a16="http://schemas.microsoft.com/office/drawing/2014/main" id="{83A399C3-4B34-EF9D-F98F-879132EB60BE}"/>
              </a:ext>
            </a:extLst>
          </p:cNvPr>
          <p:cNvSpPr>
            <a:spLocks noGrp="1"/>
          </p:cNvSpPr>
          <p:nvPr>
            <p:ph type="body" sz="quarter" idx="100" hasCustomPrompt="1"/>
          </p:nvPr>
        </p:nvSpPr>
        <p:spPr>
          <a:xfrm>
            <a:off x="559816" y="1717185"/>
            <a:ext cx="2615184" cy="281478"/>
          </a:xfrm>
        </p:spPr>
        <p:txBody>
          <a:bodyPr>
            <a:noAutofit/>
          </a:bodyPr>
          <a:lstStyle>
            <a:lvl1pPr>
              <a:defRPr sz="1000"/>
            </a:lvl1pPr>
            <a:lvl2pPr marL="285750" indent="-285750">
              <a:buClrTx/>
              <a:buFont typeface="GT America" charset="0"/>
              <a:buChar char="→"/>
              <a:defRPr sz="1000"/>
            </a:lvl2pPr>
            <a:lvl3pPr marL="0" indent="0">
              <a:buClrTx/>
              <a:buFont typeface="GT America" charset="0"/>
              <a:buNone/>
              <a:defRPr sz="1000"/>
            </a:lvl3pPr>
            <a:lvl4pPr marL="284163" indent="-284163">
              <a:buClrTx/>
              <a:buFont typeface="GT America" charset="0"/>
              <a:buChar char="→"/>
              <a:defRPr sz="1000"/>
            </a:lvl4pPr>
            <a:lvl5pPr marL="284163" indent="-284163">
              <a:buClrTx/>
              <a:buFont typeface="GT America" charset="0"/>
              <a:buChar char="→"/>
              <a:defRPr sz="1000"/>
            </a:lvl5pPr>
            <a:lvl6pPr marL="284163" indent="-284163">
              <a:buClrTx/>
              <a:buFont typeface="GT America" charset="0"/>
              <a:buChar char="→"/>
              <a:defRPr sz="1000"/>
            </a:lvl6pPr>
            <a:lvl7pPr marL="284163" indent="-284163">
              <a:buClrTx/>
              <a:buFont typeface="GT America" charset="0"/>
              <a:buChar char="→"/>
              <a:defRPr sz="1000"/>
            </a:lvl7pPr>
            <a:lvl8pPr marL="284163" indent="-284163">
              <a:buClrTx/>
              <a:buFont typeface="GT America" charset="0"/>
              <a:buChar char="→"/>
              <a:defRPr sz="1000"/>
            </a:lvl8pPr>
            <a:lvl9pPr marL="284163" indent="-284163">
              <a:buClrTx/>
              <a:buFont typeface="GT America" charset="0"/>
              <a:buChar char="→"/>
              <a:defRPr sz="1000"/>
            </a:lvl9pPr>
          </a:lstStyle>
          <a:p>
            <a:pPr lvl="0"/>
            <a:r>
              <a:rPr lang="en-US" dirty="0"/>
              <a:t>Multiple presenter 1</a:t>
            </a:r>
          </a:p>
        </p:txBody>
      </p:sp>
      <p:sp>
        <p:nvSpPr>
          <p:cNvPr id="14" name="Text Placeholder 17">
            <a:extLst>
              <a:ext uri="{FF2B5EF4-FFF2-40B4-BE49-F238E27FC236}">
                <a16:creationId xmlns:a16="http://schemas.microsoft.com/office/drawing/2014/main" id="{04311926-1FA1-54E9-A566-1E93D701E606}"/>
              </a:ext>
            </a:extLst>
          </p:cNvPr>
          <p:cNvSpPr>
            <a:spLocks noGrp="1"/>
          </p:cNvSpPr>
          <p:nvPr>
            <p:ph type="body" sz="quarter" idx="101" hasCustomPrompt="1"/>
          </p:nvPr>
        </p:nvSpPr>
        <p:spPr>
          <a:xfrm>
            <a:off x="559816" y="2284135"/>
            <a:ext cx="2615184" cy="286028"/>
          </a:xfrm>
        </p:spPr>
        <p:txBody>
          <a:bodyPr>
            <a:noAutofit/>
          </a:bodyPr>
          <a:lstStyle>
            <a:lvl1pPr>
              <a:defRPr sz="1000"/>
            </a:lvl1pPr>
            <a:lvl2pPr marL="284163" indent="-284163">
              <a:buClrTx/>
              <a:buFont typeface="GT America" charset="0"/>
              <a:buChar char="→"/>
              <a:defRPr sz="1000"/>
            </a:lvl2pPr>
            <a:lvl3pPr marL="0" indent="0">
              <a:buClrTx/>
              <a:buFont typeface="GT America" charset="0"/>
              <a:buNone/>
              <a:defRPr sz="1000"/>
            </a:lvl3pPr>
            <a:lvl4pPr marL="284163" indent="-284163">
              <a:buClrTx/>
              <a:buFont typeface="GT America" charset="0"/>
              <a:buChar char="→"/>
              <a:defRPr sz="1000"/>
            </a:lvl4pPr>
            <a:lvl5pPr marL="284163" indent="-284163">
              <a:buClrTx/>
              <a:buFont typeface="GT America" charset="0"/>
              <a:buChar char="→"/>
              <a:defRPr sz="1000"/>
            </a:lvl5pPr>
            <a:lvl6pPr marL="284163" indent="-284163">
              <a:buClrTx/>
              <a:buFont typeface="GT America" charset="0"/>
              <a:buChar char="→"/>
              <a:defRPr sz="1000"/>
            </a:lvl6pPr>
            <a:lvl7pPr marL="284163" indent="-284163">
              <a:buClrTx/>
              <a:buFont typeface="GT America" charset="0"/>
              <a:buChar char="→"/>
              <a:defRPr sz="1000"/>
            </a:lvl7pPr>
            <a:lvl8pPr marL="284163" indent="-284163">
              <a:buClrTx/>
              <a:buFont typeface="GT America" charset="0"/>
              <a:buChar char="→"/>
              <a:defRPr sz="1000"/>
            </a:lvl8pPr>
            <a:lvl9pPr marL="284163" indent="-284163">
              <a:buClrTx/>
              <a:buFont typeface="GT America" charset="0"/>
              <a:buChar char="→"/>
              <a:defRPr sz="1000"/>
            </a:lvl9pPr>
          </a:lstStyle>
          <a:p>
            <a:pPr lvl="0"/>
            <a:r>
              <a:rPr lang="en-US" dirty="0"/>
              <a:t>Multiple presenter 2</a:t>
            </a:r>
          </a:p>
        </p:txBody>
      </p:sp>
      <p:sp>
        <p:nvSpPr>
          <p:cNvPr id="15" name="Text Placeholder 19">
            <a:extLst>
              <a:ext uri="{FF2B5EF4-FFF2-40B4-BE49-F238E27FC236}">
                <a16:creationId xmlns:a16="http://schemas.microsoft.com/office/drawing/2014/main" id="{C7A7ABC1-D1E0-552E-EE6B-7B417C789504}"/>
              </a:ext>
            </a:extLst>
          </p:cNvPr>
          <p:cNvSpPr>
            <a:spLocks noGrp="1"/>
          </p:cNvSpPr>
          <p:nvPr>
            <p:ph type="body" sz="quarter" idx="102" hasCustomPrompt="1"/>
          </p:nvPr>
        </p:nvSpPr>
        <p:spPr>
          <a:xfrm>
            <a:off x="559816" y="2857474"/>
            <a:ext cx="2615184" cy="286028"/>
          </a:xfrm>
        </p:spPr>
        <p:txBody>
          <a:bodyPr>
            <a:normAutofit/>
          </a:bodyPr>
          <a:lstStyle>
            <a:lvl1pPr>
              <a:defRPr sz="1000"/>
            </a:lvl1pPr>
            <a:lvl2pPr marL="284163" indent="-284163">
              <a:defRPr sz="1000"/>
            </a:lvl2pPr>
            <a:lvl3pPr marL="0" indent="0">
              <a:buClrTx/>
              <a:buFont typeface="GT America" charset="0"/>
              <a:buNone/>
              <a:defRPr sz="1000"/>
            </a:lvl3pPr>
            <a:lvl4pPr marL="284163" indent="-284163">
              <a:buClrTx/>
              <a:buFont typeface="GT America" charset="0"/>
              <a:buChar char="→"/>
              <a:defRPr sz="1000"/>
            </a:lvl4pPr>
            <a:lvl5pPr marL="284163" indent="-284163">
              <a:buClrTx/>
              <a:buFont typeface="GT America" charset="0"/>
              <a:buChar char="→"/>
              <a:defRPr sz="1000"/>
            </a:lvl5pPr>
            <a:lvl6pPr marL="284163" indent="-284163">
              <a:buClrTx/>
              <a:buFont typeface="GT America" charset="0"/>
              <a:buChar char="→"/>
              <a:defRPr sz="1000"/>
            </a:lvl6pPr>
            <a:lvl7pPr marL="284163" indent="-284163">
              <a:buClrTx/>
              <a:buFont typeface="GT America" charset="0"/>
              <a:buChar char="→"/>
              <a:defRPr sz="1000"/>
            </a:lvl7pPr>
            <a:lvl8pPr marL="284163" indent="-284163">
              <a:buClrTx/>
              <a:buFont typeface="GT America" charset="0"/>
              <a:buChar char="→"/>
              <a:defRPr sz="1000"/>
            </a:lvl8pPr>
            <a:lvl9pPr marL="284163" indent="-284163">
              <a:buClrTx/>
              <a:buFont typeface="GT America" charset="0"/>
              <a:buChar char="→"/>
              <a:defRPr sz="1000"/>
            </a:lvl9pPr>
          </a:lstStyle>
          <a:p>
            <a:pPr lvl="0"/>
            <a:r>
              <a:rPr lang="en-US" dirty="0"/>
              <a:t>Multiple presenter 3</a:t>
            </a:r>
          </a:p>
        </p:txBody>
      </p:sp>
    </p:spTree>
    <p:extLst>
      <p:ext uri="{BB962C8B-B14F-4D97-AF65-F5344CB8AC3E}">
        <p14:creationId xmlns:p14="http://schemas.microsoft.com/office/powerpoint/2010/main" val="2447921218"/>
      </p:ext>
    </p:extLst>
  </p:cSld>
  <p:clrMapOvr>
    <a:overrideClrMapping bg1="dk1" tx1="lt1" bg2="dk2" tx2="lt2" accent1="accent1" accent2="accent2" accent3="accent3" accent4="accent4" accent5="accent5" accent6="accent6" hlink="hlink" folHlink="folHlink"/>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Agenda 1">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55127C53-C848-5C29-009F-006AB168562E}"/>
              </a:ext>
            </a:extLst>
          </p:cNvPr>
          <p:cNvSpPr/>
          <p:nvPr/>
        </p:nvSpPr>
        <p:spPr bwMode="hidden">
          <a:xfrm>
            <a:off x="0" y="0"/>
            <a:ext cx="6096000" cy="6861175"/>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 name="Picture 9" descr="A blue and black background&#10;&#10;Description automatically generated">
            <a:extLst>
              <a:ext uri="{FF2B5EF4-FFF2-40B4-BE49-F238E27FC236}">
                <a16:creationId xmlns:a16="http://schemas.microsoft.com/office/drawing/2014/main" id="{CFF49F27-390A-B9BC-E6E4-8A08407B6C31}"/>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bwMode="hidden">
          <a:xfrm>
            <a:off x="0" y="0"/>
            <a:ext cx="6095999" cy="6845300"/>
          </a:xfrm>
          <a:prstGeom prst="rect">
            <a:avLst/>
          </a:prstGeom>
        </p:spPr>
      </p:pic>
      <p:sp>
        <p:nvSpPr>
          <p:cNvPr id="3" name="Footer Placeholder 2">
            <a:extLst>
              <a:ext uri="{FF2B5EF4-FFF2-40B4-BE49-F238E27FC236}">
                <a16:creationId xmlns:a16="http://schemas.microsoft.com/office/drawing/2014/main" id="{0CA2D3CD-1E43-5FCD-B998-8E7207DE69E5}"/>
              </a:ext>
            </a:extLst>
          </p:cNvPr>
          <p:cNvSpPr>
            <a:spLocks noGrp="1"/>
          </p:cNvSpPr>
          <p:nvPr>
            <p:ph type="ftr" sz="quarter" idx="11"/>
          </p:nvPr>
        </p:nvSpPr>
        <p:spPr>
          <a:xfrm>
            <a:off x="6210302" y="6311900"/>
            <a:ext cx="4008435" cy="269875"/>
          </a:xfrm>
        </p:spPr>
        <p:txBody>
          <a:bodyPr/>
          <a:lstStyle/>
          <a:p>
            <a:r>
              <a:rPr lang="en-US"/>
              <a:t>See slide 12 for instructions on how to update footer</a:t>
            </a:r>
            <a:endParaRPr lang="en-US" dirty="0"/>
          </a:p>
        </p:txBody>
      </p:sp>
      <p:sp>
        <p:nvSpPr>
          <p:cNvPr id="4" name="Slide Number Placeholder 3">
            <a:extLst>
              <a:ext uri="{FF2B5EF4-FFF2-40B4-BE49-F238E27FC236}">
                <a16:creationId xmlns:a16="http://schemas.microsoft.com/office/drawing/2014/main" id="{F9F73C99-4E9B-1728-FFD7-DFD7DC5AF7B7}"/>
              </a:ext>
            </a:extLst>
          </p:cNvPr>
          <p:cNvSpPr>
            <a:spLocks noGrp="1"/>
          </p:cNvSpPr>
          <p:nvPr>
            <p:ph type="sldNum" sz="quarter" idx="12"/>
          </p:nvPr>
        </p:nvSpPr>
        <p:spPr/>
        <p:txBody>
          <a:bodyPr/>
          <a:lstStyle/>
          <a:p>
            <a:fld id="{862A5111-985B-C14D-9115-5787026182A8}" type="slidenum">
              <a:rPr lang="en-US" smtClean="0"/>
              <a:t>‹#›</a:t>
            </a:fld>
            <a:endParaRPr lang="en-US" dirty="0"/>
          </a:p>
        </p:txBody>
      </p:sp>
      <p:sp>
        <p:nvSpPr>
          <p:cNvPr id="6" name="Freeform 5">
            <a:extLst>
              <a:ext uri="{FF2B5EF4-FFF2-40B4-BE49-F238E27FC236}">
                <a16:creationId xmlns:a16="http://schemas.microsoft.com/office/drawing/2014/main" id="{5BCC6303-B8A8-E0F3-1B26-45B29EE4DC62}"/>
              </a:ext>
            </a:extLst>
          </p:cNvPr>
          <p:cNvSpPr/>
          <p:nvPr/>
        </p:nvSpPr>
        <p:spPr bwMode="black">
          <a:xfrm>
            <a:off x="554038" y="6469335"/>
            <a:ext cx="678511" cy="112440"/>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chemeClr val="bg1"/>
          </a:solidFill>
          <a:ln w="0" cap="flat">
            <a:noFill/>
            <a:prstDash val="solid"/>
            <a:miter/>
          </a:ln>
        </p:spPr>
        <p:txBody>
          <a:bodyPr rtlCol="0" anchor="ctr"/>
          <a:lstStyle/>
          <a:p>
            <a:endParaRPr lang="en-US"/>
          </a:p>
        </p:txBody>
      </p:sp>
      <p:sp>
        <p:nvSpPr>
          <p:cNvPr id="14" name="Table Placeholder 13">
            <a:extLst>
              <a:ext uri="{FF2B5EF4-FFF2-40B4-BE49-F238E27FC236}">
                <a16:creationId xmlns:a16="http://schemas.microsoft.com/office/drawing/2014/main" id="{5002590A-F907-AAD8-7A39-3B1BC429EBA8}"/>
              </a:ext>
            </a:extLst>
          </p:cNvPr>
          <p:cNvSpPr>
            <a:spLocks noGrp="1"/>
          </p:cNvSpPr>
          <p:nvPr>
            <p:ph type="tbl" sz="quarter" idx="13"/>
          </p:nvPr>
        </p:nvSpPr>
        <p:spPr>
          <a:xfrm>
            <a:off x="6194426" y="552450"/>
            <a:ext cx="5443536" cy="5467349"/>
          </a:xfrm>
        </p:spPr>
        <p:txBody>
          <a:bodyPr/>
          <a:lstStyle/>
          <a:p>
            <a:r>
              <a:rPr lang="en-US"/>
              <a:t>Click icon to add table</a:t>
            </a:r>
            <a:endParaRPr lang="en-US" dirty="0"/>
          </a:p>
        </p:txBody>
      </p:sp>
      <p:sp>
        <p:nvSpPr>
          <p:cNvPr id="2" name="Title 1">
            <a:extLst>
              <a:ext uri="{FF2B5EF4-FFF2-40B4-BE49-F238E27FC236}">
                <a16:creationId xmlns:a16="http://schemas.microsoft.com/office/drawing/2014/main" id="{F6F0AFB7-EC79-4E82-2106-075F8224E949}"/>
              </a:ext>
            </a:extLst>
          </p:cNvPr>
          <p:cNvSpPr>
            <a:spLocks noGrp="1"/>
          </p:cNvSpPr>
          <p:nvPr>
            <p:ph type="title" hasCustomPrompt="1"/>
          </p:nvPr>
        </p:nvSpPr>
        <p:spPr>
          <a:xfrm>
            <a:off x="0" y="548640"/>
            <a:ext cx="1958975" cy="5037773"/>
          </a:xfrm>
        </p:spPr>
        <p:txBody>
          <a:bodyPr vert="vert270" anchor="ctr"/>
          <a:lstStyle>
            <a:lvl1pPr algn="r">
              <a:lnSpc>
                <a:spcPct val="100000"/>
              </a:lnSpc>
              <a:defRPr sz="9600">
                <a:solidFill>
                  <a:schemeClr val="bg1"/>
                </a:solidFill>
              </a:defRPr>
            </a:lvl1pPr>
          </a:lstStyle>
          <a:p>
            <a:r>
              <a:rPr lang="en-US" dirty="0"/>
              <a:t>Edit title</a:t>
            </a:r>
          </a:p>
        </p:txBody>
      </p:sp>
    </p:spTree>
    <p:extLst>
      <p:ext uri="{BB962C8B-B14F-4D97-AF65-F5344CB8AC3E}">
        <p14:creationId xmlns:p14="http://schemas.microsoft.com/office/powerpoint/2010/main" val="190396163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Agenda 2">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90433748-ED34-E7AE-787B-D4DA9BB7C4F8}"/>
              </a:ext>
            </a:extLst>
          </p:cNvPr>
          <p:cNvSpPr/>
          <p:nvPr/>
        </p:nvSpPr>
        <p:spPr bwMode="hidden">
          <a:xfrm>
            <a:off x="0" y="0"/>
            <a:ext cx="4051300" cy="6861175"/>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Picture 12" descr="A blue lines on a black background&#10;&#10;Description automatically generated">
            <a:extLst>
              <a:ext uri="{FF2B5EF4-FFF2-40B4-BE49-F238E27FC236}">
                <a16:creationId xmlns:a16="http://schemas.microsoft.com/office/drawing/2014/main" id="{A1C86A7D-867C-38DB-B865-B67E5D7B6F99}"/>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bwMode="hidden">
          <a:xfrm>
            <a:off x="0" y="0"/>
            <a:ext cx="4051300" cy="6861175"/>
          </a:xfrm>
          <a:prstGeom prst="rect">
            <a:avLst/>
          </a:prstGeom>
        </p:spPr>
      </p:pic>
      <p:sp>
        <p:nvSpPr>
          <p:cNvPr id="3" name="Footer Placeholder 2">
            <a:extLst>
              <a:ext uri="{FF2B5EF4-FFF2-40B4-BE49-F238E27FC236}">
                <a16:creationId xmlns:a16="http://schemas.microsoft.com/office/drawing/2014/main" id="{0CA2D3CD-1E43-5FCD-B998-8E7207DE69E5}"/>
              </a:ext>
            </a:extLst>
          </p:cNvPr>
          <p:cNvSpPr>
            <a:spLocks noGrp="1"/>
          </p:cNvSpPr>
          <p:nvPr>
            <p:ph type="ftr" sz="quarter" idx="11"/>
          </p:nvPr>
        </p:nvSpPr>
        <p:spPr/>
        <p:txBody>
          <a:bodyPr/>
          <a:lstStyle/>
          <a:p>
            <a:r>
              <a:rPr lang="en-US"/>
              <a:t>See slide 12 for instructions on how to update footer</a:t>
            </a:r>
            <a:endParaRPr lang="en-US" dirty="0"/>
          </a:p>
        </p:txBody>
      </p:sp>
      <p:sp>
        <p:nvSpPr>
          <p:cNvPr id="4" name="Slide Number Placeholder 3">
            <a:extLst>
              <a:ext uri="{FF2B5EF4-FFF2-40B4-BE49-F238E27FC236}">
                <a16:creationId xmlns:a16="http://schemas.microsoft.com/office/drawing/2014/main" id="{F9F73C99-4E9B-1728-FFD7-DFD7DC5AF7B7}"/>
              </a:ext>
            </a:extLst>
          </p:cNvPr>
          <p:cNvSpPr>
            <a:spLocks noGrp="1"/>
          </p:cNvSpPr>
          <p:nvPr>
            <p:ph type="sldNum" sz="quarter" idx="12"/>
          </p:nvPr>
        </p:nvSpPr>
        <p:spPr/>
        <p:txBody>
          <a:bodyPr/>
          <a:lstStyle/>
          <a:p>
            <a:fld id="{862A5111-985B-C14D-9115-5787026182A8}" type="slidenum">
              <a:rPr lang="en-US" smtClean="0"/>
              <a:t>‹#›</a:t>
            </a:fld>
            <a:endParaRPr lang="en-US"/>
          </a:p>
        </p:txBody>
      </p:sp>
      <p:sp>
        <p:nvSpPr>
          <p:cNvPr id="9" name="Freeform 5">
            <a:extLst>
              <a:ext uri="{FF2B5EF4-FFF2-40B4-BE49-F238E27FC236}">
                <a16:creationId xmlns:a16="http://schemas.microsoft.com/office/drawing/2014/main" id="{9CD8C04C-1D78-487C-A015-9D171A470544}"/>
              </a:ext>
            </a:extLst>
          </p:cNvPr>
          <p:cNvSpPr/>
          <p:nvPr userDrawn="1"/>
        </p:nvSpPr>
        <p:spPr bwMode="black">
          <a:xfrm>
            <a:off x="554038" y="6469335"/>
            <a:ext cx="678511" cy="112440"/>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chemeClr val="bg1"/>
          </a:solidFill>
          <a:ln w="0" cap="flat">
            <a:noFill/>
            <a:prstDash val="solid"/>
            <a:miter/>
          </a:ln>
        </p:spPr>
        <p:txBody>
          <a:bodyPr rtlCol="0" anchor="ctr"/>
          <a:lstStyle/>
          <a:p>
            <a:endParaRPr lang="en-US"/>
          </a:p>
        </p:txBody>
      </p:sp>
      <p:sp>
        <p:nvSpPr>
          <p:cNvPr id="2" name="Table Placeholder 13">
            <a:extLst>
              <a:ext uri="{FF2B5EF4-FFF2-40B4-BE49-F238E27FC236}">
                <a16:creationId xmlns:a16="http://schemas.microsoft.com/office/drawing/2014/main" id="{A0797360-089A-16D7-DE4B-F780195CD85D}"/>
              </a:ext>
            </a:extLst>
          </p:cNvPr>
          <p:cNvSpPr>
            <a:spLocks noGrp="1"/>
          </p:cNvSpPr>
          <p:nvPr>
            <p:ph type="tbl" sz="quarter" idx="13"/>
          </p:nvPr>
        </p:nvSpPr>
        <p:spPr>
          <a:xfrm>
            <a:off x="4781550" y="552450"/>
            <a:ext cx="6856412" cy="5467349"/>
          </a:xfrm>
        </p:spPr>
        <p:txBody>
          <a:bodyPr/>
          <a:lstStyle/>
          <a:p>
            <a:r>
              <a:rPr lang="en-US"/>
              <a:t>Click icon to add table</a:t>
            </a:r>
            <a:endParaRPr lang="en-US" dirty="0"/>
          </a:p>
        </p:txBody>
      </p:sp>
      <p:sp>
        <p:nvSpPr>
          <p:cNvPr id="6" name="Title 1">
            <a:extLst>
              <a:ext uri="{FF2B5EF4-FFF2-40B4-BE49-F238E27FC236}">
                <a16:creationId xmlns:a16="http://schemas.microsoft.com/office/drawing/2014/main" id="{A9DA804E-D6C2-07DA-96B0-1CCBFDAC97E1}"/>
              </a:ext>
            </a:extLst>
          </p:cNvPr>
          <p:cNvSpPr>
            <a:spLocks noGrp="1"/>
          </p:cNvSpPr>
          <p:nvPr>
            <p:ph type="title" hasCustomPrompt="1"/>
          </p:nvPr>
        </p:nvSpPr>
        <p:spPr>
          <a:xfrm>
            <a:off x="0" y="548640"/>
            <a:ext cx="1958975" cy="5037773"/>
          </a:xfrm>
        </p:spPr>
        <p:txBody>
          <a:bodyPr vert="vert270" anchor="ctr"/>
          <a:lstStyle>
            <a:lvl1pPr algn="r">
              <a:lnSpc>
                <a:spcPct val="100000"/>
              </a:lnSpc>
              <a:defRPr sz="9600">
                <a:solidFill>
                  <a:schemeClr val="bg1"/>
                </a:solidFill>
              </a:defRPr>
            </a:lvl1pPr>
          </a:lstStyle>
          <a:p>
            <a:r>
              <a:rPr lang="en-US" dirty="0"/>
              <a:t>Edit title</a:t>
            </a:r>
          </a:p>
        </p:txBody>
      </p:sp>
    </p:spTree>
    <p:extLst>
      <p:ext uri="{BB962C8B-B14F-4D97-AF65-F5344CB8AC3E}">
        <p14:creationId xmlns:p14="http://schemas.microsoft.com/office/powerpoint/2010/main" val="399458771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Agenda 3">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90433748-ED34-E7AE-787B-D4DA9BB7C4F8}"/>
              </a:ext>
            </a:extLst>
          </p:cNvPr>
          <p:cNvSpPr/>
          <p:nvPr/>
        </p:nvSpPr>
        <p:spPr bwMode="hidden">
          <a:xfrm>
            <a:off x="0" y="0"/>
            <a:ext cx="4051300" cy="6861175"/>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Picture 12" descr="A blue lines on a black background&#10;&#10;Description automatically generated">
            <a:extLst>
              <a:ext uri="{FF2B5EF4-FFF2-40B4-BE49-F238E27FC236}">
                <a16:creationId xmlns:a16="http://schemas.microsoft.com/office/drawing/2014/main" id="{A1C86A7D-867C-38DB-B865-B67E5D7B6F99}"/>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bwMode="hidden">
          <a:xfrm>
            <a:off x="0" y="0"/>
            <a:ext cx="4051300" cy="6851650"/>
          </a:xfrm>
          <a:prstGeom prst="rect">
            <a:avLst/>
          </a:prstGeom>
        </p:spPr>
      </p:pic>
      <p:sp>
        <p:nvSpPr>
          <p:cNvPr id="3" name="Footer Placeholder 2">
            <a:extLst>
              <a:ext uri="{FF2B5EF4-FFF2-40B4-BE49-F238E27FC236}">
                <a16:creationId xmlns:a16="http://schemas.microsoft.com/office/drawing/2014/main" id="{0CA2D3CD-1E43-5FCD-B998-8E7207DE69E5}"/>
              </a:ext>
            </a:extLst>
          </p:cNvPr>
          <p:cNvSpPr>
            <a:spLocks noGrp="1"/>
          </p:cNvSpPr>
          <p:nvPr>
            <p:ph type="ftr" sz="quarter" idx="11"/>
          </p:nvPr>
        </p:nvSpPr>
        <p:spPr/>
        <p:txBody>
          <a:bodyPr/>
          <a:lstStyle/>
          <a:p>
            <a:r>
              <a:rPr lang="en-US"/>
              <a:t>See slide 12 for instructions on how to update footer</a:t>
            </a:r>
            <a:endParaRPr lang="en-US" dirty="0"/>
          </a:p>
        </p:txBody>
      </p:sp>
      <p:sp>
        <p:nvSpPr>
          <p:cNvPr id="4" name="Slide Number Placeholder 3">
            <a:extLst>
              <a:ext uri="{FF2B5EF4-FFF2-40B4-BE49-F238E27FC236}">
                <a16:creationId xmlns:a16="http://schemas.microsoft.com/office/drawing/2014/main" id="{F9F73C99-4E9B-1728-FFD7-DFD7DC5AF7B7}"/>
              </a:ext>
            </a:extLst>
          </p:cNvPr>
          <p:cNvSpPr>
            <a:spLocks noGrp="1"/>
          </p:cNvSpPr>
          <p:nvPr>
            <p:ph type="sldNum" sz="quarter" idx="12"/>
          </p:nvPr>
        </p:nvSpPr>
        <p:spPr/>
        <p:txBody>
          <a:bodyPr/>
          <a:lstStyle/>
          <a:p>
            <a:fld id="{862A5111-985B-C14D-9115-5787026182A8}" type="slidenum">
              <a:rPr lang="en-US" smtClean="0"/>
              <a:t>‹#›</a:t>
            </a:fld>
            <a:endParaRPr lang="en-US" dirty="0"/>
          </a:p>
        </p:txBody>
      </p:sp>
      <p:sp>
        <p:nvSpPr>
          <p:cNvPr id="9" name="Freeform 5">
            <a:extLst>
              <a:ext uri="{FF2B5EF4-FFF2-40B4-BE49-F238E27FC236}">
                <a16:creationId xmlns:a16="http://schemas.microsoft.com/office/drawing/2014/main" id="{9CD8C04C-1D78-487C-A015-9D171A470544}"/>
              </a:ext>
            </a:extLst>
          </p:cNvPr>
          <p:cNvSpPr/>
          <p:nvPr userDrawn="1"/>
        </p:nvSpPr>
        <p:spPr bwMode="black">
          <a:xfrm>
            <a:off x="554038" y="6469335"/>
            <a:ext cx="678511" cy="112440"/>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chemeClr val="bg1"/>
          </a:solidFill>
          <a:ln w="0" cap="flat">
            <a:noFill/>
            <a:prstDash val="solid"/>
            <a:miter/>
          </a:ln>
        </p:spPr>
        <p:txBody>
          <a:bodyPr rtlCol="0" anchor="ctr"/>
          <a:lstStyle/>
          <a:p>
            <a:endParaRPr lang="en-US"/>
          </a:p>
        </p:txBody>
      </p:sp>
      <p:sp>
        <p:nvSpPr>
          <p:cNvPr id="2" name="Text Placeholder 9">
            <a:extLst>
              <a:ext uri="{FF2B5EF4-FFF2-40B4-BE49-F238E27FC236}">
                <a16:creationId xmlns:a16="http://schemas.microsoft.com/office/drawing/2014/main" id="{2A355254-E2E2-A829-C676-82454D270840}"/>
              </a:ext>
            </a:extLst>
          </p:cNvPr>
          <p:cNvSpPr>
            <a:spLocks noGrp="1"/>
          </p:cNvSpPr>
          <p:nvPr>
            <p:ph type="body" sz="quarter" idx="14"/>
          </p:nvPr>
        </p:nvSpPr>
        <p:spPr>
          <a:xfrm>
            <a:off x="8423565" y="1127123"/>
            <a:ext cx="3214397" cy="5040313"/>
          </a:xfrm>
        </p:spPr>
        <p:txBody>
          <a:bodyPr lIns="0">
            <a:normAutofit/>
          </a:bodyPr>
          <a:lstStyle>
            <a:lvl1pPr>
              <a:spcBef>
                <a:spcPts val="2400"/>
              </a:spcBef>
              <a:defRPr b="1"/>
            </a:lvl1pPr>
            <a:lvl2pPr marL="285750" indent="-285750">
              <a:buFont typeface="GT America Regular" pitchFamily="2" charset="77"/>
              <a:buChar char="→"/>
              <a:defRPr/>
            </a:lvl2pPr>
            <a:lvl3pPr marL="0" indent="0">
              <a:buNone/>
              <a:defRPr/>
            </a:lvl3pPr>
            <a:lvl4pPr marL="283464" indent="0">
              <a:buFont typeface="Arial" panose="020B0604020202020204" pitchFamily="34" charset="0"/>
              <a:buNone/>
              <a:defRPr/>
            </a:lvl4pPr>
            <a:lvl5pPr marL="283464" indent="0">
              <a:buNone/>
              <a:defRPr sz="1400"/>
            </a:lvl5pPr>
            <a:lvl6pPr marL="283464" indent="0">
              <a:buFont typeface="Arial" panose="020B0604020202020204" pitchFamily="34" charset="0"/>
              <a:buNone/>
              <a:defRPr sz="1400"/>
            </a:lvl6pPr>
            <a:lvl7pPr marL="283464" indent="0">
              <a:buNone/>
              <a:defRPr/>
            </a:lvl7pPr>
            <a:lvl8pPr marL="283464" indent="0">
              <a:buFont typeface="Arial" panose="020B0604020202020204" pitchFamily="34" charset="0"/>
              <a:buNone/>
              <a:defRPr/>
            </a:lvl8pPr>
            <a:lvl9pPr marL="283464" indent="0">
              <a:buNone/>
              <a:defRPr/>
            </a:lvl9pPr>
          </a:lstStyle>
          <a:p>
            <a:pPr lvl="0"/>
            <a:r>
              <a:rPr lang="en-US"/>
              <a:t>Click to edit Master text styles</a:t>
            </a:r>
          </a:p>
          <a:p>
            <a:pPr lvl="1"/>
            <a:r>
              <a:rPr lang="en-US"/>
              <a:t>Second level</a:t>
            </a:r>
          </a:p>
        </p:txBody>
      </p:sp>
      <p:sp>
        <p:nvSpPr>
          <p:cNvPr id="6" name="Text Placeholder 9">
            <a:extLst>
              <a:ext uri="{FF2B5EF4-FFF2-40B4-BE49-F238E27FC236}">
                <a16:creationId xmlns:a16="http://schemas.microsoft.com/office/drawing/2014/main" id="{C7A8DCC2-F1AD-A798-22A8-7C3AD433BF61}"/>
              </a:ext>
            </a:extLst>
          </p:cNvPr>
          <p:cNvSpPr>
            <a:spLocks noGrp="1"/>
          </p:cNvSpPr>
          <p:nvPr>
            <p:ph type="body" sz="quarter" idx="13"/>
          </p:nvPr>
        </p:nvSpPr>
        <p:spPr>
          <a:xfrm>
            <a:off x="4781550" y="1127124"/>
            <a:ext cx="3434664" cy="5040313"/>
          </a:xfrm>
        </p:spPr>
        <p:txBody>
          <a:bodyPr lIns="0">
            <a:normAutofit/>
          </a:bodyPr>
          <a:lstStyle>
            <a:lvl1pPr>
              <a:spcBef>
                <a:spcPts val="2400"/>
              </a:spcBef>
              <a:defRPr b="1"/>
            </a:lvl1pPr>
            <a:lvl2pPr marL="285750" indent="-285750">
              <a:buFont typeface="GT America Regular" pitchFamily="2" charset="77"/>
              <a:buChar char="→"/>
              <a:defRPr/>
            </a:lvl2pPr>
            <a:lvl3pPr marL="0" indent="0">
              <a:buNone/>
              <a:defRPr/>
            </a:lvl3pPr>
            <a:lvl4pPr marL="283464" indent="0">
              <a:buFont typeface="Arial" panose="020B0604020202020204" pitchFamily="34" charset="0"/>
              <a:buNone/>
              <a:defRPr sz="1400"/>
            </a:lvl4pPr>
            <a:lvl5pPr marL="283464" indent="0">
              <a:buNone/>
              <a:defRPr sz="1400"/>
            </a:lvl5pPr>
            <a:lvl6pPr marL="283464" indent="0">
              <a:buFont typeface="Arial" panose="020B0604020202020204" pitchFamily="34" charset="0"/>
              <a:buNone/>
              <a:defRPr/>
            </a:lvl6pPr>
            <a:lvl7pPr marL="283464" indent="0">
              <a:buNone/>
              <a:defRPr sz="1400"/>
            </a:lvl7pPr>
            <a:lvl8pPr marL="283464" indent="0">
              <a:buFont typeface="Arial" panose="020B0604020202020204" pitchFamily="34" charset="0"/>
              <a:buNone/>
              <a:defRPr/>
            </a:lvl8pPr>
            <a:lvl9pPr marL="283464" indent="0">
              <a:buNone/>
              <a:defRPr/>
            </a:lvl9pPr>
          </a:lstStyle>
          <a:p>
            <a:pPr lvl="0"/>
            <a:r>
              <a:rPr lang="en-US"/>
              <a:t>Click to edit Master text styles</a:t>
            </a:r>
          </a:p>
          <a:p>
            <a:pPr lvl="1"/>
            <a:r>
              <a:rPr lang="en-US"/>
              <a:t>Second level</a:t>
            </a:r>
          </a:p>
        </p:txBody>
      </p:sp>
      <p:sp>
        <p:nvSpPr>
          <p:cNvPr id="7" name="Title 1">
            <a:extLst>
              <a:ext uri="{FF2B5EF4-FFF2-40B4-BE49-F238E27FC236}">
                <a16:creationId xmlns:a16="http://schemas.microsoft.com/office/drawing/2014/main" id="{40A69DCB-C443-D923-77AF-F7A45CB4F043}"/>
              </a:ext>
            </a:extLst>
          </p:cNvPr>
          <p:cNvSpPr>
            <a:spLocks noGrp="1"/>
          </p:cNvSpPr>
          <p:nvPr>
            <p:ph type="title" hasCustomPrompt="1"/>
          </p:nvPr>
        </p:nvSpPr>
        <p:spPr>
          <a:xfrm>
            <a:off x="0" y="548640"/>
            <a:ext cx="1958975" cy="5037773"/>
          </a:xfrm>
        </p:spPr>
        <p:txBody>
          <a:bodyPr vert="vert270" anchor="ctr"/>
          <a:lstStyle>
            <a:lvl1pPr algn="r">
              <a:lnSpc>
                <a:spcPct val="100000"/>
              </a:lnSpc>
              <a:defRPr sz="9600">
                <a:solidFill>
                  <a:schemeClr val="bg1"/>
                </a:solidFill>
              </a:defRPr>
            </a:lvl1pPr>
          </a:lstStyle>
          <a:p>
            <a:r>
              <a:rPr lang="en-US" dirty="0"/>
              <a:t>Edit title</a:t>
            </a:r>
          </a:p>
        </p:txBody>
      </p:sp>
    </p:spTree>
    <p:extLst>
      <p:ext uri="{BB962C8B-B14F-4D97-AF65-F5344CB8AC3E}">
        <p14:creationId xmlns:p14="http://schemas.microsoft.com/office/powerpoint/2010/main" val="343803630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Agenda 4">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0DE63420-A2BC-EC7A-3A8C-CA23AF97535A}"/>
              </a:ext>
            </a:extLst>
          </p:cNvPr>
          <p:cNvSpPr/>
          <p:nvPr userDrawn="1"/>
        </p:nvSpPr>
        <p:spPr bwMode="hidden">
          <a:xfrm>
            <a:off x="0" y="-1"/>
            <a:ext cx="2023265" cy="6861175"/>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5" name="Picture 14" descr="A blue lines on a black background&#10;&#10;Description automatically generated">
            <a:extLst>
              <a:ext uri="{FF2B5EF4-FFF2-40B4-BE49-F238E27FC236}">
                <a16:creationId xmlns:a16="http://schemas.microsoft.com/office/drawing/2014/main" id="{43506656-89E5-4D3B-4C51-0386CED5F1BF}"/>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r="35901"/>
          <a:stretch/>
        </p:blipFill>
        <p:spPr bwMode="hidden">
          <a:xfrm>
            <a:off x="0" y="-3175"/>
            <a:ext cx="2023265" cy="6861175"/>
          </a:xfrm>
          <a:prstGeom prst="rect">
            <a:avLst/>
          </a:prstGeom>
        </p:spPr>
      </p:pic>
      <p:sp>
        <p:nvSpPr>
          <p:cNvPr id="3" name="Footer Placeholder 2">
            <a:extLst>
              <a:ext uri="{FF2B5EF4-FFF2-40B4-BE49-F238E27FC236}">
                <a16:creationId xmlns:a16="http://schemas.microsoft.com/office/drawing/2014/main" id="{0CA2D3CD-1E43-5FCD-B998-8E7207DE69E5}"/>
              </a:ext>
            </a:extLst>
          </p:cNvPr>
          <p:cNvSpPr>
            <a:spLocks noGrp="1"/>
          </p:cNvSpPr>
          <p:nvPr>
            <p:ph type="ftr" sz="quarter" idx="11"/>
          </p:nvPr>
        </p:nvSpPr>
        <p:spPr/>
        <p:txBody>
          <a:bodyPr/>
          <a:lstStyle/>
          <a:p>
            <a:r>
              <a:rPr lang="en-US"/>
              <a:t>See slide 12 for instructions on how to update footer</a:t>
            </a:r>
            <a:endParaRPr lang="en-US" dirty="0"/>
          </a:p>
        </p:txBody>
      </p:sp>
      <p:sp>
        <p:nvSpPr>
          <p:cNvPr id="4" name="Slide Number Placeholder 3">
            <a:extLst>
              <a:ext uri="{FF2B5EF4-FFF2-40B4-BE49-F238E27FC236}">
                <a16:creationId xmlns:a16="http://schemas.microsoft.com/office/drawing/2014/main" id="{F9F73C99-4E9B-1728-FFD7-DFD7DC5AF7B7}"/>
              </a:ext>
            </a:extLst>
          </p:cNvPr>
          <p:cNvSpPr>
            <a:spLocks noGrp="1"/>
          </p:cNvSpPr>
          <p:nvPr>
            <p:ph type="sldNum" sz="quarter" idx="12"/>
          </p:nvPr>
        </p:nvSpPr>
        <p:spPr/>
        <p:txBody>
          <a:bodyPr/>
          <a:lstStyle/>
          <a:p>
            <a:fld id="{862A5111-985B-C14D-9115-5787026182A8}" type="slidenum">
              <a:rPr lang="en-US" smtClean="0"/>
              <a:t>‹#›</a:t>
            </a:fld>
            <a:endParaRPr lang="en-US"/>
          </a:p>
        </p:txBody>
      </p:sp>
      <p:sp>
        <p:nvSpPr>
          <p:cNvPr id="6" name="Freeform 5">
            <a:extLst>
              <a:ext uri="{FF2B5EF4-FFF2-40B4-BE49-F238E27FC236}">
                <a16:creationId xmlns:a16="http://schemas.microsoft.com/office/drawing/2014/main" id="{5BCC6303-B8A8-E0F3-1B26-45B29EE4DC62}"/>
              </a:ext>
            </a:extLst>
          </p:cNvPr>
          <p:cNvSpPr/>
          <p:nvPr/>
        </p:nvSpPr>
        <p:spPr>
          <a:xfrm>
            <a:off x="554038" y="6469335"/>
            <a:ext cx="678511" cy="112440"/>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chemeClr val="bg1"/>
          </a:solidFill>
          <a:ln w="0" cap="flat">
            <a:noFill/>
            <a:prstDash val="solid"/>
            <a:miter/>
          </a:ln>
        </p:spPr>
        <p:txBody>
          <a:bodyPr rtlCol="0" anchor="ctr"/>
          <a:lstStyle/>
          <a:p>
            <a:endParaRPr lang="en-US"/>
          </a:p>
        </p:txBody>
      </p:sp>
      <p:sp>
        <p:nvSpPr>
          <p:cNvPr id="12" name="Freeform 5">
            <a:extLst>
              <a:ext uri="{FF2B5EF4-FFF2-40B4-BE49-F238E27FC236}">
                <a16:creationId xmlns:a16="http://schemas.microsoft.com/office/drawing/2014/main" id="{B2BF897B-C4FE-7F0C-FE2C-6956C830B315}"/>
              </a:ext>
            </a:extLst>
          </p:cNvPr>
          <p:cNvSpPr/>
          <p:nvPr userDrawn="1"/>
        </p:nvSpPr>
        <p:spPr bwMode="black">
          <a:xfrm>
            <a:off x="554038" y="6469335"/>
            <a:ext cx="678511" cy="112440"/>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chemeClr val="bg1"/>
          </a:solidFill>
          <a:ln w="0" cap="flat">
            <a:noFill/>
            <a:prstDash val="solid"/>
            <a:miter/>
          </a:ln>
        </p:spPr>
        <p:txBody>
          <a:bodyPr rtlCol="0" anchor="ctr"/>
          <a:lstStyle/>
          <a:p>
            <a:endParaRPr lang="en-US"/>
          </a:p>
        </p:txBody>
      </p:sp>
      <p:sp>
        <p:nvSpPr>
          <p:cNvPr id="2" name="Text Placeholder 9">
            <a:extLst>
              <a:ext uri="{FF2B5EF4-FFF2-40B4-BE49-F238E27FC236}">
                <a16:creationId xmlns:a16="http://schemas.microsoft.com/office/drawing/2014/main" id="{97A60806-2005-3279-1B3F-393FF318E435}"/>
              </a:ext>
            </a:extLst>
          </p:cNvPr>
          <p:cNvSpPr>
            <a:spLocks noGrp="1"/>
          </p:cNvSpPr>
          <p:nvPr>
            <p:ph type="body" sz="quarter" idx="14"/>
          </p:nvPr>
        </p:nvSpPr>
        <p:spPr>
          <a:xfrm>
            <a:off x="9018956" y="1127124"/>
            <a:ext cx="2619006" cy="5040313"/>
          </a:xfrm>
        </p:spPr>
        <p:txBody>
          <a:bodyPr/>
          <a:lstStyle>
            <a:lvl1pPr>
              <a:spcBef>
                <a:spcPts val="2400"/>
              </a:spcBef>
              <a:defRPr b="1"/>
            </a:lvl1pPr>
            <a:lvl2pPr marL="285750" indent="-285750">
              <a:buFont typeface="GT America Regular" pitchFamily="2" charset="77"/>
              <a:buChar char="→"/>
              <a:defRPr/>
            </a:lvl2pPr>
            <a:lvl3pPr marL="0" indent="0">
              <a:buNone/>
              <a:defRPr/>
            </a:lvl3pPr>
            <a:lvl4pPr marL="283464" indent="0">
              <a:buFont typeface="Arial" panose="020B0604020202020204" pitchFamily="34" charset="0"/>
              <a:buNone/>
              <a:defRPr/>
            </a:lvl4pPr>
            <a:lvl5pPr marL="283464" indent="0">
              <a:buNone/>
              <a:defRPr/>
            </a:lvl5pPr>
            <a:lvl6pPr marL="283464" indent="0">
              <a:buFont typeface="Arial" panose="020B0604020202020204" pitchFamily="34" charset="0"/>
              <a:buNone/>
              <a:defRPr/>
            </a:lvl6pPr>
            <a:lvl7pPr marL="283464" indent="0">
              <a:buNone/>
              <a:defRPr/>
            </a:lvl7pPr>
            <a:lvl8pPr marL="283464" indent="0">
              <a:buFont typeface="Arial" panose="020B0604020202020204" pitchFamily="34" charset="0"/>
              <a:buNone/>
              <a:defRPr/>
            </a:lvl8pPr>
            <a:lvl9pPr marL="283464" indent="0">
              <a:buNone/>
              <a:defRPr/>
            </a:lvl9pPr>
          </a:lstStyle>
          <a:p>
            <a:pPr lvl="0"/>
            <a:r>
              <a:rPr lang="en-US"/>
              <a:t>Click to edit Master text styles</a:t>
            </a:r>
          </a:p>
          <a:p>
            <a:pPr lvl="1"/>
            <a:r>
              <a:rPr lang="en-US"/>
              <a:t>Second level</a:t>
            </a:r>
          </a:p>
        </p:txBody>
      </p:sp>
      <p:sp>
        <p:nvSpPr>
          <p:cNvPr id="5" name="Text Placeholder 9">
            <a:extLst>
              <a:ext uri="{FF2B5EF4-FFF2-40B4-BE49-F238E27FC236}">
                <a16:creationId xmlns:a16="http://schemas.microsoft.com/office/drawing/2014/main" id="{A96DBD7A-DCEA-7B49-148D-857A5FC1B863}"/>
              </a:ext>
            </a:extLst>
          </p:cNvPr>
          <p:cNvSpPr>
            <a:spLocks noGrp="1"/>
          </p:cNvSpPr>
          <p:nvPr>
            <p:ph type="body" sz="quarter" idx="13"/>
          </p:nvPr>
        </p:nvSpPr>
        <p:spPr>
          <a:xfrm>
            <a:off x="6186855" y="1127124"/>
            <a:ext cx="2626946" cy="5040313"/>
          </a:xfrm>
        </p:spPr>
        <p:txBody>
          <a:bodyPr>
            <a:normAutofit/>
          </a:bodyPr>
          <a:lstStyle>
            <a:lvl1pPr>
              <a:spcBef>
                <a:spcPts val="2400"/>
              </a:spcBef>
              <a:defRPr b="1"/>
            </a:lvl1pPr>
            <a:lvl2pPr marL="285750" indent="-285750">
              <a:buFont typeface="GT America Regular" pitchFamily="2" charset="77"/>
              <a:buChar char="→"/>
              <a:defRPr/>
            </a:lvl2pPr>
            <a:lvl3pPr marL="0" indent="0">
              <a:buNone/>
              <a:defRPr/>
            </a:lvl3pPr>
            <a:lvl4pPr marL="283464" indent="0">
              <a:buFont typeface="Arial" panose="020B0604020202020204" pitchFamily="34" charset="0"/>
              <a:buNone/>
              <a:defRPr/>
            </a:lvl4pPr>
            <a:lvl5pPr marL="283464" indent="0">
              <a:buNone/>
              <a:defRPr sz="1400"/>
            </a:lvl5pPr>
            <a:lvl6pPr marL="283464" indent="0">
              <a:buFont typeface="Arial" panose="020B0604020202020204" pitchFamily="34" charset="0"/>
              <a:buNone/>
              <a:defRPr sz="1400"/>
            </a:lvl6pPr>
            <a:lvl7pPr marL="283464" indent="0">
              <a:buNone/>
              <a:defRPr/>
            </a:lvl7pPr>
            <a:lvl8pPr marL="283464" indent="0">
              <a:buFont typeface="Arial" panose="020B0604020202020204" pitchFamily="34" charset="0"/>
              <a:buNone/>
              <a:defRPr/>
            </a:lvl8pPr>
            <a:lvl9pPr marL="283464" indent="0">
              <a:buNone/>
              <a:defRPr/>
            </a:lvl9pPr>
          </a:lstStyle>
          <a:p>
            <a:pPr lvl="0"/>
            <a:r>
              <a:rPr lang="en-US"/>
              <a:t>Click to edit Master text styles</a:t>
            </a:r>
          </a:p>
          <a:p>
            <a:pPr lvl="1"/>
            <a:r>
              <a:rPr lang="en-US"/>
              <a:t>Second level</a:t>
            </a:r>
          </a:p>
        </p:txBody>
      </p:sp>
      <p:sp>
        <p:nvSpPr>
          <p:cNvPr id="13" name="Text Placeholder 9">
            <a:extLst>
              <a:ext uri="{FF2B5EF4-FFF2-40B4-BE49-F238E27FC236}">
                <a16:creationId xmlns:a16="http://schemas.microsoft.com/office/drawing/2014/main" id="{8972C75E-D802-D589-98E6-318B1F0530CB}"/>
              </a:ext>
            </a:extLst>
          </p:cNvPr>
          <p:cNvSpPr>
            <a:spLocks noGrp="1"/>
          </p:cNvSpPr>
          <p:nvPr>
            <p:ph type="body" sz="quarter" idx="15"/>
          </p:nvPr>
        </p:nvSpPr>
        <p:spPr>
          <a:xfrm>
            <a:off x="3367088" y="1127124"/>
            <a:ext cx="2614612" cy="5040313"/>
          </a:xfrm>
        </p:spPr>
        <p:txBody>
          <a:bodyPr>
            <a:normAutofit/>
          </a:bodyPr>
          <a:lstStyle>
            <a:lvl1pPr>
              <a:spcBef>
                <a:spcPts val="2400"/>
              </a:spcBef>
              <a:defRPr b="1"/>
            </a:lvl1pPr>
            <a:lvl2pPr marL="285750" indent="-285750">
              <a:buFont typeface="GT America Regular" pitchFamily="2" charset="77"/>
              <a:buChar char="→"/>
              <a:defRPr/>
            </a:lvl2pPr>
            <a:lvl3pPr marL="0" indent="0">
              <a:buNone/>
              <a:defRPr/>
            </a:lvl3pPr>
            <a:lvl4pPr marL="283464" indent="0">
              <a:buFont typeface="Arial" panose="020B0604020202020204" pitchFamily="34" charset="0"/>
              <a:buNone/>
              <a:defRPr sz="1400"/>
            </a:lvl4pPr>
            <a:lvl5pPr marL="283464" indent="0">
              <a:buNone/>
              <a:defRPr sz="1400"/>
            </a:lvl5pPr>
            <a:lvl6pPr marL="283464" indent="0">
              <a:buFont typeface="Arial" panose="020B0604020202020204" pitchFamily="34" charset="0"/>
              <a:buNone/>
              <a:defRPr/>
            </a:lvl6pPr>
            <a:lvl7pPr marL="283464" indent="0">
              <a:buNone/>
              <a:defRPr/>
            </a:lvl7pPr>
            <a:lvl8pPr marL="283464" indent="0">
              <a:buFont typeface="Arial" panose="020B0604020202020204" pitchFamily="34" charset="0"/>
              <a:buNone/>
              <a:defRPr/>
            </a:lvl8pPr>
            <a:lvl9pPr marL="283464" indent="0">
              <a:buNone/>
              <a:defRPr/>
            </a:lvl9pPr>
          </a:lstStyle>
          <a:p>
            <a:pPr lvl="0"/>
            <a:r>
              <a:rPr lang="en-US"/>
              <a:t>Click to edit Master text styles</a:t>
            </a:r>
          </a:p>
          <a:p>
            <a:pPr lvl="1"/>
            <a:r>
              <a:rPr lang="en-US"/>
              <a:t>Second level</a:t>
            </a:r>
          </a:p>
        </p:txBody>
      </p:sp>
      <p:sp>
        <p:nvSpPr>
          <p:cNvPr id="7" name="Title 1">
            <a:extLst>
              <a:ext uri="{FF2B5EF4-FFF2-40B4-BE49-F238E27FC236}">
                <a16:creationId xmlns:a16="http://schemas.microsoft.com/office/drawing/2014/main" id="{87B5BA7B-A36C-1FF6-B321-EDC408BE67B2}"/>
              </a:ext>
            </a:extLst>
          </p:cNvPr>
          <p:cNvSpPr>
            <a:spLocks noGrp="1"/>
          </p:cNvSpPr>
          <p:nvPr>
            <p:ph type="title" hasCustomPrompt="1"/>
          </p:nvPr>
        </p:nvSpPr>
        <p:spPr>
          <a:xfrm>
            <a:off x="0" y="548640"/>
            <a:ext cx="1958975" cy="5037773"/>
          </a:xfrm>
        </p:spPr>
        <p:txBody>
          <a:bodyPr vert="vert270" anchor="ctr"/>
          <a:lstStyle>
            <a:lvl1pPr algn="r">
              <a:lnSpc>
                <a:spcPct val="100000"/>
              </a:lnSpc>
              <a:defRPr sz="9600">
                <a:solidFill>
                  <a:schemeClr val="bg1"/>
                </a:solidFill>
              </a:defRPr>
            </a:lvl1pPr>
          </a:lstStyle>
          <a:p>
            <a:r>
              <a:rPr lang="en-US" dirty="0"/>
              <a:t>Edit title</a:t>
            </a:r>
          </a:p>
        </p:txBody>
      </p:sp>
    </p:spTree>
    <p:extLst>
      <p:ext uri="{BB962C8B-B14F-4D97-AF65-F5344CB8AC3E}">
        <p14:creationId xmlns:p14="http://schemas.microsoft.com/office/powerpoint/2010/main" val="329808878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Divider 1 - Short title">
    <p:bg>
      <p:bgPr>
        <a:solidFill>
          <a:schemeClr val="bg2"/>
        </a:solidFill>
        <a:effectLst/>
      </p:bgPr>
    </p:bg>
    <p:spTree>
      <p:nvGrpSpPr>
        <p:cNvPr id="1" name=""/>
        <p:cNvGrpSpPr/>
        <p:nvPr/>
      </p:nvGrpSpPr>
      <p:grpSpPr>
        <a:xfrm>
          <a:off x="0" y="0"/>
          <a:ext cx="0" cy="0"/>
          <a:chOff x="0" y="0"/>
          <a:chExt cx="0" cy="0"/>
        </a:xfrm>
      </p:grpSpPr>
      <p:sp>
        <p:nvSpPr>
          <p:cNvPr id="20" name="Freeform 19">
            <a:extLst>
              <a:ext uri="{FF2B5EF4-FFF2-40B4-BE49-F238E27FC236}">
                <a16:creationId xmlns:a16="http://schemas.microsoft.com/office/drawing/2014/main" id="{6732315D-1057-6521-C359-22C1DAF4964C}"/>
              </a:ext>
            </a:extLst>
          </p:cNvPr>
          <p:cNvSpPr/>
          <p:nvPr/>
        </p:nvSpPr>
        <p:spPr>
          <a:xfrm>
            <a:off x="3367088" y="552449"/>
            <a:ext cx="8267463" cy="5677842"/>
          </a:xfrm>
          <a:custGeom>
            <a:avLst/>
            <a:gdLst>
              <a:gd name="connsiteX0" fmla="*/ 6722902 w 8267463"/>
              <a:gd name="connsiteY0" fmla="*/ 0 h 5677842"/>
              <a:gd name="connsiteX1" fmla="*/ 8267463 w 8267463"/>
              <a:gd name="connsiteY1" fmla="*/ 0 h 5677842"/>
              <a:gd name="connsiteX2" fmla="*/ 8267463 w 8267463"/>
              <a:gd name="connsiteY2" fmla="*/ 1419448 h 5677842"/>
              <a:gd name="connsiteX3" fmla="*/ 7275694 w 8267463"/>
              <a:gd name="connsiteY3" fmla="*/ 2749701 h 5677842"/>
              <a:gd name="connsiteX4" fmla="*/ 6942385 w 8267463"/>
              <a:gd name="connsiteY4" fmla="*/ 2749701 h 5677842"/>
              <a:gd name="connsiteX5" fmla="*/ 7381363 w 8267463"/>
              <a:gd name="connsiteY5" fmla="*/ 1541121 h 5677842"/>
              <a:gd name="connsiteX6" fmla="*/ 6722902 w 8267463"/>
              <a:gd name="connsiteY6" fmla="*/ 1541121 h 5677842"/>
              <a:gd name="connsiteX7" fmla="*/ 0 w 8267463"/>
              <a:gd name="connsiteY7" fmla="*/ 0 h 5677842"/>
              <a:gd name="connsiteX8" fmla="*/ 2268085 w 8267463"/>
              <a:gd name="connsiteY8" fmla="*/ 0 h 5677842"/>
              <a:gd name="connsiteX9" fmla="*/ 2975321 w 8267463"/>
              <a:gd name="connsiteY9" fmla="*/ 2920028 h 5677842"/>
              <a:gd name="connsiteX10" fmla="*/ 3146041 w 8267463"/>
              <a:gd name="connsiteY10" fmla="*/ 3731148 h 5677842"/>
              <a:gd name="connsiteX11" fmla="*/ 3316761 w 8267463"/>
              <a:gd name="connsiteY11" fmla="*/ 2920028 h 5677842"/>
              <a:gd name="connsiteX12" fmla="*/ 4024010 w 8267463"/>
              <a:gd name="connsiteY12" fmla="*/ 0 h 5677842"/>
              <a:gd name="connsiteX13" fmla="*/ 6292082 w 8267463"/>
              <a:gd name="connsiteY13" fmla="*/ 0 h 5677842"/>
              <a:gd name="connsiteX14" fmla="*/ 6292082 w 8267463"/>
              <a:gd name="connsiteY14" fmla="*/ 5677842 h 5677842"/>
              <a:gd name="connsiteX15" fmla="*/ 4836940 w 8267463"/>
              <a:gd name="connsiteY15" fmla="*/ 5677842 h 5677842"/>
              <a:gd name="connsiteX16" fmla="*/ 4836940 w 8267463"/>
              <a:gd name="connsiteY16" fmla="*/ 1995360 h 5677842"/>
              <a:gd name="connsiteX17" fmla="*/ 4633708 w 8267463"/>
              <a:gd name="connsiteY17" fmla="*/ 2838921 h 5677842"/>
              <a:gd name="connsiteX18" fmla="*/ 3877684 w 8267463"/>
              <a:gd name="connsiteY18" fmla="*/ 5677842 h 5677842"/>
              <a:gd name="connsiteX19" fmla="*/ 2381886 w 8267463"/>
              <a:gd name="connsiteY19" fmla="*/ 5677842 h 5677842"/>
              <a:gd name="connsiteX20" fmla="*/ 1625861 w 8267463"/>
              <a:gd name="connsiteY20" fmla="*/ 2838921 h 5677842"/>
              <a:gd name="connsiteX21" fmla="*/ 1422629 w 8267463"/>
              <a:gd name="connsiteY21" fmla="*/ 1995360 h 5677842"/>
              <a:gd name="connsiteX22" fmla="*/ 1422629 w 8267463"/>
              <a:gd name="connsiteY22" fmla="*/ 5677842 h 5677842"/>
              <a:gd name="connsiteX23" fmla="*/ 0 w 8267463"/>
              <a:gd name="connsiteY23" fmla="*/ 5677842 h 56778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8267463" h="5677842">
                <a:moveTo>
                  <a:pt x="6722902" y="0"/>
                </a:moveTo>
                <a:lnTo>
                  <a:pt x="8267463" y="0"/>
                </a:lnTo>
                <a:lnTo>
                  <a:pt x="8267463" y="1419448"/>
                </a:lnTo>
                <a:lnTo>
                  <a:pt x="7275694" y="2749701"/>
                </a:lnTo>
                <a:lnTo>
                  <a:pt x="6942385" y="2749701"/>
                </a:lnTo>
                <a:lnTo>
                  <a:pt x="7381363" y="1541121"/>
                </a:lnTo>
                <a:lnTo>
                  <a:pt x="6722902" y="1541121"/>
                </a:lnTo>
                <a:close/>
                <a:moveTo>
                  <a:pt x="0" y="0"/>
                </a:moveTo>
                <a:lnTo>
                  <a:pt x="2268085" y="0"/>
                </a:lnTo>
                <a:lnTo>
                  <a:pt x="2975321" y="2920028"/>
                </a:lnTo>
                <a:lnTo>
                  <a:pt x="3146041" y="3731148"/>
                </a:lnTo>
                <a:lnTo>
                  <a:pt x="3316761" y="2920028"/>
                </a:lnTo>
                <a:lnTo>
                  <a:pt x="4024010" y="0"/>
                </a:lnTo>
                <a:lnTo>
                  <a:pt x="6292082" y="0"/>
                </a:lnTo>
                <a:lnTo>
                  <a:pt x="6292082" y="5677842"/>
                </a:lnTo>
                <a:lnTo>
                  <a:pt x="4836940" y="5677842"/>
                </a:lnTo>
                <a:lnTo>
                  <a:pt x="4836940" y="1995360"/>
                </a:lnTo>
                <a:lnTo>
                  <a:pt x="4633708" y="2838921"/>
                </a:lnTo>
                <a:lnTo>
                  <a:pt x="3877684" y="5677842"/>
                </a:lnTo>
                <a:lnTo>
                  <a:pt x="2381886" y="5677842"/>
                </a:lnTo>
                <a:lnTo>
                  <a:pt x="1625861" y="2838921"/>
                </a:lnTo>
                <a:lnTo>
                  <a:pt x="1422629" y="1995360"/>
                </a:lnTo>
                <a:lnTo>
                  <a:pt x="1422629" y="5677842"/>
                </a:lnTo>
                <a:lnTo>
                  <a:pt x="0" y="5677842"/>
                </a:lnTo>
                <a:close/>
              </a:path>
            </a:pathLst>
          </a:custGeom>
          <a:solidFill>
            <a:schemeClr val="accent1">
              <a:alpha val="25000"/>
            </a:schemeClr>
          </a:solidFill>
          <a:ln w="0" cap="flat">
            <a:noFill/>
            <a:prstDash val="solid"/>
            <a:miter/>
          </a:ln>
        </p:spPr>
        <p:txBody>
          <a:bodyPr rtlCol="0" anchor="ctr"/>
          <a:lstStyle/>
          <a:p>
            <a:endParaRPr lang="en-US"/>
          </a:p>
        </p:txBody>
      </p:sp>
      <p:sp>
        <p:nvSpPr>
          <p:cNvPr id="3" name="Footer Placeholder 2">
            <a:extLst>
              <a:ext uri="{FF2B5EF4-FFF2-40B4-BE49-F238E27FC236}">
                <a16:creationId xmlns:a16="http://schemas.microsoft.com/office/drawing/2014/main" id="{0CA2D3CD-1E43-5FCD-B998-8E7207DE69E5}"/>
              </a:ext>
            </a:extLst>
          </p:cNvPr>
          <p:cNvSpPr>
            <a:spLocks noGrp="1"/>
          </p:cNvSpPr>
          <p:nvPr>
            <p:ph type="ftr" sz="quarter" idx="11"/>
          </p:nvPr>
        </p:nvSpPr>
        <p:spPr/>
        <p:txBody>
          <a:bodyPr/>
          <a:lstStyle/>
          <a:p>
            <a:r>
              <a:rPr lang="en-US"/>
              <a:t>See slide 12 for instructions on how to update footer</a:t>
            </a:r>
          </a:p>
        </p:txBody>
      </p:sp>
      <p:sp>
        <p:nvSpPr>
          <p:cNvPr id="4" name="Slide Number Placeholder 3">
            <a:extLst>
              <a:ext uri="{FF2B5EF4-FFF2-40B4-BE49-F238E27FC236}">
                <a16:creationId xmlns:a16="http://schemas.microsoft.com/office/drawing/2014/main" id="{F9F73C99-4E9B-1728-FFD7-DFD7DC5AF7B7}"/>
              </a:ext>
            </a:extLst>
          </p:cNvPr>
          <p:cNvSpPr>
            <a:spLocks noGrp="1"/>
          </p:cNvSpPr>
          <p:nvPr>
            <p:ph type="sldNum" sz="quarter" idx="12"/>
          </p:nvPr>
        </p:nvSpPr>
        <p:spPr/>
        <p:txBody>
          <a:bodyPr/>
          <a:lstStyle/>
          <a:p>
            <a:fld id="{862A5111-985B-C14D-9115-5787026182A8}" type="slidenum">
              <a:rPr lang="en-US" smtClean="0"/>
              <a:t>‹#›</a:t>
            </a:fld>
            <a:endParaRPr lang="en-US"/>
          </a:p>
        </p:txBody>
      </p:sp>
      <p:sp>
        <p:nvSpPr>
          <p:cNvPr id="18" name="Title 17">
            <a:extLst>
              <a:ext uri="{FF2B5EF4-FFF2-40B4-BE49-F238E27FC236}">
                <a16:creationId xmlns:a16="http://schemas.microsoft.com/office/drawing/2014/main" id="{98D5B202-316D-9EDE-D8FC-C6D094C650D6}"/>
              </a:ext>
            </a:extLst>
          </p:cNvPr>
          <p:cNvSpPr>
            <a:spLocks noGrp="1"/>
          </p:cNvSpPr>
          <p:nvPr>
            <p:ph type="title" hasCustomPrompt="1"/>
          </p:nvPr>
        </p:nvSpPr>
        <p:spPr>
          <a:xfrm>
            <a:off x="546100" y="3295650"/>
            <a:ext cx="8267700" cy="1997075"/>
          </a:xfrm>
          <a:prstGeom prst="rect">
            <a:avLst/>
          </a:prstGeom>
        </p:spPr>
        <p:txBody>
          <a:bodyPr anchor="b"/>
          <a:lstStyle>
            <a:lvl1pPr marL="514350" indent="-514350" algn="l">
              <a:lnSpc>
                <a:spcPct val="100000"/>
              </a:lnSpc>
              <a:tabLst/>
              <a:defRPr sz="4800">
                <a:solidFill>
                  <a:schemeClr val="tx1"/>
                </a:solidFill>
              </a:defRPr>
            </a:lvl1pPr>
          </a:lstStyle>
          <a:p>
            <a:r>
              <a:rPr lang="en-US" dirty="0"/>
              <a:t>Use this divider only if your headline is short</a:t>
            </a:r>
          </a:p>
        </p:txBody>
      </p:sp>
    </p:spTree>
    <p:extLst>
      <p:ext uri="{BB962C8B-B14F-4D97-AF65-F5344CB8AC3E}">
        <p14:creationId xmlns:p14="http://schemas.microsoft.com/office/powerpoint/2010/main" val="3299621102"/>
      </p:ext>
    </p:extLst>
  </p:cSld>
  <p:clrMapOvr>
    <a:overrideClrMapping bg1="dk1" tx1="lt1" bg2="dk2" tx2="lt2" accent1="accent1" accent2="accent2" accent3="accent3" accent4="accent4" accent5="accent5" accent6="accent6" hlink="hlink" folHlink="folHlink"/>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Divider 1 - Long title">
    <p:bg>
      <p:bgPr>
        <a:solidFill>
          <a:schemeClr val="bg2"/>
        </a:solidFill>
        <a:effectLst/>
      </p:bgPr>
    </p:bg>
    <p:spTree>
      <p:nvGrpSpPr>
        <p:cNvPr id="1" name=""/>
        <p:cNvGrpSpPr/>
        <p:nvPr/>
      </p:nvGrpSpPr>
      <p:grpSpPr>
        <a:xfrm>
          <a:off x="0" y="0"/>
          <a:ext cx="0" cy="0"/>
          <a:chOff x="0" y="0"/>
          <a:chExt cx="0" cy="0"/>
        </a:xfrm>
      </p:grpSpPr>
      <p:sp>
        <p:nvSpPr>
          <p:cNvPr id="20" name="Freeform 19">
            <a:extLst>
              <a:ext uri="{FF2B5EF4-FFF2-40B4-BE49-F238E27FC236}">
                <a16:creationId xmlns:a16="http://schemas.microsoft.com/office/drawing/2014/main" id="{6732315D-1057-6521-C359-22C1DAF4964C}"/>
              </a:ext>
            </a:extLst>
          </p:cNvPr>
          <p:cNvSpPr/>
          <p:nvPr/>
        </p:nvSpPr>
        <p:spPr>
          <a:xfrm>
            <a:off x="3367088" y="552449"/>
            <a:ext cx="8267463" cy="5677842"/>
          </a:xfrm>
          <a:custGeom>
            <a:avLst/>
            <a:gdLst>
              <a:gd name="connsiteX0" fmla="*/ 6722902 w 8267463"/>
              <a:gd name="connsiteY0" fmla="*/ 0 h 5677842"/>
              <a:gd name="connsiteX1" fmla="*/ 8267463 w 8267463"/>
              <a:gd name="connsiteY1" fmla="*/ 0 h 5677842"/>
              <a:gd name="connsiteX2" fmla="*/ 8267463 w 8267463"/>
              <a:gd name="connsiteY2" fmla="*/ 1419448 h 5677842"/>
              <a:gd name="connsiteX3" fmla="*/ 7275694 w 8267463"/>
              <a:gd name="connsiteY3" fmla="*/ 2749701 h 5677842"/>
              <a:gd name="connsiteX4" fmla="*/ 6942385 w 8267463"/>
              <a:gd name="connsiteY4" fmla="*/ 2749701 h 5677842"/>
              <a:gd name="connsiteX5" fmla="*/ 7381363 w 8267463"/>
              <a:gd name="connsiteY5" fmla="*/ 1541121 h 5677842"/>
              <a:gd name="connsiteX6" fmla="*/ 6722902 w 8267463"/>
              <a:gd name="connsiteY6" fmla="*/ 1541121 h 5677842"/>
              <a:gd name="connsiteX7" fmla="*/ 0 w 8267463"/>
              <a:gd name="connsiteY7" fmla="*/ 0 h 5677842"/>
              <a:gd name="connsiteX8" fmla="*/ 2268085 w 8267463"/>
              <a:gd name="connsiteY8" fmla="*/ 0 h 5677842"/>
              <a:gd name="connsiteX9" fmla="*/ 2975321 w 8267463"/>
              <a:gd name="connsiteY9" fmla="*/ 2920028 h 5677842"/>
              <a:gd name="connsiteX10" fmla="*/ 3146041 w 8267463"/>
              <a:gd name="connsiteY10" fmla="*/ 3731148 h 5677842"/>
              <a:gd name="connsiteX11" fmla="*/ 3316761 w 8267463"/>
              <a:gd name="connsiteY11" fmla="*/ 2920028 h 5677842"/>
              <a:gd name="connsiteX12" fmla="*/ 4024010 w 8267463"/>
              <a:gd name="connsiteY12" fmla="*/ 0 h 5677842"/>
              <a:gd name="connsiteX13" fmla="*/ 6292082 w 8267463"/>
              <a:gd name="connsiteY13" fmla="*/ 0 h 5677842"/>
              <a:gd name="connsiteX14" fmla="*/ 6292082 w 8267463"/>
              <a:gd name="connsiteY14" fmla="*/ 5677842 h 5677842"/>
              <a:gd name="connsiteX15" fmla="*/ 4836940 w 8267463"/>
              <a:gd name="connsiteY15" fmla="*/ 5677842 h 5677842"/>
              <a:gd name="connsiteX16" fmla="*/ 4836940 w 8267463"/>
              <a:gd name="connsiteY16" fmla="*/ 1995360 h 5677842"/>
              <a:gd name="connsiteX17" fmla="*/ 4633708 w 8267463"/>
              <a:gd name="connsiteY17" fmla="*/ 2838921 h 5677842"/>
              <a:gd name="connsiteX18" fmla="*/ 3877684 w 8267463"/>
              <a:gd name="connsiteY18" fmla="*/ 5677842 h 5677842"/>
              <a:gd name="connsiteX19" fmla="*/ 2381886 w 8267463"/>
              <a:gd name="connsiteY19" fmla="*/ 5677842 h 5677842"/>
              <a:gd name="connsiteX20" fmla="*/ 1625861 w 8267463"/>
              <a:gd name="connsiteY20" fmla="*/ 2838921 h 5677842"/>
              <a:gd name="connsiteX21" fmla="*/ 1422629 w 8267463"/>
              <a:gd name="connsiteY21" fmla="*/ 1995360 h 5677842"/>
              <a:gd name="connsiteX22" fmla="*/ 1422629 w 8267463"/>
              <a:gd name="connsiteY22" fmla="*/ 5677842 h 5677842"/>
              <a:gd name="connsiteX23" fmla="*/ 0 w 8267463"/>
              <a:gd name="connsiteY23" fmla="*/ 5677842 h 56778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8267463" h="5677842">
                <a:moveTo>
                  <a:pt x="6722902" y="0"/>
                </a:moveTo>
                <a:lnTo>
                  <a:pt x="8267463" y="0"/>
                </a:lnTo>
                <a:lnTo>
                  <a:pt x="8267463" y="1419448"/>
                </a:lnTo>
                <a:lnTo>
                  <a:pt x="7275694" y="2749701"/>
                </a:lnTo>
                <a:lnTo>
                  <a:pt x="6942385" y="2749701"/>
                </a:lnTo>
                <a:lnTo>
                  <a:pt x="7381363" y="1541121"/>
                </a:lnTo>
                <a:lnTo>
                  <a:pt x="6722902" y="1541121"/>
                </a:lnTo>
                <a:close/>
                <a:moveTo>
                  <a:pt x="0" y="0"/>
                </a:moveTo>
                <a:lnTo>
                  <a:pt x="2268085" y="0"/>
                </a:lnTo>
                <a:lnTo>
                  <a:pt x="2975321" y="2920028"/>
                </a:lnTo>
                <a:lnTo>
                  <a:pt x="3146041" y="3731148"/>
                </a:lnTo>
                <a:lnTo>
                  <a:pt x="3316761" y="2920028"/>
                </a:lnTo>
                <a:lnTo>
                  <a:pt x="4024010" y="0"/>
                </a:lnTo>
                <a:lnTo>
                  <a:pt x="6292082" y="0"/>
                </a:lnTo>
                <a:lnTo>
                  <a:pt x="6292082" y="5677842"/>
                </a:lnTo>
                <a:lnTo>
                  <a:pt x="4836940" y="5677842"/>
                </a:lnTo>
                <a:lnTo>
                  <a:pt x="4836940" y="1995360"/>
                </a:lnTo>
                <a:lnTo>
                  <a:pt x="4633708" y="2838921"/>
                </a:lnTo>
                <a:lnTo>
                  <a:pt x="3877684" y="5677842"/>
                </a:lnTo>
                <a:lnTo>
                  <a:pt x="2381886" y="5677842"/>
                </a:lnTo>
                <a:lnTo>
                  <a:pt x="1625861" y="2838921"/>
                </a:lnTo>
                <a:lnTo>
                  <a:pt x="1422629" y="1995360"/>
                </a:lnTo>
                <a:lnTo>
                  <a:pt x="1422629" y="5677842"/>
                </a:lnTo>
                <a:lnTo>
                  <a:pt x="0" y="5677842"/>
                </a:lnTo>
                <a:close/>
              </a:path>
            </a:pathLst>
          </a:custGeom>
          <a:solidFill>
            <a:schemeClr val="accent1">
              <a:alpha val="25000"/>
            </a:schemeClr>
          </a:solidFill>
          <a:ln w="0" cap="flat">
            <a:noFill/>
            <a:prstDash val="solid"/>
            <a:miter/>
          </a:ln>
        </p:spPr>
        <p:txBody>
          <a:bodyPr rtlCol="0" anchor="ctr"/>
          <a:lstStyle/>
          <a:p>
            <a:endParaRPr lang="en-US"/>
          </a:p>
        </p:txBody>
      </p:sp>
      <p:sp>
        <p:nvSpPr>
          <p:cNvPr id="3" name="Footer Placeholder 2">
            <a:extLst>
              <a:ext uri="{FF2B5EF4-FFF2-40B4-BE49-F238E27FC236}">
                <a16:creationId xmlns:a16="http://schemas.microsoft.com/office/drawing/2014/main" id="{0CA2D3CD-1E43-5FCD-B998-8E7207DE69E5}"/>
              </a:ext>
            </a:extLst>
          </p:cNvPr>
          <p:cNvSpPr>
            <a:spLocks noGrp="1"/>
          </p:cNvSpPr>
          <p:nvPr>
            <p:ph type="ftr" sz="quarter" idx="11"/>
          </p:nvPr>
        </p:nvSpPr>
        <p:spPr/>
        <p:txBody>
          <a:bodyPr/>
          <a:lstStyle/>
          <a:p>
            <a:r>
              <a:rPr lang="en-US"/>
              <a:t>See slide 12 for instructions on how to update footer</a:t>
            </a:r>
          </a:p>
        </p:txBody>
      </p:sp>
      <p:sp>
        <p:nvSpPr>
          <p:cNvPr id="4" name="Slide Number Placeholder 3">
            <a:extLst>
              <a:ext uri="{FF2B5EF4-FFF2-40B4-BE49-F238E27FC236}">
                <a16:creationId xmlns:a16="http://schemas.microsoft.com/office/drawing/2014/main" id="{F9F73C99-4E9B-1728-FFD7-DFD7DC5AF7B7}"/>
              </a:ext>
            </a:extLst>
          </p:cNvPr>
          <p:cNvSpPr>
            <a:spLocks noGrp="1"/>
          </p:cNvSpPr>
          <p:nvPr>
            <p:ph type="sldNum" sz="quarter" idx="12"/>
          </p:nvPr>
        </p:nvSpPr>
        <p:spPr>
          <a:xfrm>
            <a:off x="10429875" y="6311900"/>
            <a:ext cx="1204676" cy="269875"/>
          </a:xfrm>
        </p:spPr>
        <p:txBody>
          <a:bodyPr/>
          <a:lstStyle/>
          <a:p>
            <a:fld id="{862A5111-985B-C14D-9115-5787026182A8}" type="slidenum">
              <a:rPr lang="en-US" smtClean="0"/>
              <a:t>‹#›</a:t>
            </a:fld>
            <a:endParaRPr lang="en-US" dirty="0"/>
          </a:p>
        </p:txBody>
      </p:sp>
      <p:sp>
        <p:nvSpPr>
          <p:cNvPr id="5" name="Title 17">
            <a:extLst>
              <a:ext uri="{FF2B5EF4-FFF2-40B4-BE49-F238E27FC236}">
                <a16:creationId xmlns:a16="http://schemas.microsoft.com/office/drawing/2014/main" id="{9FEA9B73-F154-CEDE-C3F9-3BA38B6541A9}"/>
              </a:ext>
            </a:extLst>
          </p:cNvPr>
          <p:cNvSpPr>
            <a:spLocks noGrp="1"/>
          </p:cNvSpPr>
          <p:nvPr>
            <p:ph type="title" hasCustomPrompt="1"/>
          </p:nvPr>
        </p:nvSpPr>
        <p:spPr>
          <a:xfrm>
            <a:off x="546100" y="2425700"/>
            <a:ext cx="8267700" cy="2860221"/>
          </a:xfrm>
          <a:prstGeom prst="rect">
            <a:avLst/>
          </a:prstGeom>
        </p:spPr>
        <p:txBody>
          <a:bodyPr anchor="b"/>
          <a:lstStyle>
            <a:lvl1pPr marL="0" indent="0" algn="l">
              <a:lnSpc>
                <a:spcPct val="100000"/>
              </a:lnSpc>
              <a:tabLst/>
              <a:defRPr sz="4800">
                <a:solidFill>
                  <a:schemeClr val="tx1"/>
                </a:solidFill>
              </a:defRPr>
            </a:lvl1pPr>
          </a:lstStyle>
          <a:p>
            <a:r>
              <a:rPr lang="en-US" dirty="0"/>
              <a:t>Use this divider if your headline is long, or is equal to or greater than a total of three lines</a:t>
            </a:r>
          </a:p>
        </p:txBody>
      </p:sp>
    </p:spTree>
    <p:extLst>
      <p:ext uri="{BB962C8B-B14F-4D97-AF65-F5344CB8AC3E}">
        <p14:creationId xmlns:p14="http://schemas.microsoft.com/office/powerpoint/2010/main" val="3415995362"/>
      </p:ext>
    </p:extLst>
  </p:cSld>
  <p:clrMapOvr>
    <a:overrideClrMapping bg1="dk1" tx1="lt1" bg2="dk2" tx2="lt2" accent1="accent1" accent2="accent2" accent3="accent3" accent4="accent4" accent5="accent5" accent6="accent6" hlink="hlink" folHlink="folHlink"/>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Divider 3 - Short title">
    <p:bg>
      <p:bgPr>
        <a:solidFill>
          <a:schemeClr val="bg2"/>
        </a:solidFill>
        <a:effectLst/>
      </p:bgPr>
    </p:bg>
    <p:spTree>
      <p:nvGrpSpPr>
        <p:cNvPr id="1" name=""/>
        <p:cNvGrpSpPr/>
        <p:nvPr/>
      </p:nvGrpSpPr>
      <p:grpSpPr>
        <a:xfrm>
          <a:off x="0" y="0"/>
          <a:ext cx="0" cy="0"/>
          <a:chOff x="0" y="0"/>
          <a:chExt cx="0" cy="0"/>
        </a:xfrm>
      </p:grpSpPr>
      <p:pic>
        <p:nvPicPr>
          <p:cNvPr id="5" name="Picture 4" descr="A blue wavy lines on a black background&#10;&#10;Description automatically generated">
            <a:extLst>
              <a:ext uri="{FF2B5EF4-FFF2-40B4-BE49-F238E27FC236}">
                <a16:creationId xmlns:a16="http://schemas.microsoft.com/office/drawing/2014/main" id="{08337103-59B6-6AE9-80A5-90CFAC0400CE}"/>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bwMode="hidden">
          <a:xfrm>
            <a:off x="6350" y="-1"/>
            <a:ext cx="12179302" cy="6858000"/>
          </a:xfrm>
          <a:prstGeom prst="rect">
            <a:avLst/>
          </a:prstGeom>
        </p:spPr>
      </p:pic>
      <p:sp>
        <p:nvSpPr>
          <p:cNvPr id="3" name="Footer Placeholder 2">
            <a:extLst>
              <a:ext uri="{FF2B5EF4-FFF2-40B4-BE49-F238E27FC236}">
                <a16:creationId xmlns:a16="http://schemas.microsoft.com/office/drawing/2014/main" id="{0CA2D3CD-1E43-5FCD-B998-8E7207DE69E5}"/>
              </a:ext>
            </a:extLst>
          </p:cNvPr>
          <p:cNvSpPr>
            <a:spLocks noGrp="1"/>
          </p:cNvSpPr>
          <p:nvPr>
            <p:ph type="ftr" sz="quarter" idx="11"/>
          </p:nvPr>
        </p:nvSpPr>
        <p:spPr/>
        <p:txBody>
          <a:bodyPr/>
          <a:lstStyle/>
          <a:p>
            <a:r>
              <a:rPr lang="en-US"/>
              <a:t>See slide 12 for instructions on how to update footer</a:t>
            </a:r>
            <a:endParaRPr lang="en-US" dirty="0"/>
          </a:p>
        </p:txBody>
      </p:sp>
      <p:sp>
        <p:nvSpPr>
          <p:cNvPr id="4" name="Slide Number Placeholder 3">
            <a:extLst>
              <a:ext uri="{FF2B5EF4-FFF2-40B4-BE49-F238E27FC236}">
                <a16:creationId xmlns:a16="http://schemas.microsoft.com/office/drawing/2014/main" id="{F9F73C99-4E9B-1728-FFD7-DFD7DC5AF7B7}"/>
              </a:ext>
            </a:extLst>
          </p:cNvPr>
          <p:cNvSpPr>
            <a:spLocks noGrp="1"/>
          </p:cNvSpPr>
          <p:nvPr>
            <p:ph type="sldNum" sz="quarter" idx="12"/>
          </p:nvPr>
        </p:nvSpPr>
        <p:spPr/>
        <p:txBody>
          <a:bodyPr/>
          <a:lstStyle/>
          <a:p>
            <a:fld id="{862A5111-985B-C14D-9115-5787026182A8}" type="slidenum">
              <a:rPr lang="en-US" smtClean="0"/>
              <a:t>‹#›</a:t>
            </a:fld>
            <a:endParaRPr lang="en-US"/>
          </a:p>
        </p:txBody>
      </p:sp>
      <p:sp>
        <p:nvSpPr>
          <p:cNvPr id="18" name="Title 17">
            <a:extLst>
              <a:ext uri="{FF2B5EF4-FFF2-40B4-BE49-F238E27FC236}">
                <a16:creationId xmlns:a16="http://schemas.microsoft.com/office/drawing/2014/main" id="{98D5B202-316D-9EDE-D8FC-C6D094C650D6}"/>
              </a:ext>
            </a:extLst>
          </p:cNvPr>
          <p:cNvSpPr>
            <a:spLocks noGrp="1"/>
          </p:cNvSpPr>
          <p:nvPr>
            <p:ph type="title" hasCustomPrompt="1"/>
          </p:nvPr>
        </p:nvSpPr>
        <p:spPr>
          <a:xfrm>
            <a:off x="546100" y="3295650"/>
            <a:ext cx="8267700" cy="1997075"/>
          </a:xfrm>
          <a:prstGeom prst="rect">
            <a:avLst/>
          </a:prstGeom>
        </p:spPr>
        <p:txBody>
          <a:bodyPr anchor="b"/>
          <a:lstStyle>
            <a:lvl1pPr marL="514350" indent="-514350" algn="l">
              <a:lnSpc>
                <a:spcPct val="100000"/>
              </a:lnSpc>
              <a:tabLst/>
              <a:defRPr sz="4800">
                <a:solidFill>
                  <a:schemeClr val="tx1"/>
                </a:solidFill>
              </a:defRPr>
            </a:lvl1pPr>
          </a:lstStyle>
          <a:p>
            <a:r>
              <a:rPr lang="en-US" dirty="0"/>
              <a:t>Use this divider only if your headline is short</a:t>
            </a:r>
          </a:p>
        </p:txBody>
      </p:sp>
    </p:spTree>
    <p:extLst>
      <p:ext uri="{BB962C8B-B14F-4D97-AF65-F5344CB8AC3E}">
        <p14:creationId xmlns:p14="http://schemas.microsoft.com/office/powerpoint/2010/main" val="2229565773"/>
      </p:ext>
    </p:extLst>
  </p:cSld>
  <p:clrMapOvr>
    <a:overrideClrMapping bg1="dk1" tx1="lt1" bg2="dk2" tx2="lt2" accent1="accent1" accent2="accent2" accent3="accent3" accent4="accent4" accent5="accent5" accent6="accent6" hlink="hlink" folHlink="folHlink"/>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Divider 2 - Long title">
    <p:bg>
      <p:bgPr>
        <a:solidFill>
          <a:schemeClr val="bg2"/>
        </a:solidFill>
        <a:effectLst/>
      </p:bgPr>
    </p:bg>
    <p:spTree>
      <p:nvGrpSpPr>
        <p:cNvPr id="1" name=""/>
        <p:cNvGrpSpPr/>
        <p:nvPr/>
      </p:nvGrpSpPr>
      <p:grpSpPr>
        <a:xfrm>
          <a:off x="0" y="0"/>
          <a:ext cx="0" cy="0"/>
          <a:chOff x="0" y="0"/>
          <a:chExt cx="0" cy="0"/>
        </a:xfrm>
      </p:grpSpPr>
      <p:pic>
        <p:nvPicPr>
          <p:cNvPr id="6" name="Picture 5" descr="A blue wavy lines on a black background&#10;&#10;Description automatically generated">
            <a:extLst>
              <a:ext uri="{FF2B5EF4-FFF2-40B4-BE49-F238E27FC236}">
                <a16:creationId xmlns:a16="http://schemas.microsoft.com/office/drawing/2014/main" id="{836C1EA9-D1CD-4494-05CB-C8B04EE4273A}"/>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bwMode="hidden">
          <a:xfrm>
            <a:off x="6350" y="-1"/>
            <a:ext cx="12179302" cy="6858000"/>
          </a:xfrm>
          <a:prstGeom prst="rect">
            <a:avLst/>
          </a:prstGeom>
        </p:spPr>
      </p:pic>
      <p:sp>
        <p:nvSpPr>
          <p:cNvPr id="3" name="Footer Placeholder 2">
            <a:extLst>
              <a:ext uri="{FF2B5EF4-FFF2-40B4-BE49-F238E27FC236}">
                <a16:creationId xmlns:a16="http://schemas.microsoft.com/office/drawing/2014/main" id="{0CA2D3CD-1E43-5FCD-B998-8E7207DE69E5}"/>
              </a:ext>
            </a:extLst>
          </p:cNvPr>
          <p:cNvSpPr>
            <a:spLocks noGrp="1"/>
          </p:cNvSpPr>
          <p:nvPr>
            <p:ph type="ftr" sz="quarter" idx="11"/>
          </p:nvPr>
        </p:nvSpPr>
        <p:spPr/>
        <p:txBody>
          <a:bodyPr/>
          <a:lstStyle/>
          <a:p>
            <a:r>
              <a:rPr lang="en-US"/>
              <a:t>See slide 12 for instructions on how to update footer</a:t>
            </a:r>
          </a:p>
        </p:txBody>
      </p:sp>
      <p:sp>
        <p:nvSpPr>
          <p:cNvPr id="4" name="Slide Number Placeholder 3">
            <a:extLst>
              <a:ext uri="{FF2B5EF4-FFF2-40B4-BE49-F238E27FC236}">
                <a16:creationId xmlns:a16="http://schemas.microsoft.com/office/drawing/2014/main" id="{F9F73C99-4E9B-1728-FFD7-DFD7DC5AF7B7}"/>
              </a:ext>
            </a:extLst>
          </p:cNvPr>
          <p:cNvSpPr>
            <a:spLocks noGrp="1"/>
          </p:cNvSpPr>
          <p:nvPr>
            <p:ph type="sldNum" sz="quarter" idx="12"/>
          </p:nvPr>
        </p:nvSpPr>
        <p:spPr>
          <a:xfrm>
            <a:off x="10429875" y="6311900"/>
            <a:ext cx="1204676" cy="269875"/>
          </a:xfrm>
        </p:spPr>
        <p:txBody>
          <a:bodyPr/>
          <a:lstStyle/>
          <a:p>
            <a:fld id="{862A5111-985B-C14D-9115-5787026182A8}" type="slidenum">
              <a:rPr lang="en-US" smtClean="0"/>
              <a:t>‹#›</a:t>
            </a:fld>
            <a:endParaRPr lang="en-US" dirty="0"/>
          </a:p>
        </p:txBody>
      </p:sp>
      <p:sp>
        <p:nvSpPr>
          <p:cNvPr id="7" name="Title 17">
            <a:extLst>
              <a:ext uri="{FF2B5EF4-FFF2-40B4-BE49-F238E27FC236}">
                <a16:creationId xmlns:a16="http://schemas.microsoft.com/office/drawing/2014/main" id="{0E02A696-5AEC-8241-7182-A62C3777A058}"/>
              </a:ext>
            </a:extLst>
          </p:cNvPr>
          <p:cNvSpPr>
            <a:spLocks noGrp="1"/>
          </p:cNvSpPr>
          <p:nvPr>
            <p:ph type="title" hasCustomPrompt="1"/>
          </p:nvPr>
        </p:nvSpPr>
        <p:spPr>
          <a:xfrm>
            <a:off x="546100" y="2425700"/>
            <a:ext cx="8267700" cy="2860221"/>
          </a:xfrm>
          <a:prstGeom prst="rect">
            <a:avLst/>
          </a:prstGeom>
        </p:spPr>
        <p:txBody>
          <a:bodyPr anchor="b"/>
          <a:lstStyle>
            <a:lvl1pPr marL="0" indent="0" algn="l">
              <a:lnSpc>
                <a:spcPct val="100000"/>
              </a:lnSpc>
              <a:tabLst/>
              <a:defRPr sz="4800">
                <a:solidFill>
                  <a:schemeClr val="tx1"/>
                </a:solidFill>
              </a:defRPr>
            </a:lvl1pPr>
          </a:lstStyle>
          <a:p>
            <a:r>
              <a:rPr lang="en-US" dirty="0"/>
              <a:t>Use this divider if your headline is long, or is equal to or greater than a total of three lines</a:t>
            </a:r>
          </a:p>
        </p:txBody>
      </p:sp>
    </p:spTree>
    <p:extLst>
      <p:ext uri="{BB962C8B-B14F-4D97-AF65-F5344CB8AC3E}">
        <p14:creationId xmlns:p14="http://schemas.microsoft.com/office/powerpoint/2010/main" val="2369606198"/>
      </p:ext>
    </p:extLst>
  </p:cSld>
  <p:clrMapOvr>
    <a:overrideClrMapping bg1="dk1" tx1="lt1" bg2="dk2" tx2="lt2" accent1="accent1" accent2="accent2" accent3="accent3" accent4="accent4" accent5="accent5" accent6="accent6" hlink="hlink" folHlink="folHlink"/>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Divider Photo - Short title">
    <p:bg>
      <p:bgPr>
        <a:solidFill>
          <a:schemeClr val="tx1"/>
        </a:solidFill>
        <a:effectLst/>
      </p:bgPr>
    </p:bg>
    <p:spTree>
      <p:nvGrpSpPr>
        <p:cNvPr id="1" name=""/>
        <p:cNvGrpSpPr/>
        <p:nvPr/>
      </p:nvGrpSpPr>
      <p:grpSpPr>
        <a:xfrm>
          <a:off x="0" y="0"/>
          <a:ext cx="0" cy="0"/>
          <a:chOff x="0" y="0"/>
          <a:chExt cx="0" cy="0"/>
        </a:xfrm>
      </p:grpSpPr>
      <p:sp>
        <p:nvSpPr>
          <p:cNvPr id="9" name="Picture Placeholder 8">
            <a:extLst>
              <a:ext uri="{FF2B5EF4-FFF2-40B4-BE49-F238E27FC236}">
                <a16:creationId xmlns:a16="http://schemas.microsoft.com/office/drawing/2014/main" id="{EC514BA5-6487-0CDD-2D28-66E701C8A937}"/>
              </a:ext>
            </a:extLst>
          </p:cNvPr>
          <p:cNvSpPr>
            <a:spLocks noGrp="1"/>
          </p:cNvSpPr>
          <p:nvPr>
            <p:ph type="pic" sz="quarter" idx="14"/>
          </p:nvPr>
        </p:nvSpPr>
        <p:spPr>
          <a:xfrm>
            <a:off x="0" y="0"/>
            <a:ext cx="12192000" cy="6858000"/>
          </a:xfrm>
          <a:custGeom>
            <a:avLst/>
            <a:gdLst>
              <a:gd name="connsiteX0" fmla="*/ 1221554 w 12192000"/>
              <a:gd name="connsiteY0" fmla="*/ 552450 h 6858000"/>
              <a:gd name="connsiteX1" fmla="*/ 1221554 w 12192000"/>
              <a:gd name="connsiteY1" fmla="*/ 707287 h 6858000"/>
              <a:gd name="connsiteX2" fmla="*/ 1287710 w 12192000"/>
              <a:gd name="connsiteY2" fmla="*/ 707287 h 6858000"/>
              <a:gd name="connsiteX3" fmla="*/ 1243606 w 12192000"/>
              <a:gd name="connsiteY3" fmla="*/ 828714 h 6858000"/>
              <a:gd name="connsiteX4" fmla="*/ 1277094 w 12192000"/>
              <a:gd name="connsiteY4" fmla="*/ 828714 h 6858000"/>
              <a:gd name="connsiteX5" fmla="*/ 1376737 w 12192000"/>
              <a:gd name="connsiteY5" fmla="*/ 695063 h 6858000"/>
              <a:gd name="connsiteX6" fmla="*/ 1376737 w 12192000"/>
              <a:gd name="connsiteY6" fmla="*/ 552450 h 6858000"/>
              <a:gd name="connsiteX7" fmla="*/ 546100 w 12192000"/>
              <a:gd name="connsiteY7" fmla="*/ 552450 h 6858000"/>
              <a:gd name="connsiteX8" fmla="*/ 546100 w 12192000"/>
              <a:gd name="connsiteY8" fmla="*/ 1122906 h 6858000"/>
              <a:gd name="connsiteX9" fmla="*/ 689033 w 12192000"/>
              <a:gd name="connsiteY9" fmla="*/ 1122906 h 6858000"/>
              <a:gd name="connsiteX10" fmla="*/ 689033 w 12192000"/>
              <a:gd name="connsiteY10" fmla="*/ 752925 h 6858000"/>
              <a:gd name="connsiteX11" fmla="*/ 709451 w 12192000"/>
              <a:gd name="connsiteY11" fmla="*/ 837678 h 6858000"/>
              <a:gd name="connsiteX12" fmla="*/ 785410 w 12192000"/>
              <a:gd name="connsiteY12" fmla="*/ 1122906 h 6858000"/>
              <a:gd name="connsiteX13" fmla="*/ 935693 w 12192000"/>
              <a:gd name="connsiteY13" fmla="*/ 1122906 h 6858000"/>
              <a:gd name="connsiteX14" fmla="*/ 1011652 w 12192000"/>
              <a:gd name="connsiteY14" fmla="*/ 837678 h 6858000"/>
              <a:gd name="connsiteX15" fmla="*/ 1032070 w 12192000"/>
              <a:gd name="connsiteY15" fmla="*/ 752925 h 6858000"/>
              <a:gd name="connsiteX16" fmla="*/ 1032070 w 12192000"/>
              <a:gd name="connsiteY16" fmla="*/ 1122906 h 6858000"/>
              <a:gd name="connsiteX17" fmla="*/ 1178270 w 12192000"/>
              <a:gd name="connsiteY17" fmla="*/ 1122906 h 6858000"/>
              <a:gd name="connsiteX18" fmla="*/ 1178270 w 12192000"/>
              <a:gd name="connsiteY18" fmla="*/ 552450 h 6858000"/>
              <a:gd name="connsiteX19" fmla="*/ 950395 w 12192000"/>
              <a:gd name="connsiteY19" fmla="*/ 552450 h 6858000"/>
              <a:gd name="connsiteX20" fmla="*/ 879337 w 12192000"/>
              <a:gd name="connsiteY20" fmla="*/ 845827 h 6858000"/>
              <a:gd name="connsiteX21" fmla="*/ 862185 w 12192000"/>
              <a:gd name="connsiteY21" fmla="*/ 927321 h 6858000"/>
              <a:gd name="connsiteX22" fmla="*/ 845033 w 12192000"/>
              <a:gd name="connsiteY22" fmla="*/ 845827 h 6858000"/>
              <a:gd name="connsiteX23" fmla="*/ 773976 w 12192000"/>
              <a:gd name="connsiteY23" fmla="*/ 552450 h 6858000"/>
              <a:gd name="connsiteX24" fmla="*/ 0 w 12192000"/>
              <a:gd name="connsiteY24" fmla="*/ 0 h 6858000"/>
              <a:gd name="connsiteX25" fmla="*/ 12192000 w 12192000"/>
              <a:gd name="connsiteY25" fmla="*/ 0 h 6858000"/>
              <a:gd name="connsiteX26" fmla="*/ 12192000 w 12192000"/>
              <a:gd name="connsiteY26" fmla="*/ 6858000 h 6858000"/>
              <a:gd name="connsiteX27" fmla="*/ 0 w 12192000"/>
              <a:gd name="connsiteY27"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2192000" h="6858000">
                <a:moveTo>
                  <a:pt x="1221554" y="552450"/>
                </a:moveTo>
                <a:lnTo>
                  <a:pt x="1221554" y="707287"/>
                </a:lnTo>
                <a:lnTo>
                  <a:pt x="1287710" y="707287"/>
                </a:lnTo>
                <a:lnTo>
                  <a:pt x="1243606" y="828714"/>
                </a:lnTo>
                <a:lnTo>
                  <a:pt x="1277094" y="828714"/>
                </a:lnTo>
                <a:lnTo>
                  <a:pt x="1376737" y="695063"/>
                </a:lnTo>
                <a:lnTo>
                  <a:pt x="1376737" y="552450"/>
                </a:lnTo>
                <a:close/>
                <a:moveTo>
                  <a:pt x="546100" y="552450"/>
                </a:moveTo>
                <a:lnTo>
                  <a:pt x="546100" y="1122906"/>
                </a:lnTo>
                <a:lnTo>
                  <a:pt x="689033" y="1122906"/>
                </a:lnTo>
                <a:lnTo>
                  <a:pt x="689033" y="752925"/>
                </a:lnTo>
                <a:lnTo>
                  <a:pt x="709451" y="837678"/>
                </a:lnTo>
                <a:lnTo>
                  <a:pt x="785410" y="1122906"/>
                </a:lnTo>
                <a:lnTo>
                  <a:pt x="935693" y="1122906"/>
                </a:lnTo>
                <a:lnTo>
                  <a:pt x="1011652" y="837678"/>
                </a:lnTo>
                <a:lnTo>
                  <a:pt x="1032070" y="752925"/>
                </a:lnTo>
                <a:lnTo>
                  <a:pt x="1032070" y="1122906"/>
                </a:lnTo>
                <a:lnTo>
                  <a:pt x="1178270" y="1122906"/>
                </a:lnTo>
                <a:lnTo>
                  <a:pt x="1178270" y="552450"/>
                </a:lnTo>
                <a:lnTo>
                  <a:pt x="950395" y="552450"/>
                </a:lnTo>
                <a:lnTo>
                  <a:pt x="879337" y="845827"/>
                </a:lnTo>
                <a:lnTo>
                  <a:pt x="862185" y="927321"/>
                </a:lnTo>
                <a:lnTo>
                  <a:pt x="845033" y="845827"/>
                </a:lnTo>
                <a:lnTo>
                  <a:pt x="773976" y="552450"/>
                </a:lnTo>
                <a:close/>
                <a:moveTo>
                  <a:pt x="0" y="0"/>
                </a:moveTo>
                <a:lnTo>
                  <a:pt x="12192000" y="0"/>
                </a:lnTo>
                <a:lnTo>
                  <a:pt x="12192000" y="6858000"/>
                </a:lnTo>
                <a:lnTo>
                  <a:pt x="0" y="6858000"/>
                </a:lnTo>
                <a:close/>
              </a:path>
            </a:pathLst>
          </a:custGeom>
          <a:solidFill>
            <a:srgbClr val="A6A9AA"/>
          </a:solidFill>
        </p:spPr>
        <p:txBody>
          <a:bodyPr wrap="square" tIns="2103120">
            <a:noAutofit/>
          </a:bodyPr>
          <a:lstStyle>
            <a:lvl1pPr algn="ctr">
              <a:defRPr>
                <a:solidFill>
                  <a:schemeClr val="tx1"/>
                </a:solidFill>
              </a:defRPr>
            </a:lvl1pPr>
          </a:lstStyle>
          <a:p>
            <a:r>
              <a:rPr lang="en-US"/>
              <a:t>Click icon to add picture</a:t>
            </a:r>
          </a:p>
        </p:txBody>
      </p:sp>
      <p:sp>
        <p:nvSpPr>
          <p:cNvPr id="3" name="Footer Placeholder 2">
            <a:extLst>
              <a:ext uri="{FF2B5EF4-FFF2-40B4-BE49-F238E27FC236}">
                <a16:creationId xmlns:a16="http://schemas.microsoft.com/office/drawing/2014/main" id="{0CA2D3CD-1E43-5FCD-B998-8E7207DE69E5}"/>
              </a:ext>
            </a:extLst>
          </p:cNvPr>
          <p:cNvSpPr>
            <a:spLocks noGrp="1"/>
          </p:cNvSpPr>
          <p:nvPr>
            <p:ph type="ftr" sz="quarter" idx="11"/>
          </p:nvPr>
        </p:nvSpPr>
        <p:spPr/>
        <p:txBody>
          <a:bodyPr/>
          <a:lstStyle/>
          <a:p>
            <a:r>
              <a:rPr lang="en-US"/>
              <a:t>See slide 12 for instructions on how to update footer</a:t>
            </a:r>
          </a:p>
        </p:txBody>
      </p:sp>
      <p:sp>
        <p:nvSpPr>
          <p:cNvPr id="4" name="Slide Number Placeholder 3">
            <a:extLst>
              <a:ext uri="{FF2B5EF4-FFF2-40B4-BE49-F238E27FC236}">
                <a16:creationId xmlns:a16="http://schemas.microsoft.com/office/drawing/2014/main" id="{F9F73C99-4E9B-1728-FFD7-DFD7DC5AF7B7}"/>
              </a:ext>
            </a:extLst>
          </p:cNvPr>
          <p:cNvSpPr>
            <a:spLocks noGrp="1"/>
          </p:cNvSpPr>
          <p:nvPr>
            <p:ph type="sldNum" sz="quarter" idx="12"/>
          </p:nvPr>
        </p:nvSpPr>
        <p:spPr/>
        <p:txBody>
          <a:bodyPr/>
          <a:lstStyle/>
          <a:p>
            <a:fld id="{862A5111-985B-C14D-9115-5787026182A8}" type="slidenum">
              <a:rPr lang="en-US" smtClean="0"/>
              <a:t>‹#›</a:t>
            </a:fld>
            <a:endParaRPr lang="en-US"/>
          </a:p>
        </p:txBody>
      </p:sp>
      <p:sp>
        <p:nvSpPr>
          <p:cNvPr id="18" name="Title 17">
            <a:extLst>
              <a:ext uri="{FF2B5EF4-FFF2-40B4-BE49-F238E27FC236}">
                <a16:creationId xmlns:a16="http://schemas.microsoft.com/office/drawing/2014/main" id="{98D5B202-316D-9EDE-D8FC-C6D094C650D6}"/>
              </a:ext>
            </a:extLst>
          </p:cNvPr>
          <p:cNvSpPr>
            <a:spLocks noGrp="1"/>
          </p:cNvSpPr>
          <p:nvPr>
            <p:ph type="title" hasCustomPrompt="1"/>
          </p:nvPr>
        </p:nvSpPr>
        <p:spPr>
          <a:xfrm>
            <a:off x="546100" y="3295650"/>
            <a:ext cx="8267700" cy="1997075"/>
          </a:xfrm>
          <a:prstGeom prst="rect">
            <a:avLst/>
          </a:prstGeom>
        </p:spPr>
        <p:txBody>
          <a:bodyPr anchor="b"/>
          <a:lstStyle>
            <a:lvl1pPr marL="514350" indent="-514350" algn="l">
              <a:lnSpc>
                <a:spcPct val="100000"/>
              </a:lnSpc>
              <a:tabLst/>
              <a:defRPr sz="4800">
                <a:solidFill>
                  <a:schemeClr val="tx1"/>
                </a:solidFill>
              </a:defRPr>
            </a:lvl1pPr>
          </a:lstStyle>
          <a:p>
            <a:r>
              <a:rPr lang="en-US" dirty="0"/>
              <a:t>Use this divider only if your headline is short</a:t>
            </a:r>
          </a:p>
        </p:txBody>
      </p:sp>
    </p:spTree>
    <p:extLst>
      <p:ext uri="{BB962C8B-B14F-4D97-AF65-F5344CB8AC3E}">
        <p14:creationId xmlns:p14="http://schemas.microsoft.com/office/powerpoint/2010/main" val="3118938934"/>
      </p:ext>
    </p:extLst>
  </p:cSld>
  <p:clrMapOvr>
    <a:overrideClrMapping bg1="dk1" tx1="lt1" bg2="dk2" tx2="lt2" accent1="accent1" accent2="accent2" accent3="accent3" accent4="accent4" accent5="accent5" accent6="accent6" hlink="hlink" folHlink="folHlink"/>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Divider Photo - Long title">
    <p:bg>
      <p:bgPr>
        <a:solidFill>
          <a:schemeClr val="tx1"/>
        </a:solidFill>
        <a:effectLst/>
      </p:bgPr>
    </p:bg>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D2C1E244-876B-1F11-FE16-79C6C8406455}"/>
              </a:ext>
            </a:extLst>
          </p:cNvPr>
          <p:cNvSpPr>
            <a:spLocks noGrp="1"/>
          </p:cNvSpPr>
          <p:nvPr>
            <p:ph type="pic" sz="quarter" idx="14"/>
          </p:nvPr>
        </p:nvSpPr>
        <p:spPr>
          <a:xfrm>
            <a:off x="0" y="0"/>
            <a:ext cx="12192000" cy="6858000"/>
          </a:xfrm>
          <a:custGeom>
            <a:avLst/>
            <a:gdLst>
              <a:gd name="connsiteX0" fmla="*/ 1221554 w 12192000"/>
              <a:gd name="connsiteY0" fmla="*/ 552450 h 6858000"/>
              <a:gd name="connsiteX1" fmla="*/ 1221554 w 12192000"/>
              <a:gd name="connsiteY1" fmla="*/ 707287 h 6858000"/>
              <a:gd name="connsiteX2" fmla="*/ 1287710 w 12192000"/>
              <a:gd name="connsiteY2" fmla="*/ 707287 h 6858000"/>
              <a:gd name="connsiteX3" fmla="*/ 1243606 w 12192000"/>
              <a:gd name="connsiteY3" fmla="*/ 828714 h 6858000"/>
              <a:gd name="connsiteX4" fmla="*/ 1277094 w 12192000"/>
              <a:gd name="connsiteY4" fmla="*/ 828714 h 6858000"/>
              <a:gd name="connsiteX5" fmla="*/ 1376737 w 12192000"/>
              <a:gd name="connsiteY5" fmla="*/ 695063 h 6858000"/>
              <a:gd name="connsiteX6" fmla="*/ 1376737 w 12192000"/>
              <a:gd name="connsiteY6" fmla="*/ 552450 h 6858000"/>
              <a:gd name="connsiteX7" fmla="*/ 546100 w 12192000"/>
              <a:gd name="connsiteY7" fmla="*/ 552450 h 6858000"/>
              <a:gd name="connsiteX8" fmla="*/ 546100 w 12192000"/>
              <a:gd name="connsiteY8" fmla="*/ 1122906 h 6858000"/>
              <a:gd name="connsiteX9" fmla="*/ 689033 w 12192000"/>
              <a:gd name="connsiteY9" fmla="*/ 1122906 h 6858000"/>
              <a:gd name="connsiteX10" fmla="*/ 689033 w 12192000"/>
              <a:gd name="connsiteY10" fmla="*/ 752925 h 6858000"/>
              <a:gd name="connsiteX11" fmla="*/ 709451 w 12192000"/>
              <a:gd name="connsiteY11" fmla="*/ 837678 h 6858000"/>
              <a:gd name="connsiteX12" fmla="*/ 785410 w 12192000"/>
              <a:gd name="connsiteY12" fmla="*/ 1122906 h 6858000"/>
              <a:gd name="connsiteX13" fmla="*/ 935693 w 12192000"/>
              <a:gd name="connsiteY13" fmla="*/ 1122906 h 6858000"/>
              <a:gd name="connsiteX14" fmla="*/ 1011652 w 12192000"/>
              <a:gd name="connsiteY14" fmla="*/ 837678 h 6858000"/>
              <a:gd name="connsiteX15" fmla="*/ 1032070 w 12192000"/>
              <a:gd name="connsiteY15" fmla="*/ 752925 h 6858000"/>
              <a:gd name="connsiteX16" fmla="*/ 1032070 w 12192000"/>
              <a:gd name="connsiteY16" fmla="*/ 1122906 h 6858000"/>
              <a:gd name="connsiteX17" fmla="*/ 1178270 w 12192000"/>
              <a:gd name="connsiteY17" fmla="*/ 1122906 h 6858000"/>
              <a:gd name="connsiteX18" fmla="*/ 1178270 w 12192000"/>
              <a:gd name="connsiteY18" fmla="*/ 552450 h 6858000"/>
              <a:gd name="connsiteX19" fmla="*/ 950395 w 12192000"/>
              <a:gd name="connsiteY19" fmla="*/ 552450 h 6858000"/>
              <a:gd name="connsiteX20" fmla="*/ 879337 w 12192000"/>
              <a:gd name="connsiteY20" fmla="*/ 845827 h 6858000"/>
              <a:gd name="connsiteX21" fmla="*/ 862185 w 12192000"/>
              <a:gd name="connsiteY21" fmla="*/ 927321 h 6858000"/>
              <a:gd name="connsiteX22" fmla="*/ 845033 w 12192000"/>
              <a:gd name="connsiteY22" fmla="*/ 845827 h 6858000"/>
              <a:gd name="connsiteX23" fmla="*/ 773976 w 12192000"/>
              <a:gd name="connsiteY23" fmla="*/ 552450 h 6858000"/>
              <a:gd name="connsiteX24" fmla="*/ 0 w 12192000"/>
              <a:gd name="connsiteY24" fmla="*/ 0 h 6858000"/>
              <a:gd name="connsiteX25" fmla="*/ 12192000 w 12192000"/>
              <a:gd name="connsiteY25" fmla="*/ 0 h 6858000"/>
              <a:gd name="connsiteX26" fmla="*/ 12192000 w 12192000"/>
              <a:gd name="connsiteY26" fmla="*/ 6858000 h 6858000"/>
              <a:gd name="connsiteX27" fmla="*/ 0 w 12192000"/>
              <a:gd name="connsiteY27"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2192000" h="6858000">
                <a:moveTo>
                  <a:pt x="1221554" y="552450"/>
                </a:moveTo>
                <a:lnTo>
                  <a:pt x="1221554" y="707287"/>
                </a:lnTo>
                <a:lnTo>
                  <a:pt x="1287710" y="707287"/>
                </a:lnTo>
                <a:lnTo>
                  <a:pt x="1243606" y="828714"/>
                </a:lnTo>
                <a:lnTo>
                  <a:pt x="1277094" y="828714"/>
                </a:lnTo>
                <a:lnTo>
                  <a:pt x="1376737" y="695063"/>
                </a:lnTo>
                <a:lnTo>
                  <a:pt x="1376737" y="552450"/>
                </a:lnTo>
                <a:close/>
                <a:moveTo>
                  <a:pt x="546100" y="552450"/>
                </a:moveTo>
                <a:lnTo>
                  <a:pt x="546100" y="1122906"/>
                </a:lnTo>
                <a:lnTo>
                  <a:pt x="689033" y="1122906"/>
                </a:lnTo>
                <a:lnTo>
                  <a:pt x="689033" y="752925"/>
                </a:lnTo>
                <a:lnTo>
                  <a:pt x="709451" y="837678"/>
                </a:lnTo>
                <a:lnTo>
                  <a:pt x="785410" y="1122906"/>
                </a:lnTo>
                <a:lnTo>
                  <a:pt x="935693" y="1122906"/>
                </a:lnTo>
                <a:lnTo>
                  <a:pt x="1011652" y="837678"/>
                </a:lnTo>
                <a:lnTo>
                  <a:pt x="1032070" y="752925"/>
                </a:lnTo>
                <a:lnTo>
                  <a:pt x="1032070" y="1122906"/>
                </a:lnTo>
                <a:lnTo>
                  <a:pt x="1178270" y="1122906"/>
                </a:lnTo>
                <a:lnTo>
                  <a:pt x="1178270" y="552450"/>
                </a:lnTo>
                <a:lnTo>
                  <a:pt x="950395" y="552450"/>
                </a:lnTo>
                <a:lnTo>
                  <a:pt x="879337" y="845827"/>
                </a:lnTo>
                <a:lnTo>
                  <a:pt x="862185" y="927321"/>
                </a:lnTo>
                <a:lnTo>
                  <a:pt x="845033" y="845827"/>
                </a:lnTo>
                <a:lnTo>
                  <a:pt x="773976" y="552450"/>
                </a:lnTo>
                <a:close/>
                <a:moveTo>
                  <a:pt x="0" y="0"/>
                </a:moveTo>
                <a:lnTo>
                  <a:pt x="12192000" y="0"/>
                </a:lnTo>
                <a:lnTo>
                  <a:pt x="12192000" y="6858000"/>
                </a:lnTo>
                <a:lnTo>
                  <a:pt x="0" y="6858000"/>
                </a:lnTo>
                <a:close/>
              </a:path>
            </a:pathLst>
          </a:custGeom>
          <a:solidFill>
            <a:srgbClr val="A6A9AA"/>
          </a:solidFill>
        </p:spPr>
        <p:txBody>
          <a:bodyPr wrap="square" tIns="2103120">
            <a:noAutofit/>
          </a:bodyPr>
          <a:lstStyle>
            <a:lvl1pPr algn="ctr">
              <a:defRPr>
                <a:solidFill>
                  <a:schemeClr val="tx1"/>
                </a:solidFill>
              </a:defRPr>
            </a:lvl1pPr>
          </a:lstStyle>
          <a:p>
            <a:r>
              <a:rPr lang="en-US"/>
              <a:t>Click icon to add picture</a:t>
            </a:r>
          </a:p>
        </p:txBody>
      </p:sp>
      <p:sp>
        <p:nvSpPr>
          <p:cNvPr id="3" name="Footer Placeholder 2">
            <a:extLst>
              <a:ext uri="{FF2B5EF4-FFF2-40B4-BE49-F238E27FC236}">
                <a16:creationId xmlns:a16="http://schemas.microsoft.com/office/drawing/2014/main" id="{0CA2D3CD-1E43-5FCD-B998-8E7207DE69E5}"/>
              </a:ext>
            </a:extLst>
          </p:cNvPr>
          <p:cNvSpPr>
            <a:spLocks noGrp="1"/>
          </p:cNvSpPr>
          <p:nvPr>
            <p:ph type="ftr" sz="quarter" idx="11"/>
          </p:nvPr>
        </p:nvSpPr>
        <p:spPr/>
        <p:txBody>
          <a:bodyPr/>
          <a:lstStyle/>
          <a:p>
            <a:r>
              <a:rPr lang="en-US"/>
              <a:t>See slide 12 for instructions on how to update footer</a:t>
            </a:r>
            <a:endParaRPr lang="en-US" dirty="0"/>
          </a:p>
        </p:txBody>
      </p:sp>
      <p:sp>
        <p:nvSpPr>
          <p:cNvPr id="4" name="Slide Number Placeholder 3">
            <a:extLst>
              <a:ext uri="{FF2B5EF4-FFF2-40B4-BE49-F238E27FC236}">
                <a16:creationId xmlns:a16="http://schemas.microsoft.com/office/drawing/2014/main" id="{F9F73C99-4E9B-1728-FFD7-DFD7DC5AF7B7}"/>
              </a:ext>
            </a:extLst>
          </p:cNvPr>
          <p:cNvSpPr>
            <a:spLocks noGrp="1"/>
          </p:cNvSpPr>
          <p:nvPr>
            <p:ph type="sldNum" sz="quarter" idx="12"/>
          </p:nvPr>
        </p:nvSpPr>
        <p:spPr>
          <a:xfrm>
            <a:off x="10429875" y="6311900"/>
            <a:ext cx="1204676" cy="269875"/>
          </a:xfrm>
        </p:spPr>
        <p:txBody>
          <a:bodyPr/>
          <a:lstStyle/>
          <a:p>
            <a:fld id="{862A5111-985B-C14D-9115-5787026182A8}" type="slidenum">
              <a:rPr lang="en-US" smtClean="0"/>
              <a:t>‹#›</a:t>
            </a:fld>
            <a:endParaRPr lang="en-US" dirty="0"/>
          </a:p>
        </p:txBody>
      </p:sp>
      <p:sp>
        <p:nvSpPr>
          <p:cNvPr id="5" name="Title 17">
            <a:extLst>
              <a:ext uri="{FF2B5EF4-FFF2-40B4-BE49-F238E27FC236}">
                <a16:creationId xmlns:a16="http://schemas.microsoft.com/office/drawing/2014/main" id="{9FB85A57-AF49-344B-37C6-7EFC489A80CC}"/>
              </a:ext>
            </a:extLst>
          </p:cNvPr>
          <p:cNvSpPr>
            <a:spLocks noGrp="1"/>
          </p:cNvSpPr>
          <p:nvPr>
            <p:ph type="title" hasCustomPrompt="1"/>
          </p:nvPr>
        </p:nvSpPr>
        <p:spPr>
          <a:xfrm>
            <a:off x="546100" y="2425700"/>
            <a:ext cx="8267700" cy="2860221"/>
          </a:xfrm>
          <a:prstGeom prst="rect">
            <a:avLst/>
          </a:prstGeom>
        </p:spPr>
        <p:txBody>
          <a:bodyPr anchor="b"/>
          <a:lstStyle>
            <a:lvl1pPr marL="0" indent="0" algn="l">
              <a:lnSpc>
                <a:spcPct val="100000"/>
              </a:lnSpc>
              <a:tabLst/>
              <a:defRPr sz="4800">
                <a:solidFill>
                  <a:schemeClr val="tx1"/>
                </a:solidFill>
              </a:defRPr>
            </a:lvl1pPr>
          </a:lstStyle>
          <a:p>
            <a:r>
              <a:rPr lang="en-US" dirty="0"/>
              <a:t>Use this divider if your headline is long, or is equal to or greater than a total of three lines</a:t>
            </a:r>
          </a:p>
        </p:txBody>
      </p:sp>
    </p:spTree>
    <p:extLst>
      <p:ext uri="{BB962C8B-B14F-4D97-AF65-F5344CB8AC3E}">
        <p14:creationId xmlns:p14="http://schemas.microsoft.com/office/powerpoint/2010/main" val="715370586"/>
      </p:ext>
    </p:extLst>
  </p:cSld>
  <p:clrMapOvr>
    <a:overrideClrMapping bg1="dk1" tx1="lt1" bg2="dk2" tx2="lt2" accent1="accent1" accent2="accent2" accent3="accent3" accent4="accent4" accent5="accent5" accent6="accent6" hlink="hlink" folHlink="folHlink"/>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Quote 1 - General">
    <p:bg>
      <p:bgPr>
        <a:solidFill>
          <a:schemeClr val="bg2"/>
        </a:solidFill>
        <a:effectLst/>
      </p:bgPr>
    </p:bg>
    <p:spTree>
      <p:nvGrpSpPr>
        <p:cNvPr id="1" name=""/>
        <p:cNvGrpSpPr/>
        <p:nvPr/>
      </p:nvGrpSpPr>
      <p:grpSpPr>
        <a:xfrm>
          <a:off x="0" y="0"/>
          <a:ext cx="0" cy="0"/>
          <a:chOff x="0" y="0"/>
          <a:chExt cx="0" cy="0"/>
        </a:xfrm>
      </p:grpSpPr>
      <p:pic>
        <p:nvPicPr>
          <p:cNvPr id="7" name="Picture 6" descr="A blue wavy lines on a black background&#10;&#10;Description automatically generated">
            <a:extLst>
              <a:ext uri="{FF2B5EF4-FFF2-40B4-BE49-F238E27FC236}">
                <a16:creationId xmlns:a16="http://schemas.microsoft.com/office/drawing/2014/main" id="{ABB7ED4C-416B-722A-BF88-042E3CA9DC4D}"/>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bwMode="hidden">
          <a:xfrm>
            <a:off x="6350" y="-1"/>
            <a:ext cx="12179302" cy="6858000"/>
          </a:xfrm>
          <a:prstGeom prst="rect">
            <a:avLst/>
          </a:prstGeom>
        </p:spPr>
      </p:pic>
      <p:sp>
        <p:nvSpPr>
          <p:cNvPr id="20" name="Freeform 19">
            <a:extLst>
              <a:ext uri="{FF2B5EF4-FFF2-40B4-BE49-F238E27FC236}">
                <a16:creationId xmlns:a16="http://schemas.microsoft.com/office/drawing/2014/main" id="{6732315D-1057-6521-C359-22C1DAF4964C}"/>
              </a:ext>
            </a:extLst>
          </p:cNvPr>
          <p:cNvSpPr/>
          <p:nvPr/>
        </p:nvSpPr>
        <p:spPr bwMode="black">
          <a:xfrm>
            <a:off x="546100" y="552450"/>
            <a:ext cx="830637" cy="570456"/>
          </a:xfrm>
          <a:custGeom>
            <a:avLst/>
            <a:gdLst>
              <a:gd name="connsiteX0" fmla="*/ 6722902 w 8267463"/>
              <a:gd name="connsiteY0" fmla="*/ 0 h 5677842"/>
              <a:gd name="connsiteX1" fmla="*/ 8267463 w 8267463"/>
              <a:gd name="connsiteY1" fmla="*/ 0 h 5677842"/>
              <a:gd name="connsiteX2" fmla="*/ 8267463 w 8267463"/>
              <a:gd name="connsiteY2" fmla="*/ 1419448 h 5677842"/>
              <a:gd name="connsiteX3" fmla="*/ 7275694 w 8267463"/>
              <a:gd name="connsiteY3" fmla="*/ 2749701 h 5677842"/>
              <a:gd name="connsiteX4" fmla="*/ 6942385 w 8267463"/>
              <a:gd name="connsiteY4" fmla="*/ 2749701 h 5677842"/>
              <a:gd name="connsiteX5" fmla="*/ 7381363 w 8267463"/>
              <a:gd name="connsiteY5" fmla="*/ 1541121 h 5677842"/>
              <a:gd name="connsiteX6" fmla="*/ 6722902 w 8267463"/>
              <a:gd name="connsiteY6" fmla="*/ 1541121 h 5677842"/>
              <a:gd name="connsiteX7" fmla="*/ 0 w 8267463"/>
              <a:gd name="connsiteY7" fmla="*/ 0 h 5677842"/>
              <a:gd name="connsiteX8" fmla="*/ 2268085 w 8267463"/>
              <a:gd name="connsiteY8" fmla="*/ 0 h 5677842"/>
              <a:gd name="connsiteX9" fmla="*/ 2975321 w 8267463"/>
              <a:gd name="connsiteY9" fmla="*/ 2920028 h 5677842"/>
              <a:gd name="connsiteX10" fmla="*/ 3146041 w 8267463"/>
              <a:gd name="connsiteY10" fmla="*/ 3731148 h 5677842"/>
              <a:gd name="connsiteX11" fmla="*/ 3316761 w 8267463"/>
              <a:gd name="connsiteY11" fmla="*/ 2920028 h 5677842"/>
              <a:gd name="connsiteX12" fmla="*/ 4024010 w 8267463"/>
              <a:gd name="connsiteY12" fmla="*/ 0 h 5677842"/>
              <a:gd name="connsiteX13" fmla="*/ 6292082 w 8267463"/>
              <a:gd name="connsiteY13" fmla="*/ 0 h 5677842"/>
              <a:gd name="connsiteX14" fmla="*/ 6292082 w 8267463"/>
              <a:gd name="connsiteY14" fmla="*/ 5677842 h 5677842"/>
              <a:gd name="connsiteX15" fmla="*/ 4836940 w 8267463"/>
              <a:gd name="connsiteY15" fmla="*/ 5677842 h 5677842"/>
              <a:gd name="connsiteX16" fmla="*/ 4836940 w 8267463"/>
              <a:gd name="connsiteY16" fmla="*/ 1995360 h 5677842"/>
              <a:gd name="connsiteX17" fmla="*/ 4633708 w 8267463"/>
              <a:gd name="connsiteY17" fmla="*/ 2838921 h 5677842"/>
              <a:gd name="connsiteX18" fmla="*/ 3877684 w 8267463"/>
              <a:gd name="connsiteY18" fmla="*/ 5677842 h 5677842"/>
              <a:gd name="connsiteX19" fmla="*/ 2381886 w 8267463"/>
              <a:gd name="connsiteY19" fmla="*/ 5677842 h 5677842"/>
              <a:gd name="connsiteX20" fmla="*/ 1625861 w 8267463"/>
              <a:gd name="connsiteY20" fmla="*/ 2838921 h 5677842"/>
              <a:gd name="connsiteX21" fmla="*/ 1422629 w 8267463"/>
              <a:gd name="connsiteY21" fmla="*/ 1995360 h 5677842"/>
              <a:gd name="connsiteX22" fmla="*/ 1422629 w 8267463"/>
              <a:gd name="connsiteY22" fmla="*/ 5677842 h 5677842"/>
              <a:gd name="connsiteX23" fmla="*/ 0 w 8267463"/>
              <a:gd name="connsiteY23" fmla="*/ 5677842 h 56778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8267463" h="5677842">
                <a:moveTo>
                  <a:pt x="6722902" y="0"/>
                </a:moveTo>
                <a:lnTo>
                  <a:pt x="8267463" y="0"/>
                </a:lnTo>
                <a:lnTo>
                  <a:pt x="8267463" y="1419448"/>
                </a:lnTo>
                <a:lnTo>
                  <a:pt x="7275694" y="2749701"/>
                </a:lnTo>
                <a:lnTo>
                  <a:pt x="6942385" y="2749701"/>
                </a:lnTo>
                <a:lnTo>
                  <a:pt x="7381363" y="1541121"/>
                </a:lnTo>
                <a:lnTo>
                  <a:pt x="6722902" y="1541121"/>
                </a:lnTo>
                <a:close/>
                <a:moveTo>
                  <a:pt x="0" y="0"/>
                </a:moveTo>
                <a:lnTo>
                  <a:pt x="2268085" y="0"/>
                </a:lnTo>
                <a:lnTo>
                  <a:pt x="2975321" y="2920028"/>
                </a:lnTo>
                <a:lnTo>
                  <a:pt x="3146041" y="3731148"/>
                </a:lnTo>
                <a:lnTo>
                  <a:pt x="3316761" y="2920028"/>
                </a:lnTo>
                <a:lnTo>
                  <a:pt x="4024010" y="0"/>
                </a:lnTo>
                <a:lnTo>
                  <a:pt x="6292082" y="0"/>
                </a:lnTo>
                <a:lnTo>
                  <a:pt x="6292082" y="5677842"/>
                </a:lnTo>
                <a:lnTo>
                  <a:pt x="4836940" y="5677842"/>
                </a:lnTo>
                <a:lnTo>
                  <a:pt x="4836940" y="1995360"/>
                </a:lnTo>
                <a:lnTo>
                  <a:pt x="4633708" y="2838921"/>
                </a:lnTo>
                <a:lnTo>
                  <a:pt x="3877684" y="5677842"/>
                </a:lnTo>
                <a:lnTo>
                  <a:pt x="2381886" y="5677842"/>
                </a:lnTo>
                <a:lnTo>
                  <a:pt x="1625861" y="2838921"/>
                </a:lnTo>
                <a:lnTo>
                  <a:pt x="1422629" y="1995360"/>
                </a:lnTo>
                <a:lnTo>
                  <a:pt x="1422629" y="5677842"/>
                </a:lnTo>
                <a:lnTo>
                  <a:pt x="0" y="5677842"/>
                </a:lnTo>
                <a:close/>
              </a:path>
            </a:pathLst>
          </a:custGeom>
          <a:solidFill>
            <a:schemeClr val="tx1"/>
          </a:solidFill>
          <a:ln w="0" cap="flat">
            <a:noFill/>
            <a:prstDash val="solid"/>
            <a:miter/>
          </a:ln>
        </p:spPr>
        <p:txBody>
          <a:bodyPr rtlCol="0" anchor="ctr"/>
          <a:lstStyle/>
          <a:p>
            <a:endParaRPr lang="en-US"/>
          </a:p>
        </p:txBody>
      </p:sp>
      <p:sp>
        <p:nvSpPr>
          <p:cNvPr id="3" name="Footer Placeholder 2">
            <a:extLst>
              <a:ext uri="{FF2B5EF4-FFF2-40B4-BE49-F238E27FC236}">
                <a16:creationId xmlns:a16="http://schemas.microsoft.com/office/drawing/2014/main" id="{0CA2D3CD-1E43-5FCD-B998-8E7207DE69E5}"/>
              </a:ext>
            </a:extLst>
          </p:cNvPr>
          <p:cNvSpPr>
            <a:spLocks noGrp="1"/>
          </p:cNvSpPr>
          <p:nvPr>
            <p:ph type="ftr" sz="quarter" idx="11"/>
          </p:nvPr>
        </p:nvSpPr>
        <p:spPr/>
        <p:txBody>
          <a:bodyPr/>
          <a:lstStyle/>
          <a:p>
            <a:r>
              <a:rPr lang="en-US"/>
              <a:t>See slide 12 for instructions on how to update footer</a:t>
            </a:r>
            <a:endParaRPr lang="en-US" dirty="0"/>
          </a:p>
        </p:txBody>
      </p:sp>
      <p:sp>
        <p:nvSpPr>
          <p:cNvPr id="4" name="Slide Number Placeholder 3">
            <a:extLst>
              <a:ext uri="{FF2B5EF4-FFF2-40B4-BE49-F238E27FC236}">
                <a16:creationId xmlns:a16="http://schemas.microsoft.com/office/drawing/2014/main" id="{F9F73C99-4E9B-1728-FFD7-DFD7DC5AF7B7}"/>
              </a:ext>
            </a:extLst>
          </p:cNvPr>
          <p:cNvSpPr>
            <a:spLocks noGrp="1"/>
          </p:cNvSpPr>
          <p:nvPr>
            <p:ph type="sldNum" sz="quarter" idx="12"/>
          </p:nvPr>
        </p:nvSpPr>
        <p:spPr/>
        <p:txBody>
          <a:bodyPr/>
          <a:lstStyle/>
          <a:p>
            <a:fld id="{862A5111-985B-C14D-9115-5787026182A8}" type="slidenum">
              <a:rPr lang="en-US" smtClean="0"/>
              <a:t>‹#›</a:t>
            </a:fld>
            <a:endParaRPr lang="en-US"/>
          </a:p>
        </p:txBody>
      </p:sp>
      <p:sp>
        <p:nvSpPr>
          <p:cNvPr id="8" name="Text Placeholder 7">
            <a:extLst>
              <a:ext uri="{FF2B5EF4-FFF2-40B4-BE49-F238E27FC236}">
                <a16:creationId xmlns:a16="http://schemas.microsoft.com/office/drawing/2014/main" id="{7708F947-658B-4354-AB87-AEB000F1AA54}"/>
              </a:ext>
            </a:extLst>
          </p:cNvPr>
          <p:cNvSpPr>
            <a:spLocks noGrp="1"/>
          </p:cNvSpPr>
          <p:nvPr>
            <p:ph type="body" sz="quarter" idx="15"/>
          </p:nvPr>
        </p:nvSpPr>
        <p:spPr>
          <a:xfrm>
            <a:off x="3367087" y="1415038"/>
            <a:ext cx="8270876" cy="4171375"/>
          </a:xfrm>
        </p:spPr>
        <p:txBody>
          <a:bodyPr anchor="b"/>
          <a:lstStyle>
            <a:lvl1pPr>
              <a:lnSpc>
                <a:spcPts val="4600"/>
              </a:lnSpc>
              <a:defRPr sz="4200">
                <a:solidFill>
                  <a:schemeClr val="tx1"/>
                </a:solidFill>
                <a:latin typeface="+mj-lt"/>
              </a:defRPr>
            </a:lvl1pPr>
            <a:lvl2pPr marL="0" indent="0">
              <a:spcAft>
                <a:spcPts val="0"/>
              </a:spcAft>
              <a:buNone/>
              <a:defRPr sz="2400">
                <a:solidFill>
                  <a:schemeClr val="tx1"/>
                </a:solidFill>
                <a:latin typeface="+mn-lt"/>
              </a:defRPr>
            </a:lvl2pPr>
            <a:lvl3pPr marL="0" indent="0">
              <a:spcAft>
                <a:spcPts val="0"/>
              </a:spcAft>
              <a:buNone/>
              <a:defRPr sz="2400">
                <a:solidFill>
                  <a:schemeClr val="tx1"/>
                </a:solidFill>
              </a:defRPr>
            </a:lvl3pPr>
            <a:lvl4pPr marL="0" indent="0">
              <a:spcAft>
                <a:spcPts val="0"/>
              </a:spcAft>
              <a:buNone/>
              <a:defRPr sz="2400">
                <a:solidFill>
                  <a:schemeClr val="tx1"/>
                </a:solidFill>
              </a:defRPr>
            </a:lvl4pPr>
            <a:lvl5pPr marL="0" indent="0">
              <a:spcAft>
                <a:spcPts val="0"/>
              </a:spcAft>
              <a:buNone/>
              <a:defRPr sz="2400">
                <a:solidFill>
                  <a:schemeClr val="tx1"/>
                </a:solidFill>
              </a:defRPr>
            </a:lvl5pPr>
            <a:lvl6pPr marL="0" indent="0">
              <a:spcAft>
                <a:spcPts val="0"/>
              </a:spcAft>
              <a:buNone/>
              <a:defRPr sz="2400">
                <a:solidFill>
                  <a:schemeClr val="tx1"/>
                </a:solidFill>
              </a:defRPr>
            </a:lvl6pPr>
            <a:lvl7pPr marL="0" indent="0">
              <a:spcAft>
                <a:spcPts val="0"/>
              </a:spcAft>
              <a:buNone/>
              <a:defRPr sz="2400">
                <a:solidFill>
                  <a:schemeClr val="tx1"/>
                </a:solidFill>
              </a:defRPr>
            </a:lvl7pPr>
            <a:lvl8pPr marL="0" indent="0">
              <a:spcAft>
                <a:spcPts val="0"/>
              </a:spcAft>
              <a:buNone/>
              <a:defRPr sz="2400">
                <a:solidFill>
                  <a:schemeClr val="tx1"/>
                </a:solidFill>
              </a:defRPr>
            </a:lvl8pPr>
            <a:lvl9pPr marL="0" indent="0">
              <a:spcAft>
                <a:spcPts val="0"/>
              </a:spcAft>
              <a:buNone/>
              <a:defRPr sz="2400">
                <a:solidFill>
                  <a:schemeClr val="tx1"/>
                </a:solidFill>
              </a:defRPr>
            </a:lvl9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467444515"/>
      </p:ext>
    </p:extLst>
  </p:cSld>
  <p:clrMapOvr>
    <a:overrideClrMapping bg1="dk1" tx1="lt1" bg2="dk2" tx2="lt2" accent1="accent1" accent2="accent2" accent3="accent3" accent4="accent4" accent5="accent5" accent6="accent6" hlink="hlink" folHlink="folHlink"/>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Quote - Employee portrait">
    <p:bg>
      <p:bgPr>
        <a:solidFill>
          <a:schemeClr val="bg2"/>
        </a:solidFill>
        <a:effectLst/>
      </p:bgPr>
    </p:bg>
    <p:spTree>
      <p:nvGrpSpPr>
        <p:cNvPr id="1" name=""/>
        <p:cNvGrpSpPr/>
        <p:nvPr/>
      </p:nvGrpSpPr>
      <p:grpSpPr>
        <a:xfrm>
          <a:off x="0" y="0"/>
          <a:ext cx="0" cy="0"/>
          <a:chOff x="0" y="0"/>
          <a:chExt cx="0" cy="0"/>
        </a:xfrm>
      </p:grpSpPr>
      <p:sp>
        <p:nvSpPr>
          <p:cNvPr id="20" name="Freeform 19">
            <a:extLst>
              <a:ext uri="{FF2B5EF4-FFF2-40B4-BE49-F238E27FC236}">
                <a16:creationId xmlns:a16="http://schemas.microsoft.com/office/drawing/2014/main" id="{6732315D-1057-6521-C359-22C1DAF4964C}"/>
              </a:ext>
            </a:extLst>
          </p:cNvPr>
          <p:cNvSpPr/>
          <p:nvPr/>
        </p:nvSpPr>
        <p:spPr bwMode="black">
          <a:xfrm>
            <a:off x="546100" y="552450"/>
            <a:ext cx="830637" cy="570456"/>
          </a:xfrm>
          <a:custGeom>
            <a:avLst/>
            <a:gdLst>
              <a:gd name="connsiteX0" fmla="*/ 6722902 w 8267463"/>
              <a:gd name="connsiteY0" fmla="*/ 0 h 5677842"/>
              <a:gd name="connsiteX1" fmla="*/ 8267463 w 8267463"/>
              <a:gd name="connsiteY1" fmla="*/ 0 h 5677842"/>
              <a:gd name="connsiteX2" fmla="*/ 8267463 w 8267463"/>
              <a:gd name="connsiteY2" fmla="*/ 1419448 h 5677842"/>
              <a:gd name="connsiteX3" fmla="*/ 7275694 w 8267463"/>
              <a:gd name="connsiteY3" fmla="*/ 2749701 h 5677842"/>
              <a:gd name="connsiteX4" fmla="*/ 6942385 w 8267463"/>
              <a:gd name="connsiteY4" fmla="*/ 2749701 h 5677842"/>
              <a:gd name="connsiteX5" fmla="*/ 7381363 w 8267463"/>
              <a:gd name="connsiteY5" fmla="*/ 1541121 h 5677842"/>
              <a:gd name="connsiteX6" fmla="*/ 6722902 w 8267463"/>
              <a:gd name="connsiteY6" fmla="*/ 1541121 h 5677842"/>
              <a:gd name="connsiteX7" fmla="*/ 0 w 8267463"/>
              <a:gd name="connsiteY7" fmla="*/ 0 h 5677842"/>
              <a:gd name="connsiteX8" fmla="*/ 2268085 w 8267463"/>
              <a:gd name="connsiteY8" fmla="*/ 0 h 5677842"/>
              <a:gd name="connsiteX9" fmla="*/ 2975321 w 8267463"/>
              <a:gd name="connsiteY9" fmla="*/ 2920028 h 5677842"/>
              <a:gd name="connsiteX10" fmla="*/ 3146041 w 8267463"/>
              <a:gd name="connsiteY10" fmla="*/ 3731148 h 5677842"/>
              <a:gd name="connsiteX11" fmla="*/ 3316761 w 8267463"/>
              <a:gd name="connsiteY11" fmla="*/ 2920028 h 5677842"/>
              <a:gd name="connsiteX12" fmla="*/ 4024010 w 8267463"/>
              <a:gd name="connsiteY12" fmla="*/ 0 h 5677842"/>
              <a:gd name="connsiteX13" fmla="*/ 6292082 w 8267463"/>
              <a:gd name="connsiteY13" fmla="*/ 0 h 5677842"/>
              <a:gd name="connsiteX14" fmla="*/ 6292082 w 8267463"/>
              <a:gd name="connsiteY14" fmla="*/ 5677842 h 5677842"/>
              <a:gd name="connsiteX15" fmla="*/ 4836940 w 8267463"/>
              <a:gd name="connsiteY15" fmla="*/ 5677842 h 5677842"/>
              <a:gd name="connsiteX16" fmla="*/ 4836940 w 8267463"/>
              <a:gd name="connsiteY16" fmla="*/ 1995360 h 5677842"/>
              <a:gd name="connsiteX17" fmla="*/ 4633708 w 8267463"/>
              <a:gd name="connsiteY17" fmla="*/ 2838921 h 5677842"/>
              <a:gd name="connsiteX18" fmla="*/ 3877684 w 8267463"/>
              <a:gd name="connsiteY18" fmla="*/ 5677842 h 5677842"/>
              <a:gd name="connsiteX19" fmla="*/ 2381886 w 8267463"/>
              <a:gd name="connsiteY19" fmla="*/ 5677842 h 5677842"/>
              <a:gd name="connsiteX20" fmla="*/ 1625861 w 8267463"/>
              <a:gd name="connsiteY20" fmla="*/ 2838921 h 5677842"/>
              <a:gd name="connsiteX21" fmla="*/ 1422629 w 8267463"/>
              <a:gd name="connsiteY21" fmla="*/ 1995360 h 5677842"/>
              <a:gd name="connsiteX22" fmla="*/ 1422629 w 8267463"/>
              <a:gd name="connsiteY22" fmla="*/ 5677842 h 5677842"/>
              <a:gd name="connsiteX23" fmla="*/ 0 w 8267463"/>
              <a:gd name="connsiteY23" fmla="*/ 5677842 h 56778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8267463" h="5677842">
                <a:moveTo>
                  <a:pt x="6722902" y="0"/>
                </a:moveTo>
                <a:lnTo>
                  <a:pt x="8267463" y="0"/>
                </a:lnTo>
                <a:lnTo>
                  <a:pt x="8267463" y="1419448"/>
                </a:lnTo>
                <a:lnTo>
                  <a:pt x="7275694" y="2749701"/>
                </a:lnTo>
                <a:lnTo>
                  <a:pt x="6942385" y="2749701"/>
                </a:lnTo>
                <a:lnTo>
                  <a:pt x="7381363" y="1541121"/>
                </a:lnTo>
                <a:lnTo>
                  <a:pt x="6722902" y="1541121"/>
                </a:lnTo>
                <a:close/>
                <a:moveTo>
                  <a:pt x="0" y="0"/>
                </a:moveTo>
                <a:lnTo>
                  <a:pt x="2268085" y="0"/>
                </a:lnTo>
                <a:lnTo>
                  <a:pt x="2975321" y="2920028"/>
                </a:lnTo>
                <a:lnTo>
                  <a:pt x="3146041" y="3731148"/>
                </a:lnTo>
                <a:lnTo>
                  <a:pt x="3316761" y="2920028"/>
                </a:lnTo>
                <a:lnTo>
                  <a:pt x="4024010" y="0"/>
                </a:lnTo>
                <a:lnTo>
                  <a:pt x="6292082" y="0"/>
                </a:lnTo>
                <a:lnTo>
                  <a:pt x="6292082" y="5677842"/>
                </a:lnTo>
                <a:lnTo>
                  <a:pt x="4836940" y="5677842"/>
                </a:lnTo>
                <a:lnTo>
                  <a:pt x="4836940" y="1995360"/>
                </a:lnTo>
                <a:lnTo>
                  <a:pt x="4633708" y="2838921"/>
                </a:lnTo>
                <a:lnTo>
                  <a:pt x="3877684" y="5677842"/>
                </a:lnTo>
                <a:lnTo>
                  <a:pt x="2381886" y="5677842"/>
                </a:lnTo>
                <a:lnTo>
                  <a:pt x="1625861" y="2838921"/>
                </a:lnTo>
                <a:lnTo>
                  <a:pt x="1422629" y="1995360"/>
                </a:lnTo>
                <a:lnTo>
                  <a:pt x="1422629" y="5677842"/>
                </a:lnTo>
                <a:lnTo>
                  <a:pt x="0" y="5677842"/>
                </a:lnTo>
                <a:close/>
              </a:path>
            </a:pathLst>
          </a:custGeom>
          <a:solidFill>
            <a:schemeClr val="tx1"/>
          </a:solidFill>
          <a:ln w="0" cap="flat">
            <a:noFill/>
            <a:prstDash val="solid"/>
            <a:miter/>
          </a:ln>
        </p:spPr>
        <p:txBody>
          <a:bodyPr rtlCol="0" anchor="ctr"/>
          <a:lstStyle/>
          <a:p>
            <a:endParaRPr lang="en-US"/>
          </a:p>
        </p:txBody>
      </p:sp>
      <p:sp>
        <p:nvSpPr>
          <p:cNvPr id="3" name="Footer Placeholder 2">
            <a:extLst>
              <a:ext uri="{FF2B5EF4-FFF2-40B4-BE49-F238E27FC236}">
                <a16:creationId xmlns:a16="http://schemas.microsoft.com/office/drawing/2014/main" id="{0CA2D3CD-1E43-5FCD-B998-8E7207DE69E5}"/>
              </a:ext>
            </a:extLst>
          </p:cNvPr>
          <p:cNvSpPr>
            <a:spLocks noGrp="1"/>
          </p:cNvSpPr>
          <p:nvPr>
            <p:ph type="ftr" sz="quarter" idx="11"/>
          </p:nvPr>
        </p:nvSpPr>
        <p:spPr/>
        <p:txBody>
          <a:bodyPr/>
          <a:lstStyle/>
          <a:p>
            <a:r>
              <a:rPr lang="en-US"/>
              <a:t>See slide 12 for instructions on how to update footer</a:t>
            </a:r>
          </a:p>
        </p:txBody>
      </p:sp>
      <p:sp>
        <p:nvSpPr>
          <p:cNvPr id="4" name="Slide Number Placeholder 3">
            <a:extLst>
              <a:ext uri="{FF2B5EF4-FFF2-40B4-BE49-F238E27FC236}">
                <a16:creationId xmlns:a16="http://schemas.microsoft.com/office/drawing/2014/main" id="{F9F73C99-4E9B-1728-FFD7-DFD7DC5AF7B7}"/>
              </a:ext>
            </a:extLst>
          </p:cNvPr>
          <p:cNvSpPr>
            <a:spLocks noGrp="1"/>
          </p:cNvSpPr>
          <p:nvPr>
            <p:ph type="sldNum" sz="quarter" idx="12"/>
          </p:nvPr>
        </p:nvSpPr>
        <p:spPr/>
        <p:txBody>
          <a:bodyPr/>
          <a:lstStyle/>
          <a:p>
            <a:fld id="{862A5111-985B-C14D-9115-5787026182A8}" type="slidenum">
              <a:rPr lang="en-US" smtClean="0"/>
              <a:t>‹#›</a:t>
            </a:fld>
            <a:endParaRPr lang="en-US"/>
          </a:p>
        </p:txBody>
      </p:sp>
      <p:sp>
        <p:nvSpPr>
          <p:cNvPr id="6" name="Picture Placeholder 9">
            <a:extLst>
              <a:ext uri="{FF2B5EF4-FFF2-40B4-BE49-F238E27FC236}">
                <a16:creationId xmlns:a16="http://schemas.microsoft.com/office/drawing/2014/main" id="{A9E39174-6051-6D2E-2D81-DADF3A2208E1}"/>
              </a:ext>
            </a:extLst>
          </p:cNvPr>
          <p:cNvSpPr>
            <a:spLocks noGrp="1"/>
          </p:cNvSpPr>
          <p:nvPr>
            <p:ph type="pic" sz="quarter" idx="29" hasCustomPrompt="1"/>
          </p:nvPr>
        </p:nvSpPr>
        <p:spPr>
          <a:xfrm>
            <a:off x="554039" y="2847976"/>
            <a:ext cx="1198562" cy="1276349"/>
          </a:xfrm>
          <a:solidFill>
            <a:schemeClr val="accent1"/>
          </a:solidFill>
          <a:ln>
            <a:noFill/>
          </a:ln>
        </p:spPr>
        <p:txBody>
          <a:bodyPr anchor="ctr"/>
          <a:lstStyle>
            <a:lvl1pPr algn="ctr">
              <a:defRPr>
                <a:solidFill>
                  <a:schemeClr val="bg1"/>
                </a:solidFill>
                <a:latin typeface="+mn-lt"/>
              </a:defRPr>
            </a:lvl1pPr>
          </a:lstStyle>
          <a:p>
            <a:r>
              <a:rPr lang="en-US" dirty="0"/>
              <a:t>Silhouette</a:t>
            </a:r>
            <a:br>
              <a:rPr lang="en-US" dirty="0"/>
            </a:br>
            <a:r>
              <a:rPr lang="en-US" dirty="0"/>
              <a:t>portrait</a:t>
            </a:r>
          </a:p>
        </p:txBody>
      </p:sp>
      <p:sp>
        <p:nvSpPr>
          <p:cNvPr id="7" name="Text Placeholder 3">
            <a:extLst>
              <a:ext uri="{FF2B5EF4-FFF2-40B4-BE49-F238E27FC236}">
                <a16:creationId xmlns:a16="http://schemas.microsoft.com/office/drawing/2014/main" id="{AB040204-E782-1C0F-4B3A-B9C7FF0AEEB7}"/>
              </a:ext>
            </a:extLst>
          </p:cNvPr>
          <p:cNvSpPr>
            <a:spLocks noGrp="1"/>
          </p:cNvSpPr>
          <p:nvPr>
            <p:ph type="body" sz="quarter" idx="42" hasCustomPrompt="1"/>
          </p:nvPr>
        </p:nvSpPr>
        <p:spPr>
          <a:xfrm>
            <a:off x="554038" y="4273550"/>
            <a:ext cx="2611437" cy="1458913"/>
          </a:xfrm>
        </p:spPr>
        <p:txBody>
          <a:bodyPr>
            <a:normAutofit/>
          </a:bodyPr>
          <a:lstStyle>
            <a:lvl1pPr>
              <a:spcAft>
                <a:spcPts val="200"/>
              </a:spcAft>
              <a:defRPr sz="1200" b="1">
                <a:solidFill>
                  <a:schemeClr val="tx1"/>
                </a:solidFill>
                <a:latin typeface="+mn-lt"/>
                <a:ea typeface="GT America Medium" panose="020B0604020202020204" charset="0"/>
                <a:cs typeface="GT America Medium" panose="020B0604020202020204" charset="0"/>
              </a:defRPr>
            </a:lvl1pPr>
            <a:lvl2pPr marL="0" indent="0">
              <a:buNone/>
              <a:defRPr sz="1200">
                <a:solidFill>
                  <a:schemeClr val="tx1"/>
                </a:solidFill>
              </a:defRPr>
            </a:lvl2pPr>
            <a:lvl3pPr marL="0" indent="0">
              <a:buFontTx/>
              <a:buNone/>
              <a:defRPr sz="1200">
                <a:solidFill>
                  <a:schemeClr val="tx1"/>
                </a:solidFill>
              </a:defRPr>
            </a:lvl3pPr>
            <a:lvl4pPr marL="0" indent="0">
              <a:buNone/>
              <a:defRPr sz="1200">
                <a:solidFill>
                  <a:schemeClr val="tx1"/>
                </a:solidFill>
              </a:defRPr>
            </a:lvl4pPr>
            <a:lvl5pPr marL="0" indent="0">
              <a:buNone/>
              <a:defRPr sz="1200">
                <a:solidFill>
                  <a:schemeClr val="tx1"/>
                </a:solidFill>
              </a:defRPr>
            </a:lvl5pPr>
            <a:lvl6pPr marL="0" indent="0">
              <a:buNone/>
              <a:defRPr sz="1200">
                <a:solidFill>
                  <a:schemeClr val="tx1"/>
                </a:solidFill>
              </a:defRPr>
            </a:lvl6pPr>
            <a:lvl7pPr marL="0" indent="0">
              <a:buNone/>
              <a:defRPr>
                <a:solidFill>
                  <a:schemeClr val="tx1"/>
                </a:solidFill>
              </a:defRPr>
            </a:lvl7pPr>
            <a:lvl8pPr marL="0" indent="0">
              <a:buNone/>
              <a:defRPr>
                <a:solidFill>
                  <a:schemeClr val="tx1"/>
                </a:solidFill>
              </a:defRPr>
            </a:lvl8pPr>
            <a:lvl9pPr marL="0" indent="0">
              <a:buNone/>
              <a:defRPr>
                <a:solidFill>
                  <a:schemeClr val="tx1"/>
                </a:solidFill>
              </a:defRPr>
            </a:lvl9pPr>
          </a:lstStyle>
          <a:p>
            <a:pPr lvl="0"/>
            <a:r>
              <a:rPr lang="en-US" dirty="0" err="1"/>
              <a:t>Firstname</a:t>
            </a:r>
            <a:r>
              <a:rPr lang="en-US" dirty="0"/>
              <a:t> </a:t>
            </a:r>
            <a:r>
              <a:rPr lang="en-US" dirty="0" err="1"/>
              <a:t>Lastname</a:t>
            </a:r>
            <a:r>
              <a:rPr lang="en-US" dirty="0"/>
              <a:t>, L1</a:t>
            </a:r>
          </a:p>
          <a:p>
            <a:pPr lvl="1"/>
            <a:r>
              <a:rPr lang="en-US" dirty="0"/>
              <a:t>Title/department, L2</a:t>
            </a:r>
          </a:p>
        </p:txBody>
      </p:sp>
      <p:sp>
        <p:nvSpPr>
          <p:cNvPr id="5" name="Text Placeholder 7">
            <a:extLst>
              <a:ext uri="{FF2B5EF4-FFF2-40B4-BE49-F238E27FC236}">
                <a16:creationId xmlns:a16="http://schemas.microsoft.com/office/drawing/2014/main" id="{C55CD7FE-FD96-5B7D-EB24-69E1A8EF9D81}"/>
              </a:ext>
            </a:extLst>
          </p:cNvPr>
          <p:cNvSpPr>
            <a:spLocks noGrp="1"/>
          </p:cNvSpPr>
          <p:nvPr>
            <p:ph type="body" sz="quarter" idx="15"/>
          </p:nvPr>
        </p:nvSpPr>
        <p:spPr>
          <a:xfrm>
            <a:off x="3367087" y="1415038"/>
            <a:ext cx="8270876" cy="4171375"/>
          </a:xfrm>
        </p:spPr>
        <p:txBody>
          <a:bodyPr anchor="b"/>
          <a:lstStyle>
            <a:lvl1pPr>
              <a:lnSpc>
                <a:spcPts val="4600"/>
              </a:lnSpc>
              <a:defRPr sz="4200">
                <a:solidFill>
                  <a:schemeClr val="tx1"/>
                </a:solidFill>
                <a:latin typeface="+mj-lt"/>
              </a:defRPr>
            </a:lvl1pPr>
            <a:lvl2pPr marL="0" indent="0">
              <a:spcAft>
                <a:spcPts val="0"/>
              </a:spcAft>
              <a:buNone/>
              <a:defRPr sz="2400">
                <a:solidFill>
                  <a:schemeClr val="tx1"/>
                </a:solidFill>
                <a:latin typeface="GT America Regular" panose="00000500000000000000" pitchFamily="50" charset="0"/>
              </a:defRPr>
            </a:lvl2pPr>
            <a:lvl3pPr marL="0" indent="0">
              <a:spcAft>
                <a:spcPts val="0"/>
              </a:spcAft>
              <a:buNone/>
              <a:defRPr sz="2400">
                <a:solidFill>
                  <a:schemeClr val="tx1"/>
                </a:solidFill>
              </a:defRPr>
            </a:lvl3pPr>
            <a:lvl4pPr marL="0" indent="0">
              <a:spcAft>
                <a:spcPts val="0"/>
              </a:spcAft>
              <a:buNone/>
              <a:defRPr sz="2400">
                <a:solidFill>
                  <a:schemeClr val="tx1"/>
                </a:solidFill>
              </a:defRPr>
            </a:lvl4pPr>
            <a:lvl5pPr marL="0" indent="0">
              <a:spcAft>
                <a:spcPts val="0"/>
              </a:spcAft>
              <a:buNone/>
              <a:defRPr sz="2400">
                <a:solidFill>
                  <a:schemeClr val="tx1"/>
                </a:solidFill>
              </a:defRPr>
            </a:lvl5pPr>
            <a:lvl6pPr marL="0" indent="0">
              <a:spcAft>
                <a:spcPts val="0"/>
              </a:spcAft>
              <a:buNone/>
              <a:defRPr sz="2400">
                <a:solidFill>
                  <a:schemeClr val="tx1"/>
                </a:solidFill>
              </a:defRPr>
            </a:lvl6pPr>
            <a:lvl7pPr marL="0" indent="0">
              <a:spcAft>
                <a:spcPts val="0"/>
              </a:spcAft>
              <a:buNone/>
              <a:defRPr sz="2400">
                <a:solidFill>
                  <a:schemeClr val="tx1"/>
                </a:solidFill>
              </a:defRPr>
            </a:lvl7pPr>
            <a:lvl8pPr marL="0" indent="0">
              <a:spcAft>
                <a:spcPts val="0"/>
              </a:spcAft>
              <a:buNone/>
              <a:defRPr sz="2400">
                <a:solidFill>
                  <a:schemeClr val="tx1"/>
                </a:solidFill>
              </a:defRPr>
            </a:lvl8pPr>
            <a:lvl9pPr marL="0" indent="0">
              <a:spcAft>
                <a:spcPts val="0"/>
              </a:spcAft>
              <a:buNone/>
              <a:defRPr sz="2400">
                <a:solidFill>
                  <a:schemeClr val="tx1"/>
                </a:solidFill>
              </a:defRPr>
            </a:lvl9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660287451"/>
      </p:ext>
    </p:extLst>
  </p:cSld>
  <p:clrMapOvr>
    <a:overrideClrMapping bg1="dk1" tx1="lt1" bg2="dk2" tx2="lt2" accent1="accent1" accent2="accent2" accent3="accent3" accent4="accent4" accent5="accent5" accent6="accent6" hlink="hlink" folHlink="folHlink"/>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Quote - Photo">
    <p:bg>
      <p:bgPr>
        <a:solidFill>
          <a:schemeClr val="tx1"/>
        </a:solidFill>
        <a:effectLst/>
      </p:bgPr>
    </p:bg>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23F68FBE-251E-31B8-904E-1E16C461B772}"/>
              </a:ext>
            </a:extLst>
          </p:cNvPr>
          <p:cNvSpPr>
            <a:spLocks noGrp="1"/>
          </p:cNvSpPr>
          <p:nvPr>
            <p:ph type="pic" sz="quarter" idx="15"/>
          </p:nvPr>
        </p:nvSpPr>
        <p:spPr>
          <a:xfrm>
            <a:off x="0" y="0"/>
            <a:ext cx="12192000" cy="6858000"/>
          </a:xfrm>
          <a:custGeom>
            <a:avLst/>
            <a:gdLst>
              <a:gd name="connsiteX0" fmla="*/ 1221554 w 12192000"/>
              <a:gd name="connsiteY0" fmla="*/ 552450 h 6858000"/>
              <a:gd name="connsiteX1" fmla="*/ 1221554 w 12192000"/>
              <a:gd name="connsiteY1" fmla="*/ 707287 h 6858000"/>
              <a:gd name="connsiteX2" fmla="*/ 1287710 w 12192000"/>
              <a:gd name="connsiteY2" fmla="*/ 707287 h 6858000"/>
              <a:gd name="connsiteX3" fmla="*/ 1243606 w 12192000"/>
              <a:gd name="connsiteY3" fmla="*/ 828714 h 6858000"/>
              <a:gd name="connsiteX4" fmla="*/ 1277094 w 12192000"/>
              <a:gd name="connsiteY4" fmla="*/ 828714 h 6858000"/>
              <a:gd name="connsiteX5" fmla="*/ 1376737 w 12192000"/>
              <a:gd name="connsiteY5" fmla="*/ 695063 h 6858000"/>
              <a:gd name="connsiteX6" fmla="*/ 1376737 w 12192000"/>
              <a:gd name="connsiteY6" fmla="*/ 552450 h 6858000"/>
              <a:gd name="connsiteX7" fmla="*/ 546100 w 12192000"/>
              <a:gd name="connsiteY7" fmla="*/ 552450 h 6858000"/>
              <a:gd name="connsiteX8" fmla="*/ 546100 w 12192000"/>
              <a:gd name="connsiteY8" fmla="*/ 1122906 h 6858000"/>
              <a:gd name="connsiteX9" fmla="*/ 689033 w 12192000"/>
              <a:gd name="connsiteY9" fmla="*/ 1122906 h 6858000"/>
              <a:gd name="connsiteX10" fmla="*/ 689033 w 12192000"/>
              <a:gd name="connsiteY10" fmla="*/ 752925 h 6858000"/>
              <a:gd name="connsiteX11" fmla="*/ 709451 w 12192000"/>
              <a:gd name="connsiteY11" fmla="*/ 837678 h 6858000"/>
              <a:gd name="connsiteX12" fmla="*/ 785410 w 12192000"/>
              <a:gd name="connsiteY12" fmla="*/ 1122906 h 6858000"/>
              <a:gd name="connsiteX13" fmla="*/ 935693 w 12192000"/>
              <a:gd name="connsiteY13" fmla="*/ 1122906 h 6858000"/>
              <a:gd name="connsiteX14" fmla="*/ 1011652 w 12192000"/>
              <a:gd name="connsiteY14" fmla="*/ 837678 h 6858000"/>
              <a:gd name="connsiteX15" fmla="*/ 1032070 w 12192000"/>
              <a:gd name="connsiteY15" fmla="*/ 752925 h 6858000"/>
              <a:gd name="connsiteX16" fmla="*/ 1032070 w 12192000"/>
              <a:gd name="connsiteY16" fmla="*/ 1122906 h 6858000"/>
              <a:gd name="connsiteX17" fmla="*/ 1178270 w 12192000"/>
              <a:gd name="connsiteY17" fmla="*/ 1122906 h 6858000"/>
              <a:gd name="connsiteX18" fmla="*/ 1178270 w 12192000"/>
              <a:gd name="connsiteY18" fmla="*/ 552450 h 6858000"/>
              <a:gd name="connsiteX19" fmla="*/ 950395 w 12192000"/>
              <a:gd name="connsiteY19" fmla="*/ 552450 h 6858000"/>
              <a:gd name="connsiteX20" fmla="*/ 879337 w 12192000"/>
              <a:gd name="connsiteY20" fmla="*/ 845827 h 6858000"/>
              <a:gd name="connsiteX21" fmla="*/ 862185 w 12192000"/>
              <a:gd name="connsiteY21" fmla="*/ 927321 h 6858000"/>
              <a:gd name="connsiteX22" fmla="*/ 845033 w 12192000"/>
              <a:gd name="connsiteY22" fmla="*/ 845827 h 6858000"/>
              <a:gd name="connsiteX23" fmla="*/ 773976 w 12192000"/>
              <a:gd name="connsiteY23" fmla="*/ 552450 h 6858000"/>
              <a:gd name="connsiteX24" fmla="*/ 0 w 12192000"/>
              <a:gd name="connsiteY24" fmla="*/ 0 h 6858000"/>
              <a:gd name="connsiteX25" fmla="*/ 12192000 w 12192000"/>
              <a:gd name="connsiteY25" fmla="*/ 0 h 6858000"/>
              <a:gd name="connsiteX26" fmla="*/ 12192000 w 12192000"/>
              <a:gd name="connsiteY26" fmla="*/ 6858000 h 6858000"/>
              <a:gd name="connsiteX27" fmla="*/ 0 w 12192000"/>
              <a:gd name="connsiteY27"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2192000" h="6858000">
                <a:moveTo>
                  <a:pt x="1221554" y="552450"/>
                </a:moveTo>
                <a:lnTo>
                  <a:pt x="1221554" y="707287"/>
                </a:lnTo>
                <a:lnTo>
                  <a:pt x="1287710" y="707287"/>
                </a:lnTo>
                <a:lnTo>
                  <a:pt x="1243606" y="828714"/>
                </a:lnTo>
                <a:lnTo>
                  <a:pt x="1277094" y="828714"/>
                </a:lnTo>
                <a:lnTo>
                  <a:pt x="1376737" y="695063"/>
                </a:lnTo>
                <a:lnTo>
                  <a:pt x="1376737" y="552450"/>
                </a:lnTo>
                <a:close/>
                <a:moveTo>
                  <a:pt x="546100" y="552450"/>
                </a:moveTo>
                <a:lnTo>
                  <a:pt x="546100" y="1122906"/>
                </a:lnTo>
                <a:lnTo>
                  <a:pt x="689033" y="1122906"/>
                </a:lnTo>
                <a:lnTo>
                  <a:pt x="689033" y="752925"/>
                </a:lnTo>
                <a:lnTo>
                  <a:pt x="709451" y="837678"/>
                </a:lnTo>
                <a:lnTo>
                  <a:pt x="785410" y="1122906"/>
                </a:lnTo>
                <a:lnTo>
                  <a:pt x="935693" y="1122906"/>
                </a:lnTo>
                <a:lnTo>
                  <a:pt x="1011652" y="837678"/>
                </a:lnTo>
                <a:lnTo>
                  <a:pt x="1032070" y="752925"/>
                </a:lnTo>
                <a:lnTo>
                  <a:pt x="1032070" y="1122906"/>
                </a:lnTo>
                <a:lnTo>
                  <a:pt x="1178270" y="1122906"/>
                </a:lnTo>
                <a:lnTo>
                  <a:pt x="1178270" y="552450"/>
                </a:lnTo>
                <a:lnTo>
                  <a:pt x="950395" y="552450"/>
                </a:lnTo>
                <a:lnTo>
                  <a:pt x="879337" y="845827"/>
                </a:lnTo>
                <a:lnTo>
                  <a:pt x="862185" y="927321"/>
                </a:lnTo>
                <a:lnTo>
                  <a:pt x="845033" y="845827"/>
                </a:lnTo>
                <a:lnTo>
                  <a:pt x="773976" y="552450"/>
                </a:lnTo>
                <a:close/>
                <a:moveTo>
                  <a:pt x="0" y="0"/>
                </a:moveTo>
                <a:lnTo>
                  <a:pt x="12192000" y="0"/>
                </a:lnTo>
                <a:lnTo>
                  <a:pt x="12192000" y="6858000"/>
                </a:lnTo>
                <a:lnTo>
                  <a:pt x="0" y="6858000"/>
                </a:lnTo>
                <a:close/>
              </a:path>
            </a:pathLst>
          </a:custGeom>
          <a:solidFill>
            <a:srgbClr val="A6A9AA"/>
          </a:solidFill>
        </p:spPr>
        <p:txBody>
          <a:bodyPr wrap="square" lIns="548640" tIns="0" anchor="ctr" anchorCtr="0">
            <a:noAutofit/>
          </a:bodyPr>
          <a:lstStyle>
            <a:lvl1pPr algn="l">
              <a:defRPr>
                <a:solidFill>
                  <a:schemeClr val="tx1"/>
                </a:solidFill>
              </a:defRPr>
            </a:lvl1pPr>
          </a:lstStyle>
          <a:p>
            <a:r>
              <a:rPr lang="en-US"/>
              <a:t>Click icon to add picture</a:t>
            </a:r>
            <a:endParaRPr lang="en-US" dirty="0"/>
          </a:p>
        </p:txBody>
      </p:sp>
      <p:sp>
        <p:nvSpPr>
          <p:cNvPr id="3" name="Footer Placeholder 2">
            <a:extLst>
              <a:ext uri="{FF2B5EF4-FFF2-40B4-BE49-F238E27FC236}">
                <a16:creationId xmlns:a16="http://schemas.microsoft.com/office/drawing/2014/main" id="{0CA2D3CD-1E43-5FCD-B998-8E7207DE69E5}"/>
              </a:ext>
            </a:extLst>
          </p:cNvPr>
          <p:cNvSpPr>
            <a:spLocks noGrp="1"/>
          </p:cNvSpPr>
          <p:nvPr>
            <p:ph type="ftr" sz="quarter" idx="11"/>
          </p:nvPr>
        </p:nvSpPr>
        <p:spPr/>
        <p:txBody>
          <a:bodyPr/>
          <a:lstStyle/>
          <a:p>
            <a:r>
              <a:rPr lang="en-US"/>
              <a:t>See slide 12 for instructions on how to update footer</a:t>
            </a:r>
          </a:p>
        </p:txBody>
      </p:sp>
      <p:sp>
        <p:nvSpPr>
          <p:cNvPr id="4" name="Slide Number Placeholder 3">
            <a:extLst>
              <a:ext uri="{FF2B5EF4-FFF2-40B4-BE49-F238E27FC236}">
                <a16:creationId xmlns:a16="http://schemas.microsoft.com/office/drawing/2014/main" id="{F9F73C99-4E9B-1728-FFD7-DFD7DC5AF7B7}"/>
              </a:ext>
            </a:extLst>
          </p:cNvPr>
          <p:cNvSpPr>
            <a:spLocks noGrp="1"/>
          </p:cNvSpPr>
          <p:nvPr>
            <p:ph type="sldNum" sz="quarter" idx="12"/>
          </p:nvPr>
        </p:nvSpPr>
        <p:spPr/>
        <p:txBody>
          <a:bodyPr/>
          <a:lstStyle/>
          <a:p>
            <a:fld id="{862A5111-985B-C14D-9115-5787026182A8}" type="slidenum">
              <a:rPr lang="en-US" smtClean="0"/>
              <a:t>‹#›</a:t>
            </a:fld>
            <a:endParaRPr lang="en-US"/>
          </a:p>
        </p:txBody>
      </p:sp>
      <p:sp>
        <p:nvSpPr>
          <p:cNvPr id="7" name="Text Placeholder 7">
            <a:extLst>
              <a:ext uri="{FF2B5EF4-FFF2-40B4-BE49-F238E27FC236}">
                <a16:creationId xmlns:a16="http://schemas.microsoft.com/office/drawing/2014/main" id="{FF0E76BC-245F-8420-594E-37916313D315}"/>
              </a:ext>
            </a:extLst>
          </p:cNvPr>
          <p:cNvSpPr>
            <a:spLocks noGrp="1"/>
          </p:cNvSpPr>
          <p:nvPr>
            <p:ph type="body" sz="quarter" idx="16"/>
          </p:nvPr>
        </p:nvSpPr>
        <p:spPr>
          <a:xfrm>
            <a:off x="3367087" y="1415038"/>
            <a:ext cx="8270876" cy="4171375"/>
          </a:xfrm>
        </p:spPr>
        <p:txBody>
          <a:bodyPr anchor="b"/>
          <a:lstStyle>
            <a:lvl1pPr>
              <a:lnSpc>
                <a:spcPts val="4600"/>
              </a:lnSpc>
              <a:defRPr sz="4200">
                <a:solidFill>
                  <a:schemeClr val="tx1"/>
                </a:solidFill>
                <a:latin typeface="+mj-lt"/>
              </a:defRPr>
            </a:lvl1pPr>
            <a:lvl2pPr marL="0" indent="0">
              <a:spcAft>
                <a:spcPts val="0"/>
              </a:spcAft>
              <a:buNone/>
              <a:defRPr sz="2400">
                <a:solidFill>
                  <a:schemeClr val="tx1"/>
                </a:solidFill>
                <a:latin typeface="GT America Regular" panose="00000500000000000000" pitchFamily="50" charset="0"/>
              </a:defRPr>
            </a:lvl2pPr>
            <a:lvl3pPr marL="0" indent="0">
              <a:spcAft>
                <a:spcPts val="0"/>
              </a:spcAft>
              <a:buNone/>
              <a:defRPr sz="2400">
                <a:solidFill>
                  <a:schemeClr val="tx1"/>
                </a:solidFill>
              </a:defRPr>
            </a:lvl3pPr>
            <a:lvl4pPr marL="0" indent="0">
              <a:spcAft>
                <a:spcPts val="0"/>
              </a:spcAft>
              <a:buNone/>
              <a:defRPr sz="2400">
                <a:solidFill>
                  <a:schemeClr val="tx1"/>
                </a:solidFill>
              </a:defRPr>
            </a:lvl4pPr>
            <a:lvl5pPr marL="0" indent="0">
              <a:spcAft>
                <a:spcPts val="0"/>
              </a:spcAft>
              <a:buNone/>
              <a:defRPr sz="2400">
                <a:solidFill>
                  <a:schemeClr val="tx1"/>
                </a:solidFill>
              </a:defRPr>
            </a:lvl5pPr>
            <a:lvl6pPr marL="0" indent="0">
              <a:spcAft>
                <a:spcPts val="0"/>
              </a:spcAft>
              <a:buNone/>
              <a:defRPr sz="2400">
                <a:solidFill>
                  <a:schemeClr val="tx1"/>
                </a:solidFill>
              </a:defRPr>
            </a:lvl6pPr>
            <a:lvl7pPr marL="0" indent="0">
              <a:spcAft>
                <a:spcPts val="0"/>
              </a:spcAft>
              <a:buNone/>
              <a:defRPr sz="2400">
                <a:solidFill>
                  <a:schemeClr val="tx1"/>
                </a:solidFill>
              </a:defRPr>
            </a:lvl7pPr>
            <a:lvl8pPr marL="0" indent="0">
              <a:spcAft>
                <a:spcPts val="0"/>
              </a:spcAft>
              <a:buNone/>
              <a:defRPr sz="2400">
                <a:solidFill>
                  <a:schemeClr val="tx1"/>
                </a:solidFill>
              </a:defRPr>
            </a:lvl8pPr>
            <a:lvl9pPr marL="0" indent="0">
              <a:spcAft>
                <a:spcPts val="0"/>
              </a:spcAft>
              <a:buNone/>
              <a:defRPr sz="2400">
                <a:solidFill>
                  <a:schemeClr val="tx1"/>
                </a:solidFill>
              </a:defRPr>
            </a:lvl9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3911097139"/>
      </p:ext>
    </p:extLst>
  </p:cSld>
  <p:clrMapOvr>
    <a:overrideClrMapping bg1="dk1" tx1="lt1" bg2="dk2" tx2="lt2" accent1="accent1" accent2="accent2" accent3="accent3" accent4="accent4" accent5="accent5" accent6="accent6" hlink="hlink" folHlink="folHlink"/>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Executive Summary/Key Takeaways 1">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0DE63420-A2BC-EC7A-3A8C-CA23AF97535A}"/>
              </a:ext>
            </a:extLst>
          </p:cNvPr>
          <p:cNvSpPr/>
          <p:nvPr userDrawn="1"/>
        </p:nvSpPr>
        <p:spPr bwMode="hidden">
          <a:xfrm>
            <a:off x="0" y="-1"/>
            <a:ext cx="4060556" cy="6861175"/>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 name="Picture 1" descr="A blue and black background&#10;&#10;Description automatically generated">
            <a:extLst>
              <a:ext uri="{FF2B5EF4-FFF2-40B4-BE49-F238E27FC236}">
                <a16:creationId xmlns:a16="http://schemas.microsoft.com/office/drawing/2014/main" id="{97914066-9D48-E454-16D9-2005965187FB}"/>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l="35254" t="8024" r="-1" b="-8024"/>
          <a:stretch/>
        </p:blipFill>
        <p:spPr bwMode="hidden">
          <a:xfrm>
            <a:off x="0" y="1"/>
            <a:ext cx="4060556" cy="6861174"/>
          </a:xfrm>
          <a:prstGeom prst="rect">
            <a:avLst/>
          </a:prstGeom>
        </p:spPr>
      </p:pic>
      <p:sp>
        <p:nvSpPr>
          <p:cNvPr id="3" name="Footer Placeholder 2">
            <a:extLst>
              <a:ext uri="{FF2B5EF4-FFF2-40B4-BE49-F238E27FC236}">
                <a16:creationId xmlns:a16="http://schemas.microsoft.com/office/drawing/2014/main" id="{0CA2D3CD-1E43-5FCD-B998-8E7207DE69E5}"/>
              </a:ext>
            </a:extLst>
          </p:cNvPr>
          <p:cNvSpPr>
            <a:spLocks noGrp="1"/>
          </p:cNvSpPr>
          <p:nvPr>
            <p:ph type="ftr" sz="quarter" idx="11"/>
          </p:nvPr>
        </p:nvSpPr>
        <p:spPr/>
        <p:txBody>
          <a:bodyPr/>
          <a:lstStyle/>
          <a:p>
            <a:r>
              <a:rPr lang="en-US"/>
              <a:t>See slide 12 for instructions on how to update footer</a:t>
            </a:r>
            <a:endParaRPr lang="en-US" dirty="0"/>
          </a:p>
        </p:txBody>
      </p:sp>
      <p:sp>
        <p:nvSpPr>
          <p:cNvPr id="4" name="Slide Number Placeholder 3">
            <a:extLst>
              <a:ext uri="{FF2B5EF4-FFF2-40B4-BE49-F238E27FC236}">
                <a16:creationId xmlns:a16="http://schemas.microsoft.com/office/drawing/2014/main" id="{F9F73C99-4E9B-1728-FFD7-DFD7DC5AF7B7}"/>
              </a:ext>
            </a:extLst>
          </p:cNvPr>
          <p:cNvSpPr>
            <a:spLocks noGrp="1"/>
          </p:cNvSpPr>
          <p:nvPr>
            <p:ph type="sldNum" sz="quarter" idx="12"/>
          </p:nvPr>
        </p:nvSpPr>
        <p:spPr>
          <a:xfrm>
            <a:off x="10429875" y="6311900"/>
            <a:ext cx="1208087" cy="269875"/>
          </a:xfrm>
        </p:spPr>
        <p:txBody>
          <a:bodyPr/>
          <a:lstStyle/>
          <a:p>
            <a:fld id="{862A5111-985B-C14D-9115-5787026182A8}" type="slidenum">
              <a:rPr lang="en-US" smtClean="0"/>
              <a:t>‹#›</a:t>
            </a:fld>
            <a:endParaRPr lang="en-US" dirty="0"/>
          </a:p>
        </p:txBody>
      </p:sp>
      <p:sp>
        <p:nvSpPr>
          <p:cNvPr id="6" name="Freeform 5">
            <a:extLst>
              <a:ext uri="{FF2B5EF4-FFF2-40B4-BE49-F238E27FC236}">
                <a16:creationId xmlns:a16="http://schemas.microsoft.com/office/drawing/2014/main" id="{5BCC6303-B8A8-E0F3-1B26-45B29EE4DC62}"/>
              </a:ext>
            </a:extLst>
          </p:cNvPr>
          <p:cNvSpPr/>
          <p:nvPr/>
        </p:nvSpPr>
        <p:spPr>
          <a:xfrm>
            <a:off x="554038" y="6469335"/>
            <a:ext cx="678511" cy="112440"/>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chemeClr val="bg1"/>
          </a:solidFill>
          <a:ln w="0" cap="flat">
            <a:noFill/>
            <a:prstDash val="solid"/>
            <a:miter/>
          </a:ln>
        </p:spPr>
        <p:txBody>
          <a:bodyPr rtlCol="0" anchor="ctr"/>
          <a:lstStyle/>
          <a:p>
            <a:endParaRPr lang="en-US"/>
          </a:p>
        </p:txBody>
      </p:sp>
      <p:sp>
        <p:nvSpPr>
          <p:cNvPr id="12" name="Freeform 5">
            <a:extLst>
              <a:ext uri="{FF2B5EF4-FFF2-40B4-BE49-F238E27FC236}">
                <a16:creationId xmlns:a16="http://schemas.microsoft.com/office/drawing/2014/main" id="{B2BF897B-C4FE-7F0C-FE2C-6956C830B315}"/>
              </a:ext>
            </a:extLst>
          </p:cNvPr>
          <p:cNvSpPr/>
          <p:nvPr userDrawn="1"/>
        </p:nvSpPr>
        <p:spPr bwMode="black">
          <a:xfrm>
            <a:off x="554038" y="6469335"/>
            <a:ext cx="678511" cy="112440"/>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chemeClr val="bg1"/>
          </a:solidFill>
          <a:ln w="0" cap="flat">
            <a:noFill/>
            <a:prstDash val="solid"/>
            <a:miter/>
          </a:ln>
        </p:spPr>
        <p:txBody>
          <a:bodyPr rtlCol="0" anchor="ctr"/>
          <a:lstStyle/>
          <a:p>
            <a:endParaRPr lang="en-US"/>
          </a:p>
        </p:txBody>
      </p:sp>
      <p:sp>
        <p:nvSpPr>
          <p:cNvPr id="11" name="Title 10">
            <a:extLst>
              <a:ext uri="{FF2B5EF4-FFF2-40B4-BE49-F238E27FC236}">
                <a16:creationId xmlns:a16="http://schemas.microsoft.com/office/drawing/2014/main" id="{B916CF33-A497-0AD3-3B6A-557E34121E76}"/>
              </a:ext>
            </a:extLst>
          </p:cNvPr>
          <p:cNvSpPr>
            <a:spLocks noGrp="1"/>
          </p:cNvSpPr>
          <p:nvPr>
            <p:ph type="title"/>
          </p:nvPr>
        </p:nvSpPr>
        <p:spPr>
          <a:xfrm>
            <a:off x="546100" y="552450"/>
            <a:ext cx="3300984" cy="869950"/>
          </a:xfrm>
        </p:spPr>
        <p:txBody>
          <a:bodyPr rIns="182880"/>
          <a:lstStyle>
            <a:lvl1pPr>
              <a:defRPr>
                <a:solidFill>
                  <a:schemeClr val="bg1"/>
                </a:solidFill>
              </a:defRPr>
            </a:lvl1pPr>
          </a:lstStyle>
          <a:p>
            <a:r>
              <a:rPr lang="en-US"/>
              <a:t>Click to edit Master title style</a:t>
            </a:r>
            <a:endParaRPr lang="en-US" dirty="0"/>
          </a:p>
        </p:txBody>
      </p:sp>
      <p:sp>
        <p:nvSpPr>
          <p:cNvPr id="5" name="Text Placeholder 5">
            <a:extLst>
              <a:ext uri="{FF2B5EF4-FFF2-40B4-BE49-F238E27FC236}">
                <a16:creationId xmlns:a16="http://schemas.microsoft.com/office/drawing/2014/main" id="{DAB1020F-2330-5C4C-014E-9A0A4D6C7B46}"/>
              </a:ext>
            </a:extLst>
          </p:cNvPr>
          <p:cNvSpPr>
            <a:spLocks noGrp="1"/>
          </p:cNvSpPr>
          <p:nvPr>
            <p:ph type="body" sz="quarter" idx="13" hasCustomPrompt="1"/>
          </p:nvPr>
        </p:nvSpPr>
        <p:spPr>
          <a:xfrm>
            <a:off x="546101" y="5586413"/>
            <a:ext cx="3300984" cy="725487"/>
          </a:xfrm>
        </p:spPr>
        <p:txBody>
          <a:bodyPr rIns="274320" anchor="b">
            <a:normAutofit/>
          </a:bodyPr>
          <a:lstStyle>
            <a:lvl1pPr>
              <a:defRPr sz="600">
                <a:solidFill>
                  <a:schemeClr val="bg1"/>
                </a:solidFill>
              </a:defRPr>
            </a:lvl1pPr>
            <a:lvl2pPr marL="0" indent="0">
              <a:buNone/>
              <a:defRPr sz="600">
                <a:solidFill>
                  <a:schemeClr val="bg1"/>
                </a:solidFill>
              </a:defRPr>
            </a:lvl2pPr>
            <a:lvl3pPr marL="0" indent="0">
              <a:buNone/>
              <a:defRPr sz="600">
                <a:solidFill>
                  <a:schemeClr val="bg1"/>
                </a:solidFill>
              </a:defRPr>
            </a:lvl3pPr>
            <a:lvl4pPr marL="0" indent="0">
              <a:buNone/>
              <a:defRPr sz="600">
                <a:solidFill>
                  <a:schemeClr val="bg1"/>
                </a:solidFill>
              </a:defRPr>
            </a:lvl4pPr>
            <a:lvl5pPr marL="0" indent="0">
              <a:buNone/>
              <a:defRPr sz="600">
                <a:solidFill>
                  <a:schemeClr val="bg1"/>
                </a:solidFill>
              </a:defRPr>
            </a:lvl5pPr>
            <a:lvl6pPr marL="0" indent="0">
              <a:buNone/>
              <a:defRPr sz="600">
                <a:solidFill>
                  <a:schemeClr val="bg1"/>
                </a:solidFill>
              </a:defRPr>
            </a:lvl6pPr>
            <a:lvl7pPr marL="0" indent="0">
              <a:buNone/>
              <a:defRPr sz="600">
                <a:solidFill>
                  <a:schemeClr val="bg1"/>
                </a:solidFill>
              </a:defRPr>
            </a:lvl7pPr>
            <a:lvl8pPr marL="0" indent="0">
              <a:buNone/>
              <a:defRPr sz="600">
                <a:solidFill>
                  <a:schemeClr val="bg1"/>
                </a:solidFill>
              </a:defRPr>
            </a:lvl8pPr>
            <a:lvl9pPr marL="0" indent="0">
              <a:buNone/>
              <a:defRPr sz="600">
                <a:solidFill>
                  <a:schemeClr val="bg1"/>
                </a:solidFill>
              </a:defRPr>
            </a:lvl9pPr>
          </a:lstStyle>
          <a:p>
            <a:pPr lvl="0"/>
            <a:r>
              <a:rPr lang="en-US" dirty="0"/>
              <a:t>Click to add footnotes or disclaimer information</a:t>
            </a:r>
          </a:p>
        </p:txBody>
      </p:sp>
      <p:sp>
        <p:nvSpPr>
          <p:cNvPr id="8" name="Content Placeholder 14">
            <a:extLst>
              <a:ext uri="{FF2B5EF4-FFF2-40B4-BE49-F238E27FC236}">
                <a16:creationId xmlns:a16="http://schemas.microsoft.com/office/drawing/2014/main" id="{A1DFA430-6288-90D6-63A5-55E9803EDA48}"/>
              </a:ext>
            </a:extLst>
          </p:cNvPr>
          <p:cNvSpPr>
            <a:spLocks noGrp="1"/>
          </p:cNvSpPr>
          <p:nvPr>
            <p:ph sz="quarter" idx="18"/>
          </p:nvPr>
        </p:nvSpPr>
        <p:spPr>
          <a:xfrm>
            <a:off x="4794909" y="550862"/>
            <a:ext cx="6843053" cy="5616576"/>
          </a:xfrm>
        </p:spPr>
        <p:txBody>
          <a:bodyPr/>
          <a:lstStyle>
            <a:lvl1pPr>
              <a:defRPr sz="1800" b="1">
                <a:solidFill>
                  <a:schemeClr val="tx2"/>
                </a:solidFill>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Text Placeholder 9">
            <a:extLst>
              <a:ext uri="{FF2B5EF4-FFF2-40B4-BE49-F238E27FC236}">
                <a16:creationId xmlns:a16="http://schemas.microsoft.com/office/drawing/2014/main" id="{5FD3F13F-3407-E665-485F-994A6707FD73}"/>
              </a:ext>
            </a:extLst>
          </p:cNvPr>
          <p:cNvSpPr>
            <a:spLocks noGrp="1"/>
          </p:cNvSpPr>
          <p:nvPr>
            <p:ph type="body" sz="quarter" idx="15"/>
          </p:nvPr>
        </p:nvSpPr>
        <p:spPr>
          <a:xfrm>
            <a:off x="546099" y="1849439"/>
            <a:ext cx="3300984" cy="3443286"/>
          </a:xfrm>
        </p:spPr>
        <p:txBody>
          <a:bodyPr>
            <a:normAutofit/>
          </a:bodyPr>
          <a:lstStyle>
            <a:lvl1pPr>
              <a:spcBef>
                <a:spcPts val="2400"/>
              </a:spcBef>
              <a:defRPr b="0" i="0">
                <a:solidFill>
                  <a:schemeClr val="bg1"/>
                </a:solidFill>
                <a:latin typeface="+mn-lt"/>
                <a:ea typeface="GT America Regular" charset="0"/>
                <a:cs typeface="GT America Regular" charset="0"/>
              </a:defRPr>
            </a:lvl1pPr>
            <a:lvl2pPr marL="285750" indent="-285750">
              <a:buFont typeface="GT America Regular" pitchFamily="2" charset="77"/>
              <a:buChar char="→"/>
              <a:defRPr>
                <a:solidFill>
                  <a:schemeClr val="bg1"/>
                </a:solidFill>
              </a:defRPr>
            </a:lvl2pPr>
            <a:lvl3pPr marL="0" indent="0">
              <a:buNone/>
              <a:defRPr>
                <a:solidFill>
                  <a:schemeClr val="bg1"/>
                </a:solidFill>
              </a:defRPr>
            </a:lvl3pPr>
            <a:lvl4pPr marL="283464">
              <a:defRPr>
                <a:solidFill>
                  <a:schemeClr val="bg1"/>
                </a:solidFill>
              </a:defRPr>
            </a:lvl4pPr>
            <a:lvl5pPr marL="283464" indent="0">
              <a:buNone/>
              <a:defRPr sz="1400">
                <a:solidFill>
                  <a:schemeClr val="bg1"/>
                </a:solidFill>
              </a:defRPr>
            </a:lvl5pPr>
            <a:lvl6pPr marL="283464">
              <a:defRPr>
                <a:solidFill>
                  <a:schemeClr val="bg1"/>
                </a:solidFill>
              </a:defRPr>
            </a:lvl6pPr>
            <a:lvl7pPr marL="283464" indent="0">
              <a:buNone/>
              <a:defRPr>
                <a:solidFill>
                  <a:schemeClr val="bg1"/>
                </a:solidFill>
              </a:defRPr>
            </a:lvl7pPr>
            <a:lvl8pPr marL="283464">
              <a:defRPr>
                <a:solidFill>
                  <a:schemeClr val="bg1"/>
                </a:solidFill>
              </a:defRPr>
            </a:lvl8pPr>
            <a:lvl9pPr marL="283464" indent="0">
              <a:buNone/>
              <a:defRPr>
                <a:solidFill>
                  <a:schemeClr val="bg1"/>
                </a:solidFill>
              </a:defRPr>
            </a:lvl9pPr>
          </a:lstStyle>
          <a:p>
            <a:pPr lvl="0"/>
            <a:r>
              <a:rPr lang="en-US"/>
              <a:t>Click to edit Master text styles</a:t>
            </a:r>
          </a:p>
        </p:txBody>
      </p:sp>
      <p:grpSp>
        <p:nvGrpSpPr>
          <p:cNvPr id="7" name="Group 6">
            <a:extLst>
              <a:ext uri="{FF2B5EF4-FFF2-40B4-BE49-F238E27FC236}">
                <a16:creationId xmlns:a16="http://schemas.microsoft.com/office/drawing/2014/main" id="{1E0B41F4-0319-3204-011D-A71CE3D85620}"/>
              </a:ext>
            </a:extLst>
          </p:cNvPr>
          <p:cNvGrpSpPr/>
          <p:nvPr userDrawn="1"/>
        </p:nvGrpSpPr>
        <p:grpSpPr>
          <a:xfrm>
            <a:off x="12356815" y="0"/>
            <a:ext cx="756834" cy="6872642"/>
            <a:chOff x="12356815" y="0"/>
            <a:chExt cx="756834" cy="6872642"/>
          </a:xfrm>
        </p:grpSpPr>
        <p:sp>
          <p:nvSpPr>
            <p:cNvPr id="13" name="Rectangle 12">
              <a:extLst>
                <a:ext uri="{FF2B5EF4-FFF2-40B4-BE49-F238E27FC236}">
                  <a16:creationId xmlns:a16="http://schemas.microsoft.com/office/drawing/2014/main" id="{0B9AE363-2B15-6098-31F2-30F9F9397925}"/>
                </a:ext>
              </a:extLst>
            </p:cNvPr>
            <p:cNvSpPr/>
            <p:nvPr userDrawn="1"/>
          </p:nvSpPr>
          <p:spPr>
            <a:xfrm>
              <a:off x="12356815" y="0"/>
              <a:ext cx="553069" cy="3279913"/>
            </a:xfrm>
            <a:prstGeom prst="rect">
              <a:avLst/>
            </a:prstGeom>
            <a:solidFill>
              <a:schemeClr val="bg1">
                <a:lumMod val="95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a:p>
          </p:txBody>
        </p:sp>
        <p:sp>
          <p:nvSpPr>
            <p:cNvPr id="14" name="TextBox 13">
              <a:extLst>
                <a:ext uri="{FF2B5EF4-FFF2-40B4-BE49-F238E27FC236}">
                  <a16:creationId xmlns:a16="http://schemas.microsoft.com/office/drawing/2014/main" id="{AF9868B9-E430-0448-F473-E67BDD070515}"/>
                </a:ext>
              </a:extLst>
            </p:cNvPr>
            <p:cNvSpPr txBox="1"/>
            <p:nvPr userDrawn="1"/>
          </p:nvSpPr>
          <p:spPr>
            <a:xfrm rot="16200000">
              <a:off x="12332217" y="1580677"/>
              <a:ext cx="1444306" cy="118559"/>
            </a:xfrm>
            <a:prstGeom prst="rect">
              <a:avLst/>
            </a:prstGeom>
            <a:noFill/>
          </p:spPr>
          <p:txBody>
            <a:bodyPr wrap="none" lIns="0" tIns="0" rIns="0" bIns="0" rtlCol="0">
              <a:spAutoFit/>
            </a:bodyPr>
            <a:lstStyle/>
            <a:p>
              <a:pPr algn="l">
                <a:lnSpc>
                  <a:spcPct val="101000"/>
                </a:lnSpc>
                <a:spcAft>
                  <a:spcPts val="600"/>
                </a:spcAft>
              </a:pPr>
              <a:r>
                <a:rPr kumimoji="0" lang="en-CR" sz="800" b="1" i="0" u="none" strike="noStrike" kern="1200" cap="none" spc="0" normalizeH="0" baseline="0" noProof="0">
                  <a:ln>
                    <a:noFill/>
                  </a:ln>
                  <a:solidFill>
                    <a:srgbClr val="000000"/>
                  </a:solidFill>
                  <a:effectLst/>
                  <a:uLnTx/>
                  <a:uFillTx/>
                  <a:ea typeface="GT America Regular" charset="0"/>
                  <a:cs typeface="GT America Regular" charset="0"/>
                </a:rPr>
                <a:t>ON LIGHT AND EXTRA LIGHT</a:t>
              </a:r>
            </a:p>
          </p:txBody>
        </p:sp>
        <p:sp>
          <p:nvSpPr>
            <p:cNvPr id="15" name="Rectangle 14">
              <a:extLst>
                <a:ext uri="{FF2B5EF4-FFF2-40B4-BE49-F238E27FC236}">
                  <a16:creationId xmlns:a16="http://schemas.microsoft.com/office/drawing/2014/main" id="{424E6C77-94FE-3295-E051-80AF70060F6A}"/>
                </a:ext>
              </a:extLst>
            </p:cNvPr>
            <p:cNvSpPr/>
            <p:nvPr userDrawn="1"/>
          </p:nvSpPr>
          <p:spPr>
            <a:xfrm>
              <a:off x="12356815" y="3592729"/>
              <a:ext cx="553069" cy="3279913"/>
            </a:xfrm>
            <a:prstGeom prst="rect">
              <a:avLst/>
            </a:prstGeom>
            <a:solidFill>
              <a:schemeClr val="tx2"/>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a:p>
          </p:txBody>
        </p:sp>
        <p:grpSp>
          <p:nvGrpSpPr>
            <p:cNvPr id="16" name="Group 15">
              <a:extLst>
                <a:ext uri="{FF2B5EF4-FFF2-40B4-BE49-F238E27FC236}">
                  <a16:creationId xmlns:a16="http://schemas.microsoft.com/office/drawing/2014/main" id="{1F28EAAC-AF77-EDB7-3784-5A291774E494}"/>
                </a:ext>
              </a:extLst>
            </p:cNvPr>
            <p:cNvGrpSpPr/>
            <p:nvPr userDrawn="1"/>
          </p:nvGrpSpPr>
          <p:grpSpPr>
            <a:xfrm>
              <a:off x="12442019" y="3791214"/>
              <a:ext cx="382660" cy="2882942"/>
              <a:chOff x="14001569" y="3716048"/>
              <a:chExt cx="316248" cy="3171236"/>
            </a:xfrm>
          </p:grpSpPr>
          <p:sp>
            <p:nvSpPr>
              <p:cNvPr id="29" name="Rectangle 28">
                <a:extLst>
                  <a:ext uri="{FF2B5EF4-FFF2-40B4-BE49-F238E27FC236}">
                    <a16:creationId xmlns:a16="http://schemas.microsoft.com/office/drawing/2014/main" id="{F1C37BC7-8170-E653-6064-7AC34BCB9AEB}"/>
                  </a:ext>
                </a:extLst>
              </p:cNvPr>
              <p:cNvSpPr/>
              <p:nvPr userDrawn="1"/>
            </p:nvSpPr>
            <p:spPr>
              <a:xfrm rot="5400000">
                <a:off x="14033099" y="5954114"/>
                <a:ext cx="253188" cy="316248"/>
              </a:xfrm>
              <a:prstGeom prst="rect">
                <a:avLst/>
              </a:prstGeom>
              <a:solidFill>
                <a:srgbClr val="005E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30" name="Rectangle 29">
                <a:extLst>
                  <a:ext uri="{FF2B5EF4-FFF2-40B4-BE49-F238E27FC236}">
                    <a16:creationId xmlns:a16="http://schemas.microsoft.com/office/drawing/2014/main" id="{AD1B037B-079E-3DC0-9D93-89EEDF5C1EAE}"/>
                  </a:ext>
                </a:extLst>
              </p:cNvPr>
              <p:cNvSpPr/>
              <p:nvPr userDrawn="1"/>
            </p:nvSpPr>
            <p:spPr>
              <a:xfrm rot="5400000">
                <a:off x="14033099" y="6278342"/>
                <a:ext cx="253188" cy="316248"/>
              </a:xfrm>
              <a:prstGeom prst="rect">
                <a:avLst/>
              </a:prstGeom>
              <a:solidFill>
                <a:srgbClr val="B8B9D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31" name="Rectangle 30">
                <a:extLst>
                  <a:ext uri="{FF2B5EF4-FFF2-40B4-BE49-F238E27FC236}">
                    <a16:creationId xmlns:a16="http://schemas.microsoft.com/office/drawing/2014/main" id="{10B3F0AF-DFEC-E047-E50D-ABEEA5A0B934}"/>
                  </a:ext>
                </a:extLst>
              </p:cNvPr>
              <p:cNvSpPr/>
              <p:nvPr userDrawn="1"/>
            </p:nvSpPr>
            <p:spPr>
              <a:xfrm rot="5400000">
                <a:off x="14033099" y="6602566"/>
                <a:ext cx="253188" cy="316248"/>
              </a:xfrm>
              <a:prstGeom prst="rect">
                <a:avLst/>
              </a:prstGeom>
              <a:solidFill>
                <a:srgbClr val="FBE6D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32" name="Rectangle 31">
                <a:extLst>
                  <a:ext uri="{FF2B5EF4-FFF2-40B4-BE49-F238E27FC236}">
                    <a16:creationId xmlns:a16="http://schemas.microsoft.com/office/drawing/2014/main" id="{EA253EF6-5C3F-4740-6620-6F2A6F5D8CB7}"/>
                  </a:ext>
                </a:extLst>
              </p:cNvPr>
              <p:cNvSpPr/>
              <p:nvPr userDrawn="1"/>
            </p:nvSpPr>
            <p:spPr>
              <a:xfrm rot="5400000">
                <a:off x="14033099" y="4981430"/>
                <a:ext cx="253188" cy="316248"/>
              </a:xfrm>
              <a:prstGeom prst="rect">
                <a:avLst/>
              </a:prstGeom>
              <a:solidFill>
                <a:srgbClr val="BCE09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33" name="Rectangle 32">
                <a:extLst>
                  <a:ext uri="{FF2B5EF4-FFF2-40B4-BE49-F238E27FC236}">
                    <a16:creationId xmlns:a16="http://schemas.microsoft.com/office/drawing/2014/main" id="{7B73D472-90F3-CC61-0768-10A9C3556736}"/>
                  </a:ext>
                </a:extLst>
              </p:cNvPr>
              <p:cNvSpPr/>
              <p:nvPr userDrawn="1"/>
            </p:nvSpPr>
            <p:spPr>
              <a:xfrm rot="5400000">
                <a:off x="14033099" y="5305658"/>
                <a:ext cx="253188" cy="316248"/>
              </a:xfrm>
              <a:prstGeom prst="rect">
                <a:avLst/>
              </a:prstGeom>
              <a:solidFill>
                <a:srgbClr val="E9783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34" name="Rectangle 33">
                <a:extLst>
                  <a:ext uri="{FF2B5EF4-FFF2-40B4-BE49-F238E27FC236}">
                    <a16:creationId xmlns:a16="http://schemas.microsoft.com/office/drawing/2014/main" id="{E4CA71D8-4942-A237-92D0-8123D2A504D8}"/>
                  </a:ext>
                </a:extLst>
              </p:cNvPr>
              <p:cNvSpPr/>
              <p:nvPr userDrawn="1"/>
            </p:nvSpPr>
            <p:spPr>
              <a:xfrm rot="5400000">
                <a:off x="14033099" y="5629886"/>
                <a:ext cx="253188" cy="316248"/>
              </a:xfrm>
              <a:prstGeom prst="rect">
                <a:avLst/>
              </a:prstGeom>
              <a:solidFill>
                <a:srgbClr val="B9056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35" name="Rectangle 34">
                <a:extLst>
                  <a:ext uri="{FF2B5EF4-FFF2-40B4-BE49-F238E27FC236}">
                    <a16:creationId xmlns:a16="http://schemas.microsoft.com/office/drawing/2014/main" id="{CF2ED112-9FEA-1F49-439A-9AA1D109EB45}"/>
                  </a:ext>
                </a:extLst>
              </p:cNvPr>
              <p:cNvSpPr/>
              <p:nvPr userDrawn="1"/>
            </p:nvSpPr>
            <p:spPr>
              <a:xfrm rot="5400000">
                <a:off x="14033099" y="3684518"/>
                <a:ext cx="253188" cy="316248"/>
              </a:xfrm>
              <a:prstGeom prst="rect">
                <a:avLst/>
              </a:prstGeom>
              <a:solidFill>
                <a:srgbClr val="9DC2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36" name="Rectangle 35">
                <a:extLst>
                  <a:ext uri="{FF2B5EF4-FFF2-40B4-BE49-F238E27FC236}">
                    <a16:creationId xmlns:a16="http://schemas.microsoft.com/office/drawing/2014/main" id="{02B7BB8C-E745-5452-50A5-50095F961A27}"/>
                  </a:ext>
                </a:extLst>
              </p:cNvPr>
              <p:cNvSpPr/>
              <p:nvPr userDrawn="1"/>
            </p:nvSpPr>
            <p:spPr>
              <a:xfrm rot="5400000">
                <a:off x="14033099" y="4008746"/>
                <a:ext cx="253188" cy="316248"/>
              </a:xfrm>
              <a:prstGeom prst="rect">
                <a:avLst/>
              </a:prstGeom>
              <a:solidFill>
                <a:srgbClr val="309DA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37" name="Rectangle 36">
                <a:extLst>
                  <a:ext uri="{FF2B5EF4-FFF2-40B4-BE49-F238E27FC236}">
                    <a16:creationId xmlns:a16="http://schemas.microsoft.com/office/drawing/2014/main" id="{0D36997E-1AE3-9DA0-6A8E-9E22A40779E6}"/>
                  </a:ext>
                </a:extLst>
              </p:cNvPr>
              <p:cNvSpPr/>
              <p:nvPr userDrawn="1"/>
            </p:nvSpPr>
            <p:spPr>
              <a:xfrm rot="5400000">
                <a:off x="14033099" y="4332974"/>
                <a:ext cx="253188" cy="316248"/>
              </a:xfrm>
              <a:prstGeom prst="rect">
                <a:avLst/>
              </a:prstGeom>
              <a:solidFill>
                <a:srgbClr val="E2C22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38" name="Rectangle 37">
                <a:extLst>
                  <a:ext uri="{FF2B5EF4-FFF2-40B4-BE49-F238E27FC236}">
                    <a16:creationId xmlns:a16="http://schemas.microsoft.com/office/drawing/2014/main" id="{EED529C4-F80F-760A-4E8C-AEAB1DE20754}"/>
                  </a:ext>
                </a:extLst>
              </p:cNvPr>
              <p:cNvSpPr/>
              <p:nvPr userDrawn="1"/>
            </p:nvSpPr>
            <p:spPr>
              <a:xfrm rot="5400000">
                <a:off x="14033099" y="4657202"/>
                <a:ext cx="253188" cy="316248"/>
              </a:xfrm>
              <a:prstGeom prst="rect">
                <a:avLst/>
              </a:prstGeom>
              <a:solidFill>
                <a:srgbClr val="9158B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grpSp>
        <p:grpSp>
          <p:nvGrpSpPr>
            <p:cNvPr id="17" name="Group 16">
              <a:extLst>
                <a:ext uri="{FF2B5EF4-FFF2-40B4-BE49-F238E27FC236}">
                  <a16:creationId xmlns:a16="http://schemas.microsoft.com/office/drawing/2014/main" id="{5EF460BB-9B55-130A-F227-1C0035D1422F}"/>
                </a:ext>
              </a:extLst>
            </p:cNvPr>
            <p:cNvGrpSpPr/>
            <p:nvPr userDrawn="1"/>
          </p:nvGrpSpPr>
          <p:grpSpPr>
            <a:xfrm>
              <a:off x="12442019" y="198485"/>
              <a:ext cx="382660" cy="2882942"/>
              <a:chOff x="12742785" y="3716048"/>
              <a:chExt cx="316248" cy="3171236"/>
            </a:xfrm>
          </p:grpSpPr>
          <p:sp>
            <p:nvSpPr>
              <p:cNvPr id="19" name="Rectangle 18">
                <a:extLst>
                  <a:ext uri="{FF2B5EF4-FFF2-40B4-BE49-F238E27FC236}">
                    <a16:creationId xmlns:a16="http://schemas.microsoft.com/office/drawing/2014/main" id="{CC970D59-D38F-1427-F7AC-26B91D229D77}"/>
                  </a:ext>
                </a:extLst>
              </p:cNvPr>
              <p:cNvSpPr/>
              <p:nvPr userDrawn="1"/>
            </p:nvSpPr>
            <p:spPr>
              <a:xfrm rot="5400000">
                <a:off x="12774315" y="6602566"/>
                <a:ext cx="253188" cy="316248"/>
              </a:xfrm>
              <a:prstGeom prst="rect">
                <a:avLst/>
              </a:prstGeom>
              <a:solidFill>
                <a:srgbClr val="BFD6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20" name="Rectangle 19">
                <a:extLst>
                  <a:ext uri="{FF2B5EF4-FFF2-40B4-BE49-F238E27FC236}">
                    <a16:creationId xmlns:a16="http://schemas.microsoft.com/office/drawing/2014/main" id="{0814F6E3-6075-F8FA-D899-6AB20A622744}"/>
                  </a:ext>
                </a:extLst>
              </p:cNvPr>
              <p:cNvSpPr/>
              <p:nvPr userDrawn="1"/>
            </p:nvSpPr>
            <p:spPr>
              <a:xfrm rot="5400000">
                <a:off x="12774315" y="4981430"/>
                <a:ext cx="253188" cy="316248"/>
              </a:xfrm>
              <a:prstGeom prst="rect">
                <a:avLst/>
              </a:prstGeom>
              <a:solidFill>
                <a:srgbClr val="D25F7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21" name="Rectangle 20">
                <a:extLst>
                  <a:ext uri="{FF2B5EF4-FFF2-40B4-BE49-F238E27FC236}">
                    <a16:creationId xmlns:a16="http://schemas.microsoft.com/office/drawing/2014/main" id="{568AAC88-AD7E-6EAA-9B55-E017280A97EB}"/>
                  </a:ext>
                </a:extLst>
              </p:cNvPr>
              <p:cNvSpPr/>
              <p:nvPr userDrawn="1"/>
            </p:nvSpPr>
            <p:spPr>
              <a:xfrm rot="5400000">
                <a:off x="12774315" y="5305658"/>
                <a:ext cx="253188" cy="316248"/>
              </a:xfrm>
              <a:prstGeom prst="rect">
                <a:avLst/>
              </a:prstGeom>
              <a:solidFill>
                <a:srgbClr val="C6480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22" name="Rectangle 21">
                <a:extLst>
                  <a:ext uri="{FF2B5EF4-FFF2-40B4-BE49-F238E27FC236}">
                    <a16:creationId xmlns:a16="http://schemas.microsoft.com/office/drawing/2014/main" id="{33EE982E-B744-BB25-2B1E-159A7C660314}"/>
                  </a:ext>
                </a:extLst>
              </p:cNvPr>
              <p:cNvSpPr/>
              <p:nvPr userDrawn="1"/>
            </p:nvSpPr>
            <p:spPr>
              <a:xfrm rot="5400000">
                <a:off x="12774315" y="5629886"/>
                <a:ext cx="253188" cy="316248"/>
              </a:xfrm>
              <a:prstGeom prst="rect">
                <a:avLst/>
              </a:prstGeom>
              <a:solidFill>
                <a:srgbClr val="BA016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23" name="Rectangle 22">
                <a:extLst>
                  <a:ext uri="{FF2B5EF4-FFF2-40B4-BE49-F238E27FC236}">
                    <a16:creationId xmlns:a16="http://schemas.microsoft.com/office/drawing/2014/main" id="{898A890E-9B29-87B5-5B7A-D1A89DBD2FF0}"/>
                  </a:ext>
                </a:extLst>
              </p:cNvPr>
              <p:cNvSpPr/>
              <p:nvPr userDrawn="1"/>
            </p:nvSpPr>
            <p:spPr>
              <a:xfrm rot="5400000">
                <a:off x="12774315" y="3684518"/>
                <a:ext cx="253188" cy="316248"/>
              </a:xfrm>
              <a:prstGeom prst="rect">
                <a:avLst/>
              </a:prstGeom>
              <a:solidFill>
                <a:srgbClr val="005E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24" name="Rectangle 23">
                <a:extLst>
                  <a:ext uri="{FF2B5EF4-FFF2-40B4-BE49-F238E27FC236}">
                    <a16:creationId xmlns:a16="http://schemas.microsoft.com/office/drawing/2014/main" id="{5D6433D4-5B93-B416-F5D3-C710FB2201EE}"/>
                  </a:ext>
                </a:extLst>
              </p:cNvPr>
              <p:cNvSpPr/>
              <p:nvPr userDrawn="1"/>
            </p:nvSpPr>
            <p:spPr>
              <a:xfrm rot="5400000">
                <a:off x="12774315" y="4008746"/>
                <a:ext cx="253188" cy="316248"/>
              </a:xfrm>
              <a:prstGeom prst="rect">
                <a:avLst/>
              </a:prstGeom>
              <a:solidFill>
                <a:srgbClr val="5EB6B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25" name="Rectangle 24">
                <a:extLst>
                  <a:ext uri="{FF2B5EF4-FFF2-40B4-BE49-F238E27FC236}">
                    <a16:creationId xmlns:a16="http://schemas.microsoft.com/office/drawing/2014/main" id="{6FA98DD7-D5FA-B99A-898E-0E506B0538BB}"/>
                  </a:ext>
                </a:extLst>
              </p:cNvPr>
              <p:cNvSpPr/>
              <p:nvPr userDrawn="1"/>
            </p:nvSpPr>
            <p:spPr>
              <a:xfrm rot="5400000">
                <a:off x="12774315" y="4332974"/>
                <a:ext cx="253188" cy="316248"/>
              </a:xfrm>
              <a:prstGeom prst="rect">
                <a:avLst/>
              </a:prstGeom>
              <a:solidFill>
                <a:srgbClr val="C7AB2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26" name="Rectangle 25">
                <a:extLst>
                  <a:ext uri="{FF2B5EF4-FFF2-40B4-BE49-F238E27FC236}">
                    <a16:creationId xmlns:a16="http://schemas.microsoft.com/office/drawing/2014/main" id="{BA4A9D49-74E2-E4CF-55CC-D49E68FA87B2}"/>
                  </a:ext>
                </a:extLst>
              </p:cNvPr>
              <p:cNvSpPr/>
              <p:nvPr userDrawn="1"/>
            </p:nvSpPr>
            <p:spPr>
              <a:xfrm rot="5400000">
                <a:off x="12774315" y="4657202"/>
                <a:ext cx="253188" cy="316248"/>
              </a:xfrm>
              <a:prstGeom prst="rect">
                <a:avLst/>
              </a:prstGeom>
              <a:solidFill>
                <a:srgbClr val="5C068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27" name="Rectangle 26">
                <a:extLst>
                  <a:ext uri="{FF2B5EF4-FFF2-40B4-BE49-F238E27FC236}">
                    <a16:creationId xmlns:a16="http://schemas.microsoft.com/office/drawing/2014/main" id="{3703C5C6-0144-75EE-CE36-A245A879FF06}"/>
                  </a:ext>
                </a:extLst>
              </p:cNvPr>
              <p:cNvSpPr/>
              <p:nvPr userDrawn="1"/>
            </p:nvSpPr>
            <p:spPr>
              <a:xfrm rot="5400000">
                <a:off x="12774315" y="5954114"/>
                <a:ext cx="253188" cy="316248"/>
              </a:xfrm>
              <a:prstGeom prst="rect">
                <a:avLst/>
              </a:prstGeom>
              <a:solidFill>
                <a:srgbClr val="2A431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28" name="Rectangle 27">
                <a:extLst>
                  <a:ext uri="{FF2B5EF4-FFF2-40B4-BE49-F238E27FC236}">
                    <a16:creationId xmlns:a16="http://schemas.microsoft.com/office/drawing/2014/main" id="{5CD37CDA-15C2-A0B4-54B3-010C0F8764D2}"/>
                  </a:ext>
                </a:extLst>
              </p:cNvPr>
              <p:cNvSpPr/>
              <p:nvPr userDrawn="1"/>
            </p:nvSpPr>
            <p:spPr>
              <a:xfrm rot="5400000">
                <a:off x="12774315" y="6278342"/>
                <a:ext cx="253188" cy="316248"/>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grpSp>
        <p:sp>
          <p:nvSpPr>
            <p:cNvPr id="18" name="TextBox 17">
              <a:extLst>
                <a:ext uri="{FF2B5EF4-FFF2-40B4-BE49-F238E27FC236}">
                  <a16:creationId xmlns:a16="http://schemas.microsoft.com/office/drawing/2014/main" id="{03337112-02A2-C7E5-4899-D6A68C2B078E}"/>
                </a:ext>
              </a:extLst>
            </p:cNvPr>
            <p:cNvSpPr txBox="1"/>
            <p:nvPr userDrawn="1"/>
          </p:nvSpPr>
          <p:spPr>
            <a:xfrm rot="16200000">
              <a:off x="12574268" y="5173406"/>
              <a:ext cx="960199" cy="118559"/>
            </a:xfrm>
            <a:prstGeom prst="rect">
              <a:avLst/>
            </a:prstGeom>
            <a:noFill/>
          </p:spPr>
          <p:txBody>
            <a:bodyPr wrap="none" lIns="0" tIns="0" rIns="0" bIns="0" rtlCol="0">
              <a:spAutoFit/>
            </a:bodyPr>
            <a:lstStyle/>
            <a:p>
              <a:pPr algn="l">
                <a:lnSpc>
                  <a:spcPct val="101000"/>
                </a:lnSpc>
                <a:spcAft>
                  <a:spcPts val="600"/>
                </a:spcAft>
              </a:pPr>
              <a:r>
                <a:rPr lang="en-CR" sz="800" b="1">
                  <a:solidFill>
                    <a:srgbClr val="000000"/>
                  </a:solidFill>
                  <a:latin typeface="GT America Regular"/>
                  <a:ea typeface="GT America Regular" charset="0"/>
                  <a:cs typeface="GT America Regular" charset="0"/>
                </a:rPr>
                <a:t>ON MOODY´S BLUE</a:t>
              </a:r>
              <a:endParaRPr kumimoji="0" lang="en-CR" sz="800" b="1" i="0" u="none" strike="noStrike" kern="1200" cap="none" spc="0" normalizeH="0" baseline="0" noProof="0" err="1">
                <a:ln>
                  <a:noFill/>
                </a:ln>
                <a:solidFill>
                  <a:srgbClr val="000000"/>
                </a:solidFill>
                <a:effectLst/>
                <a:uLnTx/>
                <a:uFillTx/>
                <a:latin typeface="GT America Regular"/>
                <a:ea typeface="GT America Regular" charset="0"/>
                <a:cs typeface="GT America Regular" charset="0"/>
              </a:endParaRPr>
            </a:p>
          </p:txBody>
        </p:sp>
      </p:grpSp>
      <p:sp>
        <p:nvSpPr>
          <p:cNvPr id="39" name="TextBox 38">
            <a:extLst>
              <a:ext uri="{FF2B5EF4-FFF2-40B4-BE49-F238E27FC236}">
                <a16:creationId xmlns:a16="http://schemas.microsoft.com/office/drawing/2014/main" id="{09A5CEED-D6FD-6061-2096-37A5FE30BBDB}"/>
              </a:ext>
            </a:extLst>
          </p:cNvPr>
          <p:cNvSpPr txBox="1"/>
          <p:nvPr userDrawn="1"/>
        </p:nvSpPr>
        <p:spPr>
          <a:xfrm>
            <a:off x="12356815" y="3377042"/>
            <a:ext cx="807913" cy="118559"/>
          </a:xfrm>
          <a:prstGeom prst="rect">
            <a:avLst/>
          </a:prstGeom>
          <a:noFill/>
        </p:spPr>
        <p:txBody>
          <a:bodyPr wrap="none" lIns="0" tIns="0" rIns="0" bIns="0" rtlCol="0">
            <a:spAutoFit/>
          </a:bodyPr>
          <a:lstStyle/>
          <a:p>
            <a:pPr algn="l">
              <a:lnSpc>
                <a:spcPct val="101000"/>
              </a:lnSpc>
              <a:spcAft>
                <a:spcPts val="600"/>
              </a:spcAft>
            </a:pPr>
            <a:r>
              <a:rPr kumimoji="0" lang="en-US" sz="800" b="1" i="0" u="none" strike="noStrike" kern="1200" cap="none" spc="0" normalizeH="0" baseline="0" noProof="0" dirty="0">
                <a:ln>
                  <a:noFill/>
                </a:ln>
                <a:solidFill>
                  <a:srgbClr val="000000"/>
                </a:solidFill>
                <a:effectLst/>
                <a:uLnTx/>
                <a:uFillTx/>
                <a:ea typeface="GT America Regular" charset="0"/>
                <a:cs typeface="GT America Regular" charset="0"/>
              </a:rPr>
              <a:t>For charts ONLY</a:t>
            </a:r>
            <a:endParaRPr kumimoji="0" lang="en-CR" sz="800" b="1" i="0" u="none" strike="noStrike" kern="1200" cap="none" spc="0" normalizeH="0" baseline="0" noProof="0">
              <a:ln>
                <a:noFill/>
              </a:ln>
              <a:solidFill>
                <a:srgbClr val="000000"/>
              </a:solidFill>
              <a:effectLst/>
              <a:uLnTx/>
              <a:uFillTx/>
              <a:ea typeface="GT America Regular" charset="0"/>
              <a:cs typeface="GT America Regular" charset="0"/>
            </a:endParaRPr>
          </a:p>
        </p:txBody>
      </p:sp>
    </p:spTree>
    <p:extLst>
      <p:ext uri="{BB962C8B-B14F-4D97-AF65-F5344CB8AC3E}">
        <p14:creationId xmlns:p14="http://schemas.microsoft.com/office/powerpoint/2010/main" val="1392238958"/>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Executive Summary/Key Takeaways 2">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0DE63420-A2BC-EC7A-3A8C-CA23AF97535A}"/>
              </a:ext>
            </a:extLst>
          </p:cNvPr>
          <p:cNvSpPr/>
          <p:nvPr userDrawn="1"/>
        </p:nvSpPr>
        <p:spPr bwMode="hidden">
          <a:xfrm>
            <a:off x="0" y="-1"/>
            <a:ext cx="4060556" cy="6861175"/>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Footer Placeholder 2">
            <a:extLst>
              <a:ext uri="{FF2B5EF4-FFF2-40B4-BE49-F238E27FC236}">
                <a16:creationId xmlns:a16="http://schemas.microsoft.com/office/drawing/2014/main" id="{0CA2D3CD-1E43-5FCD-B998-8E7207DE69E5}"/>
              </a:ext>
            </a:extLst>
          </p:cNvPr>
          <p:cNvSpPr>
            <a:spLocks noGrp="1"/>
          </p:cNvSpPr>
          <p:nvPr>
            <p:ph type="ftr" sz="quarter" idx="11"/>
          </p:nvPr>
        </p:nvSpPr>
        <p:spPr/>
        <p:txBody>
          <a:bodyPr/>
          <a:lstStyle/>
          <a:p>
            <a:r>
              <a:rPr lang="en-US"/>
              <a:t>See slide 12 for instructions on how to update footer</a:t>
            </a:r>
            <a:endParaRPr lang="en-US" dirty="0"/>
          </a:p>
        </p:txBody>
      </p:sp>
      <p:sp>
        <p:nvSpPr>
          <p:cNvPr id="4" name="Slide Number Placeholder 3">
            <a:extLst>
              <a:ext uri="{FF2B5EF4-FFF2-40B4-BE49-F238E27FC236}">
                <a16:creationId xmlns:a16="http://schemas.microsoft.com/office/drawing/2014/main" id="{F9F73C99-4E9B-1728-FFD7-DFD7DC5AF7B7}"/>
              </a:ext>
            </a:extLst>
          </p:cNvPr>
          <p:cNvSpPr>
            <a:spLocks noGrp="1"/>
          </p:cNvSpPr>
          <p:nvPr>
            <p:ph type="sldNum" sz="quarter" idx="12"/>
          </p:nvPr>
        </p:nvSpPr>
        <p:spPr>
          <a:xfrm>
            <a:off x="10429875" y="6311900"/>
            <a:ext cx="1208087" cy="269875"/>
          </a:xfrm>
        </p:spPr>
        <p:txBody>
          <a:bodyPr/>
          <a:lstStyle/>
          <a:p>
            <a:fld id="{862A5111-985B-C14D-9115-5787026182A8}" type="slidenum">
              <a:rPr lang="en-US" smtClean="0"/>
              <a:t>‹#›</a:t>
            </a:fld>
            <a:endParaRPr lang="en-US" dirty="0"/>
          </a:p>
        </p:txBody>
      </p:sp>
      <p:sp>
        <p:nvSpPr>
          <p:cNvPr id="6" name="Freeform 5">
            <a:extLst>
              <a:ext uri="{FF2B5EF4-FFF2-40B4-BE49-F238E27FC236}">
                <a16:creationId xmlns:a16="http://schemas.microsoft.com/office/drawing/2014/main" id="{5BCC6303-B8A8-E0F3-1B26-45B29EE4DC62}"/>
              </a:ext>
            </a:extLst>
          </p:cNvPr>
          <p:cNvSpPr/>
          <p:nvPr/>
        </p:nvSpPr>
        <p:spPr>
          <a:xfrm>
            <a:off x="554038" y="6469335"/>
            <a:ext cx="678511" cy="112440"/>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chemeClr val="bg1"/>
          </a:solidFill>
          <a:ln w="0" cap="flat">
            <a:noFill/>
            <a:prstDash val="solid"/>
            <a:miter/>
          </a:ln>
        </p:spPr>
        <p:txBody>
          <a:bodyPr rtlCol="0" anchor="ctr"/>
          <a:lstStyle/>
          <a:p>
            <a:endParaRPr lang="en-US"/>
          </a:p>
        </p:txBody>
      </p:sp>
      <p:sp>
        <p:nvSpPr>
          <p:cNvPr id="12" name="Freeform 5">
            <a:extLst>
              <a:ext uri="{FF2B5EF4-FFF2-40B4-BE49-F238E27FC236}">
                <a16:creationId xmlns:a16="http://schemas.microsoft.com/office/drawing/2014/main" id="{B2BF897B-C4FE-7F0C-FE2C-6956C830B315}"/>
              </a:ext>
            </a:extLst>
          </p:cNvPr>
          <p:cNvSpPr/>
          <p:nvPr userDrawn="1"/>
        </p:nvSpPr>
        <p:spPr bwMode="black">
          <a:xfrm>
            <a:off x="554038" y="6469335"/>
            <a:ext cx="678511" cy="112440"/>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chemeClr val="bg1"/>
          </a:solidFill>
          <a:ln w="0" cap="flat">
            <a:noFill/>
            <a:prstDash val="solid"/>
            <a:miter/>
          </a:ln>
        </p:spPr>
        <p:txBody>
          <a:bodyPr rtlCol="0" anchor="ctr"/>
          <a:lstStyle/>
          <a:p>
            <a:endParaRPr lang="en-US"/>
          </a:p>
        </p:txBody>
      </p:sp>
      <p:sp>
        <p:nvSpPr>
          <p:cNvPr id="7" name="Title 6">
            <a:extLst>
              <a:ext uri="{FF2B5EF4-FFF2-40B4-BE49-F238E27FC236}">
                <a16:creationId xmlns:a16="http://schemas.microsoft.com/office/drawing/2014/main" id="{B276AB9C-7568-C5F8-9325-202B3FE1D2DB}"/>
              </a:ext>
            </a:extLst>
          </p:cNvPr>
          <p:cNvSpPr>
            <a:spLocks noGrp="1"/>
          </p:cNvSpPr>
          <p:nvPr>
            <p:ph type="title"/>
          </p:nvPr>
        </p:nvSpPr>
        <p:spPr>
          <a:xfrm>
            <a:off x="546100" y="552450"/>
            <a:ext cx="3300984" cy="869950"/>
          </a:xfrm>
        </p:spPr>
        <p:txBody>
          <a:bodyPr rIns="182880"/>
          <a:lstStyle>
            <a:lvl1pPr>
              <a:defRPr>
                <a:solidFill>
                  <a:schemeClr val="bg1"/>
                </a:solidFill>
              </a:defRPr>
            </a:lvl1pPr>
          </a:lstStyle>
          <a:p>
            <a:r>
              <a:rPr lang="en-US"/>
              <a:t>Click to edit Master title style</a:t>
            </a:r>
            <a:endParaRPr lang="en-US" dirty="0"/>
          </a:p>
        </p:txBody>
      </p:sp>
      <p:sp>
        <p:nvSpPr>
          <p:cNvPr id="5" name="Text Placeholder 5">
            <a:extLst>
              <a:ext uri="{FF2B5EF4-FFF2-40B4-BE49-F238E27FC236}">
                <a16:creationId xmlns:a16="http://schemas.microsoft.com/office/drawing/2014/main" id="{F220F211-F00A-3592-8474-A66D511E9505}"/>
              </a:ext>
            </a:extLst>
          </p:cNvPr>
          <p:cNvSpPr>
            <a:spLocks noGrp="1"/>
          </p:cNvSpPr>
          <p:nvPr>
            <p:ph type="body" sz="quarter" idx="13" hasCustomPrompt="1"/>
          </p:nvPr>
        </p:nvSpPr>
        <p:spPr>
          <a:xfrm>
            <a:off x="546101" y="5586413"/>
            <a:ext cx="3300984" cy="725487"/>
          </a:xfrm>
        </p:spPr>
        <p:txBody>
          <a:bodyPr rIns="274320" anchor="b">
            <a:normAutofit/>
          </a:bodyPr>
          <a:lstStyle>
            <a:lvl1pPr>
              <a:defRPr sz="600">
                <a:solidFill>
                  <a:schemeClr val="bg1"/>
                </a:solidFill>
              </a:defRPr>
            </a:lvl1pPr>
            <a:lvl2pPr marL="0" indent="0">
              <a:buNone/>
              <a:defRPr sz="600">
                <a:solidFill>
                  <a:schemeClr val="bg1"/>
                </a:solidFill>
              </a:defRPr>
            </a:lvl2pPr>
            <a:lvl3pPr marL="0" indent="0">
              <a:buNone/>
              <a:defRPr sz="600">
                <a:solidFill>
                  <a:schemeClr val="bg1"/>
                </a:solidFill>
              </a:defRPr>
            </a:lvl3pPr>
            <a:lvl4pPr marL="0" indent="0">
              <a:buNone/>
              <a:defRPr sz="600">
                <a:solidFill>
                  <a:schemeClr val="bg1"/>
                </a:solidFill>
              </a:defRPr>
            </a:lvl4pPr>
            <a:lvl5pPr marL="0" indent="0">
              <a:buNone/>
              <a:defRPr sz="600">
                <a:solidFill>
                  <a:schemeClr val="bg1"/>
                </a:solidFill>
              </a:defRPr>
            </a:lvl5pPr>
            <a:lvl6pPr marL="0" indent="0">
              <a:buNone/>
              <a:defRPr sz="600">
                <a:solidFill>
                  <a:schemeClr val="bg1"/>
                </a:solidFill>
              </a:defRPr>
            </a:lvl6pPr>
            <a:lvl7pPr marL="0" indent="0">
              <a:buNone/>
              <a:defRPr sz="600">
                <a:solidFill>
                  <a:schemeClr val="bg1"/>
                </a:solidFill>
              </a:defRPr>
            </a:lvl7pPr>
            <a:lvl8pPr marL="0" indent="0">
              <a:buNone/>
              <a:defRPr sz="600">
                <a:solidFill>
                  <a:schemeClr val="bg1"/>
                </a:solidFill>
              </a:defRPr>
            </a:lvl8pPr>
            <a:lvl9pPr marL="0" indent="0">
              <a:buNone/>
              <a:defRPr sz="600">
                <a:solidFill>
                  <a:schemeClr val="bg1"/>
                </a:solidFill>
              </a:defRPr>
            </a:lvl9pPr>
          </a:lstStyle>
          <a:p>
            <a:pPr lvl="0"/>
            <a:r>
              <a:rPr lang="en-US" dirty="0"/>
              <a:t>Click to add footnotes or disclaimer information</a:t>
            </a:r>
          </a:p>
        </p:txBody>
      </p:sp>
      <p:sp>
        <p:nvSpPr>
          <p:cNvPr id="8" name="Content Placeholder 14">
            <a:extLst>
              <a:ext uri="{FF2B5EF4-FFF2-40B4-BE49-F238E27FC236}">
                <a16:creationId xmlns:a16="http://schemas.microsoft.com/office/drawing/2014/main" id="{F09DC10E-18F7-F606-AA7D-1F193D692076}"/>
              </a:ext>
            </a:extLst>
          </p:cNvPr>
          <p:cNvSpPr>
            <a:spLocks noGrp="1"/>
          </p:cNvSpPr>
          <p:nvPr>
            <p:ph sz="quarter" idx="18"/>
          </p:nvPr>
        </p:nvSpPr>
        <p:spPr>
          <a:xfrm>
            <a:off x="4794909" y="550862"/>
            <a:ext cx="6843053" cy="5616576"/>
          </a:xfrm>
        </p:spPr>
        <p:txBody>
          <a:bodyPr/>
          <a:lstStyle>
            <a:lvl1pPr>
              <a:defRPr sz="1800" b="1">
                <a:solidFill>
                  <a:schemeClr val="tx2"/>
                </a:solidFill>
              </a:defRPr>
            </a:lvl1pPr>
            <a:lvl5pPr>
              <a:defRPr/>
            </a:lvl5pPr>
            <a:lvl8pPr>
              <a:defRPr/>
            </a:lvl8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Text Placeholder 9">
            <a:extLst>
              <a:ext uri="{FF2B5EF4-FFF2-40B4-BE49-F238E27FC236}">
                <a16:creationId xmlns:a16="http://schemas.microsoft.com/office/drawing/2014/main" id="{B9FF1161-F7B1-9563-3A3E-4823B2DEDED6}"/>
              </a:ext>
            </a:extLst>
          </p:cNvPr>
          <p:cNvSpPr>
            <a:spLocks noGrp="1"/>
          </p:cNvSpPr>
          <p:nvPr>
            <p:ph type="body" sz="quarter" idx="15"/>
          </p:nvPr>
        </p:nvSpPr>
        <p:spPr>
          <a:xfrm>
            <a:off x="546099" y="1849439"/>
            <a:ext cx="3300984" cy="3443286"/>
          </a:xfrm>
        </p:spPr>
        <p:txBody>
          <a:bodyPr>
            <a:normAutofit/>
          </a:bodyPr>
          <a:lstStyle>
            <a:lvl1pPr>
              <a:spcBef>
                <a:spcPts val="2400"/>
              </a:spcBef>
              <a:defRPr b="0" i="0">
                <a:solidFill>
                  <a:schemeClr val="bg1"/>
                </a:solidFill>
                <a:latin typeface="+mn-lt"/>
                <a:ea typeface="GT America Regular" charset="0"/>
                <a:cs typeface="GT America Regular" charset="0"/>
              </a:defRPr>
            </a:lvl1pPr>
            <a:lvl2pPr marL="285750" indent="-285750">
              <a:buFont typeface="GT America Regular" pitchFamily="2" charset="77"/>
              <a:buChar char="→"/>
              <a:defRPr>
                <a:solidFill>
                  <a:schemeClr val="bg1"/>
                </a:solidFill>
              </a:defRPr>
            </a:lvl2pPr>
            <a:lvl3pPr marL="0" indent="0">
              <a:buNone/>
              <a:defRPr>
                <a:solidFill>
                  <a:schemeClr val="bg1"/>
                </a:solidFill>
              </a:defRPr>
            </a:lvl3pPr>
            <a:lvl4pPr marL="283464">
              <a:defRPr>
                <a:solidFill>
                  <a:schemeClr val="bg1"/>
                </a:solidFill>
              </a:defRPr>
            </a:lvl4pPr>
            <a:lvl5pPr marL="283464" indent="0">
              <a:buNone/>
              <a:defRPr sz="1400">
                <a:solidFill>
                  <a:schemeClr val="bg1"/>
                </a:solidFill>
              </a:defRPr>
            </a:lvl5pPr>
            <a:lvl6pPr marL="283464">
              <a:defRPr>
                <a:solidFill>
                  <a:schemeClr val="bg1"/>
                </a:solidFill>
              </a:defRPr>
            </a:lvl6pPr>
            <a:lvl7pPr marL="283464" indent="0">
              <a:buNone/>
              <a:defRPr>
                <a:solidFill>
                  <a:schemeClr val="bg1"/>
                </a:solidFill>
              </a:defRPr>
            </a:lvl7pPr>
            <a:lvl8pPr marL="283464">
              <a:defRPr>
                <a:solidFill>
                  <a:schemeClr val="bg1"/>
                </a:solidFill>
              </a:defRPr>
            </a:lvl8pPr>
            <a:lvl9pPr marL="283464" indent="0">
              <a:buNone/>
              <a:defRPr>
                <a:solidFill>
                  <a:schemeClr val="bg1"/>
                </a:solidFill>
              </a:defRPr>
            </a:lvl9pPr>
          </a:lstStyle>
          <a:p>
            <a:pPr lvl="0"/>
            <a:r>
              <a:rPr lang="en-US"/>
              <a:t>Click to edit Master text styles</a:t>
            </a:r>
          </a:p>
        </p:txBody>
      </p:sp>
      <p:grpSp>
        <p:nvGrpSpPr>
          <p:cNvPr id="38" name="Group 37">
            <a:extLst>
              <a:ext uri="{FF2B5EF4-FFF2-40B4-BE49-F238E27FC236}">
                <a16:creationId xmlns:a16="http://schemas.microsoft.com/office/drawing/2014/main" id="{EA5478EC-A144-40C6-8448-04E40CD0C9A6}"/>
              </a:ext>
            </a:extLst>
          </p:cNvPr>
          <p:cNvGrpSpPr/>
          <p:nvPr userDrawn="1"/>
        </p:nvGrpSpPr>
        <p:grpSpPr>
          <a:xfrm>
            <a:off x="12356815" y="0"/>
            <a:ext cx="756834" cy="6872642"/>
            <a:chOff x="12356815" y="0"/>
            <a:chExt cx="756834" cy="6872642"/>
          </a:xfrm>
        </p:grpSpPr>
        <p:sp>
          <p:nvSpPr>
            <p:cNvPr id="39" name="Rectangle 38">
              <a:extLst>
                <a:ext uri="{FF2B5EF4-FFF2-40B4-BE49-F238E27FC236}">
                  <a16:creationId xmlns:a16="http://schemas.microsoft.com/office/drawing/2014/main" id="{C40ADBF8-DA41-CED1-C3F6-F92B2E962F2A}"/>
                </a:ext>
              </a:extLst>
            </p:cNvPr>
            <p:cNvSpPr/>
            <p:nvPr userDrawn="1"/>
          </p:nvSpPr>
          <p:spPr>
            <a:xfrm>
              <a:off x="12356815" y="0"/>
              <a:ext cx="553069" cy="3279913"/>
            </a:xfrm>
            <a:prstGeom prst="rect">
              <a:avLst/>
            </a:prstGeom>
            <a:solidFill>
              <a:schemeClr val="bg1">
                <a:lumMod val="95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a:p>
          </p:txBody>
        </p:sp>
        <p:sp>
          <p:nvSpPr>
            <p:cNvPr id="40" name="TextBox 39">
              <a:extLst>
                <a:ext uri="{FF2B5EF4-FFF2-40B4-BE49-F238E27FC236}">
                  <a16:creationId xmlns:a16="http://schemas.microsoft.com/office/drawing/2014/main" id="{86BA6DC1-9A41-5984-8EE1-FB428D8039C4}"/>
                </a:ext>
              </a:extLst>
            </p:cNvPr>
            <p:cNvSpPr txBox="1"/>
            <p:nvPr userDrawn="1"/>
          </p:nvSpPr>
          <p:spPr>
            <a:xfrm rot="16200000">
              <a:off x="12332217" y="1580677"/>
              <a:ext cx="1444306" cy="118559"/>
            </a:xfrm>
            <a:prstGeom prst="rect">
              <a:avLst/>
            </a:prstGeom>
            <a:noFill/>
          </p:spPr>
          <p:txBody>
            <a:bodyPr wrap="none" lIns="0" tIns="0" rIns="0" bIns="0" rtlCol="0">
              <a:spAutoFit/>
            </a:bodyPr>
            <a:lstStyle/>
            <a:p>
              <a:pPr algn="l">
                <a:lnSpc>
                  <a:spcPct val="101000"/>
                </a:lnSpc>
                <a:spcAft>
                  <a:spcPts val="600"/>
                </a:spcAft>
              </a:pPr>
              <a:r>
                <a:rPr kumimoji="0" lang="en-CR" sz="800" b="1" i="0" u="none" strike="noStrike" kern="1200" cap="none" spc="0" normalizeH="0" baseline="0" noProof="0">
                  <a:ln>
                    <a:noFill/>
                  </a:ln>
                  <a:solidFill>
                    <a:srgbClr val="000000"/>
                  </a:solidFill>
                  <a:effectLst/>
                  <a:uLnTx/>
                  <a:uFillTx/>
                  <a:ea typeface="GT America Regular" charset="0"/>
                  <a:cs typeface="GT America Regular" charset="0"/>
                </a:rPr>
                <a:t>ON LIGHT AND EXTRA LIGHT</a:t>
              </a:r>
            </a:p>
          </p:txBody>
        </p:sp>
        <p:sp>
          <p:nvSpPr>
            <p:cNvPr id="41" name="Rectangle 40">
              <a:extLst>
                <a:ext uri="{FF2B5EF4-FFF2-40B4-BE49-F238E27FC236}">
                  <a16:creationId xmlns:a16="http://schemas.microsoft.com/office/drawing/2014/main" id="{CDBDD759-5116-0D47-CE98-619940A3D9A3}"/>
                </a:ext>
              </a:extLst>
            </p:cNvPr>
            <p:cNvSpPr/>
            <p:nvPr userDrawn="1"/>
          </p:nvSpPr>
          <p:spPr>
            <a:xfrm>
              <a:off x="12356815" y="3592729"/>
              <a:ext cx="553069" cy="3279913"/>
            </a:xfrm>
            <a:prstGeom prst="rect">
              <a:avLst/>
            </a:prstGeom>
            <a:solidFill>
              <a:schemeClr val="tx2"/>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a:p>
          </p:txBody>
        </p:sp>
        <p:grpSp>
          <p:nvGrpSpPr>
            <p:cNvPr id="42" name="Group 41">
              <a:extLst>
                <a:ext uri="{FF2B5EF4-FFF2-40B4-BE49-F238E27FC236}">
                  <a16:creationId xmlns:a16="http://schemas.microsoft.com/office/drawing/2014/main" id="{BF4629BA-4728-51EF-1FA3-9EA4E6B57B7D}"/>
                </a:ext>
              </a:extLst>
            </p:cNvPr>
            <p:cNvGrpSpPr/>
            <p:nvPr userDrawn="1"/>
          </p:nvGrpSpPr>
          <p:grpSpPr>
            <a:xfrm>
              <a:off x="12442019" y="3791214"/>
              <a:ext cx="382660" cy="2882942"/>
              <a:chOff x="14001569" y="3716048"/>
              <a:chExt cx="316248" cy="3171236"/>
            </a:xfrm>
          </p:grpSpPr>
          <p:sp>
            <p:nvSpPr>
              <p:cNvPr id="55" name="Rectangle 54">
                <a:extLst>
                  <a:ext uri="{FF2B5EF4-FFF2-40B4-BE49-F238E27FC236}">
                    <a16:creationId xmlns:a16="http://schemas.microsoft.com/office/drawing/2014/main" id="{C0B5A5B1-86B4-C351-FEAD-9C5B2D2DBD34}"/>
                  </a:ext>
                </a:extLst>
              </p:cNvPr>
              <p:cNvSpPr/>
              <p:nvPr userDrawn="1"/>
            </p:nvSpPr>
            <p:spPr>
              <a:xfrm rot="5400000">
                <a:off x="14033099" y="5954114"/>
                <a:ext cx="253188" cy="316248"/>
              </a:xfrm>
              <a:prstGeom prst="rect">
                <a:avLst/>
              </a:prstGeom>
              <a:solidFill>
                <a:srgbClr val="005E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56" name="Rectangle 55">
                <a:extLst>
                  <a:ext uri="{FF2B5EF4-FFF2-40B4-BE49-F238E27FC236}">
                    <a16:creationId xmlns:a16="http://schemas.microsoft.com/office/drawing/2014/main" id="{D52F9778-223B-9838-7F3D-9E48FCCD2340}"/>
                  </a:ext>
                </a:extLst>
              </p:cNvPr>
              <p:cNvSpPr/>
              <p:nvPr userDrawn="1"/>
            </p:nvSpPr>
            <p:spPr>
              <a:xfrm rot="5400000">
                <a:off x="14033099" y="6278342"/>
                <a:ext cx="253188" cy="316248"/>
              </a:xfrm>
              <a:prstGeom prst="rect">
                <a:avLst/>
              </a:prstGeom>
              <a:solidFill>
                <a:srgbClr val="B8B9D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57" name="Rectangle 56">
                <a:extLst>
                  <a:ext uri="{FF2B5EF4-FFF2-40B4-BE49-F238E27FC236}">
                    <a16:creationId xmlns:a16="http://schemas.microsoft.com/office/drawing/2014/main" id="{0ABE6882-741B-98D3-BB32-12ED01F2E80E}"/>
                  </a:ext>
                </a:extLst>
              </p:cNvPr>
              <p:cNvSpPr/>
              <p:nvPr userDrawn="1"/>
            </p:nvSpPr>
            <p:spPr>
              <a:xfrm rot="5400000">
                <a:off x="14033099" y="6602566"/>
                <a:ext cx="253188" cy="316248"/>
              </a:xfrm>
              <a:prstGeom prst="rect">
                <a:avLst/>
              </a:prstGeom>
              <a:solidFill>
                <a:srgbClr val="FBE6D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58" name="Rectangle 57">
                <a:extLst>
                  <a:ext uri="{FF2B5EF4-FFF2-40B4-BE49-F238E27FC236}">
                    <a16:creationId xmlns:a16="http://schemas.microsoft.com/office/drawing/2014/main" id="{13E8A88C-B47F-C551-25E0-4F06FF2A67F4}"/>
                  </a:ext>
                </a:extLst>
              </p:cNvPr>
              <p:cNvSpPr/>
              <p:nvPr userDrawn="1"/>
            </p:nvSpPr>
            <p:spPr>
              <a:xfrm rot="5400000">
                <a:off x="14033099" y="4981430"/>
                <a:ext cx="253188" cy="316248"/>
              </a:xfrm>
              <a:prstGeom prst="rect">
                <a:avLst/>
              </a:prstGeom>
              <a:solidFill>
                <a:srgbClr val="BCE09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59" name="Rectangle 58">
                <a:extLst>
                  <a:ext uri="{FF2B5EF4-FFF2-40B4-BE49-F238E27FC236}">
                    <a16:creationId xmlns:a16="http://schemas.microsoft.com/office/drawing/2014/main" id="{C842FEF9-F67E-E7D2-34A7-3A16460862D4}"/>
                  </a:ext>
                </a:extLst>
              </p:cNvPr>
              <p:cNvSpPr/>
              <p:nvPr userDrawn="1"/>
            </p:nvSpPr>
            <p:spPr>
              <a:xfrm rot="5400000">
                <a:off x="14033099" y="5305658"/>
                <a:ext cx="253188" cy="316248"/>
              </a:xfrm>
              <a:prstGeom prst="rect">
                <a:avLst/>
              </a:prstGeom>
              <a:solidFill>
                <a:srgbClr val="E9783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60" name="Rectangle 59">
                <a:extLst>
                  <a:ext uri="{FF2B5EF4-FFF2-40B4-BE49-F238E27FC236}">
                    <a16:creationId xmlns:a16="http://schemas.microsoft.com/office/drawing/2014/main" id="{1B2007EC-D5DE-D75F-D02C-880B28FCBA0F}"/>
                  </a:ext>
                </a:extLst>
              </p:cNvPr>
              <p:cNvSpPr/>
              <p:nvPr userDrawn="1"/>
            </p:nvSpPr>
            <p:spPr>
              <a:xfrm rot="5400000">
                <a:off x="14033099" y="5629886"/>
                <a:ext cx="253188" cy="316248"/>
              </a:xfrm>
              <a:prstGeom prst="rect">
                <a:avLst/>
              </a:prstGeom>
              <a:solidFill>
                <a:srgbClr val="B9056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61" name="Rectangle 60">
                <a:extLst>
                  <a:ext uri="{FF2B5EF4-FFF2-40B4-BE49-F238E27FC236}">
                    <a16:creationId xmlns:a16="http://schemas.microsoft.com/office/drawing/2014/main" id="{F27B2487-9C06-F915-9576-DAF52073BEA7}"/>
                  </a:ext>
                </a:extLst>
              </p:cNvPr>
              <p:cNvSpPr/>
              <p:nvPr userDrawn="1"/>
            </p:nvSpPr>
            <p:spPr>
              <a:xfrm rot="5400000">
                <a:off x="14033099" y="3684518"/>
                <a:ext cx="253188" cy="316248"/>
              </a:xfrm>
              <a:prstGeom prst="rect">
                <a:avLst/>
              </a:prstGeom>
              <a:solidFill>
                <a:srgbClr val="9DC2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62" name="Rectangle 61">
                <a:extLst>
                  <a:ext uri="{FF2B5EF4-FFF2-40B4-BE49-F238E27FC236}">
                    <a16:creationId xmlns:a16="http://schemas.microsoft.com/office/drawing/2014/main" id="{FEA17D48-5259-7A08-2567-139435B5EAC7}"/>
                  </a:ext>
                </a:extLst>
              </p:cNvPr>
              <p:cNvSpPr/>
              <p:nvPr userDrawn="1"/>
            </p:nvSpPr>
            <p:spPr>
              <a:xfrm rot="5400000">
                <a:off x="14033099" y="4008746"/>
                <a:ext cx="253188" cy="316248"/>
              </a:xfrm>
              <a:prstGeom prst="rect">
                <a:avLst/>
              </a:prstGeom>
              <a:solidFill>
                <a:srgbClr val="309DA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63" name="Rectangle 62">
                <a:extLst>
                  <a:ext uri="{FF2B5EF4-FFF2-40B4-BE49-F238E27FC236}">
                    <a16:creationId xmlns:a16="http://schemas.microsoft.com/office/drawing/2014/main" id="{F7A58952-3742-C3EC-B4BF-9593886643B6}"/>
                  </a:ext>
                </a:extLst>
              </p:cNvPr>
              <p:cNvSpPr/>
              <p:nvPr userDrawn="1"/>
            </p:nvSpPr>
            <p:spPr>
              <a:xfrm rot="5400000">
                <a:off x="14033099" y="4332974"/>
                <a:ext cx="253188" cy="316248"/>
              </a:xfrm>
              <a:prstGeom prst="rect">
                <a:avLst/>
              </a:prstGeom>
              <a:solidFill>
                <a:srgbClr val="E2C22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64" name="Rectangle 63">
                <a:extLst>
                  <a:ext uri="{FF2B5EF4-FFF2-40B4-BE49-F238E27FC236}">
                    <a16:creationId xmlns:a16="http://schemas.microsoft.com/office/drawing/2014/main" id="{F296E48E-BBB8-19A5-6319-FD5EAA6DAFF8}"/>
                  </a:ext>
                </a:extLst>
              </p:cNvPr>
              <p:cNvSpPr/>
              <p:nvPr userDrawn="1"/>
            </p:nvSpPr>
            <p:spPr>
              <a:xfrm rot="5400000">
                <a:off x="14033099" y="4657202"/>
                <a:ext cx="253188" cy="316248"/>
              </a:xfrm>
              <a:prstGeom prst="rect">
                <a:avLst/>
              </a:prstGeom>
              <a:solidFill>
                <a:srgbClr val="9158B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grpSp>
        <p:grpSp>
          <p:nvGrpSpPr>
            <p:cNvPr id="43" name="Group 42">
              <a:extLst>
                <a:ext uri="{FF2B5EF4-FFF2-40B4-BE49-F238E27FC236}">
                  <a16:creationId xmlns:a16="http://schemas.microsoft.com/office/drawing/2014/main" id="{19B51109-D691-FD86-B654-7E52C644FE2D}"/>
                </a:ext>
              </a:extLst>
            </p:cNvPr>
            <p:cNvGrpSpPr/>
            <p:nvPr userDrawn="1"/>
          </p:nvGrpSpPr>
          <p:grpSpPr>
            <a:xfrm>
              <a:off x="12442019" y="198485"/>
              <a:ext cx="382660" cy="2882942"/>
              <a:chOff x="12742785" y="3716048"/>
              <a:chExt cx="316248" cy="3171236"/>
            </a:xfrm>
          </p:grpSpPr>
          <p:sp>
            <p:nvSpPr>
              <p:cNvPr id="45" name="Rectangle 44">
                <a:extLst>
                  <a:ext uri="{FF2B5EF4-FFF2-40B4-BE49-F238E27FC236}">
                    <a16:creationId xmlns:a16="http://schemas.microsoft.com/office/drawing/2014/main" id="{881D20FD-9E25-833A-FE9D-D508FA4504ED}"/>
                  </a:ext>
                </a:extLst>
              </p:cNvPr>
              <p:cNvSpPr/>
              <p:nvPr userDrawn="1"/>
            </p:nvSpPr>
            <p:spPr>
              <a:xfrm rot="5400000">
                <a:off x="12774315" y="6602566"/>
                <a:ext cx="253188" cy="316248"/>
              </a:xfrm>
              <a:prstGeom prst="rect">
                <a:avLst/>
              </a:prstGeom>
              <a:solidFill>
                <a:srgbClr val="BFD6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46" name="Rectangle 45">
                <a:extLst>
                  <a:ext uri="{FF2B5EF4-FFF2-40B4-BE49-F238E27FC236}">
                    <a16:creationId xmlns:a16="http://schemas.microsoft.com/office/drawing/2014/main" id="{BBD29FFB-13D1-CE72-81C7-DDDD3E4A6777}"/>
                  </a:ext>
                </a:extLst>
              </p:cNvPr>
              <p:cNvSpPr/>
              <p:nvPr userDrawn="1"/>
            </p:nvSpPr>
            <p:spPr>
              <a:xfrm rot="5400000">
                <a:off x="12774315" y="4981430"/>
                <a:ext cx="253188" cy="316248"/>
              </a:xfrm>
              <a:prstGeom prst="rect">
                <a:avLst/>
              </a:prstGeom>
              <a:solidFill>
                <a:srgbClr val="D25F7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47" name="Rectangle 46">
                <a:extLst>
                  <a:ext uri="{FF2B5EF4-FFF2-40B4-BE49-F238E27FC236}">
                    <a16:creationId xmlns:a16="http://schemas.microsoft.com/office/drawing/2014/main" id="{2A6D9646-005F-7D72-1365-DC36AEDE32D1}"/>
                  </a:ext>
                </a:extLst>
              </p:cNvPr>
              <p:cNvSpPr/>
              <p:nvPr userDrawn="1"/>
            </p:nvSpPr>
            <p:spPr>
              <a:xfrm rot="5400000">
                <a:off x="12774315" y="5305658"/>
                <a:ext cx="253188" cy="316248"/>
              </a:xfrm>
              <a:prstGeom prst="rect">
                <a:avLst/>
              </a:prstGeom>
              <a:solidFill>
                <a:srgbClr val="C6480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48" name="Rectangle 47">
                <a:extLst>
                  <a:ext uri="{FF2B5EF4-FFF2-40B4-BE49-F238E27FC236}">
                    <a16:creationId xmlns:a16="http://schemas.microsoft.com/office/drawing/2014/main" id="{8E38FFF5-D642-39FE-77E0-113EAD6E596D}"/>
                  </a:ext>
                </a:extLst>
              </p:cNvPr>
              <p:cNvSpPr/>
              <p:nvPr userDrawn="1"/>
            </p:nvSpPr>
            <p:spPr>
              <a:xfrm rot="5400000">
                <a:off x="12774315" y="5629886"/>
                <a:ext cx="253188" cy="316248"/>
              </a:xfrm>
              <a:prstGeom prst="rect">
                <a:avLst/>
              </a:prstGeom>
              <a:solidFill>
                <a:srgbClr val="BA016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49" name="Rectangle 48">
                <a:extLst>
                  <a:ext uri="{FF2B5EF4-FFF2-40B4-BE49-F238E27FC236}">
                    <a16:creationId xmlns:a16="http://schemas.microsoft.com/office/drawing/2014/main" id="{B52C4DF3-D13C-730E-E59C-73D085092595}"/>
                  </a:ext>
                </a:extLst>
              </p:cNvPr>
              <p:cNvSpPr/>
              <p:nvPr userDrawn="1"/>
            </p:nvSpPr>
            <p:spPr>
              <a:xfrm rot="5400000">
                <a:off x="12774315" y="3684518"/>
                <a:ext cx="253188" cy="316248"/>
              </a:xfrm>
              <a:prstGeom prst="rect">
                <a:avLst/>
              </a:prstGeom>
              <a:solidFill>
                <a:srgbClr val="005E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50" name="Rectangle 49">
                <a:extLst>
                  <a:ext uri="{FF2B5EF4-FFF2-40B4-BE49-F238E27FC236}">
                    <a16:creationId xmlns:a16="http://schemas.microsoft.com/office/drawing/2014/main" id="{A7C32A6F-D975-ABE1-6B89-DDE6843B2E52}"/>
                  </a:ext>
                </a:extLst>
              </p:cNvPr>
              <p:cNvSpPr/>
              <p:nvPr userDrawn="1"/>
            </p:nvSpPr>
            <p:spPr>
              <a:xfrm rot="5400000">
                <a:off x="12774315" y="4008746"/>
                <a:ext cx="253188" cy="316248"/>
              </a:xfrm>
              <a:prstGeom prst="rect">
                <a:avLst/>
              </a:prstGeom>
              <a:solidFill>
                <a:srgbClr val="5EB6B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51" name="Rectangle 50">
                <a:extLst>
                  <a:ext uri="{FF2B5EF4-FFF2-40B4-BE49-F238E27FC236}">
                    <a16:creationId xmlns:a16="http://schemas.microsoft.com/office/drawing/2014/main" id="{69C383C7-A761-40C9-995B-8F083C61EAE3}"/>
                  </a:ext>
                </a:extLst>
              </p:cNvPr>
              <p:cNvSpPr/>
              <p:nvPr userDrawn="1"/>
            </p:nvSpPr>
            <p:spPr>
              <a:xfrm rot="5400000">
                <a:off x="12774315" y="4332974"/>
                <a:ext cx="253188" cy="316248"/>
              </a:xfrm>
              <a:prstGeom prst="rect">
                <a:avLst/>
              </a:prstGeom>
              <a:solidFill>
                <a:srgbClr val="C7AB2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52" name="Rectangle 51">
                <a:extLst>
                  <a:ext uri="{FF2B5EF4-FFF2-40B4-BE49-F238E27FC236}">
                    <a16:creationId xmlns:a16="http://schemas.microsoft.com/office/drawing/2014/main" id="{0F7F84D7-BBCD-0711-47A7-1A67E8463A11}"/>
                  </a:ext>
                </a:extLst>
              </p:cNvPr>
              <p:cNvSpPr/>
              <p:nvPr userDrawn="1"/>
            </p:nvSpPr>
            <p:spPr>
              <a:xfrm rot="5400000">
                <a:off x="12774315" y="4657202"/>
                <a:ext cx="253188" cy="316248"/>
              </a:xfrm>
              <a:prstGeom prst="rect">
                <a:avLst/>
              </a:prstGeom>
              <a:solidFill>
                <a:srgbClr val="5C068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53" name="Rectangle 52">
                <a:extLst>
                  <a:ext uri="{FF2B5EF4-FFF2-40B4-BE49-F238E27FC236}">
                    <a16:creationId xmlns:a16="http://schemas.microsoft.com/office/drawing/2014/main" id="{53D02E01-D335-28ED-5488-D6DE775AD079}"/>
                  </a:ext>
                </a:extLst>
              </p:cNvPr>
              <p:cNvSpPr/>
              <p:nvPr userDrawn="1"/>
            </p:nvSpPr>
            <p:spPr>
              <a:xfrm rot="5400000">
                <a:off x="12774315" y="5954114"/>
                <a:ext cx="253188" cy="316248"/>
              </a:xfrm>
              <a:prstGeom prst="rect">
                <a:avLst/>
              </a:prstGeom>
              <a:solidFill>
                <a:srgbClr val="2A431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54" name="Rectangle 53">
                <a:extLst>
                  <a:ext uri="{FF2B5EF4-FFF2-40B4-BE49-F238E27FC236}">
                    <a16:creationId xmlns:a16="http://schemas.microsoft.com/office/drawing/2014/main" id="{CEF53D18-8239-EA6B-AC45-353F96359107}"/>
                  </a:ext>
                </a:extLst>
              </p:cNvPr>
              <p:cNvSpPr/>
              <p:nvPr userDrawn="1"/>
            </p:nvSpPr>
            <p:spPr>
              <a:xfrm rot="5400000">
                <a:off x="12774315" y="6278342"/>
                <a:ext cx="253188" cy="316248"/>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grpSp>
        <p:sp>
          <p:nvSpPr>
            <p:cNvPr id="44" name="TextBox 43">
              <a:extLst>
                <a:ext uri="{FF2B5EF4-FFF2-40B4-BE49-F238E27FC236}">
                  <a16:creationId xmlns:a16="http://schemas.microsoft.com/office/drawing/2014/main" id="{B63D05DA-80B0-B9EC-C621-45E1E1B5FA76}"/>
                </a:ext>
              </a:extLst>
            </p:cNvPr>
            <p:cNvSpPr txBox="1"/>
            <p:nvPr userDrawn="1"/>
          </p:nvSpPr>
          <p:spPr>
            <a:xfrm rot="16200000">
              <a:off x="12574268" y="5173406"/>
              <a:ext cx="960199" cy="118559"/>
            </a:xfrm>
            <a:prstGeom prst="rect">
              <a:avLst/>
            </a:prstGeom>
            <a:noFill/>
          </p:spPr>
          <p:txBody>
            <a:bodyPr wrap="none" lIns="0" tIns="0" rIns="0" bIns="0" rtlCol="0">
              <a:spAutoFit/>
            </a:bodyPr>
            <a:lstStyle/>
            <a:p>
              <a:pPr algn="l">
                <a:lnSpc>
                  <a:spcPct val="101000"/>
                </a:lnSpc>
                <a:spcAft>
                  <a:spcPts val="600"/>
                </a:spcAft>
              </a:pPr>
              <a:r>
                <a:rPr lang="en-CR" sz="800" b="1">
                  <a:solidFill>
                    <a:srgbClr val="000000"/>
                  </a:solidFill>
                  <a:latin typeface="GT America Regular"/>
                  <a:ea typeface="GT America Regular" charset="0"/>
                  <a:cs typeface="GT America Regular" charset="0"/>
                </a:rPr>
                <a:t>ON MOODY´S BLUE</a:t>
              </a:r>
              <a:endParaRPr kumimoji="0" lang="en-CR" sz="800" b="1" i="0" u="none" strike="noStrike" kern="1200" cap="none" spc="0" normalizeH="0" baseline="0" noProof="0" err="1">
                <a:ln>
                  <a:noFill/>
                </a:ln>
                <a:solidFill>
                  <a:srgbClr val="000000"/>
                </a:solidFill>
                <a:effectLst/>
                <a:uLnTx/>
                <a:uFillTx/>
                <a:latin typeface="GT America Regular"/>
                <a:ea typeface="GT America Regular" charset="0"/>
                <a:cs typeface="GT America Regular" charset="0"/>
              </a:endParaRPr>
            </a:p>
          </p:txBody>
        </p:sp>
      </p:grpSp>
      <p:sp>
        <p:nvSpPr>
          <p:cNvPr id="65" name="TextBox 64">
            <a:extLst>
              <a:ext uri="{FF2B5EF4-FFF2-40B4-BE49-F238E27FC236}">
                <a16:creationId xmlns:a16="http://schemas.microsoft.com/office/drawing/2014/main" id="{1A682299-4A74-1FB3-A3C0-2B1C9F05EB2F}"/>
              </a:ext>
            </a:extLst>
          </p:cNvPr>
          <p:cNvSpPr txBox="1"/>
          <p:nvPr userDrawn="1"/>
        </p:nvSpPr>
        <p:spPr>
          <a:xfrm>
            <a:off x="12356815" y="3377042"/>
            <a:ext cx="807913" cy="118559"/>
          </a:xfrm>
          <a:prstGeom prst="rect">
            <a:avLst/>
          </a:prstGeom>
          <a:noFill/>
        </p:spPr>
        <p:txBody>
          <a:bodyPr wrap="none" lIns="0" tIns="0" rIns="0" bIns="0" rtlCol="0">
            <a:spAutoFit/>
          </a:bodyPr>
          <a:lstStyle/>
          <a:p>
            <a:pPr algn="l">
              <a:lnSpc>
                <a:spcPct val="101000"/>
              </a:lnSpc>
              <a:spcAft>
                <a:spcPts val="600"/>
              </a:spcAft>
            </a:pPr>
            <a:r>
              <a:rPr kumimoji="0" lang="en-US" sz="800" b="1" i="0" u="none" strike="noStrike" kern="1200" cap="none" spc="0" normalizeH="0" baseline="0" noProof="0" dirty="0">
                <a:ln>
                  <a:noFill/>
                </a:ln>
                <a:solidFill>
                  <a:srgbClr val="000000"/>
                </a:solidFill>
                <a:effectLst/>
                <a:uLnTx/>
                <a:uFillTx/>
                <a:ea typeface="GT America Regular" charset="0"/>
                <a:cs typeface="GT America Regular" charset="0"/>
              </a:rPr>
              <a:t>For charts ONLY</a:t>
            </a:r>
            <a:endParaRPr kumimoji="0" lang="en-CR" sz="800" b="1" i="0" u="none" strike="noStrike" kern="1200" cap="none" spc="0" normalizeH="0" baseline="0" noProof="0">
              <a:ln>
                <a:noFill/>
              </a:ln>
              <a:solidFill>
                <a:srgbClr val="000000"/>
              </a:solidFill>
              <a:effectLst/>
              <a:uLnTx/>
              <a:uFillTx/>
              <a:ea typeface="GT America Regular" charset="0"/>
              <a:cs typeface="GT America Regular" charset="0"/>
            </a:endParaRPr>
          </a:p>
        </p:txBody>
      </p:sp>
    </p:spTree>
    <p:extLst>
      <p:ext uri="{BB962C8B-B14F-4D97-AF65-F5344CB8AC3E}">
        <p14:creationId xmlns:p14="http://schemas.microsoft.com/office/powerpoint/2010/main" val="3550588583"/>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Executive Summary/Key Takeaways 3">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0DE63420-A2BC-EC7A-3A8C-CA23AF97535A}"/>
              </a:ext>
            </a:extLst>
          </p:cNvPr>
          <p:cNvSpPr/>
          <p:nvPr userDrawn="1"/>
        </p:nvSpPr>
        <p:spPr bwMode="hidden">
          <a:xfrm>
            <a:off x="0" y="-1"/>
            <a:ext cx="4060556" cy="6861175"/>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Footer Placeholder 2">
            <a:extLst>
              <a:ext uri="{FF2B5EF4-FFF2-40B4-BE49-F238E27FC236}">
                <a16:creationId xmlns:a16="http://schemas.microsoft.com/office/drawing/2014/main" id="{0CA2D3CD-1E43-5FCD-B998-8E7207DE69E5}"/>
              </a:ext>
            </a:extLst>
          </p:cNvPr>
          <p:cNvSpPr>
            <a:spLocks noGrp="1"/>
          </p:cNvSpPr>
          <p:nvPr>
            <p:ph type="ftr" sz="quarter" idx="11"/>
          </p:nvPr>
        </p:nvSpPr>
        <p:spPr/>
        <p:txBody>
          <a:bodyPr/>
          <a:lstStyle/>
          <a:p>
            <a:r>
              <a:rPr lang="en-US"/>
              <a:t>See slide 12 for instructions on how to update footer</a:t>
            </a:r>
            <a:endParaRPr lang="en-US" dirty="0"/>
          </a:p>
        </p:txBody>
      </p:sp>
      <p:sp>
        <p:nvSpPr>
          <p:cNvPr id="4" name="Slide Number Placeholder 3">
            <a:extLst>
              <a:ext uri="{FF2B5EF4-FFF2-40B4-BE49-F238E27FC236}">
                <a16:creationId xmlns:a16="http://schemas.microsoft.com/office/drawing/2014/main" id="{F9F73C99-4E9B-1728-FFD7-DFD7DC5AF7B7}"/>
              </a:ext>
            </a:extLst>
          </p:cNvPr>
          <p:cNvSpPr>
            <a:spLocks noGrp="1"/>
          </p:cNvSpPr>
          <p:nvPr>
            <p:ph type="sldNum" sz="quarter" idx="12"/>
          </p:nvPr>
        </p:nvSpPr>
        <p:spPr>
          <a:xfrm>
            <a:off x="10429875" y="6311900"/>
            <a:ext cx="1208087" cy="269875"/>
          </a:xfrm>
        </p:spPr>
        <p:txBody>
          <a:bodyPr/>
          <a:lstStyle/>
          <a:p>
            <a:fld id="{862A5111-985B-C14D-9115-5787026182A8}" type="slidenum">
              <a:rPr lang="en-US" smtClean="0"/>
              <a:t>‹#›</a:t>
            </a:fld>
            <a:endParaRPr lang="en-US" dirty="0"/>
          </a:p>
        </p:txBody>
      </p:sp>
      <p:sp>
        <p:nvSpPr>
          <p:cNvPr id="6" name="Freeform 5">
            <a:extLst>
              <a:ext uri="{FF2B5EF4-FFF2-40B4-BE49-F238E27FC236}">
                <a16:creationId xmlns:a16="http://schemas.microsoft.com/office/drawing/2014/main" id="{5BCC6303-B8A8-E0F3-1B26-45B29EE4DC62}"/>
              </a:ext>
            </a:extLst>
          </p:cNvPr>
          <p:cNvSpPr/>
          <p:nvPr/>
        </p:nvSpPr>
        <p:spPr>
          <a:xfrm>
            <a:off x="554038" y="6469335"/>
            <a:ext cx="678511" cy="112440"/>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chemeClr val="bg1"/>
          </a:solidFill>
          <a:ln w="0" cap="flat">
            <a:noFill/>
            <a:prstDash val="solid"/>
            <a:miter/>
          </a:ln>
        </p:spPr>
        <p:txBody>
          <a:bodyPr rtlCol="0" anchor="ctr"/>
          <a:lstStyle/>
          <a:p>
            <a:endParaRPr lang="en-US"/>
          </a:p>
        </p:txBody>
      </p:sp>
      <p:sp>
        <p:nvSpPr>
          <p:cNvPr id="12" name="Freeform 5">
            <a:extLst>
              <a:ext uri="{FF2B5EF4-FFF2-40B4-BE49-F238E27FC236}">
                <a16:creationId xmlns:a16="http://schemas.microsoft.com/office/drawing/2014/main" id="{B2BF897B-C4FE-7F0C-FE2C-6956C830B315}"/>
              </a:ext>
            </a:extLst>
          </p:cNvPr>
          <p:cNvSpPr/>
          <p:nvPr userDrawn="1"/>
        </p:nvSpPr>
        <p:spPr bwMode="black">
          <a:xfrm>
            <a:off x="554038" y="6469335"/>
            <a:ext cx="678511" cy="112440"/>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chemeClr val="bg1"/>
          </a:solidFill>
          <a:ln w="0" cap="flat">
            <a:noFill/>
            <a:prstDash val="solid"/>
            <a:miter/>
          </a:ln>
        </p:spPr>
        <p:txBody>
          <a:bodyPr rtlCol="0" anchor="ctr"/>
          <a:lstStyle/>
          <a:p>
            <a:endParaRPr lang="en-US"/>
          </a:p>
        </p:txBody>
      </p:sp>
      <p:sp>
        <p:nvSpPr>
          <p:cNvPr id="8" name="Title 7">
            <a:extLst>
              <a:ext uri="{FF2B5EF4-FFF2-40B4-BE49-F238E27FC236}">
                <a16:creationId xmlns:a16="http://schemas.microsoft.com/office/drawing/2014/main" id="{52C52A17-5F09-5FCF-A0E2-C9D9ECF06226}"/>
              </a:ext>
            </a:extLst>
          </p:cNvPr>
          <p:cNvSpPr>
            <a:spLocks noGrp="1"/>
          </p:cNvSpPr>
          <p:nvPr>
            <p:ph type="title"/>
          </p:nvPr>
        </p:nvSpPr>
        <p:spPr>
          <a:xfrm>
            <a:off x="546100" y="552450"/>
            <a:ext cx="3300984" cy="873760"/>
          </a:xfrm>
        </p:spPr>
        <p:txBody>
          <a:bodyPr rIns="182880"/>
          <a:lstStyle>
            <a:lvl1pPr>
              <a:defRPr>
                <a:solidFill>
                  <a:schemeClr val="bg1"/>
                </a:solidFill>
              </a:defRPr>
            </a:lvl1pPr>
          </a:lstStyle>
          <a:p>
            <a:r>
              <a:rPr lang="en-US"/>
              <a:t>Click to edit Master title style</a:t>
            </a:r>
            <a:endParaRPr lang="en-US" dirty="0"/>
          </a:p>
        </p:txBody>
      </p:sp>
      <p:sp>
        <p:nvSpPr>
          <p:cNvPr id="5" name="Text Placeholder 5">
            <a:extLst>
              <a:ext uri="{FF2B5EF4-FFF2-40B4-BE49-F238E27FC236}">
                <a16:creationId xmlns:a16="http://schemas.microsoft.com/office/drawing/2014/main" id="{287913A0-E5F8-8CDA-9C09-B31372EAF985}"/>
              </a:ext>
            </a:extLst>
          </p:cNvPr>
          <p:cNvSpPr>
            <a:spLocks noGrp="1"/>
          </p:cNvSpPr>
          <p:nvPr>
            <p:ph type="body" sz="quarter" idx="13" hasCustomPrompt="1"/>
          </p:nvPr>
        </p:nvSpPr>
        <p:spPr>
          <a:xfrm>
            <a:off x="546101" y="5586413"/>
            <a:ext cx="3300984" cy="725487"/>
          </a:xfrm>
        </p:spPr>
        <p:txBody>
          <a:bodyPr rIns="274320" anchor="b">
            <a:normAutofit/>
          </a:bodyPr>
          <a:lstStyle>
            <a:lvl1pPr>
              <a:defRPr sz="600">
                <a:solidFill>
                  <a:schemeClr val="bg1"/>
                </a:solidFill>
              </a:defRPr>
            </a:lvl1pPr>
            <a:lvl2pPr marL="0" indent="0">
              <a:buNone/>
              <a:defRPr sz="600">
                <a:solidFill>
                  <a:schemeClr val="bg1"/>
                </a:solidFill>
              </a:defRPr>
            </a:lvl2pPr>
            <a:lvl3pPr marL="0" indent="0">
              <a:buNone/>
              <a:defRPr sz="600">
                <a:solidFill>
                  <a:schemeClr val="bg1"/>
                </a:solidFill>
              </a:defRPr>
            </a:lvl3pPr>
            <a:lvl4pPr marL="0" indent="0">
              <a:buNone/>
              <a:defRPr sz="600">
                <a:solidFill>
                  <a:schemeClr val="bg1"/>
                </a:solidFill>
              </a:defRPr>
            </a:lvl4pPr>
            <a:lvl5pPr marL="0" indent="0">
              <a:buNone/>
              <a:defRPr sz="600">
                <a:solidFill>
                  <a:schemeClr val="bg1"/>
                </a:solidFill>
              </a:defRPr>
            </a:lvl5pPr>
            <a:lvl6pPr marL="0" indent="0">
              <a:buNone/>
              <a:defRPr sz="600">
                <a:solidFill>
                  <a:schemeClr val="bg1"/>
                </a:solidFill>
              </a:defRPr>
            </a:lvl6pPr>
            <a:lvl7pPr marL="0" indent="0">
              <a:buNone/>
              <a:defRPr sz="600">
                <a:solidFill>
                  <a:schemeClr val="bg1"/>
                </a:solidFill>
              </a:defRPr>
            </a:lvl7pPr>
            <a:lvl8pPr marL="0" indent="0">
              <a:buNone/>
              <a:defRPr sz="600">
                <a:solidFill>
                  <a:schemeClr val="bg1"/>
                </a:solidFill>
              </a:defRPr>
            </a:lvl8pPr>
            <a:lvl9pPr marL="0" indent="0">
              <a:buNone/>
              <a:defRPr sz="600">
                <a:solidFill>
                  <a:schemeClr val="bg1"/>
                </a:solidFill>
              </a:defRPr>
            </a:lvl9pPr>
          </a:lstStyle>
          <a:p>
            <a:pPr lvl="0"/>
            <a:r>
              <a:rPr lang="en-US" dirty="0"/>
              <a:t>Click to add footnotes or disclaimer information</a:t>
            </a:r>
          </a:p>
        </p:txBody>
      </p:sp>
      <p:sp>
        <p:nvSpPr>
          <p:cNvPr id="10" name="Text Placeholder 9">
            <a:extLst>
              <a:ext uri="{FF2B5EF4-FFF2-40B4-BE49-F238E27FC236}">
                <a16:creationId xmlns:a16="http://schemas.microsoft.com/office/drawing/2014/main" id="{98FAD3A1-95EF-57C4-18DC-C6F6870DB482}"/>
              </a:ext>
            </a:extLst>
          </p:cNvPr>
          <p:cNvSpPr>
            <a:spLocks noGrp="1"/>
          </p:cNvSpPr>
          <p:nvPr>
            <p:ph type="body" sz="quarter" idx="15"/>
          </p:nvPr>
        </p:nvSpPr>
        <p:spPr>
          <a:xfrm>
            <a:off x="546099" y="1849439"/>
            <a:ext cx="3300984" cy="3443286"/>
          </a:xfrm>
        </p:spPr>
        <p:txBody>
          <a:bodyPr>
            <a:normAutofit/>
          </a:bodyPr>
          <a:lstStyle>
            <a:lvl1pPr>
              <a:spcBef>
                <a:spcPts val="2400"/>
              </a:spcBef>
              <a:defRPr b="0" i="0">
                <a:solidFill>
                  <a:schemeClr val="bg1"/>
                </a:solidFill>
                <a:latin typeface="+mn-lt"/>
                <a:ea typeface="GT America Regular" charset="0"/>
                <a:cs typeface="GT America Regular" charset="0"/>
              </a:defRPr>
            </a:lvl1pPr>
            <a:lvl2pPr marL="285750" indent="-285750">
              <a:buFont typeface="GT America Regular" pitchFamily="2" charset="77"/>
              <a:buChar char="→"/>
              <a:defRPr>
                <a:solidFill>
                  <a:schemeClr val="bg1"/>
                </a:solidFill>
              </a:defRPr>
            </a:lvl2pPr>
            <a:lvl3pPr marL="0" indent="0">
              <a:buNone/>
              <a:defRPr>
                <a:solidFill>
                  <a:schemeClr val="bg1"/>
                </a:solidFill>
              </a:defRPr>
            </a:lvl3pPr>
            <a:lvl4pPr marL="283464">
              <a:defRPr>
                <a:solidFill>
                  <a:schemeClr val="bg1"/>
                </a:solidFill>
              </a:defRPr>
            </a:lvl4pPr>
            <a:lvl5pPr marL="283464" indent="0">
              <a:buNone/>
              <a:defRPr sz="1400">
                <a:solidFill>
                  <a:schemeClr val="bg1"/>
                </a:solidFill>
              </a:defRPr>
            </a:lvl5pPr>
            <a:lvl6pPr marL="283464">
              <a:defRPr>
                <a:solidFill>
                  <a:schemeClr val="bg1"/>
                </a:solidFill>
              </a:defRPr>
            </a:lvl6pPr>
            <a:lvl7pPr marL="283464" indent="0">
              <a:buNone/>
              <a:defRPr>
                <a:solidFill>
                  <a:schemeClr val="bg1"/>
                </a:solidFill>
              </a:defRPr>
            </a:lvl7pPr>
            <a:lvl8pPr marL="283464">
              <a:defRPr>
                <a:solidFill>
                  <a:schemeClr val="bg1"/>
                </a:solidFill>
              </a:defRPr>
            </a:lvl8pPr>
            <a:lvl9pPr marL="283464" indent="0">
              <a:buNone/>
              <a:defRPr>
                <a:solidFill>
                  <a:schemeClr val="bg1"/>
                </a:solidFill>
              </a:defRPr>
            </a:lvl9pPr>
          </a:lstStyle>
          <a:p>
            <a:pPr lvl="0"/>
            <a:r>
              <a:rPr lang="en-US"/>
              <a:t>Click to edit Master text styles</a:t>
            </a:r>
          </a:p>
        </p:txBody>
      </p:sp>
      <p:sp>
        <p:nvSpPr>
          <p:cNvPr id="2" name="Content Placeholder 30">
            <a:extLst>
              <a:ext uri="{FF2B5EF4-FFF2-40B4-BE49-F238E27FC236}">
                <a16:creationId xmlns:a16="http://schemas.microsoft.com/office/drawing/2014/main" id="{F0F02397-A9A7-9451-4B86-0093DE0C5DAC}"/>
              </a:ext>
            </a:extLst>
          </p:cNvPr>
          <p:cNvSpPr>
            <a:spLocks noGrp="1"/>
          </p:cNvSpPr>
          <p:nvPr>
            <p:ph sz="quarter" idx="49" hasCustomPrompt="1"/>
          </p:nvPr>
        </p:nvSpPr>
        <p:spPr>
          <a:xfrm>
            <a:off x="4781550" y="552448"/>
            <a:ext cx="2103120" cy="2057400"/>
          </a:xfrm>
        </p:spPr>
        <p:txBody>
          <a:bodyPr/>
          <a:lstStyle>
            <a:lvl1pPr>
              <a:defRPr sz="4800">
                <a:solidFill>
                  <a:schemeClr val="accent1"/>
                </a:solidFill>
                <a:latin typeface="+mj-lt"/>
              </a:defRPr>
            </a:lvl1pPr>
            <a:lvl2pPr>
              <a:defRPr>
                <a:solidFill>
                  <a:schemeClr val="tx1"/>
                </a:solidFill>
              </a:defRPr>
            </a:lvl2pPr>
            <a:lvl3pPr>
              <a:buClr>
                <a:schemeClr val="accent1"/>
              </a:buClr>
              <a:defRPr>
                <a:solidFill>
                  <a:schemeClr val="tx1"/>
                </a:solidFill>
              </a:defRPr>
            </a:lvl3pPr>
            <a:lvl4pPr marL="457200" indent="0">
              <a:buNone/>
              <a:defRPr>
                <a:solidFill>
                  <a:schemeClr val="tx1"/>
                </a:solidFill>
              </a:defRPr>
            </a:lvl4pPr>
            <a:lvl5pPr>
              <a:buClr>
                <a:schemeClr val="accent1"/>
              </a:buClr>
              <a:defRPr>
                <a:solidFill>
                  <a:schemeClr val="tx1"/>
                </a:solidFill>
              </a:defRPr>
            </a:lvl5pPr>
            <a:lvl6pPr>
              <a:buClrTx/>
              <a:defRPr>
                <a:solidFill>
                  <a:schemeClr val="tx1"/>
                </a:solidFill>
              </a:defRPr>
            </a:lvl6pPr>
            <a:lvl7pPr>
              <a:buClr>
                <a:schemeClr val="accent1"/>
              </a:buClr>
              <a:defRPr>
                <a:solidFill>
                  <a:schemeClr val="tx1"/>
                </a:solidFill>
              </a:defRPr>
            </a:lvl7pPr>
            <a:lvl8pPr>
              <a:buClrTx/>
              <a:defRPr>
                <a:solidFill>
                  <a:schemeClr val="tx1"/>
                </a:solidFill>
              </a:defRPr>
            </a:lvl8pPr>
            <a:lvl9pPr>
              <a:buClr>
                <a:schemeClr val="accent1"/>
              </a:buClr>
              <a:defRPr>
                <a:solidFill>
                  <a:schemeClr val="tx1"/>
                </a:solidFill>
              </a:defRPr>
            </a:lvl9pPr>
          </a:lstStyle>
          <a:p>
            <a:pPr lvl="0"/>
            <a:r>
              <a:rPr lang="en-US" dirty="0"/>
              <a:t>00</a:t>
            </a:r>
          </a:p>
          <a:p>
            <a:pPr lvl="1"/>
            <a:r>
              <a:rPr lang="en-US" dirty="0"/>
              <a:t>Second level</a:t>
            </a:r>
          </a:p>
          <a:p>
            <a:pPr lvl="2"/>
            <a:r>
              <a:rPr lang="en-US" dirty="0"/>
              <a:t>Third level</a:t>
            </a:r>
          </a:p>
        </p:txBody>
      </p:sp>
      <p:sp>
        <p:nvSpPr>
          <p:cNvPr id="11" name="Content Placeholder 33">
            <a:extLst>
              <a:ext uri="{FF2B5EF4-FFF2-40B4-BE49-F238E27FC236}">
                <a16:creationId xmlns:a16="http://schemas.microsoft.com/office/drawing/2014/main" id="{E08A6D02-5787-2EA8-5353-86CF167EE5C0}"/>
              </a:ext>
            </a:extLst>
          </p:cNvPr>
          <p:cNvSpPr>
            <a:spLocks noGrp="1"/>
          </p:cNvSpPr>
          <p:nvPr>
            <p:ph sz="quarter" idx="50" hasCustomPrompt="1"/>
          </p:nvPr>
        </p:nvSpPr>
        <p:spPr>
          <a:xfrm>
            <a:off x="7157707" y="552449"/>
            <a:ext cx="2103120" cy="2057400"/>
          </a:xfrm>
        </p:spPr>
        <p:txBody>
          <a:bodyPr/>
          <a:lstStyle>
            <a:lvl1pPr>
              <a:defRPr lang="en-US" sz="4800" b="0" i="0" kern="1200" dirty="0" smtClean="0">
                <a:solidFill>
                  <a:schemeClr val="accent1"/>
                </a:solidFill>
                <a:latin typeface="+mj-lt"/>
                <a:ea typeface="GT America Regular" charset="0"/>
                <a:cs typeface="GT America Regular" charset="0"/>
              </a:defRPr>
            </a:lvl1pPr>
            <a:lvl2pPr>
              <a:buClrTx/>
              <a:defRPr>
                <a:solidFill>
                  <a:schemeClr val="tx1"/>
                </a:solidFill>
              </a:defRPr>
            </a:lvl2pPr>
            <a:lvl3pPr>
              <a:buClr>
                <a:schemeClr val="accent1"/>
              </a:buClr>
              <a:defRPr>
                <a:solidFill>
                  <a:schemeClr val="tx1"/>
                </a:solidFill>
              </a:defRPr>
            </a:lvl3pPr>
            <a:lvl4pPr marL="457200" indent="0">
              <a:buClrTx/>
              <a:buNone/>
              <a:defRPr>
                <a:solidFill>
                  <a:schemeClr val="tx1"/>
                </a:solidFill>
              </a:defRPr>
            </a:lvl4pPr>
            <a:lvl5pPr>
              <a:buClr>
                <a:schemeClr val="accent1"/>
              </a:buClr>
              <a:defRPr>
                <a:solidFill>
                  <a:schemeClr val="tx1"/>
                </a:solidFill>
              </a:defRPr>
            </a:lvl5pPr>
            <a:lvl6pPr>
              <a:buClrTx/>
              <a:defRPr>
                <a:solidFill>
                  <a:schemeClr val="tx1"/>
                </a:solidFill>
              </a:defRPr>
            </a:lvl6pPr>
            <a:lvl7pPr>
              <a:buClr>
                <a:schemeClr val="accent1"/>
              </a:buClr>
              <a:defRPr>
                <a:solidFill>
                  <a:schemeClr val="tx1"/>
                </a:solidFill>
              </a:defRPr>
            </a:lvl7pPr>
            <a:lvl8pPr>
              <a:buClrTx/>
              <a:defRPr>
                <a:solidFill>
                  <a:schemeClr val="tx1"/>
                </a:solidFill>
              </a:defRPr>
            </a:lvl8pPr>
            <a:lvl9pPr>
              <a:buClr>
                <a:schemeClr val="accent1"/>
              </a:buClr>
              <a:defRPr>
                <a:solidFill>
                  <a:schemeClr val="tx1"/>
                </a:solidFill>
              </a:defRPr>
            </a:lvl9pPr>
          </a:lstStyle>
          <a:p>
            <a:pPr lvl="0"/>
            <a:r>
              <a:rPr lang="en-US" dirty="0"/>
              <a:t>00</a:t>
            </a:r>
          </a:p>
          <a:p>
            <a:pPr lvl="1"/>
            <a:r>
              <a:rPr lang="en-US" dirty="0"/>
              <a:t>Second level</a:t>
            </a:r>
          </a:p>
          <a:p>
            <a:pPr lvl="2"/>
            <a:r>
              <a:rPr lang="en-US" dirty="0"/>
              <a:t>Third level</a:t>
            </a:r>
          </a:p>
        </p:txBody>
      </p:sp>
      <p:sp>
        <p:nvSpPr>
          <p:cNvPr id="13" name="Content Placeholder 35">
            <a:extLst>
              <a:ext uri="{FF2B5EF4-FFF2-40B4-BE49-F238E27FC236}">
                <a16:creationId xmlns:a16="http://schemas.microsoft.com/office/drawing/2014/main" id="{F25358D4-61D4-B82A-AA95-040B8023E1BF}"/>
              </a:ext>
            </a:extLst>
          </p:cNvPr>
          <p:cNvSpPr>
            <a:spLocks noGrp="1"/>
          </p:cNvSpPr>
          <p:nvPr>
            <p:ph sz="quarter" idx="51" hasCustomPrompt="1"/>
          </p:nvPr>
        </p:nvSpPr>
        <p:spPr>
          <a:xfrm>
            <a:off x="9533864" y="552449"/>
            <a:ext cx="2103120" cy="2057400"/>
          </a:xfrm>
        </p:spPr>
        <p:txBody>
          <a:bodyPr/>
          <a:lstStyle>
            <a:lvl1pPr>
              <a:defRPr lang="en-US" sz="4800" b="0" i="0" kern="1200" dirty="0" smtClean="0">
                <a:solidFill>
                  <a:schemeClr val="accent1"/>
                </a:solidFill>
                <a:latin typeface="+mj-lt"/>
                <a:ea typeface="GT America Regular" charset="0"/>
                <a:cs typeface="GT America Regular" charset="0"/>
              </a:defRPr>
            </a:lvl1pPr>
            <a:lvl2pPr>
              <a:buClrTx/>
              <a:defRPr>
                <a:solidFill>
                  <a:schemeClr val="tx1"/>
                </a:solidFill>
              </a:defRPr>
            </a:lvl2pPr>
            <a:lvl3pPr>
              <a:buClr>
                <a:schemeClr val="accent1"/>
              </a:buClr>
              <a:defRPr>
                <a:solidFill>
                  <a:schemeClr val="tx1"/>
                </a:solidFill>
              </a:defRPr>
            </a:lvl3pPr>
            <a:lvl4pPr marL="457200" indent="0">
              <a:buClrTx/>
              <a:buNone/>
              <a:defRPr>
                <a:solidFill>
                  <a:schemeClr val="tx1"/>
                </a:solidFill>
              </a:defRPr>
            </a:lvl4pPr>
            <a:lvl5pPr>
              <a:buClr>
                <a:schemeClr val="accent1"/>
              </a:buClr>
              <a:defRPr>
                <a:solidFill>
                  <a:schemeClr val="tx1"/>
                </a:solidFill>
              </a:defRPr>
            </a:lvl5pPr>
            <a:lvl6pPr>
              <a:buClrTx/>
              <a:defRPr>
                <a:solidFill>
                  <a:schemeClr val="tx1"/>
                </a:solidFill>
              </a:defRPr>
            </a:lvl6pPr>
            <a:lvl7pPr>
              <a:buClr>
                <a:schemeClr val="accent1"/>
              </a:buClr>
              <a:defRPr>
                <a:solidFill>
                  <a:schemeClr val="tx1"/>
                </a:solidFill>
              </a:defRPr>
            </a:lvl7pPr>
            <a:lvl8pPr>
              <a:buClrTx/>
              <a:defRPr>
                <a:solidFill>
                  <a:schemeClr val="tx1"/>
                </a:solidFill>
              </a:defRPr>
            </a:lvl8pPr>
            <a:lvl9pPr>
              <a:buClr>
                <a:schemeClr val="accent1"/>
              </a:buClr>
              <a:defRPr>
                <a:solidFill>
                  <a:schemeClr val="tx1"/>
                </a:solidFill>
              </a:defRPr>
            </a:lvl9pPr>
          </a:lstStyle>
          <a:p>
            <a:pPr lvl="0"/>
            <a:r>
              <a:rPr lang="en-US" dirty="0"/>
              <a:t>00</a:t>
            </a:r>
          </a:p>
          <a:p>
            <a:pPr lvl="1"/>
            <a:r>
              <a:rPr lang="en-US" dirty="0"/>
              <a:t>Second level</a:t>
            </a:r>
          </a:p>
          <a:p>
            <a:pPr lvl="2"/>
            <a:r>
              <a:rPr lang="en-US" dirty="0"/>
              <a:t>Third level</a:t>
            </a:r>
          </a:p>
        </p:txBody>
      </p:sp>
      <p:sp>
        <p:nvSpPr>
          <p:cNvPr id="15" name="Content Placeholder 37">
            <a:extLst>
              <a:ext uri="{FF2B5EF4-FFF2-40B4-BE49-F238E27FC236}">
                <a16:creationId xmlns:a16="http://schemas.microsoft.com/office/drawing/2014/main" id="{28D07FDD-A130-72D7-5662-2F5893A2F61C}"/>
              </a:ext>
            </a:extLst>
          </p:cNvPr>
          <p:cNvSpPr>
            <a:spLocks noGrp="1"/>
          </p:cNvSpPr>
          <p:nvPr>
            <p:ph sz="quarter" idx="52" hasCustomPrompt="1"/>
          </p:nvPr>
        </p:nvSpPr>
        <p:spPr>
          <a:xfrm>
            <a:off x="4768285" y="3013075"/>
            <a:ext cx="2103120" cy="2057400"/>
          </a:xfrm>
        </p:spPr>
        <p:txBody>
          <a:bodyPr/>
          <a:lstStyle>
            <a:lvl1pPr>
              <a:buClr>
                <a:schemeClr val="accent1"/>
              </a:buClr>
              <a:defRPr lang="en-US" sz="4800" b="0" i="0" kern="1200" dirty="0" smtClean="0">
                <a:solidFill>
                  <a:schemeClr val="accent1"/>
                </a:solidFill>
                <a:latin typeface="+mj-lt"/>
                <a:ea typeface="GT America Regular" charset="0"/>
                <a:cs typeface="GT America Regular" charset="0"/>
              </a:defRPr>
            </a:lvl1pPr>
            <a:lvl2pPr>
              <a:buClrTx/>
              <a:defRPr>
                <a:solidFill>
                  <a:schemeClr val="tx1"/>
                </a:solidFill>
              </a:defRPr>
            </a:lvl2pPr>
            <a:lvl3pPr>
              <a:buClr>
                <a:schemeClr val="accent1"/>
              </a:buClr>
              <a:defRPr>
                <a:solidFill>
                  <a:schemeClr val="tx1"/>
                </a:solidFill>
              </a:defRPr>
            </a:lvl3pPr>
            <a:lvl4pPr>
              <a:buClrTx/>
              <a:defRPr>
                <a:solidFill>
                  <a:schemeClr val="tx1"/>
                </a:solidFill>
              </a:defRPr>
            </a:lvl4pPr>
            <a:lvl5pPr>
              <a:buClr>
                <a:schemeClr val="accent1"/>
              </a:buClr>
              <a:defRPr>
                <a:solidFill>
                  <a:schemeClr val="tx1"/>
                </a:solidFill>
              </a:defRPr>
            </a:lvl5pPr>
            <a:lvl6pPr>
              <a:buClrTx/>
              <a:defRPr>
                <a:solidFill>
                  <a:schemeClr val="tx1"/>
                </a:solidFill>
              </a:defRPr>
            </a:lvl6pPr>
            <a:lvl7pPr>
              <a:buClr>
                <a:schemeClr val="accent1"/>
              </a:buClr>
              <a:defRPr>
                <a:solidFill>
                  <a:schemeClr val="tx1"/>
                </a:solidFill>
              </a:defRPr>
            </a:lvl7pPr>
            <a:lvl8pPr>
              <a:buClrTx/>
              <a:defRPr>
                <a:solidFill>
                  <a:schemeClr val="tx1"/>
                </a:solidFill>
              </a:defRPr>
            </a:lvl8pPr>
            <a:lvl9pPr>
              <a:buClr>
                <a:schemeClr val="accent1"/>
              </a:buClr>
              <a:defRPr>
                <a:solidFill>
                  <a:schemeClr val="tx1"/>
                </a:solidFill>
              </a:defRPr>
            </a:lvl9pPr>
          </a:lstStyle>
          <a:p>
            <a:pPr lvl="0"/>
            <a:r>
              <a:rPr lang="en-US" dirty="0"/>
              <a:t>00</a:t>
            </a:r>
          </a:p>
          <a:p>
            <a:pPr lvl="1"/>
            <a:r>
              <a:rPr lang="en-US" dirty="0"/>
              <a:t>Second level</a:t>
            </a:r>
          </a:p>
          <a:p>
            <a:pPr lvl="2"/>
            <a:r>
              <a:rPr lang="en-US" dirty="0"/>
              <a:t>Third </a:t>
            </a:r>
            <a:r>
              <a:rPr lang="en-US" dirty="0" err="1"/>
              <a:t>leve</a:t>
            </a:r>
            <a:endParaRPr lang="en-US" dirty="0"/>
          </a:p>
        </p:txBody>
      </p:sp>
      <p:sp>
        <p:nvSpPr>
          <p:cNvPr id="17" name="Content Placeholder 39">
            <a:extLst>
              <a:ext uri="{FF2B5EF4-FFF2-40B4-BE49-F238E27FC236}">
                <a16:creationId xmlns:a16="http://schemas.microsoft.com/office/drawing/2014/main" id="{A58291F8-7E75-1EB3-64FC-0B3465A92BFE}"/>
              </a:ext>
            </a:extLst>
          </p:cNvPr>
          <p:cNvSpPr>
            <a:spLocks noGrp="1"/>
          </p:cNvSpPr>
          <p:nvPr>
            <p:ph sz="quarter" idx="53" hasCustomPrompt="1"/>
          </p:nvPr>
        </p:nvSpPr>
        <p:spPr>
          <a:xfrm>
            <a:off x="7138252" y="3013074"/>
            <a:ext cx="2103120" cy="2057400"/>
          </a:xfrm>
        </p:spPr>
        <p:txBody>
          <a:bodyPr/>
          <a:lstStyle>
            <a:lvl1pPr>
              <a:buClr>
                <a:schemeClr val="accent1"/>
              </a:buClr>
              <a:defRPr lang="en-US" sz="4800" b="0" i="0" kern="1200" dirty="0" smtClean="0">
                <a:solidFill>
                  <a:schemeClr val="accent1"/>
                </a:solidFill>
                <a:latin typeface="+mj-lt"/>
                <a:ea typeface="GT America Regular" charset="0"/>
                <a:cs typeface="GT America Regular" charset="0"/>
              </a:defRPr>
            </a:lvl1pPr>
            <a:lvl2pPr>
              <a:buClrTx/>
              <a:defRPr>
                <a:solidFill>
                  <a:schemeClr val="tx1"/>
                </a:solidFill>
              </a:defRPr>
            </a:lvl2pPr>
            <a:lvl3pPr>
              <a:buClr>
                <a:schemeClr val="accent1"/>
              </a:buClr>
              <a:defRPr>
                <a:solidFill>
                  <a:schemeClr val="tx1"/>
                </a:solidFill>
              </a:defRPr>
            </a:lvl3pPr>
            <a:lvl4pPr marL="457200" indent="0">
              <a:buClrTx/>
              <a:buNone/>
              <a:defRPr>
                <a:solidFill>
                  <a:schemeClr val="tx1"/>
                </a:solidFill>
              </a:defRPr>
            </a:lvl4pPr>
            <a:lvl5pPr>
              <a:buClr>
                <a:schemeClr val="accent1"/>
              </a:buClr>
              <a:defRPr>
                <a:solidFill>
                  <a:schemeClr val="tx1"/>
                </a:solidFill>
              </a:defRPr>
            </a:lvl5pPr>
            <a:lvl6pPr>
              <a:buClrTx/>
              <a:defRPr>
                <a:solidFill>
                  <a:schemeClr val="tx1"/>
                </a:solidFill>
              </a:defRPr>
            </a:lvl6pPr>
            <a:lvl7pPr>
              <a:buClr>
                <a:schemeClr val="accent1"/>
              </a:buClr>
              <a:defRPr>
                <a:solidFill>
                  <a:schemeClr val="tx1"/>
                </a:solidFill>
              </a:defRPr>
            </a:lvl7pPr>
            <a:lvl8pPr>
              <a:buClrTx/>
              <a:defRPr>
                <a:solidFill>
                  <a:schemeClr val="tx1"/>
                </a:solidFill>
              </a:defRPr>
            </a:lvl8pPr>
            <a:lvl9pPr>
              <a:buClr>
                <a:schemeClr val="accent1"/>
              </a:buClr>
              <a:defRPr>
                <a:solidFill>
                  <a:schemeClr val="tx1"/>
                </a:solidFill>
              </a:defRPr>
            </a:lvl9pPr>
          </a:lstStyle>
          <a:p>
            <a:pPr lvl="0"/>
            <a:r>
              <a:rPr lang="en-US" dirty="0"/>
              <a:t>00</a:t>
            </a:r>
          </a:p>
          <a:p>
            <a:pPr lvl="1"/>
            <a:r>
              <a:rPr lang="en-US" dirty="0"/>
              <a:t>Second level</a:t>
            </a:r>
          </a:p>
          <a:p>
            <a:pPr lvl="2"/>
            <a:r>
              <a:rPr lang="en-US" dirty="0"/>
              <a:t>Third level</a:t>
            </a:r>
          </a:p>
        </p:txBody>
      </p:sp>
      <p:sp>
        <p:nvSpPr>
          <p:cNvPr id="18" name="Content Placeholder 41">
            <a:extLst>
              <a:ext uri="{FF2B5EF4-FFF2-40B4-BE49-F238E27FC236}">
                <a16:creationId xmlns:a16="http://schemas.microsoft.com/office/drawing/2014/main" id="{2C124D70-1F9D-DF72-C740-7D33E7E919BB}"/>
              </a:ext>
            </a:extLst>
          </p:cNvPr>
          <p:cNvSpPr>
            <a:spLocks noGrp="1"/>
          </p:cNvSpPr>
          <p:nvPr>
            <p:ph sz="quarter" idx="54" hasCustomPrompt="1"/>
          </p:nvPr>
        </p:nvSpPr>
        <p:spPr>
          <a:xfrm>
            <a:off x="9520599" y="3013074"/>
            <a:ext cx="2116385" cy="2057400"/>
          </a:xfrm>
        </p:spPr>
        <p:txBody>
          <a:bodyPr/>
          <a:lstStyle>
            <a:lvl1pPr>
              <a:defRPr lang="en-US" sz="4800" b="0" i="0" kern="1200" dirty="0" smtClean="0">
                <a:solidFill>
                  <a:schemeClr val="accent1"/>
                </a:solidFill>
                <a:latin typeface="+mj-lt"/>
                <a:ea typeface="GT America Regular" charset="0"/>
                <a:cs typeface="GT America Regular" charset="0"/>
              </a:defRPr>
            </a:lvl1pPr>
            <a:lvl2pPr>
              <a:buClrTx/>
              <a:defRPr>
                <a:solidFill>
                  <a:schemeClr val="tx1"/>
                </a:solidFill>
              </a:defRPr>
            </a:lvl2pPr>
            <a:lvl3pPr>
              <a:buClr>
                <a:schemeClr val="accent1"/>
              </a:buClr>
              <a:defRPr>
                <a:solidFill>
                  <a:schemeClr val="tx1"/>
                </a:solidFill>
              </a:defRPr>
            </a:lvl3pPr>
            <a:lvl4pPr marL="457200" indent="0">
              <a:buClrTx/>
              <a:buNone/>
              <a:defRPr>
                <a:solidFill>
                  <a:schemeClr val="tx1"/>
                </a:solidFill>
              </a:defRPr>
            </a:lvl4pPr>
            <a:lvl5pPr>
              <a:buClr>
                <a:schemeClr val="accent1"/>
              </a:buClr>
              <a:defRPr>
                <a:solidFill>
                  <a:schemeClr val="tx1"/>
                </a:solidFill>
              </a:defRPr>
            </a:lvl5pPr>
            <a:lvl6pPr>
              <a:buClrTx/>
              <a:defRPr>
                <a:solidFill>
                  <a:schemeClr val="tx1"/>
                </a:solidFill>
              </a:defRPr>
            </a:lvl6pPr>
            <a:lvl7pPr>
              <a:buClr>
                <a:schemeClr val="accent1"/>
              </a:buClr>
              <a:defRPr>
                <a:solidFill>
                  <a:schemeClr val="tx1"/>
                </a:solidFill>
              </a:defRPr>
            </a:lvl7pPr>
            <a:lvl8pPr>
              <a:buClrTx/>
              <a:defRPr>
                <a:solidFill>
                  <a:schemeClr val="tx1"/>
                </a:solidFill>
              </a:defRPr>
            </a:lvl8pPr>
            <a:lvl9pPr>
              <a:buClr>
                <a:schemeClr val="accent1"/>
              </a:buClr>
              <a:defRPr>
                <a:solidFill>
                  <a:schemeClr val="tx1"/>
                </a:solidFill>
              </a:defRPr>
            </a:lvl9pPr>
          </a:lstStyle>
          <a:p>
            <a:pPr lvl="0"/>
            <a:r>
              <a:rPr lang="en-US" dirty="0"/>
              <a:t>00</a:t>
            </a:r>
          </a:p>
          <a:p>
            <a:pPr lvl="1"/>
            <a:r>
              <a:rPr lang="en-US" dirty="0"/>
              <a:t>Second level</a:t>
            </a:r>
          </a:p>
          <a:p>
            <a:pPr lvl="2"/>
            <a:r>
              <a:rPr lang="en-US" dirty="0"/>
              <a:t>Third level</a:t>
            </a:r>
          </a:p>
        </p:txBody>
      </p:sp>
      <p:grpSp>
        <p:nvGrpSpPr>
          <p:cNvPr id="7" name="Group 6">
            <a:extLst>
              <a:ext uri="{FF2B5EF4-FFF2-40B4-BE49-F238E27FC236}">
                <a16:creationId xmlns:a16="http://schemas.microsoft.com/office/drawing/2014/main" id="{044BCC2C-261D-5BB3-ACFD-81C104E823B1}"/>
              </a:ext>
            </a:extLst>
          </p:cNvPr>
          <p:cNvGrpSpPr/>
          <p:nvPr userDrawn="1"/>
        </p:nvGrpSpPr>
        <p:grpSpPr>
          <a:xfrm>
            <a:off x="12356815" y="0"/>
            <a:ext cx="756834" cy="6872642"/>
            <a:chOff x="12356815" y="0"/>
            <a:chExt cx="756834" cy="6872642"/>
          </a:xfrm>
        </p:grpSpPr>
        <p:sp>
          <p:nvSpPr>
            <p:cNvPr id="14" name="Rectangle 13">
              <a:extLst>
                <a:ext uri="{FF2B5EF4-FFF2-40B4-BE49-F238E27FC236}">
                  <a16:creationId xmlns:a16="http://schemas.microsoft.com/office/drawing/2014/main" id="{7ABFAE0C-79DF-69A9-8BBD-4FD92717BB69}"/>
                </a:ext>
              </a:extLst>
            </p:cNvPr>
            <p:cNvSpPr/>
            <p:nvPr userDrawn="1"/>
          </p:nvSpPr>
          <p:spPr>
            <a:xfrm>
              <a:off x="12356815" y="0"/>
              <a:ext cx="553069" cy="3279913"/>
            </a:xfrm>
            <a:prstGeom prst="rect">
              <a:avLst/>
            </a:prstGeom>
            <a:solidFill>
              <a:schemeClr val="bg1">
                <a:lumMod val="95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a:p>
          </p:txBody>
        </p:sp>
        <p:sp>
          <p:nvSpPr>
            <p:cNvPr id="16" name="TextBox 15">
              <a:extLst>
                <a:ext uri="{FF2B5EF4-FFF2-40B4-BE49-F238E27FC236}">
                  <a16:creationId xmlns:a16="http://schemas.microsoft.com/office/drawing/2014/main" id="{8FF8D90A-1366-37F2-2D59-9960D38C9233}"/>
                </a:ext>
              </a:extLst>
            </p:cNvPr>
            <p:cNvSpPr txBox="1"/>
            <p:nvPr userDrawn="1"/>
          </p:nvSpPr>
          <p:spPr>
            <a:xfrm rot="16200000">
              <a:off x="12332217" y="1580677"/>
              <a:ext cx="1444306" cy="118559"/>
            </a:xfrm>
            <a:prstGeom prst="rect">
              <a:avLst/>
            </a:prstGeom>
            <a:noFill/>
          </p:spPr>
          <p:txBody>
            <a:bodyPr wrap="none" lIns="0" tIns="0" rIns="0" bIns="0" rtlCol="0">
              <a:spAutoFit/>
            </a:bodyPr>
            <a:lstStyle/>
            <a:p>
              <a:pPr algn="l">
                <a:lnSpc>
                  <a:spcPct val="101000"/>
                </a:lnSpc>
                <a:spcAft>
                  <a:spcPts val="600"/>
                </a:spcAft>
              </a:pPr>
              <a:r>
                <a:rPr kumimoji="0" lang="en-CR" sz="800" b="1" i="0" u="none" strike="noStrike" kern="1200" cap="none" spc="0" normalizeH="0" baseline="0" noProof="0">
                  <a:ln>
                    <a:noFill/>
                  </a:ln>
                  <a:solidFill>
                    <a:srgbClr val="000000"/>
                  </a:solidFill>
                  <a:effectLst/>
                  <a:uLnTx/>
                  <a:uFillTx/>
                  <a:ea typeface="GT America Regular" charset="0"/>
                  <a:cs typeface="GT America Regular" charset="0"/>
                </a:rPr>
                <a:t>ON LIGHT AND EXTRA LIGHT</a:t>
              </a:r>
            </a:p>
          </p:txBody>
        </p:sp>
        <p:sp>
          <p:nvSpPr>
            <p:cNvPr id="19" name="Rectangle 18">
              <a:extLst>
                <a:ext uri="{FF2B5EF4-FFF2-40B4-BE49-F238E27FC236}">
                  <a16:creationId xmlns:a16="http://schemas.microsoft.com/office/drawing/2014/main" id="{F4E17F8B-08E5-36C4-2448-B8DC5B1E4E01}"/>
                </a:ext>
              </a:extLst>
            </p:cNvPr>
            <p:cNvSpPr/>
            <p:nvPr userDrawn="1"/>
          </p:nvSpPr>
          <p:spPr>
            <a:xfrm>
              <a:off x="12356815" y="3592729"/>
              <a:ext cx="553069" cy="3279913"/>
            </a:xfrm>
            <a:prstGeom prst="rect">
              <a:avLst/>
            </a:prstGeom>
            <a:solidFill>
              <a:schemeClr val="tx2"/>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a:p>
          </p:txBody>
        </p:sp>
        <p:grpSp>
          <p:nvGrpSpPr>
            <p:cNvPr id="20" name="Group 19">
              <a:extLst>
                <a:ext uri="{FF2B5EF4-FFF2-40B4-BE49-F238E27FC236}">
                  <a16:creationId xmlns:a16="http://schemas.microsoft.com/office/drawing/2014/main" id="{E8B32F7F-16CC-E67B-531A-32A8010E7290}"/>
                </a:ext>
              </a:extLst>
            </p:cNvPr>
            <p:cNvGrpSpPr/>
            <p:nvPr userDrawn="1"/>
          </p:nvGrpSpPr>
          <p:grpSpPr>
            <a:xfrm>
              <a:off x="12442019" y="3791214"/>
              <a:ext cx="382660" cy="2882942"/>
              <a:chOff x="14001569" y="3716048"/>
              <a:chExt cx="316248" cy="3171236"/>
            </a:xfrm>
          </p:grpSpPr>
          <p:sp>
            <p:nvSpPr>
              <p:cNvPr id="33" name="Rectangle 32">
                <a:extLst>
                  <a:ext uri="{FF2B5EF4-FFF2-40B4-BE49-F238E27FC236}">
                    <a16:creationId xmlns:a16="http://schemas.microsoft.com/office/drawing/2014/main" id="{67BB1AE4-D77E-AC9C-EF2C-77CBB15949F8}"/>
                  </a:ext>
                </a:extLst>
              </p:cNvPr>
              <p:cNvSpPr/>
              <p:nvPr userDrawn="1"/>
            </p:nvSpPr>
            <p:spPr>
              <a:xfrm rot="5400000">
                <a:off x="14033099" y="5954114"/>
                <a:ext cx="253188" cy="316248"/>
              </a:xfrm>
              <a:prstGeom prst="rect">
                <a:avLst/>
              </a:prstGeom>
              <a:solidFill>
                <a:srgbClr val="005E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34" name="Rectangle 33">
                <a:extLst>
                  <a:ext uri="{FF2B5EF4-FFF2-40B4-BE49-F238E27FC236}">
                    <a16:creationId xmlns:a16="http://schemas.microsoft.com/office/drawing/2014/main" id="{45037354-8DD8-0372-724B-DB384FAF783B}"/>
                  </a:ext>
                </a:extLst>
              </p:cNvPr>
              <p:cNvSpPr/>
              <p:nvPr userDrawn="1"/>
            </p:nvSpPr>
            <p:spPr>
              <a:xfrm rot="5400000">
                <a:off x="14033099" y="6278342"/>
                <a:ext cx="253188" cy="316248"/>
              </a:xfrm>
              <a:prstGeom prst="rect">
                <a:avLst/>
              </a:prstGeom>
              <a:solidFill>
                <a:srgbClr val="B8B9D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35" name="Rectangle 34">
                <a:extLst>
                  <a:ext uri="{FF2B5EF4-FFF2-40B4-BE49-F238E27FC236}">
                    <a16:creationId xmlns:a16="http://schemas.microsoft.com/office/drawing/2014/main" id="{48817ABA-59B9-6909-B581-3B9F33F892C9}"/>
                  </a:ext>
                </a:extLst>
              </p:cNvPr>
              <p:cNvSpPr/>
              <p:nvPr userDrawn="1"/>
            </p:nvSpPr>
            <p:spPr>
              <a:xfrm rot="5400000">
                <a:off x="14033099" y="6602566"/>
                <a:ext cx="253188" cy="316248"/>
              </a:xfrm>
              <a:prstGeom prst="rect">
                <a:avLst/>
              </a:prstGeom>
              <a:solidFill>
                <a:srgbClr val="FBE6D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36" name="Rectangle 35">
                <a:extLst>
                  <a:ext uri="{FF2B5EF4-FFF2-40B4-BE49-F238E27FC236}">
                    <a16:creationId xmlns:a16="http://schemas.microsoft.com/office/drawing/2014/main" id="{51288A91-C64D-D5CB-71F4-975BEBC5125D}"/>
                  </a:ext>
                </a:extLst>
              </p:cNvPr>
              <p:cNvSpPr/>
              <p:nvPr userDrawn="1"/>
            </p:nvSpPr>
            <p:spPr>
              <a:xfrm rot="5400000">
                <a:off x="14033099" y="4981430"/>
                <a:ext cx="253188" cy="316248"/>
              </a:xfrm>
              <a:prstGeom prst="rect">
                <a:avLst/>
              </a:prstGeom>
              <a:solidFill>
                <a:srgbClr val="BCE09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37" name="Rectangle 36">
                <a:extLst>
                  <a:ext uri="{FF2B5EF4-FFF2-40B4-BE49-F238E27FC236}">
                    <a16:creationId xmlns:a16="http://schemas.microsoft.com/office/drawing/2014/main" id="{D648F77C-D77D-513C-16D9-729B5B8BE784}"/>
                  </a:ext>
                </a:extLst>
              </p:cNvPr>
              <p:cNvSpPr/>
              <p:nvPr userDrawn="1"/>
            </p:nvSpPr>
            <p:spPr>
              <a:xfrm rot="5400000">
                <a:off x="14033099" y="5305658"/>
                <a:ext cx="253188" cy="316248"/>
              </a:xfrm>
              <a:prstGeom prst="rect">
                <a:avLst/>
              </a:prstGeom>
              <a:solidFill>
                <a:srgbClr val="E9783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38" name="Rectangle 37">
                <a:extLst>
                  <a:ext uri="{FF2B5EF4-FFF2-40B4-BE49-F238E27FC236}">
                    <a16:creationId xmlns:a16="http://schemas.microsoft.com/office/drawing/2014/main" id="{25E6979C-A44D-5DEC-FA64-074082074437}"/>
                  </a:ext>
                </a:extLst>
              </p:cNvPr>
              <p:cNvSpPr/>
              <p:nvPr userDrawn="1"/>
            </p:nvSpPr>
            <p:spPr>
              <a:xfrm rot="5400000">
                <a:off x="14033099" y="5629886"/>
                <a:ext cx="253188" cy="316248"/>
              </a:xfrm>
              <a:prstGeom prst="rect">
                <a:avLst/>
              </a:prstGeom>
              <a:solidFill>
                <a:srgbClr val="B9056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39" name="Rectangle 38">
                <a:extLst>
                  <a:ext uri="{FF2B5EF4-FFF2-40B4-BE49-F238E27FC236}">
                    <a16:creationId xmlns:a16="http://schemas.microsoft.com/office/drawing/2014/main" id="{B49CC9FD-0074-26C7-C725-2CE385EFDC3D}"/>
                  </a:ext>
                </a:extLst>
              </p:cNvPr>
              <p:cNvSpPr/>
              <p:nvPr userDrawn="1"/>
            </p:nvSpPr>
            <p:spPr>
              <a:xfrm rot="5400000">
                <a:off x="14033099" y="3684518"/>
                <a:ext cx="253188" cy="316248"/>
              </a:xfrm>
              <a:prstGeom prst="rect">
                <a:avLst/>
              </a:prstGeom>
              <a:solidFill>
                <a:srgbClr val="9DC2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40" name="Rectangle 39">
                <a:extLst>
                  <a:ext uri="{FF2B5EF4-FFF2-40B4-BE49-F238E27FC236}">
                    <a16:creationId xmlns:a16="http://schemas.microsoft.com/office/drawing/2014/main" id="{36836B6E-78F4-212A-6A4C-C497CA1610FB}"/>
                  </a:ext>
                </a:extLst>
              </p:cNvPr>
              <p:cNvSpPr/>
              <p:nvPr userDrawn="1"/>
            </p:nvSpPr>
            <p:spPr>
              <a:xfrm rot="5400000">
                <a:off x="14033099" y="4008746"/>
                <a:ext cx="253188" cy="316248"/>
              </a:xfrm>
              <a:prstGeom prst="rect">
                <a:avLst/>
              </a:prstGeom>
              <a:solidFill>
                <a:srgbClr val="309DA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41" name="Rectangle 40">
                <a:extLst>
                  <a:ext uri="{FF2B5EF4-FFF2-40B4-BE49-F238E27FC236}">
                    <a16:creationId xmlns:a16="http://schemas.microsoft.com/office/drawing/2014/main" id="{26E92507-25B6-BB39-F876-F3827E5BB912}"/>
                  </a:ext>
                </a:extLst>
              </p:cNvPr>
              <p:cNvSpPr/>
              <p:nvPr userDrawn="1"/>
            </p:nvSpPr>
            <p:spPr>
              <a:xfrm rot="5400000">
                <a:off x="14033099" y="4332974"/>
                <a:ext cx="253188" cy="316248"/>
              </a:xfrm>
              <a:prstGeom prst="rect">
                <a:avLst/>
              </a:prstGeom>
              <a:solidFill>
                <a:srgbClr val="E2C22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42" name="Rectangle 41">
                <a:extLst>
                  <a:ext uri="{FF2B5EF4-FFF2-40B4-BE49-F238E27FC236}">
                    <a16:creationId xmlns:a16="http://schemas.microsoft.com/office/drawing/2014/main" id="{AE2E1A16-94DC-ED84-3EC2-DD7544816C4A}"/>
                  </a:ext>
                </a:extLst>
              </p:cNvPr>
              <p:cNvSpPr/>
              <p:nvPr userDrawn="1"/>
            </p:nvSpPr>
            <p:spPr>
              <a:xfrm rot="5400000">
                <a:off x="14033099" y="4657202"/>
                <a:ext cx="253188" cy="316248"/>
              </a:xfrm>
              <a:prstGeom prst="rect">
                <a:avLst/>
              </a:prstGeom>
              <a:solidFill>
                <a:srgbClr val="9158B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grpSp>
        <p:grpSp>
          <p:nvGrpSpPr>
            <p:cNvPr id="21" name="Group 20">
              <a:extLst>
                <a:ext uri="{FF2B5EF4-FFF2-40B4-BE49-F238E27FC236}">
                  <a16:creationId xmlns:a16="http://schemas.microsoft.com/office/drawing/2014/main" id="{77B7AAAA-0C9B-5BE3-2554-6B84328D8A51}"/>
                </a:ext>
              </a:extLst>
            </p:cNvPr>
            <p:cNvGrpSpPr/>
            <p:nvPr userDrawn="1"/>
          </p:nvGrpSpPr>
          <p:grpSpPr>
            <a:xfrm>
              <a:off x="12442019" y="198485"/>
              <a:ext cx="382660" cy="2882942"/>
              <a:chOff x="12742785" y="3716048"/>
              <a:chExt cx="316248" cy="3171236"/>
            </a:xfrm>
          </p:grpSpPr>
          <p:sp>
            <p:nvSpPr>
              <p:cNvPr id="23" name="Rectangle 22">
                <a:extLst>
                  <a:ext uri="{FF2B5EF4-FFF2-40B4-BE49-F238E27FC236}">
                    <a16:creationId xmlns:a16="http://schemas.microsoft.com/office/drawing/2014/main" id="{38ECE8A6-0C6B-B251-6CCF-3C4B46AEC4E5}"/>
                  </a:ext>
                </a:extLst>
              </p:cNvPr>
              <p:cNvSpPr/>
              <p:nvPr userDrawn="1"/>
            </p:nvSpPr>
            <p:spPr>
              <a:xfrm rot="5400000">
                <a:off x="12774315" y="6602566"/>
                <a:ext cx="253188" cy="316248"/>
              </a:xfrm>
              <a:prstGeom prst="rect">
                <a:avLst/>
              </a:prstGeom>
              <a:solidFill>
                <a:srgbClr val="BFD6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24" name="Rectangle 23">
                <a:extLst>
                  <a:ext uri="{FF2B5EF4-FFF2-40B4-BE49-F238E27FC236}">
                    <a16:creationId xmlns:a16="http://schemas.microsoft.com/office/drawing/2014/main" id="{4EE46A0F-B6DE-23E4-B948-2C782D1EBEE9}"/>
                  </a:ext>
                </a:extLst>
              </p:cNvPr>
              <p:cNvSpPr/>
              <p:nvPr userDrawn="1"/>
            </p:nvSpPr>
            <p:spPr>
              <a:xfrm rot="5400000">
                <a:off x="12774315" y="4981430"/>
                <a:ext cx="253188" cy="316248"/>
              </a:xfrm>
              <a:prstGeom prst="rect">
                <a:avLst/>
              </a:prstGeom>
              <a:solidFill>
                <a:srgbClr val="D25F7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25" name="Rectangle 24">
                <a:extLst>
                  <a:ext uri="{FF2B5EF4-FFF2-40B4-BE49-F238E27FC236}">
                    <a16:creationId xmlns:a16="http://schemas.microsoft.com/office/drawing/2014/main" id="{74EA166E-E5CE-9590-8B4B-BAAB927F078D}"/>
                  </a:ext>
                </a:extLst>
              </p:cNvPr>
              <p:cNvSpPr/>
              <p:nvPr userDrawn="1"/>
            </p:nvSpPr>
            <p:spPr>
              <a:xfrm rot="5400000">
                <a:off x="12774315" y="5305658"/>
                <a:ext cx="253188" cy="316248"/>
              </a:xfrm>
              <a:prstGeom prst="rect">
                <a:avLst/>
              </a:prstGeom>
              <a:solidFill>
                <a:srgbClr val="C6480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26" name="Rectangle 25">
                <a:extLst>
                  <a:ext uri="{FF2B5EF4-FFF2-40B4-BE49-F238E27FC236}">
                    <a16:creationId xmlns:a16="http://schemas.microsoft.com/office/drawing/2014/main" id="{7BFA0FE5-6597-0138-F81B-2C5AAFC35A3F}"/>
                  </a:ext>
                </a:extLst>
              </p:cNvPr>
              <p:cNvSpPr/>
              <p:nvPr userDrawn="1"/>
            </p:nvSpPr>
            <p:spPr>
              <a:xfrm rot="5400000">
                <a:off x="12774315" y="5629886"/>
                <a:ext cx="253188" cy="316248"/>
              </a:xfrm>
              <a:prstGeom prst="rect">
                <a:avLst/>
              </a:prstGeom>
              <a:solidFill>
                <a:srgbClr val="BA016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27" name="Rectangle 26">
                <a:extLst>
                  <a:ext uri="{FF2B5EF4-FFF2-40B4-BE49-F238E27FC236}">
                    <a16:creationId xmlns:a16="http://schemas.microsoft.com/office/drawing/2014/main" id="{D8EA7CCF-373E-9F8B-6288-D773644EC375}"/>
                  </a:ext>
                </a:extLst>
              </p:cNvPr>
              <p:cNvSpPr/>
              <p:nvPr userDrawn="1"/>
            </p:nvSpPr>
            <p:spPr>
              <a:xfrm rot="5400000">
                <a:off x="12774315" y="3684518"/>
                <a:ext cx="253188" cy="316248"/>
              </a:xfrm>
              <a:prstGeom prst="rect">
                <a:avLst/>
              </a:prstGeom>
              <a:solidFill>
                <a:srgbClr val="005E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28" name="Rectangle 27">
                <a:extLst>
                  <a:ext uri="{FF2B5EF4-FFF2-40B4-BE49-F238E27FC236}">
                    <a16:creationId xmlns:a16="http://schemas.microsoft.com/office/drawing/2014/main" id="{9097101A-6A5A-893E-6C47-3F125534FAF6}"/>
                  </a:ext>
                </a:extLst>
              </p:cNvPr>
              <p:cNvSpPr/>
              <p:nvPr userDrawn="1"/>
            </p:nvSpPr>
            <p:spPr>
              <a:xfrm rot="5400000">
                <a:off x="12774315" y="4008746"/>
                <a:ext cx="253188" cy="316248"/>
              </a:xfrm>
              <a:prstGeom prst="rect">
                <a:avLst/>
              </a:prstGeom>
              <a:solidFill>
                <a:srgbClr val="5EB6B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29" name="Rectangle 28">
                <a:extLst>
                  <a:ext uri="{FF2B5EF4-FFF2-40B4-BE49-F238E27FC236}">
                    <a16:creationId xmlns:a16="http://schemas.microsoft.com/office/drawing/2014/main" id="{55CEBA57-CC4E-694D-A2DE-B6FBFBD5BB55}"/>
                  </a:ext>
                </a:extLst>
              </p:cNvPr>
              <p:cNvSpPr/>
              <p:nvPr userDrawn="1"/>
            </p:nvSpPr>
            <p:spPr>
              <a:xfrm rot="5400000">
                <a:off x="12774315" y="4332974"/>
                <a:ext cx="253188" cy="316248"/>
              </a:xfrm>
              <a:prstGeom prst="rect">
                <a:avLst/>
              </a:prstGeom>
              <a:solidFill>
                <a:srgbClr val="C7AB2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30" name="Rectangle 29">
                <a:extLst>
                  <a:ext uri="{FF2B5EF4-FFF2-40B4-BE49-F238E27FC236}">
                    <a16:creationId xmlns:a16="http://schemas.microsoft.com/office/drawing/2014/main" id="{96FD9BCB-189C-D820-ACD1-BA4B8656FEA3}"/>
                  </a:ext>
                </a:extLst>
              </p:cNvPr>
              <p:cNvSpPr/>
              <p:nvPr userDrawn="1"/>
            </p:nvSpPr>
            <p:spPr>
              <a:xfrm rot="5400000">
                <a:off x="12774315" y="4657202"/>
                <a:ext cx="253188" cy="316248"/>
              </a:xfrm>
              <a:prstGeom prst="rect">
                <a:avLst/>
              </a:prstGeom>
              <a:solidFill>
                <a:srgbClr val="5C068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31" name="Rectangle 30">
                <a:extLst>
                  <a:ext uri="{FF2B5EF4-FFF2-40B4-BE49-F238E27FC236}">
                    <a16:creationId xmlns:a16="http://schemas.microsoft.com/office/drawing/2014/main" id="{859F6519-C496-D2CA-8124-58853FE3C714}"/>
                  </a:ext>
                </a:extLst>
              </p:cNvPr>
              <p:cNvSpPr/>
              <p:nvPr userDrawn="1"/>
            </p:nvSpPr>
            <p:spPr>
              <a:xfrm rot="5400000">
                <a:off x="12774315" y="5954114"/>
                <a:ext cx="253188" cy="316248"/>
              </a:xfrm>
              <a:prstGeom prst="rect">
                <a:avLst/>
              </a:prstGeom>
              <a:solidFill>
                <a:srgbClr val="2A431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32" name="Rectangle 31">
                <a:extLst>
                  <a:ext uri="{FF2B5EF4-FFF2-40B4-BE49-F238E27FC236}">
                    <a16:creationId xmlns:a16="http://schemas.microsoft.com/office/drawing/2014/main" id="{596AF5C8-2EB1-B295-A62B-D7CE01C4EE12}"/>
                  </a:ext>
                </a:extLst>
              </p:cNvPr>
              <p:cNvSpPr/>
              <p:nvPr userDrawn="1"/>
            </p:nvSpPr>
            <p:spPr>
              <a:xfrm rot="5400000">
                <a:off x="12774315" y="6278342"/>
                <a:ext cx="253188" cy="316248"/>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grpSp>
        <p:sp>
          <p:nvSpPr>
            <p:cNvPr id="22" name="TextBox 21">
              <a:extLst>
                <a:ext uri="{FF2B5EF4-FFF2-40B4-BE49-F238E27FC236}">
                  <a16:creationId xmlns:a16="http://schemas.microsoft.com/office/drawing/2014/main" id="{3C6D0CFA-6D15-B2D5-B609-EE41DB8DC10C}"/>
                </a:ext>
              </a:extLst>
            </p:cNvPr>
            <p:cNvSpPr txBox="1"/>
            <p:nvPr userDrawn="1"/>
          </p:nvSpPr>
          <p:spPr>
            <a:xfrm rot="16200000">
              <a:off x="12574268" y="5173406"/>
              <a:ext cx="960199" cy="118559"/>
            </a:xfrm>
            <a:prstGeom prst="rect">
              <a:avLst/>
            </a:prstGeom>
            <a:noFill/>
          </p:spPr>
          <p:txBody>
            <a:bodyPr wrap="none" lIns="0" tIns="0" rIns="0" bIns="0" rtlCol="0">
              <a:spAutoFit/>
            </a:bodyPr>
            <a:lstStyle/>
            <a:p>
              <a:pPr algn="l">
                <a:lnSpc>
                  <a:spcPct val="101000"/>
                </a:lnSpc>
                <a:spcAft>
                  <a:spcPts val="600"/>
                </a:spcAft>
              </a:pPr>
              <a:r>
                <a:rPr lang="en-CR" sz="800" b="1">
                  <a:solidFill>
                    <a:srgbClr val="000000"/>
                  </a:solidFill>
                  <a:latin typeface="GT America Regular"/>
                  <a:ea typeface="GT America Regular" charset="0"/>
                  <a:cs typeface="GT America Regular" charset="0"/>
                </a:rPr>
                <a:t>ON MOODY´S BLUE</a:t>
              </a:r>
              <a:endParaRPr kumimoji="0" lang="en-CR" sz="800" b="1" i="0" u="none" strike="noStrike" kern="1200" cap="none" spc="0" normalizeH="0" baseline="0" noProof="0" err="1">
                <a:ln>
                  <a:noFill/>
                </a:ln>
                <a:solidFill>
                  <a:srgbClr val="000000"/>
                </a:solidFill>
                <a:effectLst/>
                <a:uLnTx/>
                <a:uFillTx/>
                <a:latin typeface="GT America Regular"/>
                <a:ea typeface="GT America Regular" charset="0"/>
                <a:cs typeface="GT America Regular" charset="0"/>
              </a:endParaRPr>
            </a:p>
          </p:txBody>
        </p:sp>
      </p:grpSp>
      <p:sp>
        <p:nvSpPr>
          <p:cNvPr id="43" name="TextBox 42">
            <a:extLst>
              <a:ext uri="{FF2B5EF4-FFF2-40B4-BE49-F238E27FC236}">
                <a16:creationId xmlns:a16="http://schemas.microsoft.com/office/drawing/2014/main" id="{9C6DE2D9-87AD-4B1F-670C-D37EB2A1AC11}"/>
              </a:ext>
            </a:extLst>
          </p:cNvPr>
          <p:cNvSpPr txBox="1"/>
          <p:nvPr userDrawn="1"/>
        </p:nvSpPr>
        <p:spPr>
          <a:xfrm>
            <a:off x="12356815" y="3377042"/>
            <a:ext cx="807913" cy="118559"/>
          </a:xfrm>
          <a:prstGeom prst="rect">
            <a:avLst/>
          </a:prstGeom>
          <a:noFill/>
        </p:spPr>
        <p:txBody>
          <a:bodyPr wrap="none" lIns="0" tIns="0" rIns="0" bIns="0" rtlCol="0">
            <a:spAutoFit/>
          </a:bodyPr>
          <a:lstStyle/>
          <a:p>
            <a:pPr algn="l">
              <a:lnSpc>
                <a:spcPct val="101000"/>
              </a:lnSpc>
              <a:spcAft>
                <a:spcPts val="600"/>
              </a:spcAft>
            </a:pPr>
            <a:r>
              <a:rPr kumimoji="0" lang="en-US" sz="800" b="1" i="0" u="none" strike="noStrike" kern="1200" cap="none" spc="0" normalizeH="0" baseline="0" noProof="0" dirty="0">
                <a:ln>
                  <a:noFill/>
                </a:ln>
                <a:solidFill>
                  <a:srgbClr val="000000"/>
                </a:solidFill>
                <a:effectLst/>
                <a:uLnTx/>
                <a:uFillTx/>
                <a:ea typeface="GT America Regular" charset="0"/>
                <a:cs typeface="GT America Regular" charset="0"/>
              </a:rPr>
              <a:t>For charts ONLY</a:t>
            </a:r>
            <a:endParaRPr kumimoji="0" lang="en-CR" sz="800" b="1" i="0" u="none" strike="noStrike" kern="1200" cap="none" spc="0" normalizeH="0" baseline="0" noProof="0">
              <a:ln>
                <a:noFill/>
              </a:ln>
              <a:solidFill>
                <a:srgbClr val="000000"/>
              </a:solidFill>
              <a:effectLst/>
              <a:uLnTx/>
              <a:uFillTx/>
              <a:ea typeface="GT America Regular" charset="0"/>
              <a:cs typeface="GT America Regular" charset="0"/>
            </a:endParaRPr>
          </a:p>
        </p:txBody>
      </p:sp>
    </p:spTree>
    <p:extLst>
      <p:ext uri="{BB962C8B-B14F-4D97-AF65-F5344CB8AC3E}">
        <p14:creationId xmlns:p14="http://schemas.microsoft.com/office/powerpoint/2010/main" val="1030478396"/>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Executive Summary/Key Takeaways 4">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0DE63420-A2BC-EC7A-3A8C-CA23AF97535A}"/>
              </a:ext>
            </a:extLst>
          </p:cNvPr>
          <p:cNvSpPr/>
          <p:nvPr userDrawn="1"/>
        </p:nvSpPr>
        <p:spPr bwMode="hidden">
          <a:xfrm>
            <a:off x="0" y="-1"/>
            <a:ext cx="4060556" cy="6861175"/>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Footer Placeholder 2">
            <a:extLst>
              <a:ext uri="{FF2B5EF4-FFF2-40B4-BE49-F238E27FC236}">
                <a16:creationId xmlns:a16="http://schemas.microsoft.com/office/drawing/2014/main" id="{0CA2D3CD-1E43-5FCD-B998-8E7207DE69E5}"/>
              </a:ext>
            </a:extLst>
          </p:cNvPr>
          <p:cNvSpPr>
            <a:spLocks noGrp="1"/>
          </p:cNvSpPr>
          <p:nvPr>
            <p:ph type="ftr" sz="quarter" idx="11"/>
          </p:nvPr>
        </p:nvSpPr>
        <p:spPr/>
        <p:txBody>
          <a:bodyPr/>
          <a:lstStyle/>
          <a:p>
            <a:r>
              <a:rPr lang="en-US"/>
              <a:t>See slide 12 for instructions on how to update footer</a:t>
            </a:r>
            <a:endParaRPr lang="en-US" dirty="0"/>
          </a:p>
        </p:txBody>
      </p:sp>
      <p:sp>
        <p:nvSpPr>
          <p:cNvPr id="4" name="Slide Number Placeholder 3">
            <a:extLst>
              <a:ext uri="{FF2B5EF4-FFF2-40B4-BE49-F238E27FC236}">
                <a16:creationId xmlns:a16="http://schemas.microsoft.com/office/drawing/2014/main" id="{F9F73C99-4E9B-1728-FFD7-DFD7DC5AF7B7}"/>
              </a:ext>
            </a:extLst>
          </p:cNvPr>
          <p:cNvSpPr>
            <a:spLocks noGrp="1"/>
          </p:cNvSpPr>
          <p:nvPr>
            <p:ph type="sldNum" sz="quarter" idx="12"/>
          </p:nvPr>
        </p:nvSpPr>
        <p:spPr>
          <a:xfrm>
            <a:off x="10429875" y="6311900"/>
            <a:ext cx="1208087" cy="269875"/>
          </a:xfrm>
        </p:spPr>
        <p:txBody>
          <a:bodyPr/>
          <a:lstStyle/>
          <a:p>
            <a:fld id="{862A5111-985B-C14D-9115-5787026182A8}" type="slidenum">
              <a:rPr lang="en-US" smtClean="0"/>
              <a:t>‹#›</a:t>
            </a:fld>
            <a:endParaRPr lang="en-US" dirty="0"/>
          </a:p>
        </p:txBody>
      </p:sp>
      <p:sp>
        <p:nvSpPr>
          <p:cNvPr id="6" name="Freeform 5">
            <a:extLst>
              <a:ext uri="{FF2B5EF4-FFF2-40B4-BE49-F238E27FC236}">
                <a16:creationId xmlns:a16="http://schemas.microsoft.com/office/drawing/2014/main" id="{5BCC6303-B8A8-E0F3-1B26-45B29EE4DC62}"/>
              </a:ext>
            </a:extLst>
          </p:cNvPr>
          <p:cNvSpPr/>
          <p:nvPr/>
        </p:nvSpPr>
        <p:spPr>
          <a:xfrm>
            <a:off x="554038" y="6469335"/>
            <a:ext cx="678511" cy="112440"/>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chemeClr val="bg1"/>
          </a:solidFill>
          <a:ln w="0" cap="flat">
            <a:noFill/>
            <a:prstDash val="solid"/>
            <a:miter/>
          </a:ln>
        </p:spPr>
        <p:txBody>
          <a:bodyPr rtlCol="0" anchor="ctr"/>
          <a:lstStyle/>
          <a:p>
            <a:endParaRPr lang="en-US"/>
          </a:p>
        </p:txBody>
      </p:sp>
      <p:sp>
        <p:nvSpPr>
          <p:cNvPr id="12" name="Freeform 5">
            <a:extLst>
              <a:ext uri="{FF2B5EF4-FFF2-40B4-BE49-F238E27FC236}">
                <a16:creationId xmlns:a16="http://schemas.microsoft.com/office/drawing/2014/main" id="{B2BF897B-C4FE-7F0C-FE2C-6956C830B315}"/>
              </a:ext>
            </a:extLst>
          </p:cNvPr>
          <p:cNvSpPr/>
          <p:nvPr userDrawn="1"/>
        </p:nvSpPr>
        <p:spPr bwMode="black">
          <a:xfrm>
            <a:off x="554038" y="6469335"/>
            <a:ext cx="678511" cy="112440"/>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chemeClr val="bg1"/>
          </a:solidFill>
          <a:ln w="0" cap="flat">
            <a:noFill/>
            <a:prstDash val="solid"/>
            <a:miter/>
          </a:ln>
        </p:spPr>
        <p:txBody>
          <a:bodyPr rtlCol="0" anchor="ctr"/>
          <a:lstStyle/>
          <a:p>
            <a:endParaRPr lang="en-US"/>
          </a:p>
        </p:txBody>
      </p:sp>
      <p:sp>
        <p:nvSpPr>
          <p:cNvPr id="7" name="Title 6">
            <a:extLst>
              <a:ext uri="{FF2B5EF4-FFF2-40B4-BE49-F238E27FC236}">
                <a16:creationId xmlns:a16="http://schemas.microsoft.com/office/drawing/2014/main" id="{4B503A39-567B-2C37-49D9-E2E6B92AB503}"/>
              </a:ext>
            </a:extLst>
          </p:cNvPr>
          <p:cNvSpPr>
            <a:spLocks noGrp="1"/>
          </p:cNvSpPr>
          <p:nvPr>
            <p:ph type="title"/>
          </p:nvPr>
        </p:nvSpPr>
        <p:spPr>
          <a:xfrm>
            <a:off x="546100" y="552450"/>
            <a:ext cx="3300984" cy="869950"/>
          </a:xfrm>
        </p:spPr>
        <p:txBody>
          <a:bodyPr rIns="182880"/>
          <a:lstStyle>
            <a:lvl1pPr>
              <a:defRPr>
                <a:solidFill>
                  <a:schemeClr val="bg1"/>
                </a:solidFill>
              </a:defRPr>
            </a:lvl1pPr>
          </a:lstStyle>
          <a:p>
            <a:r>
              <a:rPr lang="en-US"/>
              <a:t>Click to edit Master title style</a:t>
            </a:r>
            <a:endParaRPr lang="en-US" dirty="0"/>
          </a:p>
        </p:txBody>
      </p:sp>
      <p:sp>
        <p:nvSpPr>
          <p:cNvPr id="5" name="Text Placeholder 5">
            <a:extLst>
              <a:ext uri="{FF2B5EF4-FFF2-40B4-BE49-F238E27FC236}">
                <a16:creationId xmlns:a16="http://schemas.microsoft.com/office/drawing/2014/main" id="{52482AC7-FB54-E014-C3C0-45AEDF0A6AF6}"/>
              </a:ext>
            </a:extLst>
          </p:cNvPr>
          <p:cNvSpPr>
            <a:spLocks noGrp="1"/>
          </p:cNvSpPr>
          <p:nvPr>
            <p:ph type="body" sz="quarter" idx="13" hasCustomPrompt="1"/>
          </p:nvPr>
        </p:nvSpPr>
        <p:spPr>
          <a:xfrm>
            <a:off x="546102" y="5586413"/>
            <a:ext cx="3300984" cy="725487"/>
          </a:xfrm>
        </p:spPr>
        <p:txBody>
          <a:bodyPr rIns="274320" anchor="b">
            <a:normAutofit/>
          </a:bodyPr>
          <a:lstStyle>
            <a:lvl1pPr>
              <a:defRPr sz="600">
                <a:solidFill>
                  <a:schemeClr val="bg1"/>
                </a:solidFill>
              </a:defRPr>
            </a:lvl1pPr>
            <a:lvl2pPr marL="0" indent="0">
              <a:buNone/>
              <a:defRPr sz="600">
                <a:solidFill>
                  <a:schemeClr val="bg1"/>
                </a:solidFill>
              </a:defRPr>
            </a:lvl2pPr>
            <a:lvl3pPr marL="0" indent="0">
              <a:buNone/>
              <a:defRPr sz="600">
                <a:solidFill>
                  <a:schemeClr val="bg1"/>
                </a:solidFill>
              </a:defRPr>
            </a:lvl3pPr>
            <a:lvl4pPr marL="0" indent="0">
              <a:buNone/>
              <a:defRPr sz="600">
                <a:solidFill>
                  <a:schemeClr val="bg1"/>
                </a:solidFill>
              </a:defRPr>
            </a:lvl4pPr>
            <a:lvl5pPr marL="0" indent="0">
              <a:buNone/>
              <a:defRPr sz="600">
                <a:solidFill>
                  <a:schemeClr val="bg1"/>
                </a:solidFill>
              </a:defRPr>
            </a:lvl5pPr>
            <a:lvl6pPr marL="0" indent="0">
              <a:buNone/>
              <a:defRPr sz="600">
                <a:solidFill>
                  <a:schemeClr val="bg1"/>
                </a:solidFill>
              </a:defRPr>
            </a:lvl6pPr>
            <a:lvl7pPr marL="0" indent="0">
              <a:buNone/>
              <a:defRPr sz="600">
                <a:solidFill>
                  <a:schemeClr val="bg1"/>
                </a:solidFill>
              </a:defRPr>
            </a:lvl7pPr>
            <a:lvl8pPr marL="0" indent="0">
              <a:buNone/>
              <a:defRPr sz="600">
                <a:solidFill>
                  <a:schemeClr val="bg1"/>
                </a:solidFill>
              </a:defRPr>
            </a:lvl8pPr>
            <a:lvl9pPr marL="0" indent="0">
              <a:buNone/>
              <a:defRPr sz="600">
                <a:solidFill>
                  <a:schemeClr val="bg1"/>
                </a:solidFill>
              </a:defRPr>
            </a:lvl9pPr>
          </a:lstStyle>
          <a:p>
            <a:pPr lvl="5"/>
            <a:r>
              <a:rPr lang="en-US" dirty="0"/>
              <a:t>Click to add footnotes or disclaimer information</a:t>
            </a:r>
          </a:p>
        </p:txBody>
      </p:sp>
      <p:sp>
        <p:nvSpPr>
          <p:cNvPr id="8" name="Content Placeholder 14">
            <a:extLst>
              <a:ext uri="{FF2B5EF4-FFF2-40B4-BE49-F238E27FC236}">
                <a16:creationId xmlns:a16="http://schemas.microsoft.com/office/drawing/2014/main" id="{236722AC-0E89-9D63-9FAE-23FD3FEFCEE5}"/>
              </a:ext>
            </a:extLst>
          </p:cNvPr>
          <p:cNvSpPr>
            <a:spLocks noGrp="1"/>
          </p:cNvSpPr>
          <p:nvPr>
            <p:ph sz="quarter" idx="19"/>
          </p:nvPr>
        </p:nvSpPr>
        <p:spPr>
          <a:xfrm>
            <a:off x="4794909" y="2714625"/>
            <a:ext cx="6843053" cy="3452813"/>
          </a:xfrm>
        </p:spPr>
        <p:txBody>
          <a:bodyPr/>
          <a:lstStyle>
            <a:lvl1pPr>
              <a:defRPr sz="1800" b="1">
                <a:solidFill>
                  <a:schemeClr val="tx2"/>
                </a:solidFill>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Content Placeholder 14">
            <a:extLst>
              <a:ext uri="{FF2B5EF4-FFF2-40B4-BE49-F238E27FC236}">
                <a16:creationId xmlns:a16="http://schemas.microsoft.com/office/drawing/2014/main" id="{A30EF87B-5A48-3E5D-B7D1-5EC1FEC7DE51}"/>
              </a:ext>
            </a:extLst>
          </p:cNvPr>
          <p:cNvSpPr>
            <a:spLocks noGrp="1"/>
          </p:cNvSpPr>
          <p:nvPr>
            <p:ph sz="quarter" idx="20"/>
          </p:nvPr>
        </p:nvSpPr>
        <p:spPr>
          <a:xfrm>
            <a:off x="4060556" y="0"/>
            <a:ext cx="8131443" cy="2425700"/>
          </a:xfrm>
          <a:solidFill>
            <a:schemeClr val="accent1"/>
          </a:solidFill>
        </p:spPr>
        <p:txBody>
          <a:bodyPr lIns="731520" tIns="548640" rIns="548640"/>
          <a:lstStyle>
            <a:lvl1pPr>
              <a:defRPr sz="1800" b="1">
                <a:solidFill>
                  <a:schemeClr val="bg1"/>
                </a:solidFill>
              </a:defRPr>
            </a:lvl1pPr>
            <a:lvl2pPr>
              <a:defRPr>
                <a:solidFill>
                  <a:schemeClr val="bg1"/>
                </a:solidFill>
              </a:defRPr>
            </a:lvl2pPr>
            <a:lvl3pPr>
              <a:buClrTx/>
              <a:defRPr>
                <a:solidFill>
                  <a:schemeClr val="bg1"/>
                </a:solidFill>
              </a:defRPr>
            </a:lvl3pPr>
            <a:lvl4pPr>
              <a:buClrTx/>
              <a:defRPr>
                <a:solidFill>
                  <a:schemeClr val="bg1"/>
                </a:solidFill>
              </a:defRPr>
            </a:lvl4pPr>
            <a:lvl5pPr>
              <a:buClrTx/>
              <a:defRPr>
                <a:solidFill>
                  <a:schemeClr val="bg1"/>
                </a:solidFill>
              </a:defRPr>
            </a:lvl5pPr>
            <a:lvl6pPr>
              <a:buClrTx/>
              <a:defRPr>
                <a:solidFill>
                  <a:schemeClr val="bg1"/>
                </a:solidFill>
              </a:defRPr>
            </a:lvl6pPr>
            <a:lvl7pPr>
              <a:buClrTx/>
              <a:defRPr>
                <a:solidFill>
                  <a:schemeClr val="bg1"/>
                </a:solidFill>
              </a:defRPr>
            </a:lvl7pPr>
            <a:lvl8pPr>
              <a:buClrTx/>
              <a:defRPr>
                <a:solidFill>
                  <a:schemeClr val="bg1"/>
                </a:solidFill>
              </a:defRPr>
            </a:lvl8pPr>
            <a:lvl9pPr>
              <a:buClr>
                <a:srgbClr val="FEFEFE"/>
              </a:buClr>
              <a:defRPr>
                <a:solidFill>
                  <a:schemeClr val="bg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Text Placeholder 9">
            <a:extLst>
              <a:ext uri="{FF2B5EF4-FFF2-40B4-BE49-F238E27FC236}">
                <a16:creationId xmlns:a16="http://schemas.microsoft.com/office/drawing/2014/main" id="{89AAFAA9-5AFB-6E67-56FB-1590A25DCD7E}"/>
              </a:ext>
            </a:extLst>
          </p:cNvPr>
          <p:cNvSpPr>
            <a:spLocks noGrp="1"/>
          </p:cNvSpPr>
          <p:nvPr>
            <p:ph type="body" sz="quarter" idx="15"/>
          </p:nvPr>
        </p:nvSpPr>
        <p:spPr>
          <a:xfrm>
            <a:off x="546099" y="1849439"/>
            <a:ext cx="3300984" cy="3443286"/>
          </a:xfrm>
        </p:spPr>
        <p:txBody>
          <a:bodyPr>
            <a:normAutofit/>
          </a:bodyPr>
          <a:lstStyle>
            <a:lvl1pPr>
              <a:spcBef>
                <a:spcPts val="2400"/>
              </a:spcBef>
              <a:defRPr b="0" i="0">
                <a:solidFill>
                  <a:schemeClr val="bg1"/>
                </a:solidFill>
                <a:latin typeface="+mn-lt"/>
                <a:ea typeface="GT America Regular" charset="0"/>
                <a:cs typeface="GT America Regular" charset="0"/>
              </a:defRPr>
            </a:lvl1pPr>
            <a:lvl2pPr marL="285750" indent="-285750">
              <a:buFont typeface="GT America Regular" pitchFamily="2" charset="77"/>
              <a:buChar char="→"/>
              <a:defRPr>
                <a:solidFill>
                  <a:schemeClr val="bg1"/>
                </a:solidFill>
              </a:defRPr>
            </a:lvl2pPr>
            <a:lvl3pPr marL="0" indent="0">
              <a:buNone/>
              <a:defRPr>
                <a:solidFill>
                  <a:schemeClr val="bg1"/>
                </a:solidFill>
              </a:defRPr>
            </a:lvl3pPr>
            <a:lvl4pPr marL="283464">
              <a:defRPr>
                <a:solidFill>
                  <a:schemeClr val="bg1"/>
                </a:solidFill>
              </a:defRPr>
            </a:lvl4pPr>
            <a:lvl5pPr marL="283464" indent="0">
              <a:buNone/>
              <a:defRPr sz="1400">
                <a:solidFill>
                  <a:schemeClr val="bg1"/>
                </a:solidFill>
              </a:defRPr>
            </a:lvl5pPr>
            <a:lvl6pPr marL="283464">
              <a:defRPr>
                <a:solidFill>
                  <a:schemeClr val="bg1"/>
                </a:solidFill>
              </a:defRPr>
            </a:lvl6pPr>
            <a:lvl7pPr marL="283464" indent="0">
              <a:buNone/>
              <a:defRPr>
                <a:solidFill>
                  <a:schemeClr val="bg1"/>
                </a:solidFill>
              </a:defRPr>
            </a:lvl7pPr>
            <a:lvl8pPr marL="283464">
              <a:defRPr>
                <a:solidFill>
                  <a:schemeClr val="bg1"/>
                </a:solidFill>
              </a:defRPr>
            </a:lvl8pPr>
            <a:lvl9pPr marL="283464" indent="0">
              <a:buNone/>
              <a:defRPr>
                <a:solidFill>
                  <a:schemeClr val="bg1"/>
                </a:solidFill>
              </a:defRPr>
            </a:lvl9pPr>
          </a:lstStyle>
          <a:p>
            <a:pPr lvl="0"/>
            <a:r>
              <a:rPr lang="en-US"/>
              <a:t>Click to edit Master text styles</a:t>
            </a:r>
          </a:p>
        </p:txBody>
      </p:sp>
      <p:grpSp>
        <p:nvGrpSpPr>
          <p:cNvPr id="2" name="Group 1">
            <a:extLst>
              <a:ext uri="{FF2B5EF4-FFF2-40B4-BE49-F238E27FC236}">
                <a16:creationId xmlns:a16="http://schemas.microsoft.com/office/drawing/2014/main" id="{946571DD-6A05-4191-AEC5-8EAC3DF74F94}"/>
              </a:ext>
            </a:extLst>
          </p:cNvPr>
          <p:cNvGrpSpPr/>
          <p:nvPr userDrawn="1"/>
        </p:nvGrpSpPr>
        <p:grpSpPr>
          <a:xfrm>
            <a:off x="12356815" y="0"/>
            <a:ext cx="756834" cy="6872642"/>
            <a:chOff x="12356815" y="0"/>
            <a:chExt cx="756834" cy="6872642"/>
          </a:xfrm>
        </p:grpSpPr>
        <p:sp>
          <p:nvSpPr>
            <p:cNvPr id="13" name="Rectangle 12">
              <a:extLst>
                <a:ext uri="{FF2B5EF4-FFF2-40B4-BE49-F238E27FC236}">
                  <a16:creationId xmlns:a16="http://schemas.microsoft.com/office/drawing/2014/main" id="{DBCE235B-9A81-0677-3FBC-4E7889E7A501}"/>
                </a:ext>
              </a:extLst>
            </p:cNvPr>
            <p:cNvSpPr/>
            <p:nvPr userDrawn="1"/>
          </p:nvSpPr>
          <p:spPr>
            <a:xfrm>
              <a:off x="12356815" y="0"/>
              <a:ext cx="553069" cy="3279913"/>
            </a:xfrm>
            <a:prstGeom prst="rect">
              <a:avLst/>
            </a:prstGeom>
            <a:solidFill>
              <a:schemeClr val="bg1">
                <a:lumMod val="95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a:p>
          </p:txBody>
        </p:sp>
        <p:sp>
          <p:nvSpPr>
            <p:cNvPr id="14" name="TextBox 13">
              <a:extLst>
                <a:ext uri="{FF2B5EF4-FFF2-40B4-BE49-F238E27FC236}">
                  <a16:creationId xmlns:a16="http://schemas.microsoft.com/office/drawing/2014/main" id="{0F982955-FC65-B9D0-0EF3-EC949DEB71C6}"/>
                </a:ext>
              </a:extLst>
            </p:cNvPr>
            <p:cNvSpPr txBox="1"/>
            <p:nvPr userDrawn="1"/>
          </p:nvSpPr>
          <p:spPr>
            <a:xfrm rot="16200000">
              <a:off x="12332217" y="1580677"/>
              <a:ext cx="1444306" cy="118559"/>
            </a:xfrm>
            <a:prstGeom prst="rect">
              <a:avLst/>
            </a:prstGeom>
            <a:noFill/>
          </p:spPr>
          <p:txBody>
            <a:bodyPr wrap="none" lIns="0" tIns="0" rIns="0" bIns="0" rtlCol="0">
              <a:spAutoFit/>
            </a:bodyPr>
            <a:lstStyle/>
            <a:p>
              <a:pPr algn="l">
                <a:lnSpc>
                  <a:spcPct val="101000"/>
                </a:lnSpc>
                <a:spcAft>
                  <a:spcPts val="600"/>
                </a:spcAft>
              </a:pPr>
              <a:r>
                <a:rPr kumimoji="0" lang="en-CR" sz="800" b="1" i="0" u="none" strike="noStrike" kern="1200" cap="none" spc="0" normalizeH="0" baseline="0" noProof="0">
                  <a:ln>
                    <a:noFill/>
                  </a:ln>
                  <a:solidFill>
                    <a:srgbClr val="000000"/>
                  </a:solidFill>
                  <a:effectLst/>
                  <a:uLnTx/>
                  <a:uFillTx/>
                  <a:ea typeface="GT America Regular" charset="0"/>
                  <a:cs typeface="GT America Regular" charset="0"/>
                </a:rPr>
                <a:t>ON LIGHT AND EXTRA LIGHT</a:t>
              </a:r>
            </a:p>
          </p:txBody>
        </p:sp>
        <p:sp>
          <p:nvSpPr>
            <p:cNvPr id="15" name="Rectangle 14">
              <a:extLst>
                <a:ext uri="{FF2B5EF4-FFF2-40B4-BE49-F238E27FC236}">
                  <a16:creationId xmlns:a16="http://schemas.microsoft.com/office/drawing/2014/main" id="{77487905-CD1B-25A1-246A-6F4760815043}"/>
                </a:ext>
              </a:extLst>
            </p:cNvPr>
            <p:cNvSpPr/>
            <p:nvPr userDrawn="1"/>
          </p:nvSpPr>
          <p:spPr>
            <a:xfrm>
              <a:off x="12356815" y="3592729"/>
              <a:ext cx="553069" cy="3279913"/>
            </a:xfrm>
            <a:prstGeom prst="rect">
              <a:avLst/>
            </a:prstGeom>
            <a:solidFill>
              <a:schemeClr val="tx2"/>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a:p>
          </p:txBody>
        </p:sp>
        <p:grpSp>
          <p:nvGrpSpPr>
            <p:cNvPr id="16" name="Group 15">
              <a:extLst>
                <a:ext uri="{FF2B5EF4-FFF2-40B4-BE49-F238E27FC236}">
                  <a16:creationId xmlns:a16="http://schemas.microsoft.com/office/drawing/2014/main" id="{3FE2BA7C-3D0C-01F6-3AB5-E4DD096FB7E5}"/>
                </a:ext>
              </a:extLst>
            </p:cNvPr>
            <p:cNvGrpSpPr/>
            <p:nvPr userDrawn="1"/>
          </p:nvGrpSpPr>
          <p:grpSpPr>
            <a:xfrm>
              <a:off x="12442019" y="3791214"/>
              <a:ext cx="382660" cy="2882942"/>
              <a:chOff x="14001569" y="3716048"/>
              <a:chExt cx="316248" cy="3171236"/>
            </a:xfrm>
          </p:grpSpPr>
          <p:sp>
            <p:nvSpPr>
              <p:cNvPr id="29" name="Rectangle 28">
                <a:extLst>
                  <a:ext uri="{FF2B5EF4-FFF2-40B4-BE49-F238E27FC236}">
                    <a16:creationId xmlns:a16="http://schemas.microsoft.com/office/drawing/2014/main" id="{6FDBF609-6A51-03D1-887F-13811193441D}"/>
                  </a:ext>
                </a:extLst>
              </p:cNvPr>
              <p:cNvSpPr/>
              <p:nvPr userDrawn="1"/>
            </p:nvSpPr>
            <p:spPr>
              <a:xfrm rot="5400000">
                <a:off x="14033099" y="5954114"/>
                <a:ext cx="253188" cy="316248"/>
              </a:xfrm>
              <a:prstGeom prst="rect">
                <a:avLst/>
              </a:prstGeom>
              <a:solidFill>
                <a:srgbClr val="005E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30" name="Rectangle 29">
                <a:extLst>
                  <a:ext uri="{FF2B5EF4-FFF2-40B4-BE49-F238E27FC236}">
                    <a16:creationId xmlns:a16="http://schemas.microsoft.com/office/drawing/2014/main" id="{94A09569-8144-A8AF-951A-4338A0947323}"/>
                  </a:ext>
                </a:extLst>
              </p:cNvPr>
              <p:cNvSpPr/>
              <p:nvPr userDrawn="1"/>
            </p:nvSpPr>
            <p:spPr>
              <a:xfrm rot="5400000">
                <a:off x="14033099" y="6278342"/>
                <a:ext cx="253188" cy="316248"/>
              </a:xfrm>
              <a:prstGeom prst="rect">
                <a:avLst/>
              </a:prstGeom>
              <a:solidFill>
                <a:srgbClr val="B8B9D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31" name="Rectangle 30">
                <a:extLst>
                  <a:ext uri="{FF2B5EF4-FFF2-40B4-BE49-F238E27FC236}">
                    <a16:creationId xmlns:a16="http://schemas.microsoft.com/office/drawing/2014/main" id="{6167EF39-9BBA-92C5-D60A-D6ABFDB8433D}"/>
                  </a:ext>
                </a:extLst>
              </p:cNvPr>
              <p:cNvSpPr/>
              <p:nvPr userDrawn="1"/>
            </p:nvSpPr>
            <p:spPr>
              <a:xfrm rot="5400000">
                <a:off x="14033099" y="6602566"/>
                <a:ext cx="253188" cy="316248"/>
              </a:xfrm>
              <a:prstGeom prst="rect">
                <a:avLst/>
              </a:prstGeom>
              <a:solidFill>
                <a:srgbClr val="FBE6D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32" name="Rectangle 31">
                <a:extLst>
                  <a:ext uri="{FF2B5EF4-FFF2-40B4-BE49-F238E27FC236}">
                    <a16:creationId xmlns:a16="http://schemas.microsoft.com/office/drawing/2014/main" id="{6607660C-4CA8-C02E-8B85-C0275C9F4B77}"/>
                  </a:ext>
                </a:extLst>
              </p:cNvPr>
              <p:cNvSpPr/>
              <p:nvPr userDrawn="1"/>
            </p:nvSpPr>
            <p:spPr>
              <a:xfrm rot="5400000">
                <a:off x="14033099" y="4981430"/>
                <a:ext cx="253188" cy="316248"/>
              </a:xfrm>
              <a:prstGeom prst="rect">
                <a:avLst/>
              </a:prstGeom>
              <a:solidFill>
                <a:srgbClr val="BCE09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33" name="Rectangle 32">
                <a:extLst>
                  <a:ext uri="{FF2B5EF4-FFF2-40B4-BE49-F238E27FC236}">
                    <a16:creationId xmlns:a16="http://schemas.microsoft.com/office/drawing/2014/main" id="{4494F8AA-76DC-E95B-179F-D386239DA280}"/>
                  </a:ext>
                </a:extLst>
              </p:cNvPr>
              <p:cNvSpPr/>
              <p:nvPr userDrawn="1"/>
            </p:nvSpPr>
            <p:spPr>
              <a:xfrm rot="5400000">
                <a:off x="14033099" y="5305658"/>
                <a:ext cx="253188" cy="316248"/>
              </a:xfrm>
              <a:prstGeom prst="rect">
                <a:avLst/>
              </a:prstGeom>
              <a:solidFill>
                <a:srgbClr val="E9783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34" name="Rectangle 33">
                <a:extLst>
                  <a:ext uri="{FF2B5EF4-FFF2-40B4-BE49-F238E27FC236}">
                    <a16:creationId xmlns:a16="http://schemas.microsoft.com/office/drawing/2014/main" id="{1E4D1916-A015-0251-2C4A-FD3AEC15610B}"/>
                  </a:ext>
                </a:extLst>
              </p:cNvPr>
              <p:cNvSpPr/>
              <p:nvPr userDrawn="1"/>
            </p:nvSpPr>
            <p:spPr>
              <a:xfrm rot="5400000">
                <a:off x="14033099" y="5629886"/>
                <a:ext cx="253188" cy="316248"/>
              </a:xfrm>
              <a:prstGeom prst="rect">
                <a:avLst/>
              </a:prstGeom>
              <a:solidFill>
                <a:srgbClr val="B9056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35" name="Rectangle 34">
                <a:extLst>
                  <a:ext uri="{FF2B5EF4-FFF2-40B4-BE49-F238E27FC236}">
                    <a16:creationId xmlns:a16="http://schemas.microsoft.com/office/drawing/2014/main" id="{44E36EB2-E086-91FC-9F6B-3747737D92DB}"/>
                  </a:ext>
                </a:extLst>
              </p:cNvPr>
              <p:cNvSpPr/>
              <p:nvPr userDrawn="1"/>
            </p:nvSpPr>
            <p:spPr>
              <a:xfrm rot="5400000">
                <a:off x="14033099" y="3684518"/>
                <a:ext cx="253188" cy="316248"/>
              </a:xfrm>
              <a:prstGeom prst="rect">
                <a:avLst/>
              </a:prstGeom>
              <a:solidFill>
                <a:srgbClr val="9DC2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36" name="Rectangle 35">
                <a:extLst>
                  <a:ext uri="{FF2B5EF4-FFF2-40B4-BE49-F238E27FC236}">
                    <a16:creationId xmlns:a16="http://schemas.microsoft.com/office/drawing/2014/main" id="{FFDA828E-B151-3852-AD4E-9E3BF04AC59A}"/>
                  </a:ext>
                </a:extLst>
              </p:cNvPr>
              <p:cNvSpPr/>
              <p:nvPr userDrawn="1"/>
            </p:nvSpPr>
            <p:spPr>
              <a:xfrm rot="5400000">
                <a:off x="14033099" y="4008746"/>
                <a:ext cx="253188" cy="316248"/>
              </a:xfrm>
              <a:prstGeom prst="rect">
                <a:avLst/>
              </a:prstGeom>
              <a:solidFill>
                <a:srgbClr val="309DA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37" name="Rectangle 36">
                <a:extLst>
                  <a:ext uri="{FF2B5EF4-FFF2-40B4-BE49-F238E27FC236}">
                    <a16:creationId xmlns:a16="http://schemas.microsoft.com/office/drawing/2014/main" id="{34841A69-983E-21BB-9271-9B755FC4E60A}"/>
                  </a:ext>
                </a:extLst>
              </p:cNvPr>
              <p:cNvSpPr/>
              <p:nvPr userDrawn="1"/>
            </p:nvSpPr>
            <p:spPr>
              <a:xfrm rot="5400000">
                <a:off x="14033099" y="4332974"/>
                <a:ext cx="253188" cy="316248"/>
              </a:xfrm>
              <a:prstGeom prst="rect">
                <a:avLst/>
              </a:prstGeom>
              <a:solidFill>
                <a:srgbClr val="E2C22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38" name="Rectangle 37">
                <a:extLst>
                  <a:ext uri="{FF2B5EF4-FFF2-40B4-BE49-F238E27FC236}">
                    <a16:creationId xmlns:a16="http://schemas.microsoft.com/office/drawing/2014/main" id="{19DAA6BD-3783-B982-3C41-984245B719AB}"/>
                  </a:ext>
                </a:extLst>
              </p:cNvPr>
              <p:cNvSpPr/>
              <p:nvPr userDrawn="1"/>
            </p:nvSpPr>
            <p:spPr>
              <a:xfrm rot="5400000">
                <a:off x="14033099" y="4657202"/>
                <a:ext cx="253188" cy="316248"/>
              </a:xfrm>
              <a:prstGeom prst="rect">
                <a:avLst/>
              </a:prstGeom>
              <a:solidFill>
                <a:srgbClr val="9158B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grpSp>
        <p:grpSp>
          <p:nvGrpSpPr>
            <p:cNvPr id="17" name="Group 16">
              <a:extLst>
                <a:ext uri="{FF2B5EF4-FFF2-40B4-BE49-F238E27FC236}">
                  <a16:creationId xmlns:a16="http://schemas.microsoft.com/office/drawing/2014/main" id="{8E1081D8-E803-C4AA-AA16-3CE6292ED50E}"/>
                </a:ext>
              </a:extLst>
            </p:cNvPr>
            <p:cNvGrpSpPr/>
            <p:nvPr userDrawn="1"/>
          </p:nvGrpSpPr>
          <p:grpSpPr>
            <a:xfrm>
              <a:off x="12442019" y="198485"/>
              <a:ext cx="382660" cy="2882942"/>
              <a:chOff x="12742785" y="3716048"/>
              <a:chExt cx="316248" cy="3171236"/>
            </a:xfrm>
          </p:grpSpPr>
          <p:sp>
            <p:nvSpPr>
              <p:cNvPr id="19" name="Rectangle 18">
                <a:extLst>
                  <a:ext uri="{FF2B5EF4-FFF2-40B4-BE49-F238E27FC236}">
                    <a16:creationId xmlns:a16="http://schemas.microsoft.com/office/drawing/2014/main" id="{8799E27D-85E9-2FAA-C01C-AE5DC642A12D}"/>
                  </a:ext>
                </a:extLst>
              </p:cNvPr>
              <p:cNvSpPr/>
              <p:nvPr userDrawn="1"/>
            </p:nvSpPr>
            <p:spPr>
              <a:xfrm rot="5400000">
                <a:off x="12774315" y="6602566"/>
                <a:ext cx="253188" cy="316248"/>
              </a:xfrm>
              <a:prstGeom prst="rect">
                <a:avLst/>
              </a:prstGeom>
              <a:solidFill>
                <a:srgbClr val="BFD6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20" name="Rectangle 19">
                <a:extLst>
                  <a:ext uri="{FF2B5EF4-FFF2-40B4-BE49-F238E27FC236}">
                    <a16:creationId xmlns:a16="http://schemas.microsoft.com/office/drawing/2014/main" id="{103F746D-D925-3832-463A-29AEC044C336}"/>
                  </a:ext>
                </a:extLst>
              </p:cNvPr>
              <p:cNvSpPr/>
              <p:nvPr userDrawn="1"/>
            </p:nvSpPr>
            <p:spPr>
              <a:xfrm rot="5400000">
                <a:off x="12774315" y="4981430"/>
                <a:ext cx="253188" cy="316248"/>
              </a:xfrm>
              <a:prstGeom prst="rect">
                <a:avLst/>
              </a:prstGeom>
              <a:solidFill>
                <a:srgbClr val="D25F7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21" name="Rectangle 20">
                <a:extLst>
                  <a:ext uri="{FF2B5EF4-FFF2-40B4-BE49-F238E27FC236}">
                    <a16:creationId xmlns:a16="http://schemas.microsoft.com/office/drawing/2014/main" id="{63BD8557-35AF-8237-228D-DDFAFB8438A8}"/>
                  </a:ext>
                </a:extLst>
              </p:cNvPr>
              <p:cNvSpPr/>
              <p:nvPr userDrawn="1"/>
            </p:nvSpPr>
            <p:spPr>
              <a:xfrm rot="5400000">
                <a:off x="12774315" y="5305658"/>
                <a:ext cx="253188" cy="316248"/>
              </a:xfrm>
              <a:prstGeom prst="rect">
                <a:avLst/>
              </a:prstGeom>
              <a:solidFill>
                <a:srgbClr val="C6480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22" name="Rectangle 21">
                <a:extLst>
                  <a:ext uri="{FF2B5EF4-FFF2-40B4-BE49-F238E27FC236}">
                    <a16:creationId xmlns:a16="http://schemas.microsoft.com/office/drawing/2014/main" id="{F05AF1BE-1E09-743E-2E49-01F6848B35C1}"/>
                  </a:ext>
                </a:extLst>
              </p:cNvPr>
              <p:cNvSpPr/>
              <p:nvPr userDrawn="1"/>
            </p:nvSpPr>
            <p:spPr>
              <a:xfrm rot="5400000">
                <a:off x="12774315" y="5629886"/>
                <a:ext cx="253188" cy="316248"/>
              </a:xfrm>
              <a:prstGeom prst="rect">
                <a:avLst/>
              </a:prstGeom>
              <a:solidFill>
                <a:srgbClr val="BA016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23" name="Rectangle 22">
                <a:extLst>
                  <a:ext uri="{FF2B5EF4-FFF2-40B4-BE49-F238E27FC236}">
                    <a16:creationId xmlns:a16="http://schemas.microsoft.com/office/drawing/2014/main" id="{3074991F-17BA-7F4D-AD0F-F2FFBED29680}"/>
                  </a:ext>
                </a:extLst>
              </p:cNvPr>
              <p:cNvSpPr/>
              <p:nvPr userDrawn="1"/>
            </p:nvSpPr>
            <p:spPr>
              <a:xfrm rot="5400000">
                <a:off x="12774315" y="3684518"/>
                <a:ext cx="253188" cy="316248"/>
              </a:xfrm>
              <a:prstGeom prst="rect">
                <a:avLst/>
              </a:prstGeom>
              <a:solidFill>
                <a:srgbClr val="005E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24" name="Rectangle 23">
                <a:extLst>
                  <a:ext uri="{FF2B5EF4-FFF2-40B4-BE49-F238E27FC236}">
                    <a16:creationId xmlns:a16="http://schemas.microsoft.com/office/drawing/2014/main" id="{D3B3CFC3-DCC9-AEDD-B69D-A8347458B5D1}"/>
                  </a:ext>
                </a:extLst>
              </p:cNvPr>
              <p:cNvSpPr/>
              <p:nvPr userDrawn="1"/>
            </p:nvSpPr>
            <p:spPr>
              <a:xfrm rot="5400000">
                <a:off x="12774315" y="4008746"/>
                <a:ext cx="253188" cy="316248"/>
              </a:xfrm>
              <a:prstGeom prst="rect">
                <a:avLst/>
              </a:prstGeom>
              <a:solidFill>
                <a:srgbClr val="5EB6B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25" name="Rectangle 24">
                <a:extLst>
                  <a:ext uri="{FF2B5EF4-FFF2-40B4-BE49-F238E27FC236}">
                    <a16:creationId xmlns:a16="http://schemas.microsoft.com/office/drawing/2014/main" id="{90E2CC4F-2DBB-B665-A9BC-B7055CA63590}"/>
                  </a:ext>
                </a:extLst>
              </p:cNvPr>
              <p:cNvSpPr/>
              <p:nvPr userDrawn="1"/>
            </p:nvSpPr>
            <p:spPr>
              <a:xfrm rot="5400000">
                <a:off x="12774315" y="4332974"/>
                <a:ext cx="253188" cy="316248"/>
              </a:xfrm>
              <a:prstGeom prst="rect">
                <a:avLst/>
              </a:prstGeom>
              <a:solidFill>
                <a:srgbClr val="C7AB2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26" name="Rectangle 25">
                <a:extLst>
                  <a:ext uri="{FF2B5EF4-FFF2-40B4-BE49-F238E27FC236}">
                    <a16:creationId xmlns:a16="http://schemas.microsoft.com/office/drawing/2014/main" id="{529C34F8-A419-7DD4-CBF8-A676ACB08DCD}"/>
                  </a:ext>
                </a:extLst>
              </p:cNvPr>
              <p:cNvSpPr/>
              <p:nvPr userDrawn="1"/>
            </p:nvSpPr>
            <p:spPr>
              <a:xfrm rot="5400000">
                <a:off x="12774315" y="4657202"/>
                <a:ext cx="253188" cy="316248"/>
              </a:xfrm>
              <a:prstGeom prst="rect">
                <a:avLst/>
              </a:prstGeom>
              <a:solidFill>
                <a:srgbClr val="5C068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27" name="Rectangle 26">
                <a:extLst>
                  <a:ext uri="{FF2B5EF4-FFF2-40B4-BE49-F238E27FC236}">
                    <a16:creationId xmlns:a16="http://schemas.microsoft.com/office/drawing/2014/main" id="{EF9AFF8A-BDFD-6B4F-425D-934877F2F578}"/>
                  </a:ext>
                </a:extLst>
              </p:cNvPr>
              <p:cNvSpPr/>
              <p:nvPr userDrawn="1"/>
            </p:nvSpPr>
            <p:spPr>
              <a:xfrm rot="5400000">
                <a:off x="12774315" y="5954114"/>
                <a:ext cx="253188" cy="316248"/>
              </a:xfrm>
              <a:prstGeom prst="rect">
                <a:avLst/>
              </a:prstGeom>
              <a:solidFill>
                <a:srgbClr val="2A431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28" name="Rectangle 27">
                <a:extLst>
                  <a:ext uri="{FF2B5EF4-FFF2-40B4-BE49-F238E27FC236}">
                    <a16:creationId xmlns:a16="http://schemas.microsoft.com/office/drawing/2014/main" id="{1EED391C-025B-89E7-7B40-CB423C96E9FD}"/>
                  </a:ext>
                </a:extLst>
              </p:cNvPr>
              <p:cNvSpPr/>
              <p:nvPr userDrawn="1"/>
            </p:nvSpPr>
            <p:spPr>
              <a:xfrm rot="5400000">
                <a:off x="12774315" y="6278342"/>
                <a:ext cx="253188" cy="316248"/>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grpSp>
        <p:sp>
          <p:nvSpPr>
            <p:cNvPr id="18" name="TextBox 17">
              <a:extLst>
                <a:ext uri="{FF2B5EF4-FFF2-40B4-BE49-F238E27FC236}">
                  <a16:creationId xmlns:a16="http://schemas.microsoft.com/office/drawing/2014/main" id="{FE88C7B4-1908-DCE1-B793-E4D7481EC798}"/>
                </a:ext>
              </a:extLst>
            </p:cNvPr>
            <p:cNvSpPr txBox="1"/>
            <p:nvPr userDrawn="1"/>
          </p:nvSpPr>
          <p:spPr>
            <a:xfrm rot="16200000">
              <a:off x="12574268" y="5173406"/>
              <a:ext cx="960199" cy="118559"/>
            </a:xfrm>
            <a:prstGeom prst="rect">
              <a:avLst/>
            </a:prstGeom>
            <a:noFill/>
          </p:spPr>
          <p:txBody>
            <a:bodyPr wrap="none" lIns="0" tIns="0" rIns="0" bIns="0" rtlCol="0">
              <a:spAutoFit/>
            </a:bodyPr>
            <a:lstStyle/>
            <a:p>
              <a:pPr algn="l">
                <a:lnSpc>
                  <a:spcPct val="101000"/>
                </a:lnSpc>
                <a:spcAft>
                  <a:spcPts val="600"/>
                </a:spcAft>
              </a:pPr>
              <a:r>
                <a:rPr lang="en-CR" sz="800" b="1">
                  <a:solidFill>
                    <a:srgbClr val="000000"/>
                  </a:solidFill>
                  <a:latin typeface="GT America Regular"/>
                  <a:ea typeface="GT America Regular" charset="0"/>
                  <a:cs typeface="GT America Regular" charset="0"/>
                </a:rPr>
                <a:t>ON MOODY´S BLUE</a:t>
              </a:r>
              <a:endParaRPr kumimoji="0" lang="en-CR" sz="800" b="1" i="0" u="none" strike="noStrike" kern="1200" cap="none" spc="0" normalizeH="0" baseline="0" noProof="0" err="1">
                <a:ln>
                  <a:noFill/>
                </a:ln>
                <a:solidFill>
                  <a:srgbClr val="000000"/>
                </a:solidFill>
                <a:effectLst/>
                <a:uLnTx/>
                <a:uFillTx/>
                <a:latin typeface="GT America Regular"/>
                <a:ea typeface="GT America Regular" charset="0"/>
                <a:cs typeface="GT America Regular" charset="0"/>
              </a:endParaRPr>
            </a:p>
          </p:txBody>
        </p:sp>
      </p:grpSp>
      <p:sp>
        <p:nvSpPr>
          <p:cNvPr id="39" name="TextBox 38">
            <a:extLst>
              <a:ext uri="{FF2B5EF4-FFF2-40B4-BE49-F238E27FC236}">
                <a16:creationId xmlns:a16="http://schemas.microsoft.com/office/drawing/2014/main" id="{5D4989A0-0589-3288-B403-5875D1339408}"/>
              </a:ext>
            </a:extLst>
          </p:cNvPr>
          <p:cNvSpPr txBox="1"/>
          <p:nvPr userDrawn="1"/>
        </p:nvSpPr>
        <p:spPr>
          <a:xfrm>
            <a:off x="12356815" y="3377042"/>
            <a:ext cx="807913" cy="118559"/>
          </a:xfrm>
          <a:prstGeom prst="rect">
            <a:avLst/>
          </a:prstGeom>
          <a:noFill/>
        </p:spPr>
        <p:txBody>
          <a:bodyPr wrap="none" lIns="0" tIns="0" rIns="0" bIns="0" rtlCol="0">
            <a:spAutoFit/>
          </a:bodyPr>
          <a:lstStyle/>
          <a:p>
            <a:pPr algn="l">
              <a:lnSpc>
                <a:spcPct val="101000"/>
              </a:lnSpc>
              <a:spcAft>
                <a:spcPts val="600"/>
              </a:spcAft>
            </a:pPr>
            <a:r>
              <a:rPr kumimoji="0" lang="en-US" sz="800" b="1" i="0" u="none" strike="noStrike" kern="1200" cap="none" spc="0" normalizeH="0" baseline="0" noProof="0" dirty="0">
                <a:ln>
                  <a:noFill/>
                </a:ln>
                <a:solidFill>
                  <a:srgbClr val="000000"/>
                </a:solidFill>
                <a:effectLst/>
                <a:uLnTx/>
                <a:uFillTx/>
                <a:ea typeface="GT America Regular" charset="0"/>
                <a:cs typeface="GT America Regular" charset="0"/>
              </a:rPr>
              <a:t>For charts ONLY</a:t>
            </a:r>
            <a:endParaRPr kumimoji="0" lang="en-CR" sz="800" b="1" i="0" u="none" strike="noStrike" kern="1200" cap="none" spc="0" normalizeH="0" baseline="0" noProof="0">
              <a:ln>
                <a:noFill/>
              </a:ln>
              <a:solidFill>
                <a:srgbClr val="000000"/>
              </a:solidFill>
              <a:effectLst/>
              <a:uLnTx/>
              <a:uFillTx/>
              <a:ea typeface="GT America Regular" charset="0"/>
              <a:cs typeface="GT America Regular" charset="0"/>
            </a:endParaRPr>
          </a:p>
        </p:txBody>
      </p:sp>
    </p:spTree>
    <p:extLst>
      <p:ext uri="{BB962C8B-B14F-4D97-AF65-F5344CB8AC3E}">
        <p14:creationId xmlns:p14="http://schemas.microsoft.com/office/powerpoint/2010/main" val="1099524136"/>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Executive Summary/Key Takeaways 5">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0DE63420-A2BC-EC7A-3A8C-CA23AF97535A}"/>
              </a:ext>
            </a:extLst>
          </p:cNvPr>
          <p:cNvSpPr/>
          <p:nvPr userDrawn="1"/>
        </p:nvSpPr>
        <p:spPr bwMode="hidden">
          <a:xfrm>
            <a:off x="0" y="-1"/>
            <a:ext cx="4060556" cy="6861175"/>
          </a:xfrm>
          <a:prstGeom prst="rect">
            <a:avLst/>
          </a:prstGeom>
          <a:solidFill>
            <a:srgbClr val="F0F0F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Footer Placeholder 2">
            <a:extLst>
              <a:ext uri="{FF2B5EF4-FFF2-40B4-BE49-F238E27FC236}">
                <a16:creationId xmlns:a16="http://schemas.microsoft.com/office/drawing/2014/main" id="{0CA2D3CD-1E43-5FCD-B998-8E7207DE69E5}"/>
              </a:ext>
            </a:extLst>
          </p:cNvPr>
          <p:cNvSpPr>
            <a:spLocks noGrp="1"/>
          </p:cNvSpPr>
          <p:nvPr>
            <p:ph type="ftr" sz="quarter" idx="11"/>
          </p:nvPr>
        </p:nvSpPr>
        <p:spPr/>
        <p:txBody>
          <a:bodyPr/>
          <a:lstStyle/>
          <a:p>
            <a:r>
              <a:rPr lang="en-US"/>
              <a:t>See slide 12 for instructions on how to update footer</a:t>
            </a:r>
            <a:endParaRPr lang="en-US" dirty="0"/>
          </a:p>
        </p:txBody>
      </p:sp>
      <p:sp>
        <p:nvSpPr>
          <p:cNvPr id="4" name="Slide Number Placeholder 3">
            <a:extLst>
              <a:ext uri="{FF2B5EF4-FFF2-40B4-BE49-F238E27FC236}">
                <a16:creationId xmlns:a16="http://schemas.microsoft.com/office/drawing/2014/main" id="{F9F73C99-4E9B-1728-FFD7-DFD7DC5AF7B7}"/>
              </a:ext>
            </a:extLst>
          </p:cNvPr>
          <p:cNvSpPr>
            <a:spLocks noGrp="1"/>
          </p:cNvSpPr>
          <p:nvPr>
            <p:ph type="sldNum" sz="quarter" idx="12"/>
          </p:nvPr>
        </p:nvSpPr>
        <p:spPr>
          <a:xfrm>
            <a:off x="10429875" y="6311900"/>
            <a:ext cx="1208087" cy="269875"/>
          </a:xfrm>
        </p:spPr>
        <p:txBody>
          <a:bodyPr/>
          <a:lstStyle/>
          <a:p>
            <a:fld id="{862A5111-985B-C14D-9115-5787026182A8}" type="slidenum">
              <a:rPr lang="en-US" smtClean="0"/>
              <a:t>‹#›</a:t>
            </a:fld>
            <a:endParaRPr lang="en-US" dirty="0"/>
          </a:p>
        </p:txBody>
      </p:sp>
      <p:sp>
        <p:nvSpPr>
          <p:cNvPr id="6" name="Freeform 5">
            <a:extLst>
              <a:ext uri="{FF2B5EF4-FFF2-40B4-BE49-F238E27FC236}">
                <a16:creationId xmlns:a16="http://schemas.microsoft.com/office/drawing/2014/main" id="{5BCC6303-B8A8-E0F3-1B26-45B29EE4DC62}"/>
              </a:ext>
            </a:extLst>
          </p:cNvPr>
          <p:cNvSpPr/>
          <p:nvPr/>
        </p:nvSpPr>
        <p:spPr>
          <a:xfrm>
            <a:off x="554038" y="6469335"/>
            <a:ext cx="678511" cy="112440"/>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chemeClr val="bg1"/>
          </a:solidFill>
          <a:ln w="0" cap="flat">
            <a:noFill/>
            <a:prstDash val="solid"/>
            <a:miter/>
          </a:ln>
        </p:spPr>
        <p:txBody>
          <a:bodyPr rtlCol="0" anchor="ctr"/>
          <a:lstStyle/>
          <a:p>
            <a:endParaRPr lang="en-US"/>
          </a:p>
        </p:txBody>
      </p:sp>
      <p:sp>
        <p:nvSpPr>
          <p:cNvPr id="12" name="Freeform 5">
            <a:extLst>
              <a:ext uri="{FF2B5EF4-FFF2-40B4-BE49-F238E27FC236}">
                <a16:creationId xmlns:a16="http://schemas.microsoft.com/office/drawing/2014/main" id="{B2BF897B-C4FE-7F0C-FE2C-6956C830B315}"/>
              </a:ext>
            </a:extLst>
          </p:cNvPr>
          <p:cNvSpPr/>
          <p:nvPr userDrawn="1"/>
        </p:nvSpPr>
        <p:spPr bwMode="black">
          <a:xfrm>
            <a:off x="554038" y="6469335"/>
            <a:ext cx="678511" cy="112440"/>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chemeClr val="tx2"/>
          </a:solidFill>
          <a:ln w="0" cap="flat">
            <a:noFill/>
            <a:prstDash val="solid"/>
            <a:miter/>
          </a:ln>
        </p:spPr>
        <p:txBody>
          <a:bodyPr rtlCol="0" anchor="ctr"/>
          <a:lstStyle/>
          <a:p>
            <a:endParaRPr lang="en-US"/>
          </a:p>
        </p:txBody>
      </p:sp>
      <p:sp>
        <p:nvSpPr>
          <p:cNvPr id="11" name="Title 10">
            <a:extLst>
              <a:ext uri="{FF2B5EF4-FFF2-40B4-BE49-F238E27FC236}">
                <a16:creationId xmlns:a16="http://schemas.microsoft.com/office/drawing/2014/main" id="{39BB85B3-5F62-677A-7B5A-1B952D90B3A6}"/>
              </a:ext>
            </a:extLst>
          </p:cNvPr>
          <p:cNvSpPr>
            <a:spLocks noGrp="1"/>
          </p:cNvSpPr>
          <p:nvPr>
            <p:ph type="title"/>
          </p:nvPr>
        </p:nvSpPr>
        <p:spPr>
          <a:xfrm>
            <a:off x="546100" y="552450"/>
            <a:ext cx="3300984" cy="869950"/>
          </a:xfrm>
        </p:spPr>
        <p:txBody>
          <a:bodyPr rIns="182880"/>
          <a:lstStyle/>
          <a:p>
            <a:r>
              <a:rPr lang="en-US"/>
              <a:t>Click to edit Master title style</a:t>
            </a:r>
            <a:endParaRPr lang="en-US" dirty="0"/>
          </a:p>
        </p:txBody>
      </p:sp>
      <p:sp>
        <p:nvSpPr>
          <p:cNvPr id="5" name="Text Placeholder 5">
            <a:extLst>
              <a:ext uri="{FF2B5EF4-FFF2-40B4-BE49-F238E27FC236}">
                <a16:creationId xmlns:a16="http://schemas.microsoft.com/office/drawing/2014/main" id="{0DBC71B0-EDFA-73E1-2685-8B96936EB6D6}"/>
              </a:ext>
            </a:extLst>
          </p:cNvPr>
          <p:cNvSpPr>
            <a:spLocks noGrp="1"/>
          </p:cNvSpPr>
          <p:nvPr>
            <p:ph type="body" sz="quarter" idx="13" hasCustomPrompt="1"/>
          </p:nvPr>
        </p:nvSpPr>
        <p:spPr>
          <a:xfrm>
            <a:off x="546101" y="5586413"/>
            <a:ext cx="3300984" cy="725487"/>
          </a:xfrm>
        </p:spPr>
        <p:txBody>
          <a:bodyPr rIns="274320" anchor="b">
            <a:normAutofit/>
          </a:bodyPr>
          <a:lstStyle>
            <a:lvl1pPr>
              <a:defRPr sz="600">
                <a:solidFill>
                  <a:srgbClr val="75787B"/>
                </a:solidFill>
              </a:defRPr>
            </a:lvl1pPr>
            <a:lvl2pPr marL="0" indent="0">
              <a:buNone/>
              <a:defRPr sz="600">
                <a:solidFill>
                  <a:srgbClr val="75787B"/>
                </a:solidFill>
              </a:defRPr>
            </a:lvl2pPr>
            <a:lvl3pPr marL="0" indent="0">
              <a:buNone/>
              <a:defRPr sz="600">
                <a:solidFill>
                  <a:srgbClr val="75787B"/>
                </a:solidFill>
              </a:defRPr>
            </a:lvl3pPr>
            <a:lvl4pPr marL="0" indent="0">
              <a:buNone/>
              <a:defRPr sz="600">
                <a:solidFill>
                  <a:srgbClr val="75787B"/>
                </a:solidFill>
              </a:defRPr>
            </a:lvl4pPr>
            <a:lvl5pPr marL="0" indent="0">
              <a:buNone/>
              <a:defRPr sz="600">
                <a:solidFill>
                  <a:srgbClr val="75787B"/>
                </a:solidFill>
              </a:defRPr>
            </a:lvl5pPr>
            <a:lvl6pPr marL="0" indent="0">
              <a:buNone/>
              <a:defRPr sz="600">
                <a:solidFill>
                  <a:srgbClr val="75787B"/>
                </a:solidFill>
              </a:defRPr>
            </a:lvl6pPr>
            <a:lvl7pPr marL="0" indent="0">
              <a:buNone/>
              <a:defRPr sz="600">
                <a:solidFill>
                  <a:srgbClr val="75787B"/>
                </a:solidFill>
              </a:defRPr>
            </a:lvl7pPr>
            <a:lvl8pPr marL="0" indent="0">
              <a:buNone/>
              <a:defRPr sz="600">
                <a:solidFill>
                  <a:srgbClr val="75787B"/>
                </a:solidFill>
              </a:defRPr>
            </a:lvl8pPr>
            <a:lvl9pPr marL="0" indent="0">
              <a:buNone/>
              <a:defRPr sz="600">
                <a:solidFill>
                  <a:srgbClr val="75787B"/>
                </a:solidFill>
              </a:defRPr>
            </a:lvl9pPr>
          </a:lstStyle>
          <a:p>
            <a:pPr lvl="8"/>
            <a:r>
              <a:rPr lang="en-US" dirty="0"/>
              <a:t>Click to add footnotes or disclaimer information</a:t>
            </a:r>
          </a:p>
        </p:txBody>
      </p:sp>
      <p:sp>
        <p:nvSpPr>
          <p:cNvPr id="7" name="Content Placeholder 14">
            <a:extLst>
              <a:ext uri="{FF2B5EF4-FFF2-40B4-BE49-F238E27FC236}">
                <a16:creationId xmlns:a16="http://schemas.microsoft.com/office/drawing/2014/main" id="{8BE58806-493A-43A7-588A-8383D4BFD9E2}"/>
              </a:ext>
            </a:extLst>
          </p:cNvPr>
          <p:cNvSpPr>
            <a:spLocks noGrp="1"/>
          </p:cNvSpPr>
          <p:nvPr>
            <p:ph sz="quarter" idx="18"/>
          </p:nvPr>
        </p:nvSpPr>
        <p:spPr>
          <a:xfrm>
            <a:off x="4781551" y="552450"/>
            <a:ext cx="6856412" cy="5614988"/>
          </a:xfrm>
        </p:spPr>
        <p:txBody>
          <a:bodyPr/>
          <a:lstStyle>
            <a:lvl1pPr>
              <a:defRPr sz="1800" b="1">
                <a:solidFill>
                  <a:schemeClr val="tx2"/>
                </a:solidFill>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Text Placeholder 7">
            <a:extLst>
              <a:ext uri="{FF2B5EF4-FFF2-40B4-BE49-F238E27FC236}">
                <a16:creationId xmlns:a16="http://schemas.microsoft.com/office/drawing/2014/main" id="{10CFFF09-1B4E-AF15-7727-AEE05D2B9337}"/>
              </a:ext>
            </a:extLst>
          </p:cNvPr>
          <p:cNvSpPr>
            <a:spLocks noGrp="1"/>
          </p:cNvSpPr>
          <p:nvPr>
            <p:ph type="body" sz="quarter" idx="19"/>
          </p:nvPr>
        </p:nvSpPr>
        <p:spPr>
          <a:xfrm>
            <a:off x="554037" y="1849437"/>
            <a:ext cx="3300984" cy="3443288"/>
          </a:xfrm>
        </p:spPr>
        <p:txBody>
          <a:bodyPr r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grpSp>
        <p:nvGrpSpPr>
          <p:cNvPr id="2" name="Group 1">
            <a:extLst>
              <a:ext uri="{FF2B5EF4-FFF2-40B4-BE49-F238E27FC236}">
                <a16:creationId xmlns:a16="http://schemas.microsoft.com/office/drawing/2014/main" id="{206D645F-EF5E-2DD0-E21D-61E2C4F507C7}"/>
              </a:ext>
            </a:extLst>
          </p:cNvPr>
          <p:cNvGrpSpPr/>
          <p:nvPr userDrawn="1"/>
        </p:nvGrpSpPr>
        <p:grpSpPr>
          <a:xfrm>
            <a:off x="12356815" y="0"/>
            <a:ext cx="756834" cy="6872642"/>
            <a:chOff x="12356815" y="0"/>
            <a:chExt cx="756834" cy="6872642"/>
          </a:xfrm>
        </p:grpSpPr>
        <p:sp>
          <p:nvSpPr>
            <p:cNvPr id="8" name="Rectangle 7">
              <a:extLst>
                <a:ext uri="{FF2B5EF4-FFF2-40B4-BE49-F238E27FC236}">
                  <a16:creationId xmlns:a16="http://schemas.microsoft.com/office/drawing/2014/main" id="{DA131432-2F79-C479-6494-ABD260C05EDE}"/>
                </a:ext>
              </a:extLst>
            </p:cNvPr>
            <p:cNvSpPr/>
            <p:nvPr userDrawn="1"/>
          </p:nvSpPr>
          <p:spPr>
            <a:xfrm>
              <a:off x="12356815" y="0"/>
              <a:ext cx="553069" cy="3279913"/>
            </a:xfrm>
            <a:prstGeom prst="rect">
              <a:avLst/>
            </a:prstGeom>
            <a:solidFill>
              <a:schemeClr val="bg1">
                <a:lumMod val="95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a:p>
          </p:txBody>
        </p:sp>
        <p:sp>
          <p:nvSpPr>
            <p:cNvPr id="10" name="TextBox 9">
              <a:extLst>
                <a:ext uri="{FF2B5EF4-FFF2-40B4-BE49-F238E27FC236}">
                  <a16:creationId xmlns:a16="http://schemas.microsoft.com/office/drawing/2014/main" id="{7B564435-9EC7-3BC2-156C-0785FDC35E68}"/>
                </a:ext>
              </a:extLst>
            </p:cNvPr>
            <p:cNvSpPr txBox="1"/>
            <p:nvPr userDrawn="1"/>
          </p:nvSpPr>
          <p:spPr>
            <a:xfrm rot="16200000">
              <a:off x="12332217" y="1580677"/>
              <a:ext cx="1444306" cy="118559"/>
            </a:xfrm>
            <a:prstGeom prst="rect">
              <a:avLst/>
            </a:prstGeom>
            <a:noFill/>
          </p:spPr>
          <p:txBody>
            <a:bodyPr wrap="none" lIns="0" tIns="0" rIns="0" bIns="0" rtlCol="0">
              <a:spAutoFit/>
            </a:bodyPr>
            <a:lstStyle/>
            <a:p>
              <a:pPr algn="l">
                <a:lnSpc>
                  <a:spcPct val="101000"/>
                </a:lnSpc>
                <a:spcAft>
                  <a:spcPts val="600"/>
                </a:spcAft>
              </a:pPr>
              <a:r>
                <a:rPr kumimoji="0" lang="en-CR" sz="800" b="1" i="0" u="none" strike="noStrike" kern="1200" cap="none" spc="0" normalizeH="0" baseline="0" noProof="0">
                  <a:ln>
                    <a:noFill/>
                  </a:ln>
                  <a:solidFill>
                    <a:srgbClr val="000000"/>
                  </a:solidFill>
                  <a:effectLst/>
                  <a:uLnTx/>
                  <a:uFillTx/>
                  <a:ea typeface="GT America Regular" charset="0"/>
                  <a:cs typeface="GT America Regular" charset="0"/>
                </a:rPr>
                <a:t>ON LIGHT AND EXTRA LIGHT</a:t>
              </a:r>
            </a:p>
          </p:txBody>
        </p:sp>
        <p:sp>
          <p:nvSpPr>
            <p:cNvPr id="14" name="Rectangle 13">
              <a:extLst>
                <a:ext uri="{FF2B5EF4-FFF2-40B4-BE49-F238E27FC236}">
                  <a16:creationId xmlns:a16="http://schemas.microsoft.com/office/drawing/2014/main" id="{42AB0DDE-5C88-98C8-3C5C-3C5CC62D0745}"/>
                </a:ext>
              </a:extLst>
            </p:cNvPr>
            <p:cNvSpPr/>
            <p:nvPr userDrawn="1"/>
          </p:nvSpPr>
          <p:spPr>
            <a:xfrm>
              <a:off x="12356815" y="3592729"/>
              <a:ext cx="553069" cy="3279913"/>
            </a:xfrm>
            <a:prstGeom prst="rect">
              <a:avLst/>
            </a:prstGeom>
            <a:solidFill>
              <a:schemeClr val="tx2"/>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a:p>
          </p:txBody>
        </p:sp>
        <p:grpSp>
          <p:nvGrpSpPr>
            <p:cNvPr id="15" name="Group 14">
              <a:extLst>
                <a:ext uri="{FF2B5EF4-FFF2-40B4-BE49-F238E27FC236}">
                  <a16:creationId xmlns:a16="http://schemas.microsoft.com/office/drawing/2014/main" id="{01BACE7C-C220-DEAE-0716-4972F2A18775}"/>
                </a:ext>
              </a:extLst>
            </p:cNvPr>
            <p:cNvGrpSpPr/>
            <p:nvPr userDrawn="1"/>
          </p:nvGrpSpPr>
          <p:grpSpPr>
            <a:xfrm>
              <a:off x="12442019" y="3791214"/>
              <a:ext cx="382660" cy="2882942"/>
              <a:chOff x="14001569" y="3716048"/>
              <a:chExt cx="316248" cy="3171236"/>
            </a:xfrm>
          </p:grpSpPr>
          <p:sp>
            <p:nvSpPr>
              <p:cNvPr id="28" name="Rectangle 27">
                <a:extLst>
                  <a:ext uri="{FF2B5EF4-FFF2-40B4-BE49-F238E27FC236}">
                    <a16:creationId xmlns:a16="http://schemas.microsoft.com/office/drawing/2014/main" id="{6A8AD40E-7A4D-0E1A-010D-4DAD932B2CAE}"/>
                  </a:ext>
                </a:extLst>
              </p:cNvPr>
              <p:cNvSpPr/>
              <p:nvPr userDrawn="1"/>
            </p:nvSpPr>
            <p:spPr>
              <a:xfrm rot="5400000">
                <a:off x="14033099" y="5954114"/>
                <a:ext cx="253188" cy="316248"/>
              </a:xfrm>
              <a:prstGeom prst="rect">
                <a:avLst/>
              </a:prstGeom>
              <a:solidFill>
                <a:srgbClr val="005E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29" name="Rectangle 28">
                <a:extLst>
                  <a:ext uri="{FF2B5EF4-FFF2-40B4-BE49-F238E27FC236}">
                    <a16:creationId xmlns:a16="http://schemas.microsoft.com/office/drawing/2014/main" id="{9AF8F7B7-AE03-3CD4-A67D-2136305D3782}"/>
                  </a:ext>
                </a:extLst>
              </p:cNvPr>
              <p:cNvSpPr/>
              <p:nvPr userDrawn="1"/>
            </p:nvSpPr>
            <p:spPr>
              <a:xfrm rot="5400000">
                <a:off x="14033099" y="6278342"/>
                <a:ext cx="253188" cy="316248"/>
              </a:xfrm>
              <a:prstGeom prst="rect">
                <a:avLst/>
              </a:prstGeom>
              <a:solidFill>
                <a:srgbClr val="B8B9D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30" name="Rectangle 29">
                <a:extLst>
                  <a:ext uri="{FF2B5EF4-FFF2-40B4-BE49-F238E27FC236}">
                    <a16:creationId xmlns:a16="http://schemas.microsoft.com/office/drawing/2014/main" id="{E36F6B03-AAA6-5632-4028-2C0A1DF97CB8}"/>
                  </a:ext>
                </a:extLst>
              </p:cNvPr>
              <p:cNvSpPr/>
              <p:nvPr userDrawn="1"/>
            </p:nvSpPr>
            <p:spPr>
              <a:xfrm rot="5400000">
                <a:off x="14033099" y="6602566"/>
                <a:ext cx="253188" cy="316248"/>
              </a:xfrm>
              <a:prstGeom prst="rect">
                <a:avLst/>
              </a:prstGeom>
              <a:solidFill>
                <a:srgbClr val="FBE6D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31" name="Rectangle 30">
                <a:extLst>
                  <a:ext uri="{FF2B5EF4-FFF2-40B4-BE49-F238E27FC236}">
                    <a16:creationId xmlns:a16="http://schemas.microsoft.com/office/drawing/2014/main" id="{4BFE21C9-DBC9-F155-4BF9-13B04F5830CD}"/>
                  </a:ext>
                </a:extLst>
              </p:cNvPr>
              <p:cNvSpPr/>
              <p:nvPr userDrawn="1"/>
            </p:nvSpPr>
            <p:spPr>
              <a:xfrm rot="5400000">
                <a:off x="14033099" y="4981430"/>
                <a:ext cx="253188" cy="316248"/>
              </a:xfrm>
              <a:prstGeom prst="rect">
                <a:avLst/>
              </a:prstGeom>
              <a:solidFill>
                <a:srgbClr val="BCE09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32" name="Rectangle 31">
                <a:extLst>
                  <a:ext uri="{FF2B5EF4-FFF2-40B4-BE49-F238E27FC236}">
                    <a16:creationId xmlns:a16="http://schemas.microsoft.com/office/drawing/2014/main" id="{3C1EDD09-CC68-2524-CB30-0EA849EA3C77}"/>
                  </a:ext>
                </a:extLst>
              </p:cNvPr>
              <p:cNvSpPr/>
              <p:nvPr userDrawn="1"/>
            </p:nvSpPr>
            <p:spPr>
              <a:xfrm rot="5400000">
                <a:off x="14033099" y="5305658"/>
                <a:ext cx="253188" cy="316248"/>
              </a:xfrm>
              <a:prstGeom prst="rect">
                <a:avLst/>
              </a:prstGeom>
              <a:solidFill>
                <a:srgbClr val="E9783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33" name="Rectangle 32">
                <a:extLst>
                  <a:ext uri="{FF2B5EF4-FFF2-40B4-BE49-F238E27FC236}">
                    <a16:creationId xmlns:a16="http://schemas.microsoft.com/office/drawing/2014/main" id="{D32C63FB-9A9D-4308-1B0F-E9EE0EDD0DCA}"/>
                  </a:ext>
                </a:extLst>
              </p:cNvPr>
              <p:cNvSpPr/>
              <p:nvPr userDrawn="1"/>
            </p:nvSpPr>
            <p:spPr>
              <a:xfrm rot="5400000">
                <a:off x="14033099" y="5629886"/>
                <a:ext cx="253188" cy="316248"/>
              </a:xfrm>
              <a:prstGeom prst="rect">
                <a:avLst/>
              </a:prstGeom>
              <a:solidFill>
                <a:srgbClr val="B9056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34" name="Rectangle 33">
                <a:extLst>
                  <a:ext uri="{FF2B5EF4-FFF2-40B4-BE49-F238E27FC236}">
                    <a16:creationId xmlns:a16="http://schemas.microsoft.com/office/drawing/2014/main" id="{0E131F75-9D55-847C-BA4C-9FE0F51E7E6D}"/>
                  </a:ext>
                </a:extLst>
              </p:cNvPr>
              <p:cNvSpPr/>
              <p:nvPr userDrawn="1"/>
            </p:nvSpPr>
            <p:spPr>
              <a:xfrm rot="5400000">
                <a:off x="14033099" y="3684518"/>
                <a:ext cx="253188" cy="316248"/>
              </a:xfrm>
              <a:prstGeom prst="rect">
                <a:avLst/>
              </a:prstGeom>
              <a:solidFill>
                <a:srgbClr val="9DC2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35" name="Rectangle 34">
                <a:extLst>
                  <a:ext uri="{FF2B5EF4-FFF2-40B4-BE49-F238E27FC236}">
                    <a16:creationId xmlns:a16="http://schemas.microsoft.com/office/drawing/2014/main" id="{BA10E3B2-4B71-8024-21FC-6B56537047C3}"/>
                  </a:ext>
                </a:extLst>
              </p:cNvPr>
              <p:cNvSpPr/>
              <p:nvPr userDrawn="1"/>
            </p:nvSpPr>
            <p:spPr>
              <a:xfrm rot="5400000">
                <a:off x="14033099" y="4008746"/>
                <a:ext cx="253188" cy="316248"/>
              </a:xfrm>
              <a:prstGeom prst="rect">
                <a:avLst/>
              </a:prstGeom>
              <a:solidFill>
                <a:srgbClr val="309DA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36" name="Rectangle 35">
                <a:extLst>
                  <a:ext uri="{FF2B5EF4-FFF2-40B4-BE49-F238E27FC236}">
                    <a16:creationId xmlns:a16="http://schemas.microsoft.com/office/drawing/2014/main" id="{3D293228-817B-0E9F-25E3-43683C98A62F}"/>
                  </a:ext>
                </a:extLst>
              </p:cNvPr>
              <p:cNvSpPr/>
              <p:nvPr userDrawn="1"/>
            </p:nvSpPr>
            <p:spPr>
              <a:xfrm rot="5400000">
                <a:off x="14033099" y="4332974"/>
                <a:ext cx="253188" cy="316248"/>
              </a:xfrm>
              <a:prstGeom prst="rect">
                <a:avLst/>
              </a:prstGeom>
              <a:solidFill>
                <a:srgbClr val="E2C22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37" name="Rectangle 36">
                <a:extLst>
                  <a:ext uri="{FF2B5EF4-FFF2-40B4-BE49-F238E27FC236}">
                    <a16:creationId xmlns:a16="http://schemas.microsoft.com/office/drawing/2014/main" id="{3CDB9FDD-FADB-60D7-8AE4-F3BC0BD53065}"/>
                  </a:ext>
                </a:extLst>
              </p:cNvPr>
              <p:cNvSpPr/>
              <p:nvPr userDrawn="1"/>
            </p:nvSpPr>
            <p:spPr>
              <a:xfrm rot="5400000">
                <a:off x="14033099" y="4657202"/>
                <a:ext cx="253188" cy="316248"/>
              </a:xfrm>
              <a:prstGeom prst="rect">
                <a:avLst/>
              </a:prstGeom>
              <a:solidFill>
                <a:srgbClr val="9158B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grpSp>
        <p:grpSp>
          <p:nvGrpSpPr>
            <p:cNvPr id="16" name="Group 15">
              <a:extLst>
                <a:ext uri="{FF2B5EF4-FFF2-40B4-BE49-F238E27FC236}">
                  <a16:creationId xmlns:a16="http://schemas.microsoft.com/office/drawing/2014/main" id="{DFB4560E-5706-1261-FEC6-0B01E02FDBF2}"/>
                </a:ext>
              </a:extLst>
            </p:cNvPr>
            <p:cNvGrpSpPr/>
            <p:nvPr userDrawn="1"/>
          </p:nvGrpSpPr>
          <p:grpSpPr>
            <a:xfrm>
              <a:off x="12442019" y="198485"/>
              <a:ext cx="382660" cy="2882942"/>
              <a:chOff x="12742785" y="3716048"/>
              <a:chExt cx="316248" cy="3171236"/>
            </a:xfrm>
          </p:grpSpPr>
          <p:sp>
            <p:nvSpPr>
              <p:cNvPr id="18" name="Rectangle 17">
                <a:extLst>
                  <a:ext uri="{FF2B5EF4-FFF2-40B4-BE49-F238E27FC236}">
                    <a16:creationId xmlns:a16="http://schemas.microsoft.com/office/drawing/2014/main" id="{090A1FEC-0D59-628A-07EA-C8940996B5A8}"/>
                  </a:ext>
                </a:extLst>
              </p:cNvPr>
              <p:cNvSpPr/>
              <p:nvPr userDrawn="1"/>
            </p:nvSpPr>
            <p:spPr>
              <a:xfrm rot="5400000">
                <a:off x="12774315" y="6602566"/>
                <a:ext cx="253188" cy="316248"/>
              </a:xfrm>
              <a:prstGeom prst="rect">
                <a:avLst/>
              </a:prstGeom>
              <a:solidFill>
                <a:srgbClr val="BFD6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19" name="Rectangle 18">
                <a:extLst>
                  <a:ext uri="{FF2B5EF4-FFF2-40B4-BE49-F238E27FC236}">
                    <a16:creationId xmlns:a16="http://schemas.microsoft.com/office/drawing/2014/main" id="{AC1B4C94-54D1-6D3E-0ABA-CF3D1EF9DE9A}"/>
                  </a:ext>
                </a:extLst>
              </p:cNvPr>
              <p:cNvSpPr/>
              <p:nvPr userDrawn="1"/>
            </p:nvSpPr>
            <p:spPr>
              <a:xfrm rot="5400000">
                <a:off x="12774315" y="4981430"/>
                <a:ext cx="253188" cy="316248"/>
              </a:xfrm>
              <a:prstGeom prst="rect">
                <a:avLst/>
              </a:prstGeom>
              <a:solidFill>
                <a:srgbClr val="D25F7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20" name="Rectangle 19">
                <a:extLst>
                  <a:ext uri="{FF2B5EF4-FFF2-40B4-BE49-F238E27FC236}">
                    <a16:creationId xmlns:a16="http://schemas.microsoft.com/office/drawing/2014/main" id="{1982F258-3AEE-E5F6-D3DF-49E52BD6DAA1}"/>
                  </a:ext>
                </a:extLst>
              </p:cNvPr>
              <p:cNvSpPr/>
              <p:nvPr userDrawn="1"/>
            </p:nvSpPr>
            <p:spPr>
              <a:xfrm rot="5400000">
                <a:off x="12774315" y="5305658"/>
                <a:ext cx="253188" cy="316248"/>
              </a:xfrm>
              <a:prstGeom prst="rect">
                <a:avLst/>
              </a:prstGeom>
              <a:solidFill>
                <a:srgbClr val="C6480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21" name="Rectangle 20">
                <a:extLst>
                  <a:ext uri="{FF2B5EF4-FFF2-40B4-BE49-F238E27FC236}">
                    <a16:creationId xmlns:a16="http://schemas.microsoft.com/office/drawing/2014/main" id="{7C517EE3-A3AC-3406-D478-95459DE3BA3C}"/>
                  </a:ext>
                </a:extLst>
              </p:cNvPr>
              <p:cNvSpPr/>
              <p:nvPr userDrawn="1"/>
            </p:nvSpPr>
            <p:spPr>
              <a:xfrm rot="5400000">
                <a:off x="12774315" y="5629886"/>
                <a:ext cx="253188" cy="316248"/>
              </a:xfrm>
              <a:prstGeom prst="rect">
                <a:avLst/>
              </a:prstGeom>
              <a:solidFill>
                <a:srgbClr val="BA016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22" name="Rectangle 21">
                <a:extLst>
                  <a:ext uri="{FF2B5EF4-FFF2-40B4-BE49-F238E27FC236}">
                    <a16:creationId xmlns:a16="http://schemas.microsoft.com/office/drawing/2014/main" id="{F4B53F21-0F4A-EAEB-89E7-8E15A673FA99}"/>
                  </a:ext>
                </a:extLst>
              </p:cNvPr>
              <p:cNvSpPr/>
              <p:nvPr userDrawn="1"/>
            </p:nvSpPr>
            <p:spPr>
              <a:xfrm rot="5400000">
                <a:off x="12774315" y="3684518"/>
                <a:ext cx="253188" cy="316248"/>
              </a:xfrm>
              <a:prstGeom prst="rect">
                <a:avLst/>
              </a:prstGeom>
              <a:solidFill>
                <a:srgbClr val="005E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23" name="Rectangle 22">
                <a:extLst>
                  <a:ext uri="{FF2B5EF4-FFF2-40B4-BE49-F238E27FC236}">
                    <a16:creationId xmlns:a16="http://schemas.microsoft.com/office/drawing/2014/main" id="{851973B5-8004-2BD0-0C2A-FCF9E3D3990E}"/>
                  </a:ext>
                </a:extLst>
              </p:cNvPr>
              <p:cNvSpPr/>
              <p:nvPr userDrawn="1"/>
            </p:nvSpPr>
            <p:spPr>
              <a:xfrm rot="5400000">
                <a:off x="12774315" y="4008746"/>
                <a:ext cx="253188" cy="316248"/>
              </a:xfrm>
              <a:prstGeom prst="rect">
                <a:avLst/>
              </a:prstGeom>
              <a:solidFill>
                <a:srgbClr val="5EB6B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24" name="Rectangle 23">
                <a:extLst>
                  <a:ext uri="{FF2B5EF4-FFF2-40B4-BE49-F238E27FC236}">
                    <a16:creationId xmlns:a16="http://schemas.microsoft.com/office/drawing/2014/main" id="{611745AC-5BAF-1204-AF99-08ED71A4BDEF}"/>
                  </a:ext>
                </a:extLst>
              </p:cNvPr>
              <p:cNvSpPr/>
              <p:nvPr userDrawn="1"/>
            </p:nvSpPr>
            <p:spPr>
              <a:xfrm rot="5400000">
                <a:off x="12774315" y="4332974"/>
                <a:ext cx="253188" cy="316248"/>
              </a:xfrm>
              <a:prstGeom prst="rect">
                <a:avLst/>
              </a:prstGeom>
              <a:solidFill>
                <a:srgbClr val="C7AB2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25" name="Rectangle 24">
                <a:extLst>
                  <a:ext uri="{FF2B5EF4-FFF2-40B4-BE49-F238E27FC236}">
                    <a16:creationId xmlns:a16="http://schemas.microsoft.com/office/drawing/2014/main" id="{2708B095-015A-5F08-C940-2971189634E5}"/>
                  </a:ext>
                </a:extLst>
              </p:cNvPr>
              <p:cNvSpPr/>
              <p:nvPr userDrawn="1"/>
            </p:nvSpPr>
            <p:spPr>
              <a:xfrm rot="5400000">
                <a:off x="12774315" y="4657202"/>
                <a:ext cx="253188" cy="316248"/>
              </a:xfrm>
              <a:prstGeom prst="rect">
                <a:avLst/>
              </a:prstGeom>
              <a:solidFill>
                <a:srgbClr val="5C068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26" name="Rectangle 25">
                <a:extLst>
                  <a:ext uri="{FF2B5EF4-FFF2-40B4-BE49-F238E27FC236}">
                    <a16:creationId xmlns:a16="http://schemas.microsoft.com/office/drawing/2014/main" id="{CC81416D-285B-84BA-A7DB-2D720E262F2B}"/>
                  </a:ext>
                </a:extLst>
              </p:cNvPr>
              <p:cNvSpPr/>
              <p:nvPr userDrawn="1"/>
            </p:nvSpPr>
            <p:spPr>
              <a:xfrm rot="5400000">
                <a:off x="12774315" y="5954114"/>
                <a:ext cx="253188" cy="316248"/>
              </a:xfrm>
              <a:prstGeom prst="rect">
                <a:avLst/>
              </a:prstGeom>
              <a:solidFill>
                <a:srgbClr val="2A431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27" name="Rectangle 26">
                <a:extLst>
                  <a:ext uri="{FF2B5EF4-FFF2-40B4-BE49-F238E27FC236}">
                    <a16:creationId xmlns:a16="http://schemas.microsoft.com/office/drawing/2014/main" id="{3C11B130-C22C-4A9B-7B2C-C4A9E4C07FF4}"/>
                  </a:ext>
                </a:extLst>
              </p:cNvPr>
              <p:cNvSpPr/>
              <p:nvPr userDrawn="1"/>
            </p:nvSpPr>
            <p:spPr>
              <a:xfrm rot="5400000">
                <a:off x="12774315" y="6278342"/>
                <a:ext cx="253188" cy="316248"/>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grpSp>
        <p:sp>
          <p:nvSpPr>
            <p:cNvPr id="17" name="TextBox 16">
              <a:extLst>
                <a:ext uri="{FF2B5EF4-FFF2-40B4-BE49-F238E27FC236}">
                  <a16:creationId xmlns:a16="http://schemas.microsoft.com/office/drawing/2014/main" id="{B545C8DD-8A11-FC9A-DF68-87FC472CA2E3}"/>
                </a:ext>
              </a:extLst>
            </p:cNvPr>
            <p:cNvSpPr txBox="1"/>
            <p:nvPr userDrawn="1"/>
          </p:nvSpPr>
          <p:spPr>
            <a:xfrm rot="16200000">
              <a:off x="12574268" y="5173406"/>
              <a:ext cx="960199" cy="118559"/>
            </a:xfrm>
            <a:prstGeom prst="rect">
              <a:avLst/>
            </a:prstGeom>
            <a:noFill/>
          </p:spPr>
          <p:txBody>
            <a:bodyPr wrap="none" lIns="0" tIns="0" rIns="0" bIns="0" rtlCol="0">
              <a:spAutoFit/>
            </a:bodyPr>
            <a:lstStyle/>
            <a:p>
              <a:pPr algn="l">
                <a:lnSpc>
                  <a:spcPct val="101000"/>
                </a:lnSpc>
                <a:spcAft>
                  <a:spcPts val="600"/>
                </a:spcAft>
              </a:pPr>
              <a:r>
                <a:rPr lang="en-CR" sz="800" b="1">
                  <a:solidFill>
                    <a:srgbClr val="000000"/>
                  </a:solidFill>
                  <a:latin typeface="GT America Regular"/>
                  <a:ea typeface="GT America Regular" charset="0"/>
                  <a:cs typeface="GT America Regular" charset="0"/>
                </a:rPr>
                <a:t>ON MOODY´S BLUE</a:t>
              </a:r>
              <a:endParaRPr kumimoji="0" lang="en-CR" sz="800" b="1" i="0" u="none" strike="noStrike" kern="1200" cap="none" spc="0" normalizeH="0" baseline="0" noProof="0" err="1">
                <a:ln>
                  <a:noFill/>
                </a:ln>
                <a:solidFill>
                  <a:srgbClr val="000000"/>
                </a:solidFill>
                <a:effectLst/>
                <a:uLnTx/>
                <a:uFillTx/>
                <a:latin typeface="GT America Regular"/>
                <a:ea typeface="GT America Regular" charset="0"/>
                <a:cs typeface="GT America Regular" charset="0"/>
              </a:endParaRPr>
            </a:p>
          </p:txBody>
        </p:sp>
      </p:grpSp>
      <p:sp>
        <p:nvSpPr>
          <p:cNvPr id="38" name="TextBox 37">
            <a:extLst>
              <a:ext uri="{FF2B5EF4-FFF2-40B4-BE49-F238E27FC236}">
                <a16:creationId xmlns:a16="http://schemas.microsoft.com/office/drawing/2014/main" id="{8D7D01BB-123A-A276-F3CC-C4FDB3F91CE7}"/>
              </a:ext>
            </a:extLst>
          </p:cNvPr>
          <p:cNvSpPr txBox="1"/>
          <p:nvPr userDrawn="1"/>
        </p:nvSpPr>
        <p:spPr>
          <a:xfrm>
            <a:off x="12356815" y="3377042"/>
            <a:ext cx="807913" cy="118559"/>
          </a:xfrm>
          <a:prstGeom prst="rect">
            <a:avLst/>
          </a:prstGeom>
          <a:noFill/>
        </p:spPr>
        <p:txBody>
          <a:bodyPr wrap="none" lIns="0" tIns="0" rIns="0" bIns="0" rtlCol="0">
            <a:spAutoFit/>
          </a:bodyPr>
          <a:lstStyle/>
          <a:p>
            <a:pPr algn="l">
              <a:lnSpc>
                <a:spcPct val="101000"/>
              </a:lnSpc>
              <a:spcAft>
                <a:spcPts val="600"/>
              </a:spcAft>
            </a:pPr>
            <a:r>
              <a:rPr kumimoji="0" lang="en-US" sz="800" b="1" i="0" u="none" strike="noStrike" kern="1200" cap="none" spc="0" normalizeH="0" baseline="0" noProof="0" dirty="0">
                <a:ln>
                  <a:noFill/>
                </a:ln>
                <a:solidFill>
                  <a:srgbClr val="000000"/>
                </a:solidFill>
                <a:effectLst/>
                <a:uLnTx/>
                <a:uFillTx/>
                <a:ea typeface="GT America Regular" charset="0"/>
                <a:cs typeface="GT America Regular" charset="0"/>
              </a:rPr>
              <a:t>For charts ONLY</a:t>
            </a:r>
            <a:endParaRPr kumimoji="0" lang="en-CR" sz="800" b="1" i="0" u="none" strike="noStrike" kern="1200" cap="none" spc="0" normalizeH="0" baseline="0" noProof="0">
              <a:ln>
                <a:noFill/>
              </a:ln>
              <a:solidFill>
                <a:srgbClr val="000000"/>
              </a:solidFill>
              <a:effectLst/>
              <a:uLnTx/>
              <a:uFillTx/>
              <a:ea typeface="GT America Regular" charset="0"/>
              <a:cs typeface="GT America Regular" charset="0"/>
            </a:endParaRPr>
          </a:p>
        </p:txBody>
      </p:sp>
    </p:spTree>
    <p:extLst>
      <p:ext uri="{BB962C8B-B14F-4D97-AF65-F5344CB8AC3E}">
        <p14:creationId xmlns:p14="http://schemas.microsoft.com/office/powerpoint/2010/main" val="3923485072"/>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1 Column">
    <p:spTree>
      <p:nvGrpSpPr>
        <p:cNvPr id="1" name=""/>
        <p:cNvGrpSpPr/>
        <p:nvPr/>
      </p:nvGrpSpPr>
      <p:grpSpPr>
        <a:xfrm>
          <a:off x="0" y="0"/>
          <a:ext cx="0" cy="0"/>
          <a:chOff x="0" y="0"/>
          <a:chExt cx="0" cy="0"/>
        </a:xfrm>
      </p:grpSpPr>
      <p:sp>
        <p:nvSpPr>
          <p:cNvPr id="8" name="Footer Placeholder 7">
            <a:extLst>
              <a:ext uri="{FF2B5EF4-FFF2-40B4-BE49-F238E27FC236}">
                <a16:creationId xmlns:a16="http://schemas.microsoft.com/office/drawing/2014/main" id="{0E2ADB5F-BB7A-E503-6385-47B7F4A752C0}"/>
              </a:ext>
            </a:extLst>
          </p:cNvPr>
          <p:cNvSpPr>
            <a:spLocks noGrp="1"/>
          </p:cNvSpPr>
          <p:nvPr>
            <p:ph type="ftr" sz="quarter" idx="11"/>
          </p:nvPr>
        </p:nvSpPr>
        <p:spPr/>
        <p:txBody>
          <a:bodyPr/>
          <a:lstStyle/>
          <a:p>
            <a:r>
              <a:rPr lang="en-US"/>
              <a:t>See slide 12 for instructions on how to update footer</a:t>
            </a:r>
          </a:p>
        </p:txBody>
      </p:sp>
      <p:sp>
        <p:nvSpPr>
          <p:cNvPr id="9" name="Slide Number Placeholder 8">
            <a:extLst>
              <a:ext uri="{FF2B5EF4-FFF2-40B4-BE49-F238E27FC236}">
                <a16:creationId xmlns:a16="http://schemas.microsoft.com/office/drawing/2014/main" id="{CCA8152B-F410-5052-DF3D-06C6DD4D2381}"/>
              </a:ext>
            </a:extLst>
          </p:cNvPr>
          <p:cNvSpPr>
            <a:spLocks noGrp="1"/>
          </p:cNvSpPr>
          <p:nvPr>
            <p:ph type="sldNum" sz="quarter" idx="12"/>
          </p:nvPr>
        </p:nvSpPr>
        <p:spPr/>
        <p:txBody>
          <a:bodyPr/>
          <a:lstStyle/>
          <a:p>
            <a:fld id="{862A5111-985B-C14D-9115-5787026182A8}" type="slidenum">
              <a:rPr lang="en-US" smtClean="0"/>
              <a:t>‹#›</a:t>
            </a:fld>
            <a:endParaRPr lang="en-US" dirty="0"/>
          </a:p>
        </p:txBody>
      </p:sp>
      <p:sp>
        <p:nvSpPr>
          <p:cNvPr id="10" name="Title 9">
            <a:extLst>
              <a:ext uri="{FF2B5EF4-FFF2-40B4-BE49-F238E27FC236}">
                <a16:creationId xmlns:a16="http://schemas.microsoft.com/office/drawing/2014/main" id="{8E2B9BA9-73F8-28A2-869E-838E80997668}"/>
              </a:ext>
            </a:extLst>
          </p:cNvPr>
          <p:cNvSpPr>
            <a:spLocks noGrp="1"/>
          </p:cNvSpPr>
          <p:nvPr>
            <p:ph type="title"/>
          </p:nvPr>
        </p:nvSpPr>
        <p:spPr>
          <a:xfrm>
            <a:off x="546100" y="552450"/>
            <a:ext cx="11091862" cy="434975"/>
          </a:xfrm>
        </p:spPr>
        <p:txBody>
          <a:bodyPr/>
          <a:lstStyle/>
          <a:p>
            <a:r>
              <a:rPr lang="en-US"/>
              <a:t>Click to edit Master title style</a:t>
            </a:r>
            <a:endParaRPr lang="en-US" dirty="0"/>
          </a:p>
        </p:txBody>
      </p:sp>
      <p:sp>
        <p:nvSpPr>
          <p:cNvPr id="3" name="Content Placeholder 3">
            <a:extLst>
              <a:ext uri="{FF2B5EF4-FFF2-40B4-BE49-F238E27FC236}">
                <a16:creationId xmlns:a16="http://schemas.microsoft.com/office/drawing/2014/main" id="{506B7D9A-8BD0-5502-C579-8561F103F261}"/>
              </a:ext>
            </a:extLst>
          </p:cNvPr>
          <p:cNvSpPr>
            <a:spLocks noGrp="1"/>
          </p:cNvSpPr>
          <p:nvPr>
            <p:ph sz="half" idx="2"/>
          </p:nvPr>
        </p:nvSpPr>
        <p:spPr>
          <a:xfrm>
            <a:off x="546100" y="1849438"/>
            <a:ext cx="9672637" cy="401796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Freeform 5">
            <a:extLst>
              <a:ext uri="{FF2B5EF4-FFF2-40B4-BE49-F238E27FC236}">
                <a16:creationId xmlns:a16="http://schemas.microsoft.com/office/drawing/2014/main" id="{2C85CF37-61E7-96B9-82FD-13B91452A340}"/>
              </a:ext>
            </a:extLst>
          </p:cNvPr>
          <p:cNvSpPr/>
          <p:nvPr userDrawn="1"/>
        </p:nvSpPr>
        <p:spPr bwMode="black">
          <a:xfrm>
            <a:off x="554038" y="6469335"/>
            <a:ext cx="678511" cy="112440"/>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chemeClr val="tx2"/>
          </a:solidFill>
          <a:ln w="0" cap="flat">
            <a:noFill/>
            <a:prstDash val="solid"/>
            <a:miter/>
          </a:ln>
        </p:spPr>
        <p:txBody>
          <a:bodyPr rtlCol="0" anchor="ctr"/>
          <a:lstStyle/>
          <a:p>
            <a:endParaRPr lang="en-US"/>
          </a:p>
        </p:txBody>
      </p:sp>
      <p:sp>
        <p:nvSpPr>
          <p:cNvPr id="16" name="Text Placeholder 15">
            <a:extLst>
              <a:ext uri="{FF2B5EF4-FFF2-40B4-BE49-F238E27FC236}">
                <a16:creationId xmlns:a16="http://schemas.microsoft.com/office/drawing/2014/main" id="{AFC29369-935E-1E53-CDD2-12BC112FBFB4}"/>
              </a:ext>
            </a:extLst>
          </p:cNvPr>
          <p:cNvSpPr>
            <a:spLocks noGrp="1"/>
          </p:cNvSpPr>
          <p:nvPr>
            <p:ph type="body" sz="quarter" idx="17"/>
          </p:nvPr>
        </p:nvSpPr>
        <p:spPr>
          <a:xfrm>
            <a:off x="546101" y="1127125"/>
            <a:ext cx="11091862" cy="292101"/>
          </a:xfrm>
        </p:spPr>
        <p:txBody>
          <a:bodyPr>
            <a:noAutofit/>
          </a:bodyPr>
          <a:lstStyle>
            <a:lvl1pPr marL="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1pPr>
            <a:lvl2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2pPr>
            <a:lvl3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3pPr>
            <a:lvl4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4pPr>
            <a:lvl5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5pPr>
            <a:lvl6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6pPr>
            <a:lvl7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7pPr>
            <a:lvl8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8pPr>
            <a:lvl9pPr marL="0" indent="0" algn="l" defTabSz="914400" rtl="0" eaLnBrk="1" latinLnBrk="0" hangingPunct="1">
              <a:lnSpc>
                <a:spcPct val="80000"/>
              </a:lnSpc>
              <a:spcBef>
                <a:spcPts val="0"/>
              </a:spcBef>
              <a:spcAft>
                <a:spcPts val="0"/>
              </a:spcAft>
              <a:buNone/>
              <a:defRPr lang="en-US" sz="2400" b="0" i="0" kern="1200" dirty="0">
                <a:solidFill>
                  <a:schemeClr val="accent1"/>
                </a:solidFill>
                <a:latin typeface="+mj-lt"/>
                <a:ea typeface="GT America Regular" charset="0"/>
                <a:cs typeface="GT America Regular" charset="0"/>
              </a:defRPr>
            </a:lvl9pPr>
          </a:lstStyle>
          <a:p>
            <a:pPr lvl="0"/>
            <a:r>
              <a:rPr lang="en-US"/>
              <a:t>Click to edit Master text styles</a:t>
            </a:r>
          </a:p>
        </p:txBody>
      </p:sp>
      <p:sp>
        <p:nvSpPr>
          <p:cNvPr id="18" name="Text Placeholder 17">
            <a:extLst>
              <a:ext uri="{FF2B5EF4-FFF2-40B4-BE49-F238E27FC236}">
                <a16:creationId xmlns:a16="http://schemas.microsoft.com/office/drawing/2014/main" id="{E78755CC-4D8C-AEDB-963F-10EFA240ED6E}"/>
              </a:ext>
            </a:extLst>
          </p:cNvPr>
          <p:cNvSpPr>
            <a:spLocks noGrp="1"/>
          </p:cNvSpPr>
          <p:nvPr>
            <p:ph type="body" sz="quarter" idx="18"/>
          </p:nvPr>
        </p:nvSpPr>
        <p:spPr>
          <a:xfrm>
            <a:off x="546100" y="6019800"/>
            <a:ext cx="6851649" cy="292100"/>
          </a:xfrm>
        </p:spPr>
        <p:txBody>
          <a:bodyPr anchor="b" anchorCtr="0">
            <a:noAutofit/>
          </a:bodyPr>
          <a:lstStyle>
            <a:lvl1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1pPr>
            <a:lvl2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2pPr>
            <a:lvl3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3pPr>
            <a:lvl4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4pPr>
            <a:lvl5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5pPr>
            <a:lvl6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6pPr>
            <a:lvl7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7pPr>
            <a:lvl8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8pPr>
            <a:lvl9pPr marL="0" indent="0" algn="l" defTabSz="914400" rtl="0" eaLnBrk="1" latinLnBrk="0" hangingPunct="1">
              <a:lnSpc>
                <a:spcPct val="101000"/>
              </a:lnSpc>
              <a:spcBef>
                <a:spcPts val="0"/>
              </a:spcBef>
              <a:spcAft>
                <a:spcPts val="600"/>
              </a:spcAft>
              <a:buNone/>
              <a:defRPr lang="en-US" sz="600" b="0" i="0" kern="1200" dirty="0">
                <a:solidFill>
                  <a:srgbClr val="75787B"/>
                </a:solidFill>
                <a:latin typeface="+mn-lt"/>
                <a:ea typeface="GT America Regular" charset="0"/>
                <a:cs typeface="GT America Regular" charset="0"/>
              </a:defRPr>
            </a:lvl9pPr>
          </a:lstStyle>
          <a:p>
            <a:pPr lvl="0"/>
            <a:r>
              <a:rPr lang="en-US"/>
              <a:t>Click to edit Master text styles</a:t>
            </a:r>
          </a:p>
        </p:txBody>
      </p:sp>
      <p:grpSp>
        <p:nvGrpSpPr>
          <p:cNvPr id="2" name="Group 1">
            <a:extLst>
              <a:ext uri="{FF2B5EF4-FFF2-40B4-BE49-F238E27FC236}">
                <a16:creationId xmlns:a16="http://schemas.microsoft.com/office/drawing/2014/main" id="{AAFA5D60-1BF6-C0E4-ACD2-D4691DFD435B}"/>
              </a:ext>
            </a:extLst>
          </p:cNvPr>
          <p:cNvGrpSpPr/>
          <p:nvPr userDrawn="1"/>
        </p:nvGrpSpPr>
        <p:grpSpPr>
          <a:xfrm>
            <a:off x="12356815" y="0"/>
            <a:ext cx="756834" cy="6872642"/>
            <a:chOff x="12356815" y="0"/>
            <a:chExt cx="756834" cy="6872642"/>
          </a:xfrm>
        </p:grpSpPr>
        <p:sp>
          <p:nvSpPr>
            <p:cNvPr id="5" name="Rectangle 4">
              <a:extLst>
                <a:ext uri="{FF2B5EF4-FFF2-40B4-BE49-F238E27FC236}">
                  <a16:creationId xmlns:a16="http://schemas.microsoft.com/office/drawing/2014/main" id="{F3C83DD1-08BC-4508-921A-AACFD47F15A8}"/>
                </a:ext>
              </a:extLst>
            </p:cNvPr>
            <p:cNvSpPr/>
            <p:nvPr userDrawn="1"/>
          </p:nvSpPr>
          <p:spPr>
            <a:xfrm>
              <a:off x="12356815" y="0"/>
              <a:ext cx="553069" cy="3279913"/>
            </a:xfrm>
            <a:prstGeom prst="rect">
              <a:avLst/>
            </a:prstGeom>
            <a:solidFill>
              <a:schemeClr val="bg1">
                <a:lumMod val="95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a:p>
          </p:txBody>
        </p:sp>
        <p:sp>
          <p:nvSpPr>
            <p:cNvPr id="6" name="TextBox 5">
              <a:extLst>
                <a:ext uri="{FF2B5EF4-FFF2-40B4-BE49-F238E27FC236}">
                  <a16:creationId xmlns:a16="http://schemas.microsoft.com/office/drawing/2014/main" id="{011DE3BF-3AC2-76D6-0F30-10DA96B9738A}"/>
                </a:ext>
              </a:extLst>
            </p:cNvPr>
            <p:cNvSpPr txBox="1"/>
            <p:nvPr userDrawn="1"/>
          </p:nvSpPr>
          <p:spPr>
            <a:xfrm rot="16200000">
              <a:off x="12332217" y="1580677"/>
              <a:ext cx="1444306" cy="118559"/>
            </a:xfrm>
            <a:prstGeom prst="rect">
              <a:avLst/>
            </a:prstGeom>
            <a:noFill/>
          </p:spPr>
          <p:txBody>
            <a:bodyPr wrap="none" lIns="0" tIns="0" rIns="0" bIns="0" rtlCol="0">
              <a:spAutoFit/>
            </a:bodyPr>
            <a:lstStyle/>
            <a:p>
              <a:pPr algn="l">
                <a:lnSpc>
                  <a:spcPct val="101000"/>
                </a:lnSpc>
                <a:spcAft>
                  <a:spcPts val="600"/>
                </a:spcAft>
              </a:pPr>
              <a:r>
                <a:rPr kumimoji="0" lang="en-CR" sz="800" b="1" i="0" u="none" strike="noStrike" kern="1200" cap="none" spc="0" normalizeH="0" baseline="0" noProof="0">
                  <a:ln>
                    <a:noFill/>
                  </a:ln>
                  <a:solidFill>
                    <a:srgbClr val="000000"/>
                  </a:solidFill>
                  <a:effectLst/>
                  <a:uLnTx/>
                  <a:uFillTx/>
                  <a:ea typeface="GT America Regular" charset="0"/>
                  <a:cs typeface="GT America Regular" charset="0"/>
                </a:rPr>
                <a:t>ON LIGHT AND EXTRA LIGHT</a:t>
              </a:r>
            </a:p>
          </p:txBody>
        </p:sp>
        <p:sp>
          <p:nvSpPr>
            <p:cNvPr id="7" name="Rectangle 6">
              <a:extLst>
                <a:ext uri="{FF2B5EF4-FFF2-40B4-BE49-F238E27FC236}">
                  <a16:creationId xmlns:a16="http://schemas.microsoft.com/office/drawing/2014/main" id="{F1840331-3717-C295-F911-FB685FDC9CA3}"/>
                </a:ext>
              </a:extLst>
            </p:cNvPr>
            <p:cNvSpPr/>
            <p:nvPr userDrawn="1"/>
          </p:nvSpPr>
          <p:spPr>
            <a:xfrm>
              <a:off x="12356815" y="3592729"/>
              <a:ext cx="553069" cy="3279913"/>
            </a:xfrm>
            <a:prstGeom prst="rect">
              <a:avLst/>
            </a:prstGeom>
            <a:solidFill>
              <a:schemeClr val="tx2"/>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a:p>
          </p:txBody>
        </p:sp>
        <p:grpSp>
          <p:nvGrpSpPr>
            <p:cNvPr id="11" name="Group 10">
              <a:extLst>
                <a:ext uri="{FF2B5EF4-FFF2-40B4-BE49-F238E27FC236}">
                  <a16:creationId xmlns:a16="http://schemas.microsoft.com/office/drawing/2014/main" id="{0A34E91D-E19D-8290-C7BA-01975E2CAAA5}"/>
                </a:ext>
              </a:extLst>
            </p:cNvPr>
            <p:cNvGrpSpPr/>
            <p:nvPr userDrawn="1"/>
          </p:nvGrpSpPr>
          <p:grpSpPr>
            <a:xfrm>
              <a:off x="12442019" y="3791214"/>
              <a:ext cx="382660" cy="2882942"/>
              <a:chOff x="14001569" y="3716048"/>
              <a:chExt cx="316248" cy="3171236"/>
            </a:xfrm>
          </p:grpSpPr>
          <p:sp>
            <p:nvSpPr>
              <p:cNvPr id="26" name="Rectangle 25">
                <a:extLst>
                  <a:ext uri="{FF2B5EF4-FFF2-40B4-BE49-F238E27FC236}">
                    <a16:creationId xmlns:a16="http://schemas.microsoft.com/office/drawing/2014/main" id="{B5E4DC7F-2A2D-3821-7141-0E4D078602B3}"/>
                  </a:ext>
                </a:extLst>
              </p:cNvPr>
              <p:cNvSpPr/>
              <p:nvPr userDrawn="1"/>
            </p:nvSpPr>
            <p:spPr>
              <a:xfrm rot="5400000">
                <a:off x="14033099" y="5954114"/>
                <a:ext cx="253188" cy="316248"/>
              </a:xfrm>
              <a:prstGeom prst="rect">
                <a:avLst/>
              </a:prstGeom>
              <a:solidFill>
                <a:srgbClr val="005E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27" name="Rectangle 26">
                <a:extLst>
                  <a:ext uri="{FF2B5EF4-FFF2-40B4-BE49-F238E27FC236}">
                    <a16:creationId xmlns:a16="http://schemas.microsoft.com/office/drawing/2014/main" id="{0557C207-C087-530B-4D7C-1DE6625CE47B}"/>
                  </a:ext>
                </a:extLst>
              </p:cNvPr>
              <p:cNvSpPr/>
              <p:nvPr userDrawn="1"/>
            </p:nvSpPr>
            <p:spPr>
              <a:xfrm rot="5400000">
                <a:off x="14033099" y="6278342"/>
                <a:ext cx="253188" cy="316248"/>
              </a:xfrm>
              <a:prstGeom prst="rect">
                <a:avLst/>
              </a:prstGeom>
              <a:solidFill>
                <a:srgbClr val="B8B9D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28" name="Rectangle 27">
                <a:extLst>
                  <a:ext uri="{FF2B5EF4-FFF2-40B4-BE49-F238E27FC236}">
                    <a16:creationId xmlns:a16="http://schemas.microsoft.com/office/drawing/2014/main" id="{4CBCF4F6-7208-9C98-0CA3-C2954AEBFD00}"/>
                  </a:ext>
                </a:extLst>
              </p:cNvPr>
              <p:cNvSpPr/>
              <p:nvPr userDrawn="1"/>
            </p:nvSpPr>
            <p:spPr>
              <a:xfrm rot="5400000">
                <a:off x="14033099" y="6602566"/>
                <a:ext cx="253188" cy="316248"/>
              </a:xfrm>
              <a:prstGeom prst="rect">
                <a:avLst/>
              </a:prstGeom>
              <a:solidFill>
                <a:srgbClr val="FBE6D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29" name="Rectangle 28">
                <a:extLst>
                  <a:ext uri="{FF2B5EF4-FFF2-40B4-BE49-F238E27FC236}">
                    <a16:creationId xmlns:a16="http://schemas.microsoft.com/office/drawing/2014/main" id="{9DBD30A4-4203-0972-631A-AD179EBA54B2}"/>
                  </a:ext>
                </a:extLst>
              </p:cNvPr>
              <p:cNvSpPr/>
              <p:nvPr userDrawn="1"/>
            </p:nvSpPr>
            <p:spPr>
              <a:xfrm rot="5400000">
                <a:off x="14033099" y="4981430"/>
                <a:ext cx="253188" cy="316248"/>
              </a:xfrm>
              <a:prstGeom prst="rect">
                <a:avLst/>
              </a:prstGeom>
              <a:solidFill>
                <a:srgbClr val="BCE09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30" name="Rectangle 29">
                <a:extLst>
                  <a:ext uri="{FF2B5EF4-FFF2-40B4-BE49-F238E27FC236}">
                    <a16:creationId xmlns:a16="http://schemas.microsoft.com/office/drawing/2014/main" id="{17000F84-5BF8-EF3F-EA16-1675F8AA2485}"/>
                  </a:ext>
                </a:extLst>
              </p:cNvPr>
              <p:cNvSpPr/>
              <p:nvPr userDrawn="1"/>
            </p:nvSpPr>
            <p:spPr>
              <a:xfrm rot="5400000">
                <a:off x="14033099" y="5305658"/>
                <a:ext cx="253188" cy="316248"/>
              </a:xfrm>
              <a:prstGeom prst="rect">
                <a:avLst/>
              </a:prstGeom>
              <a:solidFill>
                <a:srgbClr val="E9783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31" name="Rectangle 30">
                <a:extLst>
                  <a:ext uri="{FF2B5EF4-FFF2-40B4-BE49-F238E27FC236}">
                    <a16:creationId xmlns:a16="http://schemas.microsoft.com/office/drawing/2014/main" id="{06E02548-EBD0-A670-C557-A8C7DE70D18F}"/>
                  </a:ext>
                </a:extLst>
              </p:cNvPr>
              <p:cNvSpPr/>
              <p:nvPr userDrawn="1"/>
            </p:nvSpPr>
            <p:spPr>
              <a:xfrm rot="5400000">
                <a:off x="14033099" y="5629886"/>
                <a:ext cx="253188" cy="316248"/>
              </a:xfrm>
              <a:prstGeom prst="rect">
                <a:avLst/>
              </a:prstGeom>
              <a:solidFill>
                <a:srgbClr val="B9056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32" name="Rectangle 31">
                <a:extLst>
                  <a:ext uri="{FF2B5EF4-FFF2-40B4-BE49-F238E27FC236}">
                    <a16:creationId xmlns:a16="http://schemas.microsoft.com/office/drawing/2014/main" id="{132EC4BE-AA84-72BA-4609-B89A2FC46358}"/>
                  </a:ext>
                </a:extLst>
              </p:cNvPr>
              <p:cNvSpPr/>
              <p:nvPr userDrawn="1"/>
            </p:nvSpPr>
            <p:spPr>
              <a:xfrm rot="5400000">
                <a:off x="14033099" y="3684518"/>
                <a:ext cx="253188" cy="316248"/>
              </a:xfrm>
              <a:prstGeom prst="rect">
                <a:avLst/>
              </a:prstGeom>
              <a:solidFill>
                <a:srgbClr val="9DC2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33" name="Rectangle 32">
                <a:extLst>
                  <a:ext uri="{FF2B5EF4-FFF2-40B4-BE49-F238E27FC236}">
                    <a16:creationId xmlns:a16="http://schemas.microsoft.com/office/drawing/2014/main" id="{6E22CB18-CAB6-428B-E775-8674AFDE7839}"/>
                  </a:ext>
                </a:extLst>
              </p:cNvPr>
              <p:cNvSpPr/>
              <p:nvPr userDrawn="1"/>
            </p:nvSpPr>
            <p:spPr>
              <a:xfrm rot="5400000">
                <a:off x="14033099" y="4008746"/>
                <a:ext cx="253188" cy="316248"/>
              </a:xfrm>
              <a:prstGeom prst="rect">
                <a:avLst/>
              </a:prstGeom>
              <a:solidFill>
                <a:srgbClr val="309DA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34" name="Rectangle 33">
                <a:extLst>
                  <a:ext uri="{FF2B5EF4-FFF2-40B4-BE49-F238E27FC236}">
                    <a16:creationId xmlns:a16="http://schemas.microsoft.com/office/drawing/2014/main" id="{1ACCA936-86D3-58E7-BE82-2B6BF8F86AB9}"/>
                  </a:ext>
                </a:extLst>
              </p:cNvPr>
              <p:cNvSpPr/>
              <p:nvPr userDrawn="1"/>
            </p:nvSpPr>
            <p:spPr>
              <a:xfrm rot="5400000">
                <a:off x="14033099" y="4332974"/>
                <a:ext cx="253188" cy="316248"/>
              </a:xfrm>
              <a:prstGeom prst="rect">
                <a:avLst/>
              </a:prstGeom>
              <a:solidFill>
                <a:srgbClr val="E2C22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35" name="Rectangle 34">
                <a:extLst>
                  <a:ext uri="{FF2B5EF4-FFF2-40B4-BE49-F238E27FC236}">
                    <a16:creationId xmlns:a16="http://schemas.microsoft.com/office/drawing/2014/main" id="{276861D4-4CFA-5793-9FA4-3F230CC73562}"/>
                  </a:ext>
                </a:extLst>
              </p:cNvPr>
              <p:cNvSpPr/>
              <p:nvPr userDrawn="1"/>
            </p:nvSpPr>
            <p:spPr>
              <a:xfrm rot="5400000">
                <a:off x="14033099" y="4657202"/>
                <a:ext cx="253188" cy="316248"/>
              </a:xfrm>
              <a:prstGeom prst="rect">
                <a:avLst/>
              </a:prstGeom>
              <a:solidFill>
                <a:srgbClr val="9158B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grpSp>
        <p:grpSp>
          <p:nvGrpSpPr>
            <p:cNvPr id="12" name="Group 11">
              <a:extLst>
                <a:ext uri="{FF2B5EF4-FFF2-40B4-BE49-F238E27FC236}">
                  <a16:creationId xmlns:a16="http://schemas.microsoft.com/office/drawing/2014/main" id="{167DED18-8B33-9C74-FBD8-F6128DD882EC}"/>
                </a:ext>
              </a:extLst>
            </p:cNvPr>
            <p:cNvGrpSpPr/>
            <p:nvPr userDrawn="1"/>
          </p:nvGrpSpPr>
          <p:grpSpPr>
            <a:xfrm>
              <a:off x="12442019" y="198485"/>
              <a:ext cx="382660" cy="2882942"/>
              <a:chOff x="12742785" y="3716048"/>
              <a:chExt cx="316248" cy="3171236"/>
            </a:xfrm>
          </p:grpSpPr>
          <p:sp>
            <p:nvSpPr>
              <p:cNvPr id="14" name="Rectangle 13">
                <a:extLst>
                  <a:ext uri="{FF2B5EF4-FFF2-40B4-BE49-F238E27FC236}">
                    <a16:creationId xmlns:a16="http://schemas.microsoft.com/office/drawing/2014/main" id="{D80D2DE5-0500-B1D2-2980-4BA0EB450F66}"/>
                  </a:ext>
                </a:extLst>
              </p:cNvPr>
              <p:cNvSpPr/>
              <p:nvPr userDrawn="1"/>
            </p:nvSpPr>
            <p:spPr>
              <a:xfrm rot="5400000">
                <a:off x="12774315" y="6602566"/>
                <a:ext cx="253188" cy="316248"/>
              </a:xfrm>
              <a:prstGeom prst="rect">
                <a:avLst/>
              </a:prstGeom>
              <a:solidFill>
                <a:srgbClr val="BFD6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15" name="Rectangle 14">
                <a:extLst>
                  <a:ext uri="{FF2B5EF4-FFF2-40B4-BE49-F238E27FC236}">
                    <a16:creationId xmlns:a16="http://schemas.microsoft.com/office/drawing/2014/main" id="{88E4985A-3886-7F58-FFBA-71D1DF6F3057}"/>
                  </a:ext>
                </a:extLst>
              </p:cNvPr>
              <p:cNvSpPr/>
              <p:nvPr userDrawn="1"/>
            </p:nvSpPr>
            <p:spPr>
              <a:xfrm rot="5400000">
                <a:off x="12774315" y="4981430"/>
                <a:ext cx="253188" cy="316248"/>
              </a:xfrm>
              <a:prstGeom prst="rect">
                <a:avLst/>
              </a:prstGeom>
              <a:solidFill>
                <a:srgbClr val="D25F7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17" name="Rectangle 16">
                <a:extLst>
                  <a:ext uri="{FF2B5EF4-FFF2-40B4-BE49-F238E27FC236}">
                    <a16:creationId xmlns:a16="http://schemas.microsoft.com/office/drawing/2014/main" id="{6069BF47-4B33-3988-332A-D04DB0E17EDC}"/>
                  </a:ext>
                </a:extLst>
              </p:cNvPr>
              <p:cNvSpPr/>
              <p:nvPr userDrawn="1"/>
            </p:nvSpPr>
            <p:spPr>
              <a:xfrm rot="5400000">
                <a:off x="12774315" y="5305658"/>
                <a:ext cx="253188" cy="316248"/>
              </a:xfrm>
              <a:prstGeom prst="rect">
                <a:avLst/>
              </a:prstGeom>
              <a:solidFill>
                <a:srgbClr val="C6480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19" name="Rectangle 18">
                <a:extLst>
                  <a:ext uri="{FF2B5EF4-FFF2-40B4-BE49-F238E27FC236}">
                    <a16:creationId xmlns:a16="http://schemas.microsoft.com/office/drawing/2014/main" id="{15129CC4-90C1-EADF-D8E0-A4B9C768F136}"/>
                  </a:ext>
                </a:extLst>
              </p:cNvPr>
              <p:cNvSpPr/>
              <p:nvPr userDrawn="1"/>
            </p:nvSpPr>
            <p:spPr>
              <a:xfrm rot="5400000">
                <a:off x="12774315" y="5629886"/>
                <a:ext cx="253188" cy="316248"/>
              </a:xfrm>
              <a:prstGeom prst="rect">
                <a:avLst/>
              </a:prstGeom>
              <a:solidFill>
                <a:srgbClr val="BA016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20" name="Rectangle 19">
                <a:extLst>
                  <a:ext uri="{FF2B5EF4-FFF2-40B4-BE49-F238E27FC236}">
                    <a16:creationId xmlns:a16="http://schemas.microsoft.com/office/drawing/2014/main" id="{5C4C3037-DBC7-33CB-06C6-C7AD65FF3189}"/>
                  </a:ext>
                </a:extLst>
              </p:cNvPr>
              <p:cNvSpPr/>
              <p:nvPr userDrawn="1"/>
            </p:nvSpPr>
            <p:spPr>
              <a:xfrm rot="5400000">
                <a:off x="12774315" y="3684518"/>
                <a:ext cx="253188" cy="316248"/>
              </a:xfrm>
              <a:prstGeom prst="rect">
                <a:avLst/>
              </a:prstGeom>
              <a:solidFill>
                <a:srgbClr val="005E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21" name="Rectangle 20">
                <a:extLst>
                  <a:ext uri="{FF2B5EF4-FFF2-40B4-BE49-F238E27FC236}">
                    <a16:creationId xmlns:a16="http://schemas.microsoft.com/office/drawing/2014/main" id="{79D01A2A-4B9B-22A7-F40C-66AECD57B30E}"/>
                  </a:ext>
                </a:extLst>
              </p:cNvPr>
              <p:cNvSpPr/>
              <p:nvPr userDrawn="1"/>
            </p:nvSpPr>
            <p:spPr>
              <a:xfrm rot="5400000">
                <a:off x="12774315" y="4008746"/>
                <a:ext cx="253188" cy="316248"/>
              </a:xfrm>
              <a:prstGeom prst="rect">
                <a:avLst/>
              </a:prstGeom>
              <a:solidFill>
                <a:srgbClr val="5EB6B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22" name="Rectangle 21">
                <a:extLst>
                  <a:ext uri="{FF2B5EF4-FFF2-40B4-BE49-F238E27FC236}">
                    <a16:creationId xmlns:a16="http://schemas.microsoft.com/office/drawing/2014/main" id="{213ACA34-01B1-1F9E-4993-B9D45C57A212}"/>
                  </a:ext>
                </a:extLst>
              </p:cNvPr>
              <p:cNvSpPr/>
              <p:nvPr userDrawn="1"/>
            </p:nvSpPr>
            <p:spPr>
              <a:xfrm rot="5400000">
                <a:off x="12774315" y="4332974"/>
                <a:ext cx="253188" cy="316248"/>
              </a:xfrm>
              <a:prstGeom prst="rect">
                <a:avLst/>
              </a:prstGeom>
              <a:solidFill>
                <a:srgbClr val="C7AB2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23" name="Rectangle 22">
                <a:extLst>
                  <a:ext uri="{FF2B5EF4-FFF2-40B4-BE49-F238E27FC236}">
                    <a16:creationId xmlns:a16="http://schemas.microsoft.com/office/drawing/2014/main" id="{4DFB98CA-CA73-10FA-AF3F-3F0AC0960BFF}"/>
                  </a:ext>
                </a:extLst>
              </p:cNvPr>
              <p:cNvSpPr/>
              <p:nvPr userDrawn="1"/>
            </p:nvSpPr>
            <p:spPr>
              <a:xfrm rot="5400000">
                <a:off x="12774315" y="4657202"/>
                <a:ext cx="253188" cy="316248"/>
              </a:xfrm>
              <a:prstGeom prst="rect">
                <a:avLst/>
              </a:prstGeom>
              <a:solidFill>
                <a:srgbClr val="5C068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24" name="Rectangle 23">
                <a:extLst>
                  <a:ext uri="{FF2B5EF4-FFF2-40B4-BE49-F238E27FC236}">
                    <a16:creationId xmlns:a16="http://schemas.microsoft.com/office/drawing/2014/main" id="{93C51A55-A1FB-19F6-22BB-5F103E6331A8}"/>
                  </a:ext>
                </a:extLst>
              </p:cNvPr>
              <p:cNvSpPr/>
              <p:nvPr userDrawn="1"/>
            </p:nvSpPr>
            <p:spPr>
              <a:xfrm rot="5400000">
                <a:off x="12774315" y="5954114"/>
                <a:ext cx="253188" cy="316248"/>
              </a:xfrm>
              <a:prstGeom prst="rect">
                <a:avLst/>
              </a:prstGeom>
              <a:solidFill>
                <a:srgbClr val="2A431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25" name="Rectangle 24">
                <a:extLst>
                  <a:ext uri="{FF2B5EF4-FFF2-40B4-BE49-F238E27FC236}">
                    <a16:creationId xmlns:a16="http://schemas.microsoft.com/office/drawing/2014/main" id="{2D7B9B18-FCB3-238E-7C3D-F1D0B7624B0C}"/>
                  </a:ext>
                </a:extLst>
              </p:cNvPr>
              <p:cNvSpPr/>
              <p:nvPr userDrawn="1"/>
            </p:nvSpPr>
            <p:spPr>
              <a:xfrm rot="5400000">
                <a:off x="12774315" y="6278342"/>
                <a:ext cx="253188" cy="316248"/>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grpSp>
        <p:sp>
          <p:nvSpPr>
            <p:cNvPr id="13" name="TextBox 12">
              <a:extLst>
                <a:ext uri="{FF2B5EF4-FFF2-40B4-BE49-F238E27FC236}">
                  <a16:creationId xmlns:a16="http://schemas.microsoft.com/office/drawing/2014/main" id="{4094CB9B-786C-BC20-5B2F-A77DE97E9A56}"/>
                </a:ext>
              </a:extLst>
            </p:cNvPr>
            <p:cNvSpPr txBox="1"/>
            <p:nvPr userDrawn="1"/>
          </p:nvSpPr>
          <p:spPr>
            <a:xfrm rot="16200000">
              <a:off x="12574268" y="5173406"/>
              <a:ext cx="960199" cy="118559"/>
            </a:xfrm>
            <a:prstGeom prst="rect">
              <a:avLst/>
            </a:prstGeom>
            <a:noFill/>
          </p:spPr>
          <p:txBody>
            <a:bodyPr wrap="none" lIns="0" tIns="0" rIns="0" bIns="0" rtlCol="0">
              <a:spAutoFit/>
            </a:bodyPr>
            <a:lstStyle/>
            <a:p>
              <a:pPr algn="l">
                <a:lnSpc>
                  <a:spcPct val="101000"/>
                </a:lnSpc>
                <a:spcAft>
                  <a:spcPts val="600"/>
                </a:spcAft>
              </a:pPr>
              <a:r>
                <a:rPr lang="en-CR" sz="800" b="1">
                  <a:solidFill>
                    <a:srgbClr val="000000"/>
                  </a:solidFill>
                  <a:latin typeface="GT America Regular"/>
                  <a:ea typeface="GT America Regular" charset="0"/>
                  <a:cs typeface="GT America Regular" charset="0"/>
                </a:rPr>
                <a:t>ON MOODY´S BLUE</a:t>
              </a:r>
              <a:endParaRPr kumimoji="0" lang="en-CR" sz="800" b="1" i="0" u="none" strike="noStrike" kern="1200" cap="none" spc="0" normalizeH="0" baseline="0" noProof="0" err="1">
                <a:ln>
                  <a:noFill/>
                </a:ln>
                <a:solidFill>
                  <a:srgbClr val="000000"/>
                </a:solidFill>
                <a:effectLst/>
                <a:uLnTx/>
                <a:uFillTx/>
                <a:latin typeface="GT America Regular"/>
                <a:ea typeface="GT America Regular" charset="0"/>
                <a:cs typeface="GT America Regular" charset="0"/>
              </a:endParaRPr>
            </a:p>
          </p:txBody>
        </p:sp>
      </p:grpSp>
      <p:sp>
        <p:nvSpPr>
          <p:cNvPr id="36" name="TextBox 35">
            <a:extLst>
              <a:ext uri="{FF2B5EF4-FFF2-40B4-BE49-F238E27FC236}">
                <a16:creationId xmlns:a16="http://schemas.microsoft.com/office/drawing/2014/main" id="{F47A08C9-DEED-9C93-F77B-8BC687865ED6}"/>
              </a:ext>
            </a:extLst>
          </p:cNvPr>
          <p:cNvSpPr txBox="1"/>
          <p:nvPr userDrawn="1"/>
        </p:nvSpPr>
        <p:spPr>
          <a:xfrm>
            <a:off x="12356815" y="3377042"/>
            <a:ext cx="807913" cy="118559"/>
          </a:xfrm>
          <a:prstGeom prst="rect">
            <a:avLst/>
          </a:prstGeom>
          <a:noFill/>
        </p:spPr>
        <p:txBody>
          <a:bodyPr wrap="none" lIns="0" tIns="0" rIns="0" bIns="0" rtlCol="0">
            <a:spAutoFit/>
          </a:bodyPr>
          <a:lstStyle/>
          <a:p>
            <a:pPr algn="l">
              <a:lnSpc>
                <a:spcPct val="101000"/>
              </a:lnSpc>
              <a:spcAft>
                <a:spcPts val="600"/>
              </a:spcAft>
            </a:pPr>
            <a:r>
              <a:rPr kumimoji="0" lang="en-US" sz="800" b="1" i="0" u="none" strike="noStrike" kern="1200" cap="none" spc="0" normalizeH="0" baseline="0" noProof="0" dirty="0">
                <a:ln>
                  <a:noFill/>
                </a:ln>
                <a:solidFill>
                  <a:srgbClr val="000000"/>
                </a:solidFill>
                <a:effectLst/>
                <a:uLnTx/>
                <a:uFillTx/>
                <a:ea typeface="GT America Regular" charset="0"/>
                <a:cs typeface="GT America Regular" charset="0"/>
              </a:rPr>
              <a:t>For charts ONLY</a:t>
            </a:r>
            <a:endParaRPr kumimoji="0" lang="en-CR" sz="800" b="1" i="0" u="none" strike="noStrike" kern="1200" cap="none" spc="0" normalizeH="0" baseline="0" noProof="0">
              <a:ln>
                <a:noFill/>
              </a:ln>
              <a:solidFill>
                <a:srgbClr val="000000"/>
              </a:solidFill>
              <a:effectLst/>
              <a:uLnTx/>
              <a:uFillTx/>
              <a:ea typeface="GT America Regular" charset="0"/>
              <a:cs typeface="GT America Regular" charset="0"/>
            </a:endParaRPr>
          </a:p>
        </p:txBody>
      </p:sp>
    </p:spTree>
    <p:extLst>
      <p:ext uri="{BB962C8B-B14F-4D97-AF65-F5344CB8AC3E}">
        <p14:creationId xmlns:p14="http://schemas.microsoft.com/office/powerpoint/2010/main" val="3521141777"/>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1 Column - Subhead">
    <p:spTree>
      <p:nvGrpSpPr>
        <p:cNvPr id="1" name=""/>
        <p:cNvGrpSpPr/>
        <p:nvPr/>
      </p:nvGrpSpPr>
      <p:grpSpPr>
        <a:xfrm>
          <a:off x="0" y="0"/>
          <a:ext cx="0" cy="0"/>
          <a:chOff x="0" y="0"/>
          <a:chExt cx="0" cy="0"/>
        </a:xfrm>
      </p:grpSpPr>
      <p:sp>
        <p:nvSpPr>
          <p:cNvPr id="8" name="Footer Placeholder 7">
            <a:extLst>
              <a:ext uri="{FF2B5EF4-FFF2-40B4-BE49-F238E27FC236}">
                <a16:creationId xmlns:a16="http://schemas.microsoft.com/office/drawing/2014/main" id="{0E2ADB5F-BB7A-E503-6385-47B7F4A752C0}"/>
              </a:ext>
            </a:extLst>
          </p:cNvPr>
          <p:cNvSpPr>
            <a:spLocks noGrp="1"/>
          </p:cNvSpPr>
          <p:nvPr>
            <p:ph type="ftr" sz="quarter" idx="11"/>
          </p:nvPr>
        </p:nvSpPr>
        <p:spPr/>
        <p:txBody>
          <a:bodyPr/>
          <a:lstStyle/>
          <a:p>
            <a:r>
              <a:rPr lang="en-US"/>
              <a:t>See slide 12 for instructions on how to update footer</a:t>
            </a:r>
          </a:p>
        </p:txBody>
      </p:sp>
      <p:sp>
        <p:nvSpPr>
          <p:cNvPr id="9" name="Slide Number Placeholder 8">
            <a:extLst>
              <a:ext uri="{FF2B5EF4-FFF2-40B4-BE49-F238E27FC236}">
                <a16:creationId xmlns:a16="http://schemas.microsoft.com/office/drawing/2014/main" id="{CCA8152B-F410-5052-DF3D-06C6DD4D2381}"/>
              </a:ext>
            </a:extLst>
          </p:cNvPr>
          <p:cNvSpPr>
            <a:spLocks noGrp="1"/>
          </p:cNvSpPr>
          <p:nvPr>
            <p:ph type="sldNum" sz="quarter" idx="12"/>
          </p:nvPr>
        </p:nvSpPr>
        <p:spPr/>
        <p:txBody>
          <a:bodyPr/>
          <a:lstStyle/>
          <a:p>
            <a:fld id="{862A5111-985B-C14D-9115-5787026182A8}" type="slidenum">
              <a:rPr lang="en-US" smtClean="0"/>
              <a:t>‹#›</a:t>
            </a:fld>
            <a:endParaRPr lang="en-US" dirty="0"/>
          </a:p>
        </p:txBody>
      </p:sp>
      <p:sp>
        <p:nvSpPr>
          <p:cNvPr id="11" name="Title 10">
            <a:extLst>
              <a:ext uri="{FF2B5EF4-FFF2-40B4-BE49-F238E27FC236}">
                <a16:creationId xmlns:a16="http://schemas.microsoft.com/office/drawing/2014/main" id="{DE7DA74E-D875-C25E-3313-FF110AB47A00}"/>
              </a:ext>
            </a:extLst>
          </p:cNvPr>
          <p:cNvSpPr>
            <a:spLocks noGrp="1"/>
          </p:cNvSpPr>
          <p:nvPr>
            <p:ph type="title"/>
          </p:nvPr>
        </p:nvSpPr>
        <p:spPr>
          <a:xfrm>
            <a:off x="546100" y="552450"/>
            <a:ext cx="11091861" cy="434975"/>
          </a:xfrm>
        </p:spPr>
        <p:txBody>
          <a:bodyPr/>
          <a:lstStyle/>
          <a:p>
            <a:r>
              <a:rPr lang="en-US"/>
              <a:t>Click to edit Master title style</a:t>
            </a:r>
            <a:endParaRPr lang="en-US" dirty="0"/>
          </a:p>
        </p:txBody>
      </p:sp>
      <p:sp>
        <p:nvSpPr>
          <p:cNvPr id="2" name="Freeform 5">
            <a:extLst>
              <a:ext uri="{FF2B5EF4-FFF2-40B4-BE49-F238E27FC236}">
                <a16:creationId xmlns:a16="http://schemas.microsoft.com/office/drawing/2014/main" id="{350075EE-B234-372B-92E8-BAF5D3459DD6}"/>
              </a:ext>
            </a:extLst>
          </p:cNvPr>
          <p:cNvSpPr/>
          <p:nvPr userDrawn="1"/>
        </p:nvSpPr>
        <p:spPr bwMode="black">
          <a:xfrm>
            <a:off x="554038" y="6469335"/>
            <a:ext cx="678511" cy="112440"/>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chemeClr val="tx2"/>
          </a:solidFill>
          <a:ln w="0" cap="flat">
            <a:noFill/>
            <a:prstDash val="solid"/>
            <a:miter/>
          </a:ln>
        </p:spPr>
        <p:txBody>
          <a:bodyPr rtlCol="0" anchor="ctr"/>
          <a:lstStyle/>
          <a:p>
            <a:endParaRPr lang="en-US"/>
          </a:p>
        </p:txBody>
      </p:sp>
      <p:sp>
        <p:nvSpPr>
          <p:cNvPr id="12" name="Text Placeholder 11">
            <a:extLst>
              <a:ext uri="{FF2B5EF4-FFF2-40B4-BE49-F238E27FC236}">
                <a16:creationId xmlns:a16="http://schemas.microsoft.com/office/drawing/2014/main" id="{B8003664-EBF7-AE05-456F-9D95210B1FB2}"/>
              </a:ext>
            </a:extLst>
          </p:cNvPr>
          <p:cNvSpPr>
            <a:spLocks noGrp="1"/>
          </p:cNvSpPr>
          <p:nvPr>
            <p:ph type="body" sz="quarter" idx="18"/>
          </p:nvPr>
        </p:nvSpPr>
        <p:spPr>
          <a:xfrm>
            <a:off x="546100" y="1127125"/>
            <a:ext cx="11094211" cy="295275"/>
          </a:xfrm>
        </p:spPr>
        <p:txBody>
          <a:bodyPr>
            <a:noAutofit/>
          </a:bodyPr>
          <a:lstStyle>
            <a:lvl1pPr marL="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1pPr>
            <a:lvl2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2pPr>
            <a:lvl3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3pPr>
            <a:lvl4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4pPr>
            <a:lvl5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5pPr>
            <a:lvl6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6pPr>
            <a:lvl7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7pPr>
            <a:lvl8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8pPr>
            <a:lvl9pPr marL="0" indent="0" algn="l" defTabSz="914400" rtl="0" eaLnBrk="1" latinLnBrk="0" hangingPunct="1">
              <a:lnSpc>
                <a:spcPct val="80000"/>
              </a:lnSpc>
              <a:spcBef>
                <a:spcPts val="0"/>
              </a:spcBef>
              <a:spcAft>
                <a:spcPts val="0"/>
              </a:spcAft>
              <a:buNone/>
              <a:defRPr lang="en-US" sz="2400" b="0" i="0" kern="1200" dirty="0">
                <a:solidFill>
                  <a:schemeClr val="accent1"/>
                </a:solidFill>
                <a:latin typeface="+mj-lt"/>
                <a:ea typeface="GT America Regular" charset="0"/>
                <a:cs typeface="GT America Regular" charset="0"/>
              </a:defRPr>
            </a:lvl9pPr>
          </a:lstStyle>
          <a:p>
            <a:pPr lvl="0"/>
            <a:r>
              <a:rPr lang="en-US"/>
              <a:t>Click to edit Master text styles</a:t>
            </a:r>
          </a:p>
        </p:txBody>
      </p:sp>
      <p:sp>
        <p:nvSpPr>
          <p:cNvPr id="16" name="Text Placeholder 15">
            <a:extLst>
              <a:ext uri="{FF2B5EF4-FFF2-40B4-BE49-F238E27FC236}">
                <a16:creationId xmlns:a16="http://schemas.microsoft.com/office/drawing/2014/main" id="{16D968B0-C3F6-E6DA-D6B9-30DDABFEC5AE}"/>
              </a:ext>
            </a:extLst>
          </p:cNvPr>
          <p:cNvSpPr>
            <a:spLocks noGrp="1"/>
          </p:cNvSpPr>
          <p:nvPr>
            <p:ph type="body" sz="quarter" idx="19" hasCustomPrompt="1"/>
          </p:nvPr>
        </p:nvSpPr>
        <p:spPr>
          <a:xfrm>
            <a:off x="546100" y="6019800"/>
            <a:ext cx="6851650" cy="292100"/>
          </a:xfrm>
        </p:spPr>
        <p:txBody>
          <a:bodyPr anchor="b">
            <a:noAutofit/>
          </a:bodyPr>
          <a:lstStyle>
            <a:lvl1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1pPr>
            <a:lvl2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2pPr>
            <a:lvl3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3pPr>
            <a:lvl4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4pPr>
            <a:lvl5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5pPr>
            <a:lvl6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6pPr>
            <a:lvl7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7pPr>
            <a:lvl8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8pPr>
            <a:lvl9pPr marL="0" indent="0" algn="l" defTabSz="914400" rtl="0" eaLnBrk="1" latinLnBrk="0" hangingPunct="1">
              <a:lnSpc>
                <a:spcPct val="101000"/>
              </a:lnSpc>
              <a:spcBef>
                <a:spcPts val="0"/>
              </a:spcBef>
              <a:spcAft>
                <a:spcPts val="600"/>
              </a:spcAft>
              <a:buNone/>
              <a:defRPr lang="en-US" sz="600" b="0" i="0" kern="1200" dirty="0">
                <a:solidFill>
                  <a:srgbClr val="75787B"/>
                </a:solidFill>
                <a:latin typeface="+mn-lt"/>
                <a:ea typeface="GT America Regular" charset="0"/>
                <a:cs typeface="GT America Regular" charset="0"/>
              </a:defRPr>
            </a:lvl9pPr>
          </a:lstStyle>
          <a:p>
            <a:pPr lvl="0"/>
            <a:r>
              <a:rPr lang="en-US" dirty="0"/>
              <a:t>Click to add footnotes or disclaimer information</a:t>
            </a:r>
          </a:p>
        </p:txBody>
      </p:sp>
      <p:sp>
        <p:nvSpPr>
          <p:cNvPr id="26" name="Content Placeholder 25">
            <a:extLst>
              <a:ext uri="{FF2B5EF4-FFF2-40B4-BE49-F238E27FC236}">
                <a16:creationId xmlns:a16="http://schemas.microsoft.com/office/drawing/2014/main" id="{8063A536-29D2-B27C-39FB-210C8061D1E6}"/>
              </a:ext>
            </a:extLst>
          </p:cNvPr>
          <p:cNvSpPr>
            <a:spLocks noGrp="1"/>
          </p:cNvSpPr>
          <p:nvPr>
            <p:ph sz="quarter" idx="22"/>
          </p:nvPr>
        </p:nvSpPr>
        <p:spPr>
          <a:xfrm>
            <a:off x="546100" y="2425700"/>
            <a:ext cx="9683750" cy="34417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8" name="Text Placeholder 27">
            <a:extLst>
              <a:ext uri="{FF2B5EF4-FFF2-40B4-BE49-F238E27FC236}">
                <a16:creationId xmlns:a16="http://schemas.microsoft.com/office/drawing/2014/main" id="{DCA392B0-4552-D763-C268-BDEFD5644B54}"/>
              </a:ext>
            </a:extLst>
          </p:cNvPr>
          <p:cNvSpPr>
            <a:spLocks noGrp="1"/>
          </p:cNvSpPr>
          <p:nvPr>
            <p:ph type="body" sz="quarter" idx="23"/>
          </p:nvPr>
        </p:nvSpPr>
        <p:spPr>
          <a:xfrm>
            <a:off x="546100" y="1849438"/>
            <a:ext cx="9683750" cy="296862"/>
          </a:xfrm>
        </p:spPr>
        <p:txBody>
          <a:bodyPr anchor="b">
            <a:noAutofit/>
          </a:bodyPr>
          <a:lstStyle>
            <a:lvl1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1pPr>
            <a:lvl2pPr marL="0" indent="0" algn="l" defTabSz="914400" rtl="0" eaLnBrk="1" latinLnBrk="0" hangingPunct="1">
              <a:lnSpc>
                <a:spcPct val="80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2pPr>
            <a:lvl3pPr marL="0" indent="0" algn="l" defTabSz="914400" rtl="0" eaLnBrk="1" latinLnBrk="0" hangingPunct="1">
              <a:lnSpc>
                <a:spcPct val="80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3pPr>
            <a:lvl4pPr marL="0" indent="0" algn="l" defTabSz="914400" rtl="0" eaLnBrk="1" latinLnBrk="0" hangingPunct="1">
              <a:lnSpc>
                <a:spcPct val="80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4pPr>
            <a:lvl5pPr marL="0" indent="0" algn="l" defTabSz="914400" rtl="0" eaLnBrk="1" latinLnBrk="0" hangingPunct="1">
              <a:lnSpc>
                <a:spcPct val="80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5pPr>
            <a:lvl6pPr marL="0" indent="0" algn="l" defTabSz="914400" rtl="0" eaLnBrk="1" latinLnBrk="0" hangingPunct="1">
              <a:lnSpc>
                <a:spcPct val="80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6pPr>
            <a:lvl7pPr marL="0" indent="0" algn="l" defTabSz="914400" rtl="0" eaLnBrk="1" latinLnBrk="0" hangingPunct="1">
              <a:lnSpc>
                <a:spcPct val="80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7pPr>
            <a:lvl8pPr marL="0" indent="0" algn="l" defTabSz="914400" rtl="0" eaLnBrk="1" latinLnBrk="0" hangingPunct="1">
              <a:lnSpc>
                <a:spcPct val="80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8pPr>
            <a:lvl9pPr marL="0" indent="0" algn="l" defTabSz="914400" rtl="0" eaLnBrk="1" latinLnBrk="0" hangingPunct="1">
              <a:lnSpc>
                <a:spcPct val="80000"/>
              </a:lnSpc>
              <a:spcBef>
                <a:spcPts val="0"/>
              </a:spcBef>
              <a:spcAft>
                <a:spcPts val="600"/>
              </a:spcAft>
              <a:buNone/>
              <a:defRPr lang="en-US" sz="2000" b="0" i="0" kern="1200" dirty="0">
                <a:solidFill>
                  <a:schemeClr val="tx2"/>
                </a:solidFill>
                <a:latin typeface="+mj-lt"/>
                <a:ea typeface="GT America Regular" charset="0"/>
                <a:cs typeface="GT America Regular" charset="0"/>
              </a:defRPr>
            </a:lvl9pPr>
          </a:lstStyle>
          <a:p>
            <a:pPr lvl="0"/>
            <a:r>
              <a:rPr lang="en-US"/>
              <a:t>Click to edit Master text styles</a:t>
            </a:r>
          </a:p>
        </p:txBody>
      </p:sp>
      <p:grpSp>
        <p:nvGrpSpPr>
          <p:cNvPr id="3" name="Group 2">
            <a:extLst>
              <a:ext uri="{FF2B5EF4-FFF2-40B4-BE49-F238E27FC236}">
                <a16:creationId xmlns:a16="http://schemas.microsoft.com/office/drawing/2014/main" id="{FEDAF0C9-22E9-1538-3A8E-C69BDB9E5B10}"/>
              </a:ext>
            </a:extLst>
          </p:cNvPr>
          <p:cNvGrpSpPr/>
          <p:nvPr userDrawn="1"/>
        </p:nvGrpSpPr>
        <p:grpSpPr>
          <a:xfrm>
            <a:off x="12356815" y="0"/>
            <a:ext cx="756834" cy="6872642"/>
            <a:chOff x="12356815" y="0"/>
            <a:chExt cx="756834" cy="6872642"/>
          </a:xfrm>
        </p:grpSpPr>
        <p:sp>
          <p:nvSpPr>
            <p:cNvPr id="4" name="Rectangle 3">
              <a:extLst>
                <a:ext uri="{FF2B5EF4-FFF2-40B4-BE49-F238E27FC236}">
                  <a16:creationId xmlns:a16="http://schemas.microsoft.com/office/drawing/2014/main" id="{B2B605C5-209A-AE04-E110-AAE66832E55C}"/>
                </a:ext>
              </a:extLst>
            </p:cNvPr>
            <p:cNvSpPr/>
            <p:nvPr userDrawn="1"/>
          </p:nvSpPr>
          <p:spPr>
            <a:xfrm>
              <a:off x="12356815" y="0"/>
              <a:ext cx="553069" cy="3279913"/>
            </a:xfrm>
            <a:prstGeom prst="rect">
              <a:avLst/>
            </a:prstGeom>
            <a:solidFill>
              <a:schemeClr val="bg1">
                <a:lumMod val="95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a:p>
          </p:txBody>
        </p:sp>
        <p:sp>
          <p:nvSpPr>
            <p:cNvPr id="5" name="TextBox 4">
              <a:extLst>
                <a:ext uri="{FF2B5EF4-FFF2-40B4-BE49-F238E27FC236}">
                  <a16:creationId xmlns:a16="http://schemas.microsoft.com/office/drawing/2014/main" id="{FA62B6D3-783E-5918-2F56-810A76A88F8F}"/>
                </a:ext>
              </a:extLst>
            </p:cNvPr>
            <p:cNvSpPr txBox="1"/>
            <p:nvPr userDrawn="1"/>
          </p:nvSpPr>
          <p:spPr>
            <a:xfrm rot="16200000">
              <a:off x="12332217" y="1580677"/>
              <a:ext cx="1444306" cy="118559"/>
            </a:xfrm>
            <a:prstGeom prst="rect">
              <a:avLst/>
            </a:prstGeom>
            <a:noFill/>
          </p:spPr>
          <p:txBody>
            <a:bodyPr wrap="none" lIns="0" tIns="0" rIns="0" bIns="0" rtlCol="0">
              <a:spAutoFit/>
            </a:bodyPr>
            <a:lstStyle/>
            <a:p>
              <a:pPr algn="l">
                <a:lnSpc>
                  <a:spcPct val="101000"/>
                </a:lnSpc>
                <a:spcAft>
                  <a:spcPts val="600"/>
                </a:spcAft>
              </a:pPr>
              <a:r>
                <a:rPr kumimoji="0" lang="en-CR" sz="800" b="1" i="0" u="none" strike="noStrike" kern="1200" cap="none" spc="0" normalizeH="0" baseline="0" noProof="0">
                  <a:ln>
                    <a:noFill/>
                  </a:ln>
                  <a:solidFill>
                    <a:srgbClr val="000000"/>
                  </a:solidFill>
                  <a:effectLst/>
                  <a:uLnTx/>
                  <a:uFillTx/>
                  <a:ea typeface="GT America Regular" charset="0"/>
                  <a:cs typeface="GT America Regular" charset="0"/>
                </a:rPr>
                <a:t>ON LIGHT AND EXTRA LIGHT</a:t>
              </a:r>
            </a:p>
          </p:txBody>
        </p:sp>
        <p:sp>
          <p:nvSpPr>
            <p:cNvPr id="6" name="Rectangle 5">
              <a:extLst>
                <a:ext uri="{FF2B5EF4-FFF2-40B4-BE49-F238E27FC236}">
                  <a16:creationId xmlns:a16="http://schemas.microsoft.com/office/drawing/2014/main" id="{59F8005C-7196-D0CC-D646-6FC7DAABDF0E}"/>
                </a:ext>
              </a:extLst>
            </p:cNvPr>
            <p:cNvSpPr/>
            <p:nvPr userDrawn="1"/>
          </p:nvSpPr>
          <p:spPr>
            <a:xfrm>
              <a:off x="12356815" y="3592729"/>
              <a:ext cx="553069" cy="3279913"/>
            </a:xfrm>
            <a:prstGeom prst="rect">
              <a:avLst/>
            </a:prstGeom>
            <a:solidFill>
              <a:schemeClr val="tx2"/>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a:p>
          </p:txBody>
        </p:sp>
        <p:grpSp>
          <p:nvGrpSpPr>
            <p:cNvPr id="7" name="Group 6">
              <a:extLst>
                <a:ext uri="{FF2B5EF4-FFF2-40B4-BE49-F238E27FC236}">
                  <a16:creationId xmlns:a16="http://schemas.microsoft.com/office/drawing/2014/main" id="{EBE25E6A-0695-1179-A473-576681F25AE6}"/>
                </a:ext>
              </a:extLst>
            </p:cNvPr>
            <p:cNvGrpSpPr/>
            <p:nvPr userDrawn="1"/>
          </p:nvGrpSpPr>
          <p:grpSpPr>
            <a:xfrm>
              <a:off x="12442019" y="3791214"/>
              <a:ext cx="382660" cy="2882942"/>
              <a:chOff x="14001569" y="3716048"/>
              <a:chExt cx="316248" cy="3171236"/>
            </a:xfrm>
          </p:grpSpPr>
          <p:sp>
            <p:nvSpPr>
              <p:cNvPr id="25" name="Rectangle 24">
                <a:extLst>
                  <a:ext uri="{FF2B5EF4-FFF2-40B4-BE49-F238E27FC236}">
                    <a16:creationId xmlns:a16="http://schemas.microsoft.com/office/drawing/2014/main" id="{7819868D-4B3C-57A6-18EE-58D0783A8F2C}"/>
                  </a:ext>
                </a:extLst>
              </p:cNvPr>
              <p:cNvSpPr/>
              <p:nvPr userDrawn="1"/>
            </p:nvSpPr>
            <p:spPr>
              <a:xfrm rot="5400000">
                <a:off x="14033099" y="5954114"/>
                <a:ext cx="253188" cy="316248"/>
              </a:xfrm>
              <a:prstGeom prst="rect">
                <a:avLst/>
              </a:prstGeom>
              <a:solidFill>
                <a:srgbClr val="005E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27" name="Rectangle 26">
                <a:extLst>
                  <a:ext uri="{FF2B5EF4-FFF2-40B4-BE49-F238E27FC236}">
                    <a16:creationId xmlns:a16="http://schemas.microsoft.com/office/drawing/2014/main" id="{92700E38-77E2-C887-1649-D69D2CC80D70}"/>
                  </a:ext>
                </a:extLst>
              </p:cNvPr>
              <p:cNvSpPr/>
              <p:nvPr userDrawn="1"/>
            </p:nvSpPr>
            <p:spPr>
              <a:xfrm rot="5400000">
                <a:off x="14033099" y="6278342"/>
                <a:ext cx="253188" cy="316248"/>
              </a:xfrm>
              <a:prstGeom prst="rect">
                <a:avLst/>
              </a:prstGeom>
              <a:solidFill>
                <a:srgbClr val="B8B9D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29" name="Rectangle 28">
                <a:extLst>
                  <a:ext uri="{FF2B5EF4-FFF2-40B4-BE49-F238E27FC236}">
                    <a16:creationId xmlns:a16="http://schemas.microsoft.com/office/drawing/2014/main" id="{2716805A-497B-BA8C-214A-315DC4E77ABE}"/>
                  </a:ext>
                </a:extLst>
              </p:cNvPr>
              <p:cNvSpPr/>
              <p:nvPr userDrawn="1"/>
            </p:nvSpPr>
            <p:spPr>
              <a:xfrm rot="5400000">
                <a:off x="14033099" y="6602566"/>
                <a:ext cx="253188" cy="316248"/>
              </a:xfrm>
              <a:prstGeom prst="rect">
                <a:avLst/>
              </a:prstGeom>
              <a:solidFill>
                <a:srgbClr val="FBE6D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30" name="Rectangle 29">
                <a:extLst>
                  <a:ext uri="{FF2B5EF4-FFF2-40B4-BE49-F238E27FC236}">
                    <a16:creationId xmlns:a16="http://schemas.microsoft.com/office/drawing/2014/main" id="{270F99C6-BE65-2079-71F5-169DBE2955DD}"/>
                  </a:ext>
                </a:extLst>
              </p:cNvPr>
              <p:cNvSpPr/>
              <p:nvPr userDrawn="1"/>
            </p:nvSpPr>
            <p:spPr>
              <a:xfrm rot="5400000">
                <a:off x="14033099" y="4981430"/>
                <a:ext cx="253188" cy="316248"/>
              </a:xfrm>
              <a:prstGeom prst="rect">
                <a:avLst/>
              </a:prstGeom>
              <a:solidFill>
                <a:srgbClr val="BCE09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31" name="Rectangle 30">
                <a:extLst>
                  <a:ext uri="{FF2B5EF4-FFF2-40B4-BE49-F238E27FC236}">
                    <a16:creationId xmlns:a16="http://schemas.microsoft.com/office/drawing/2014/main" id="{7CA18DDB-23AC-46CC-A7C5-741061E367E6}"/>
                  </a:ext>
                </a:extLst>
              </p:cNvPr>
              <p:cNvSpPr/>
              <p:nvPr userDrawn="1"/>
            </p:nvSpPr>
            <p:spPr>
              <a:xfrm rot="5400000">
                <a:off x="14033099" y="5305658"/>
                <a:ext cx="253188" cy="316248"/>
              </a:xfrm>
              <a:prstGeom prst="rect">
                <a:avLst/>
              </a:prstGeom>
              <a:solidFill>
                <a:srgbClr val="E9783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32" name="Rectangle 31">
                <a:extLst>
                  <a:ext uri="{FF2B5EF4-FFF2-40B4-BE49-F238E27FC236}">
                    <a16:creationId xmlns:a16="http://schemas.microsoft.com/office/drawing/2014/main" id="{855C265E-46D1-C48A-B8F8-0A302507A74C}"/>
                  </a:ext>
                </a:extLst>
              </p:cNvPr>
              <p:cNvSpPr/>
              <p:nvPr userDrawn="1"/>
            </p:nvSpPr>
            <p:spPr>
              <a:xfrm rot="5400000">
                <a:off x="14033099" y="5629886"/>
                <a:ext cx="253188" cy="316248"/>
              </a:xfrm>
              <a:prstGeom prst="rect">
                <a:avLst/>
              </a:prstGeom>
              <a:solidFill>
                <a:srgbClr val="B9056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33" name="Rectangle 32">
                <a:extLst>
                  <a:ext uri="{FF2B5EF4-FFF2-40B4-BE49-F238E27FC236}">
                    <a16:creationId xmlns:a16="http://schemas.microsoft.com/office/drawing/2014/main" id="{BAF2187E-E8D1-491F-10D9-ADC1D2CDF31B}"/>
                  </a:ext>
                </a:extLst>
              </p:cNvPr>
              <p:cNvSpPr/>
              <p:nvPr userDrawn="1"/>
            </p:nvSpPr>
            <p:spPr>
              <a:xfrm rot="5400000">
                <a:off x="14033099" y="3684518"/>
                <a:ext cx="253188" cy="316248"/>
              </a:xfrm>
              <a:prstGeom prst="rect">
                <a:avLst/>
              </a:prstGeom>
              <a:solidFill>
                <a:srgbClr val="9DC2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34" name="Rectangle 33">
                <a:extLst>
                  <a:ext uri="{FF2B5EF4-FFF2-40B4-BE49-F238E27FC236}">
                    <a16:creationId xmlns:a16="http://schemas.microsoft.com/office/drawing/2014/main" id="{E33471B4-0A71-AF7C-E5B6-72BFB8DB1619}"/>
                  </a:ext>
                </a:extLst>
              </p:cNvPr>
              <p:cNvSpPr/>
              <p:nvPr userDrawn="1"/>
            </p:nvSpPr>
            <p:spPr>
              <a:xfrm rot="5400000">
                <a:off x="14033099" y="4008746"/>
                <a:ext cx="253188" cy="316248"/>
              </a:xfrm>
              <a:prstGeom prst="rect">
                <a:avLst/>
              </a:prstGeom>
              <a:solidFill>
                <a:srgbClr val="309DA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35" name="Rectangle 34">
                <a:extLst>
                  <a:ext uri="{FF2B5EF4-FFF2-40B4-BE49-F238E27FC236}">
                    <a16:creationId xmlns:a16="http://schemas.microsoft.com/office/drawing/2014/main" id="{B1F84EE4-1EBC-4A84-CDB4-810953E34508}"/>
                  </a:ext>
                </a:extLst>
              </p:cNvPr>
              <p:cNvSpPr/>
              <p:nvPr userDrawn="1"/>
            </p:nvSpPr>
            <p:spPr>
              <a:xfrm rot="5400000">
                <a:off x="14033099" y="4332974"/>
                <a:ext cx="253188" cy="316248"/>
              </a:xfrm>
              <a:prstGeom prst="rect">
                <a:avLst/>
              </a:prstGeom>
              <a:solidFill>
                <a:srgbClr val="E2C22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36" name="Rectangle 35">
                <a:extLst>
                  <a:ext uri="{FF2B5EF4-FFF2-40B4-BE49-F238E27FC236}">
                    <a16:creationId xmlns:a16="http://schemas.microsoft.com/office/drawing/2014/main" id="{D6BEDECE-7D6A-B180-3B35-7BCD259DEA22}"/>
                  </a:ext>
                </a:extLst>
              </p:cNvPr>
              <p:cNvSpPr/>
              <p:nvPr userDrawn="1"/>
            </p:nvSpPr>
            <p:spPr>
              <a:xfrm rot="5400000">
                <a:off x="14033099" y="4657202"/>
                <a:ext cx="253188" cy="316248"/>
              </a:xfrm>
              <a:prstGeom prst="rect">
                <a:avLst/>
              </a:prstGeom>
              <a:solidFill>
                <a:srgbClr val="9158B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grpSp>
        <p:grpSp>
          <p:nvGrpSpPr>
            <p:cNvPr id="10" name="Group 9">
              <a:extLst>
                <a:ext uri="{FF2B5EF4-FFF2-40B4-BE49-F238E27FC236}">
                  <a16:creationId xmlns:a16="http://schemas.microsoft.com/office/drawing/2014/main" id="{1F541929-E560-7ECA-912B-85BBCF91580C}"/>
                </a:ext>
              </a:extLst>
            </p:cNvPr>
            <p:cNvGrpSpPr/>
            <p:nvPr userDrawn="1"/>
          </p:nvGrpSpPr>
          <p:grpSpPr>
            <a:xfrm>
              <a:off x="12442019" y="198485"/>
              <a:ext cx="382660" cy="2882942"/>
              <a:chOff x="12742785" y="3716048"/>
              <a:chExt cx="316248" cy="3171236"/>
            </a:xfrm>
          </p:grpSpPr>
          <p:sp>
            <p:nvSpPr>
              <p:cNvPr id="14" name="Rectangle 13">
                <a:extLst>
                  <a:ext uri="{FF2B5EF4-FFF2-40B4-BE49-F238E27FC236}">
                    <a16:creationId xmlns:a16="http://schemas.microsoft.com/office/drawing/2014/main" id="{B13FAA65-568D-3635-C8B2-8388AC96C064}"/>
                  </a:ext>
                </a:extLst>
              </p:cNvPr>
              <p:cNvSpPr/>
              <p:nvPr userDrawn="1"/>
            </p:nvSpPr>
            <p:spPr>
              <a:xfrm rot="5400000">
                <a:off x="12774315" y="6602566"/>
                <a:ext cx="253188" cy="316248"/>
              </a:xfrm>
              <a:prstGeom prst="rect">
                <a:avLst/>
              </a:prstGeom>
              <a:solidFill>
                <a:srgbClr val="BFD6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15" name="Rectangle 14">
                <a:extLst>
                  <a:ext uri="{FF2B5EF4-FFF2-40B4-BE49-F238E27FC236}">
                    <a16:creationId xmlns:a16="http://schemas.microsoft.com/office/drawing/2014/main" id="{6DDC5944-2C64-3A16-790A-287AC93D17F2}"/>
                  </a:ext>
                </a:extLst>
              </p:cNvPr>
              <p:cNvSpPr/>
              <p:nvPr userDrawn="1"/>
            </p:nvSpPr>
            <p:spPr>
              <a:xfrm rot="5400000">
                <a:off x="12774315" y="4981430"/>
                <a:ext cx="253188" cy="316248"/>
              </a:xfrm>
              <a:prstGeom prst="rect">
                <a:avLst/>
              </a:prstGeom>
              <a:solidFill>
                <a:srgbClr val="D25F7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17" name="Rectangle 16">
                <a:extLst>
                  <a:ext uri="{FF2B5EF4-FFF2-40B4-BE49-F238E27FC236}">
                    <a16:creationId xmlns:a16="http://schemas.microsoft.com/office/drawing/2014/main" id="{1E38E1C8-28FE-AA26-770A-FCD37B544AAF}"/>
                  </a:ext>
                </a:extLst>
              </p:cNvPr>
              <p:cNvSpPr/>
              <p:nvPr userDrawn="1"/>
            </p:nvSpPr>
            <p:spPr>
              <a:xfrm rot="5400000">
                <a:off x="12774315" y="5305658"/>
                <a:ext cx="253188" cy="316248"/>
              </a:xfrm>
              <a:prstGeom prst="rect">
                <a:avLst/>
              </a:prstGeom>
              <a:solidFill>
                <a:srgbClr val="C6480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18" name="Rectangle 17">
                <a:extLst>
                  <a:ext uri="{FF2B5EF4-FFF2-40B4-BE49-F238E27FC236}">
                    <a16:creationId xmlns:a16="http://schemas.microsoft.com/office/drawing/2014/main" id="{5ABC8508-4A9B-720F-38D4-35C8B49D341E}"/>
                  </a:ext>
                </a:extLst>
              </p:cNvPr>
              <p:cNvSpPr/>
              <p:nvPr userDrawn="1"/>
            </p:nvSpPr>
            <p:spPr>
              <a:xfrm rot="5400000">
                <a:off x="12774315" y="5629886"/>
                <a:ext cx="253188" cy="316248"/>
              </a:xfrm>
              <a:prstGeom prst="rect">
                <a:avLst/>
              </a:prstGeom>
              <a:solidFill>
                <a:srgbClr val="BA016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19" name="Rectangle 18">
                <a:extLst>
                  <a:ext uri="{FF2B5EF4-FFF2-40B4-BE49-F238E27FC236}">
                    <a16:creationId xmlns:a16="http://schemas.microsoft.com/office/drawing/2014/main" id="{B2A745B2-4539-5D3A-FA6F-24036A718910}"/>
                  </a:ext>
                </a:extLst>
              </p:cNvPr>
              <p:cNvSpPr/>
              <p:nvPr userDrawn="1"/>
            </p:nvSpPr>
            <p:spPr>
              <a:xfrm rot="5400000">
                <a:off x="12774315" y="3684518"/>
                <a:ext cx="253188" cy="316248"/>
              </a:xfrm>
              <a:prstGeom prst="rect">
                <a:avLst/>
              </a:prstGeom>
              <a:solidFill>
                <a:srgbClr val="005E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20" name="Rectangle 19">
                <a:extLst>
                  <a:ext uri="{FF2B5EF4-FFF2-40B4-BE49-F238E27FC236}">
                    <a16:creationId xmlns:a16="http://schemas.microsoft.com/office/drawing/2014/main" id="{387B97C5-5746-4A18-9AD3-AD7A18A0D426}"/>
                  </a:ext>
                </a:extLst>
              </p:cNvPr>
              <p:cNvSpPr/>
              <p:nvPr userDrawn="1"/>
            </p:nvSpPr>
            <p:spPr>
              <a:xfrm rot="5400000">
                <a:off x="12774315" y="4008746"/>
                <a:ext cx="253188" cy="316248"/>
              </a:xfrm>
              <a:prstGeom prst="rect">
                <a:avLst/>
              </a:prstGeom>
              <a:solidFill>
                <a:srgbClr val="5EB6B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21" name="Rectangle 20">
                <a:extLst>
                  <a:ext uri="{FF2B5EF4-FFF2-40B4-BE49-F238E27FC236}">
                    <a16:creationId xmlns:a16="http://schemas.microsoft.com/office/drawing/2014/main" id="{3A62D78E-6D70-6FAB-7133-F16E44E7047F}"/>
                  </a:ext>
                </a:extLst>
              </p:cNvPr>
              <p:cNvSpPr/>
              <p:nvPr userDrawn="1"/>
            </p:nvSpPr>
            <p:spPr>
              <a:xfrm rot="5400000">
                <a:off x="12774315" y="4332974"/>
                <a:ext cx="253188" cy="316248"/>
              </a:xfrm>
              <a:prstGeom prst="rect">
                <a:avLst/>
              </a:prstGeom>
              <a:solidFill>
                <a:srgbClr val="C7AB2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22" name="Rectangle 21">
                <a:extLst>
                  <a:ext uri="{FF2B5EF4-FFF2-40B4-BE49-F238E27FC236}">
                    <a16:creationId xmlns:a16="http://schemas.microsoft.com/office/drawing/2014/main" id="{8859BABC-73BC-AEC3-0DE4-D43B2849C3A8}"/>
                  </a:ext>
                </a:extLst>
              </p:cNvPr>
              <p:cNvSpPr/>
              <p:nvPr userDrawn="1"/>
            </p:nvSpPr>
            <p:spPr>
              <a:xfrm rot="5400000">
                <a:off x="12774315" y="4657202"/>
                <a:ext cx="253188" cy="316248"/>
              </a:xfrm>
              <a:prstGeom prst="rect">
                <a:avLst/>
              </a:prstGeom>
              <a:solidFill>
                <a:srgbClr val="5C068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23" name="Rectangle 22">
                <a:extLst>
                  <a:ext uri="{FF2B5EF4-FFF2-40B4-BE49-F238E27FC236}">
                    <a16:creationId xmlns:a16="http://schemas.microsoft.com/office/drawing/2014/main" id="{EE7CEC5A-406D-6510-617B-8CC2A2E6C745}"/>
                  </a:ext>
                </a:extLst>
              </p:cNvPr>
              <p:cNvSpPr/>
              <p:nvPr userDrawn="1"/>
            </p:nvSpPr>
            <p:spPr>
              <a:xfrm rot="5400000">
                <a:off x="12774315" y="5954114"/>
                <a:ext cx="253188" cy="316248"/>
              </a:xfrm>
              <a:prstGeom prst="rect">
                <a:avLst/>
              </a:prstGeom>
              <a:solidFill>
                <a:srgbClr val="2A431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24" name="Rectangle 23">
                <a:extLst>
                  <a:ext uri="{FF2B5EF4-FFF2-40B4-BE49-F238E27FC236}">
                    <a16:creationId xmlns:a16="http://schemas.microsoft.com/office/drawing/2014/main" id="{A124740C-0970-E3B4-2F01-F72E02A9469C}"/>
                  </a:ext>
                </a:extLst>
              </p:cNvPr>
              <p:cNvSpPr/>
              <p:nvPr userDrawn="1"/>
            </p:nvSpPr>
            <p:spPr>
              <a:xfrm rot="5400000">
                <a:off x="12774315" y="6278342"/>
                <a:ext cx="253188" cy="316248"/>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grpSp>
        <p:sp>
          <p:nvSpPr>
            <p:cNvPr id="13" name="TextBox 12">
              <a:extLst>
                <a:ext uri="{FF2B5EF4-FFF2-40B4-BE49-F238E27FC236}">
                  <a16:creationId xmlns:a16="http://schemas.microsoft.com/office/drawing/2014/main" id="{F7137363-F6CB-A9EE-A864-DA4766ABCE89}"/>
                </a:ext>
              </a:extLst>
            </p:cNvPr>
            <p:cNvSpPr txBox="1"/>
            <p:nvPr userDrawn="1"/>
          </p:nvSpPr>
          <p:spPr>
            <a:xfrm rot="16200000">
              <a:off x="12574268" y="5173406"/>
              <a:ext cx="960199" cy="118559"/>
            </a:xfrm>
            <a:prstGeom prst="rect">
              <a:avLst/>
            </a:prstGeom>
            <a:noFill/>
          </p:spPr>
          <p:txBody>
            <a:bodyPr wrap="none" lIns="0" tIns="0" rIns="0" bIns="0" rtlCol="0">
              <a:spAutoFit/>
            </a:bodyPr>
            <a:lstStyle/>
            <a:p>
              <a:pPr algn="l">
                <a:lnSpc>
                  <a:spcPct val="101000"/>
                </a:lnSpc>
                <a:spcAft>
                  <a:spcPts val="600"/>
                </a:spcAft>
              </a:pPr>
              <a:r>
                <a:rPr lang="en-CR" sz="800" b="1">
                  <a:solidFill>
                    <a:srgbClr val="000000"/>
                  </a:solidFill>
                  <a:latin typeface="GT America Regular"/>
                  <a:ea typeface="GT America Regular" charset="0"/>
                  <a:cs typeface="GT America Regular" charset="0"/>
                </a:rPr>
                <a:t>ON MOODY´S BLUE</a:t>
              </a:r>
              <a:endParaRPr kumimoji="0" lang="en-CR" sz="800" b="1" i="0" u="none" strike="noStrike" kern="1200" cap="none" spc="0" normalizeH="0" baseline="0" noProof="0" err="1">
                <a:ln>
                  <a:noFill/>
                </a:ln>
                <a:solidFill>
                  <a:srgbClr val="000000"/>
                </a:solidFill>
                <a:effectLst/>
                <a:uLnTx/>
                <a:uFillTx/>
                <a:latin typeface="GT America Regular"/>
                <a:ea typeface="GT America Regular" charset="0"/>
                <a:cs typeface="GT America Regular" charset="0"/>
              </a:endParaRPr>
            </a:p>
          </p:txBody>
        </p:sp>
      </p:grpSp>
      <p:sp>
        <p:nvSpPr>
          <p:cNvPr id="37" name="TextBox 36">
            <a:extLst>
              <a:ext uri="{FF2B5EF4-FFF2-40B4-BE49-F238E27FC236}">
                <a16:creationId xmlns:a16="http://schemas.microsoft.com/office/drawing/2014/main" id="{601FF0C4-D459-8DBE-24BC-CFC7400613DD}"/>
              </a:ext>
            </a:extLst>
          </p:cNvPr>
          <p:cNvSpPr txBox="1"/>
          <p:nvPr userDrawn="1"/>
        </p:nvSpPr>
        <p:spPr>
          <a:xfrm>
            <a:off x="12356815" y="3377042"/>
            <a:ext cx="807913" cy="118559"/>
          </a:xfrm>
          <a:prstGeom prst="rect">
            <a:avLst/>
          </a:prstGeom>
          <a:noFill/>
        </p:spPr>
        <p:txBody>
          <a:bodyPr wrap="none" lIns="0" tIns="0" rIns="0" bIns="0" rtlCol="0">
            <a:spAutoFit/>
          </a:bodyPr>
          <a:lstStyle/>
          <a:p>
            <a:pPr algn="l">
              <a:lnSpc>
                <a:spcPct val="101000"/>
              </a:lnSpc>
              <a:spcAft>
                <a:spcPts val="600"/>
              </a:spcAft>
            </a:pPr>
            <a:r>
              <a:rPr kumimoji="0" lang="en-US" sz="800" b="1" i="0" u="none" strike="noStrike" kern="1200" cap="none" spc="0" normalizeH="0" baseline="0" noProof="0" dirty="0">
                <a:ln>
                  <a:noFill/>
                </a:ln>
                <a:solidFill>
                  <a:srgbClr val="000000"/>
                </a:solidFill>
                <a:effectLst/>
                <a:uLnTx/>
                <a:uFillTx/>
                <a:ea typeface="GT America Regular" charset="0"/>
                <a:cs typeface="GT America Regular" charset="0"/>
              </a:rPr>
              <a:t>For charts ONLY</a:t>
            </a:r>
            <a:endParaRPr kumimoji="0" lang="en-CR" sz="800" b="1" i="0" u="none" strike="noStrike" kern="1200" cap="none" spc="0" normalizeH="0" baseline="0" noProof="0">
              <a:ln>
                <a:noFill/>
              </a:ln>
              <a:solidFill>
                <a:srgbClr val="000000"/>
              </a:solidFill>
              <a:effectLst/>
              <a:uLnTx/>
              <a:uFillTx/>
              <a:ea typeface="GT America Regular" charset="0"/>
              <a:cs typeface="GT America Regular" charset="0"/>
            </a:endParaRPr>
          </a:p>
        </p:txBody>
      </p:sp>
    </p:spTree>
    <p:extLst>
      <p:ext uri="{BB962C8B-B14F-4D97-AF65-F5344CB8AC3E}">
        <p14:creationId xmlns:p14="http://schemas.microsoft.com/office/powerpoint/2010/main" val="1015682042"/>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1 Column - 2 lines Title - Subhead">
    <p:spTree>
      <p:nvGrpSpPr>
        <p:cNvPr id="1" name=""/>
        <p:cNvGrpSpPr/>
        <p:nvPr/>
      </p:nvGrpSpPr>
      <p:grpSpPr>
        <a:xfrm>
          <a:off x="0" y="0"/>
          <a:ext cx="0" cy="0"/>
          <a:chOff x="0" y="0"/>
          <a:chExt cx="0" cy="0"/>
        </a:xfrm>
      </p:grpSpPr>
      <p:sp>
        <p:nvSpPr>
          <p:cNvPr id="8" name="Footer Placeholder 7">
            <a:extLst>
              <a:ext uri="{FF2B5EF4-FFF2-40B4-BE49-F238E27FC236}">
                <a16:creationId xmlns:a16="http://schemas.microsoft.com/office/drawing/2014/main" id="{0E2ADB5F-BB7A-E503-6385-47B7F4A752C0}"/>
              </a:ext>
            </a:extLst>
          </p:cNvPr>
          <p:cNvSpPr>
            <a:spLocks noGrp="1"/>
          </p:cNvSpPr>
          <p:nvPr>
            <p:ph type="ftr" sz="quarter" idx="11"/>
          </p:nvPr>
        </p:nvSpPr>
        <p:spPr/>
        <p:txBody>
          <a:bodyPr/>
          <a:lstStyle/>
          <a:p>
            <a:r>
              <a:rPr lang="en-US"/>
              <a:t>See slide 12 for instructions on how to update footer</a:t>
            </a:r>
          </a:p>
        </p:txBody>
      </p:sp>
      <p:sp>
        <p:nvSpPr>
          <p:cNvPr id="9" name="Slide Number Placeholder 8">
            <a:extLst>
              <a:ext uri="{FF2B5EF4-FFF2-40B4-BE49-F238E27FC236}">
                <a16:creationId xmlns:a16="http://schemas.microsoft.com/office/drawing/2014/main" id="{CCA8152B-F410-5052-DF3D-06C6DD4D2381}"/>
              </a:ext>
            </a:extLst>
          </p:cNvPr>
          <p:cNvSpPr>
            <a:spLocks noGrp="1"/>
          </p:cNvSpPr>
          <p:nvPr>
            <p:ph type="sldNum" sz="quarter" idx="12"/>
          </p:nvPr>
        </p:nvSpPr>
        <p:spPr/>
        <p:txBody>
          <a:bodyPr/>
          <a:lstStyle/>
          <a:p>
            <a:fld id="{862A5111-985B-C14D-9115-5787026182A8}" type="slidenum">
              <a:rPr lang="en-US" smtClean="0"/>
              <a:t>‹#›</a:t>
            </a:fld>
            <a:endParaRPr lang="en-US" dirty="0"/>
          </a:p>
        </p:txBody>
      </p:sp>
      <p:sp>
        <p:nvSpPr>
          <p:cNvPr id="11" name="Title 10">
            <a:extLst>
              <a:ext uri="{FF2B5EF4-FFF2-40B4-BE49-F238E27FC236}">
                <a16:creationId xmlns:a16="http://schemas.microsoft.com/office/drawing/2014/main" id="{DE7DA74E-D875-C25E-3313-FF110AB47A00}"/>
              </a:ext>
            </a:extLst>
          </p:cNvPr>
          <p:cNvSpPr>
            <a:spLocks noGrp="1"/>
          </p:cNvSpPr>
          <p:nvPr>
            <p:ph type="title" hasCustomPrompt="1"/>
          </p:nvPr>
        </p:nvSpPr>
        <p:spPr>
          <a:xfrm>
            <a:off x="546100" y="552450"/>
            <a:ext cx="11091861" cy="928909"/>
          </a:xfrm>
        </p:spPr>
        <p:txBody>
          <a:bodyPr>
            <a:spAutoFit/>
          </a:bodyPr>
          <a:lstStyle/>
          <a:p>
            <a:r>
              <a:rPr lang="en-US" dirty="0"/>
              <a:t>2 line title</a:t>
            </a:r>
            <a:br>
              <a:rPr lang="en-US" dirty="0"/>
            </a:br>
            <a:r>
              <a:rPr lang="en-US" dirty="0"/>
              <a:t>Click to edit Master title style</a:t>
            </a:r>
          </a:p>
        </p:txBody>
      </p:sp>
      <p:sp>
        <p:nvSpPr>
          <p:cNvPr id="2" name="Freeform 5">
            <a:extLst>
              <a:ext uri="{FF2B5EF4-FFF2-40B4-BE49-F238E27FC236}">
                <a16:creationId xmlns:a16="http://schemas.microsoft.com/office/drawing/2014/main" id="{350075EE-B234-372B-92E8-BAF5D3459DD6}"/>
              </a:ext>
            </a:extLst>
          </p:cNvPr>
          <p:cNvSpPr/>
          <p:nvPr userDrawn="1"/>
        </p:nvSpPr>
        <p:spPr bwMode="black">
          <a:xfrm>
            <a:off x="554038" y="6469335"/>
            <a:ext cx="678511" cy="112440"/>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chemeClr val="tx2"/>
          </a:solidFill>
          <a:ln w="0" cap="flat">
            <a:noFill/>
            <a:prstDash val="solid"/>
            <a:miter/>
          </a:ln>
        </p:spPr>
        <p:txBody>
          <a:bodyPr rtlCol="0" anchor="ctr"/>
          <a:lstStyle/>
          <a:p>
            <a:endParaRPr lang="en-US"/>
          </a:p>
        </p:txBody>
      </p:sp>
      <p:sp>
        <p:nvSpPr>
          <p:cNvPr id="16" name="Text Placeholder 15">
            <a:extLst>
              <a:ext uri="{FF2B5EF4-FFF2-40B4-BE49-F238E27FC236}">
                <a16:creationId xmlns:a16="http://schemas.microsoft.com/office/drawing/2014/main" id="{16D968B0-C3F6-E6DA-D6B9-30DDABFEC5AE}"/>
              </a:ext>
            </a:extLst>
          </p:cNvPr>
          <p:cNvSpPr>
            <a:spLocks noGrp="1"/>
          </p:cNvSpPr>
          <p:nvPr>
            <p:ph type="body" sz="quarter" idx="19" hasCustomPrompt="1"/>
          </p:nvPr>
        </p:nvSpPr>
        <p:spPr>
          <a:xfrm>
            <a:off x="546100" y="6019800"/>
            <a:ext cx="6851650" cy="292100"/>
          </a:xfrm>
        </p:spPr>
        <p:txBody>
          <a:bodyPr anchor="b">
            <a:noAutofit/>
          </a:bodyPr>
          <a:lstStyle>
            <a:lvl1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1pPr>
            <a:lvl2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2pPr>
            <a:lvl3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3pPr>
            <a:lvl4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4pPr>
            <a:lvl5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5pPr>
            <a:lvl6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6pPr>
            <a:lvl7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7pPr>
            <a:lvl8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8pPr>
            <a:lvl9pPr marL="0" indent="0" algn="l" defTabSz="914400" rtl="0" eaLnBrk="1" latinLnBrk="0" hangingPunct="1">
              <a:lnSpc>
                <a:spcPct val="101000"/>
              </a:lnSpc>
              <a:spcBef>
                <a:spcPts val="0"/>
              </a:spcBef>
              <a:spcAft>
                <a:spcPts val="600"/>
              </a:spcAft>
              <a:buNone/>
              <a:defRPr lang="en-US" sz="600" b="0" i="0" kern="1200" dirty="0">
                <a:solidFill>
                  <a:srgbClr val="75787B"/>
                </a:solidFill>
                <a:latin typeface="+mn-lt"/>
                <a:ea typeface="GT America Regular" charset="0"/>
                <a:cs typeface="GT America Regular" charset="0"/>
              </a:defRPr>
            </a:lvl9pPr>
          </a:lstStyle>
          <a:p>
            <a:pPr lvl="0"/>
            <a:r>
              <a:rPr lang="en-US" dirty="0"/>
              <a:t>Click to add footnotes or disclaimer information</a:t>
            </a:r>
          </a:p>
        </p:txBody>
      </p:sp>
      <p:sp>
        <p:nvSpPr>
          <p:cNvPr id="26" name="Content Placeholder 25">
            <a:extLst>
              <a:ext uri="{FF2B5EF4-FFF2-40B4-BE49-F238E27FC236}">
                <a16:creationId xmlns:a16="http://schemas.microsoft.com/office/drawing/2014/main" id="{8063A536-29D2-B27C-39FB-210C8061D1E6}"/>
              </a:ext>
            </a:extLst>
          </p:cNvPr>
          <p:cNvSpPr>
            <a:spLocks noGrp="1"/>
          </p:cNvSpPr>
          <p:nvPr>
            <p:ph sz="quarter" idx="22"/>
          </p:nvPr>
        </p:nvSpPr>
        <p:spPr>
          <a:xfrm>
            <a:off x="546100" y="2425700"/>
            <a:ext cx="9683750" cy="34417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8" name="Text Placeholder 27">
            <a:extLst>
              <a:ext uri="{FF2B5EF4-FFF2-40B4-BE49-F238E27FC236}">
                <a16:creationId xmlns:a16="http://schemas.microsoft.com/office/drawing/2014/main" id="{DCA392B0-4552-D763-C268-BDEFD5644B54}"/>
              </a:ext>
            </a:extLst>
          </p:cNvPr>
          <p:cNvSpPr>
            <a:spLocks noGrp="1"/>
          </p:cNvSpPr>
          <p:nvPr>
            <p:ph type="body" sz="quarter" idx="23"/>
          </p:nvPr>
        </p:nvSpPr>
        <p:spPr>
          <a:xfrm>
            <a:off x="546100" y="1849438"/>
            <a:ext cx="9683750" cy="296862"/>
          </a:xfrm>
        </p:spPr>
        <p:txBody>
          <a:bodyPr anchor="b">
            <a:noAutofit/>
          </a:bodyPr>
          <a:lstStyle>
            <a:lvl1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1pPr>
            <a:lvl2pPr marL="0" indent="0" algn="l" defTabSz="914400" rtl="0" eaLnBrk="1" latinLnBrk="0" hangingPunct="1">
              <a:lnSpc>
                <a:spcPct val="80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2pPr>
            <a:lvl3pPr marL="0" indent="0" algn="l" defTabSz="914400" rtl="0" eaLnBrk="1" latinLnBrk="0" hangingPunct="1">
              <a:lnSpc>
                <a:spcPct val="80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3pPr>
            <a:lvl4pPr marL="0" indent="0" algn="l" defTabSz="914400" rtl="0" eaLnBrk="1" latinLnBrk="0" hangingPunct="1">
              <a:lnSpc>
                <a:spcPct val="80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4pPr>
            <a:lvl5pPr marL="0" indent="0" algn="l" defTabSz="914400" rtl="0" eaLnBrk="1" latinLnBrk="0" hangingPunct="1">
              <a:lnSpc>
                <a:spcPct val="80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5pPr>
            <a:lvl6pPr marL="0" indent="0" algn="l" defTabSz="914400" rtl="0" eaLnBrk="1" latinLnBrk="0" hangingPunct="1">
              <a:lnSpc>
                <a:spcPct val="80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6pPr>
            <a:lvl7pPr marL="0" indent="0" algn="l" defTabSz="914400" rtl="0" eaLnBrk="1" latinLnBrk="0" hangingPunct="1">
              <a:lnSpc>
                <a:spcPct val="80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7pPr>
            <a:lvl8pPr marL="0" indent="0" algn="l" defTabSz="914400" rtl="0" eaLnBrk="1" latinLnBrk="0" hangingPunct="1">
              <a:lnSpc>
                <a:spcPct val="80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8pPr>
            <a:lvl9pPr marL="0" indent="0" algn="l" defTabSz="914400" rtl="0" eaLnBrk="1" latinLnBrk="0" hangingPunct="1">
              <a:lnSpc>
                <a:spcPct val="80000"/>
              </a:lnSpc>
              <a:spcBef>
                <a:spcPts val="0"/>
              </a:spcBef>
              <a:spcAft>
                <a:spcPts val="600"/>
              </a:spcAft>
              <a:buNone/>
              <a:defRPr lang="en-US" sz="2000" b="0" i="0" kern="1200" dirty="0">
                <a:solidFill>
                  <a:schemeClr val="tx2"/>
                </a:solidFill>
                <a:latin typeface="+mj-lt"/>
                <a:ea typeface="GT America Regular" charset="0"/>
                <a:cs typeface="GT America Regular" charset="0"/>
              </a:defRPr>
            </a:lvl9pPr>
          </a:lstStyle>
          <a:p>
            <a:pPr lvl="0"/>
            <a:r>
              <a:rPr lang="en-US"/>
              <a:t>Click to edit Master text styles</a:t>
            </a:r>
          </a:p>
        </p:txBody>
      </p:sp>
      <p:grpSp>
        <p:nvGrpSpPr>
          <p:cNvPr id="3" name="Group 2">
            <a:extLst>
              <a:ext uri="{FF2B5EF4-FFF2-40B4-BE49-F238E27FC236}">
                <a16:creationId xmlns:a16="http://schemas.microsoft.com/office/drawing/2014/main" id="{7B280B2F-E0D2-E445-A43F-CE3D939A6BC5}"/>
              </a:ext>
            </a:extLst>
          </p:cNvPr>
          <p:cNvGrpSpPr/>
          <p:nvPr userDrawn="1"/>
        </p:nvGrpSpPr>
        <p:grpSpPr>
          <a:xfrm>
            <a:off x="12356815" y="0"/>
            <a:ext cx="756834" cy="6872642"/>
            <a:chOff x="12356815" y="0"/>
            <a:chExt cx="756834" cy="6872642"/>
          </a:xfrm>
        </p:grpSpPr>
        <p:sp>
          <p:nvSpPr>
            <p:cNvPr id="4" name="Rectangle 3">
              <a:extLst>
                <a:ext uri="{FF2B5EF4-FFF2-40B4-BE49-F238E27FC236}">
                  <a16:creationId xmlns:a16="http://schemas.microsoft.com/office/drawing/2014/main" id="{2EEB67F0-4C18-8EF8-C6B1-CA0034BBC861}"/>
                </a:ext>
              </a:extLst>
            </p:cNvPr>
            <p:cNvSpPr/>
            <p:nvPr userDrawn="1"/>
          </p:nvSpPr>
          <p:spPr>
            <a:xfrm>
              <a:off x="12356815" y="0"/>
              <a:ext cx="553069" cy="3279913"/>
            </a:xfrm>
            <a:prstGeom prst="rect">
              <a:avLst/>
            </a:prstGeom>
            <a:solidFill>
              <a:schemeClr val="bg1">
                <a:lumMod val="95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a:p>
          </p:txBody>
        </p:sp>
        <p:sp>
          <p:nvSpPr>
            <p:cNvPr id="5" name="TextBox 4">
              <a:extLst>
                <a:ext uri="{FF2B5EF4-FFF2-40B4-BE49-F238E27FC236}">
                  <a16:creationId xmlns:a16="http://schemas.microsoft.com/office/drawing/2014/main" id="{AD2A6CE5-972C-490D-C1AC-90424D8AC2C8}"/>
                </a:ext>
              </a:extLst>
            </p:cNvPr>
            <p:cNvSpPr txBox="1"/>
            <p:nvPr userDrawn="1"/>
          </p:nvSpPr>
          <p:spPr>
            <a:xfrm rot="16200000">
              <a:off x="12332217" y="1580677"/>
              <a:ext cx="1444306" cy="118559"/>
            </a:xfrm>
            <a:prstGeom prst="rect">
              <a:avLst/>
            </a:prstGeom>
            <a:noFill/>
          </p:spPr>
          <p:txBody>
            <a:bodyPr wrap="none" lIns="0" tIns="0" rIns="0" bIns="0" rtlCol="0">
              <a:spAutoFit/>
            </a:bodyPr>
            <a:lstStyle/>
            <a:p>
              <a:pPr algn="l">
                <a:lnSpc>
                  <a:spcPct val="101000"/>
                </a:lnSpc>
                <a:spcAft>
                  <a:spcPts val="600"/>
                </a:spcAft>
              </a:pPr>
              <a:r>
                <a:rPr kumimoji="0" lang="en-CR" sz="800" b="1" i="0" u="none" strike="noStrike" kern="1200" cap="none" spc="0" normalizeH="0" baseline="0" noProof="0">
                  <a:ln>
                    <a:noFill/>
                  </a:ln>
                  <a:solidFill>
                    <a:srgbClr val="000000"/>
                  </a:solidFill>
                  <a:effectLst/>
                  <a:uLnTx/>
                  <a:uFillTx/>
                  <a:ea typeface="GT America Regular" charset="0"/>
                  <a:cs typeface="GT America Regular" charset="0"/>
                </a:rPr>
                <a:t>ON LIGHT AND EXTRA LIGHT</a:t>
              </a:r>
            </a:p>
          </p:txBody>
        </p:sp>
        <p:sp>
          <p:nvSpPr>
            <p:cNvPr id="6" name="Rectangle 5">
              <a:extLst>
                <a:ext uri="{FF2B5EF4-FFF2-40B4-BE49-F238E27FC236}">
                  <a16:creationId xmlns:a16="http://schemas.microsoft.com/office/drawing/2014/main" id="{9233A294-4002-E8AF-2498-A9C90444EDC8}"/>
                </a:ext>
              </a:extLst>
            </p:cNvPr>
            <p:cNvSpPr/>
            <p:nvPr userDrawn="1"/>
          </p:nvSpPr>
          <p:spPr>
            <a:xfrm>
              <a:off x="12356815" y="3592729"/>
              <a:ext cx="553069" cy="3279913"/>
            </a:xfrm>
            <a:prstGeom prst="rect">
              <a:avLst/>
            </a:prstGeom>
            <a:solidFill>
              <a:schemeClr val="tx2"/>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a:p>
          </p:txBody>
        </p:sp>
        <p:grpSp>
          <p:nvGrpSpPr>
            <p:cNvPr id="7" name="Group 6">
              <a:extLst>
                <a:ext uri="{FF2B5EF4-FFF2-40B4-BE49-F238E27FC236}">
                  <a16:creationId xmlns:a16="http://schemas.microsoft.com/office/drawing/2014/main" id="{EC3569C9-EF47-ADD5-7A22-9C57334B0278}"/>
                </a:ext>
              </a:extLst>
            </p:cNvPr>
            <p:cNvGrpSpPr/>
            <p:nvPr userDrawn="1"/>
          </p:nvGrpSpPr>
          <p:grpSpPr>
            <a:xfrm>
              <a:off x="12442019" y="3791214"/>
              <a:ext cx="382660" cy="2882942"/>
              <a:chOff x="14001569" y="3716048"/>
              <a:chExt cx="316248" cy="3171236"/>
            </a:xfrm>
          </p:grpSpPr>
          <p:sp>
            <p:nvSpPr>
              <p:cNvPr id="24" name="Rectangle 23">
                <a:extLst>
                  <a:ext uri="{FF2B5EF4-FFF2-40B4-BE49-F238E27FC236}">
                    <a16:creationId xmlns:a16="http://schemas.microsoft.com/office/drawing/2014/main" id="{B56494D4-65F2-DAED-5D60-66A93DC839D1}"/>
                  </a:ext>
                </a:extLst>
              </p:cNvPr>
              <p:cNvSpPr/>
              <p:nvPr userDrawn="1"/>
            </p:nvSpPr>
            <p:spPr>
              <a:xfrm rot="5400000">
                <a:off x="14033099" y="5954114"/>
                <a:ext cx="253188" cy="316248"/>
              </a:xfrm>
              <a:prstGeom prst="rect">
                <a:avLst/>
              </a:prstGeom>
              <a:solidFill>
                <a:srgbClr val="005E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25" name="Rectangle 24">
                <a:extLst>
                  <a:ext uri="{FF2B5EF4-FFF2-40B4-BE49-F238E27FC236}">
                    <a16:creationId xmlns:a16="http://schemas.microsoft.com/office/drawing/2014/main" id="{8A1988AE-3A33-4009-CEEA-2991067F409E}"/>
                  </a:ext>
                </a:extLst>
              </p:cNvPr>
              <p:cNvSpPr/>
              <p:nvPr userDrawn="1"/>
            </p:nvSpPr>
            <p:spPr>
              <a:xfrm rot="5400000">
                <a:off x="14033099" y="6278342"/>
                <a:ext cx="253188" cy="316248"/>
              </a:xfrm>
              <a:prstGeom prst="rect">
                <a:avLst/>
              </a:prstGeom>
              <a:solidFill>
                <a:srgbClr val="B8B9D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27" name="Rectangle 26">
                <a:extLst>
                  <a:ext uri="{FF2B5EF4-FFF2-40B4-BE49-F238E27FC236}">
                    <a16:creationId xmlns:a16="http://schemas.microsoft.com/office/drawing/2014/main" id="{0F28DF76-F40D-B109-97F0-DAC7FA3BC4FE}"/>
                  </a:ext>
                </a:extLst>
              </p:cNvPr>
              <p:cNvSpPr/>
              <p:nvPr userDrawn="1"/>
            </p:nvSpPr>
            <p:spPr>
              <a:xfrm rot="5400000">
                <a:off x="14033099" y="6602566"/>
                <a:ext cx="253188" cy="316248"/>
              </a:xfrm>
              <a:prstGeom prst="rect">
                <a:avLst/>
              </a:prstGeom>
              <a:solidFill>
                <a:srgbClr val="FBE6D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29" name="Rectangle 28">
                <a:extLst>
                  <a:ext uri="{FF2B5EF4-FFF2-40B4-BE49-F238E27FC236}">
                    <a16:creationId xmlns:a16="http://schemas.microsoft.com/office/drawing/2014/main" id="{42462988-5F36-1632-DBDD-4D4D79B86149}"/>
                  </a:ext>
                </a:extLst>
              </p:cNvPr>
              <p:cNvSpPr/>
              <p:nvPr userDrawn="1"/>
            </p:nvSpPr>
            <p:spPr>
              <a:xfrm rot="5400000">
                <a:off x="14033099" y="4981430"/>
                <a:ext cx="253188" cy="316248"/>
              </a:xfrm>
              <a:prstGeom prst="rect">
                <a:avLst/>
              </a:prstGeom>
              <a:solidFill>
                <a:srgbClr val="BCE09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30" name="Rectangle 29">
                <a:extLst>
                  <a:ext uri="{FF2B5EF4-FFF2-40B4-BE49-F238E27FC236}">
                    <a16:creationId xmlns:a16="http://schemas.microsoft.com/office/drawing/2014/main" id="{825E47CF-320F-1CDA-3BDC-81757EDD22FE}"/>
                  </a:ext>
                </a:extLst>
              </p:cNvPr>
              <p:cNvSpPr/>
              <p:nvPr userDrawn="1"/>
            </p:nvSpPr>
            <p:spPr>
              <a:xfrm rot="5400000">
                <a:off x="14033099" y="5305658"/>
                <a:ext cx="253188" cy="316248"/>
              </a:xfrm>
              <a:prstGeom prst="rect">
                <a:avLst/>
              </a:prstGeom>
              <a:solidFill>
                <a:srgbClr val="E9783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31" name="Rectangle 30">
                <a:extLst>
                  <a:ext uri="{FF2B5EF4-FFF2-40B4-BE49-F238E27FC236}">
                    <a16:creationId xmlns:a16="http://schemas.microsoft.com/office/drawing/2014/main" id="{9D5048C8-2F5A-7F89-F92C-938E1E07A687}"/>
                  </a:ext>
                </a:extLst>
              </p:cNvPr>
              <p:cNvSpPr/>
              <p:nvPr userDrawn="1"/>
            </p:nvSpPr>
            <p:spPr>
              <a:xfrm rot="5400000">
                <a:off x="14033099" y="5629886"/>
                <a:ext cx="253188" cy="316248"/>
              </a:xfrm>
              <a:prstGeom prst="rect">
                <a:avLst/>
              </a:prstGeom>
              <a:solidFill>
                <a:srgbClr val="B9056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32" name="Rectangle 31">
                <a:extLst>
                  <a:ext uri="{FF2B5EF4-FFF2-40B4-BE49-F238E27FC236}">
                    <a16:creationId xmlns:a16="http://schemas.microsoft.com/office/drawing/2014/main" id="{39005A8E-2F3B-8314-9DD3-887550DDFBC5}"/>
                  </a:ext>
                </a:extLst>
              </p:cNvPr>
              <p:cNvSpPr/>
              <p:nvPr userDrawn="1"/>
            </p:nvSpPr>
            <p:spPr>
              <a:xfrm rot="5400000">
                <a:off x="14033099" y="3684518"/>
                <a:ext cx="253188" cy="316248"/>
              </a:xfrm>
              <a:prstGeom prst="rect">
                <a:avLst/>
              </a:prstGeom>
              <a:solidFill>
                <a:srgbClr val="9DC2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33" name="Rectangle 32">
                <a:extLst>
                  <a:ext uri="{FF2B5EF4-FFF2-40B4-BE49-F238E27FC236}">
                    <a16:creationId xmlns:a16="http://schemas.microsoft.com/office/drawing/2014/main" id="{23B70263-5EA1-8706-96D5-A56ACF7210FB}"/>
                  </a:ext>
                </a:extLst>
              </p:cNvPr>
              <p:cNvSpPr/>
              <p:nvPr userDrawn="1"/>
            </p:nvSpPr>
            <p:spPr>
              <a:xfrm rot="5400000">
                <a:off x="14033099" y="4008746"/>
                <a:ext cx="253188" cy="316248"/>
              </a:xfrm>
              <a:prstGeom prst="rect">
                <a:avLst/>
              </a:prstGeom>
              <a:solidFill>
                <a:srgbClr val="309DA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34" name="Rectangle 33">
                <a:extLst>
                  <a:ext uri="{FF2B5EF4-FFF2-40B4-BE49-F238E27FC236}">
                    <a16:creationId xmlns:a16="http://schemas.microsoft.com/office/drawing/2014/main" id="{A6CE458B-192E-D655-53BF-1DA33DAA6CB1}"/>
                  </a:ext>
                </a:extLst>
              </p:cNvPr>
              <p:cNvSpPr/>
              <p:nvPr userDrawn="1"/>
            </p:nvSpPr>
            <p:spPr>
              <a:xfrm rot="5400000">
                <a:off x="14033099" y="4332974"/>
                <a:ext cx="253188" cy="316248"/>
              </a:xfrm>
              <a:prstGeom prst="rect">
                <a:avLst/>
              </a:prstGeom>
              <a:solidFill>
                <a:srgbClr val="E2C22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35" name="Rectangle 34">
                <a:extLst>
                  <a:ext uri="{FF2B5EF4-FFF2-40B4-BE49-F238E27FC236}">
                    <a16:creationId xmlns:a16="http://schemas.microsoft.com/office/drawing/2014/main" id="{FA7F7C96-A7E2-B08C-5C26-638541F5559C}"/>
                  </a:ext>
                </a:extLst>
              </p:cNvPr>
              <p:cNvSpPr/>
              <p:nvPr userDrawn="1"/>
            </p:nvSpPr>
            <p:spPr>
              <a:xfrm rot="5400000">
                <a:off x="14033099" y="4657202"/>
                <a:ext cx="253188" cy="316248"/>
              </a:xfrm>
              <a:prstGeom prst="rect">
                <a:avLst/>
              </a:prstGeom>
              <a:solidFill>
                <a:srgbClr val="9158B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grpSp>
        <p:grpSp>
          <p:nvGrpSpPr>
            <p:cNvPr id="10" name="Group 9">
              <a:extLst>
                <a:ext uri="{FF2B5EF4-FFF2-40B4-BE49-F238E27FC236}">
                  <a16:creationId xmlns:a16="http://schemas.microsoft.com/office/drawing/2014/main" id="{E6D131C5-635A-5C82-F30A-9026783598C5}"/>
                </a:ext>
              </a:extLst>
            </p:cNvPr>
            <p:cNvGrpSpPr/>
            <p:nvPr userDrawn="1"/>
          </p:nvGrpSpPr>
          <p:grpSpPr>
            <a:xfrm>
              <a:off x="12442019" y="198485"/>
              <a:ext cx="382660" cy="2882942"/>
              <a:chOff x="12742785" y="3716048"/>
              <a:chExt cx="316248" cy="3171236"/>
            </a:xfrm>
          </p:grpSpPr>
          <p:sp>
            <p:nvSpPr>
              <p:cNvPr id="13" name="Rectangle 12">
                <a:extLst>
                  <a:ext uri="{FF2B5EF4-FFF2-40B4-BE49-F238E27FC236}">
                    <a16:creationId xmlns:a16="http://schemas.microsoft.com/office/drawing/2014/main" id="{5BA8F073-4A78-A4A5-A377-0473AE16EDB9}"/>
                  </a:ext>
                </a:extLst>
              </p:cNvPr>
              <p:cNvSpPr/>
              <p:nvPr userDrawn="1"/>
            </p:nvSpPr>
            <p:spPr>
              <a:xfrm rot="5400000">
                <a:off x="12774315" y="6602566"/>
                <a:ext cx="253188" cy="316248"/>
              </a:xfrm>
              <a:prstGeom prst="rect">
                <a:avLst/>
              </a:prstGeom>
              <a:solidFill>
                <a:srgbClr val="BFD6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14" name="Rectangle 13">
                <a:extLst>
                  <a:ext uri="{FF2B5EF4-FFF2-40B4-BE49-F238E27FC236}">
                    <a16:creationId xmlns:a16="http://schemas.microsoft.com/office/drawing/2014/main" id="{0F55F512-9485-060A-599B-6B741BEDCD64}"/>
                  </a:ext>
                </a:extLst>
              </p:cNvPr>
              <p:cNvSpPr/>
              <p:nvPr userDrawn="1"/>
            </p:nvSpPr>
            <p:spPr>
              <a:xfrm rot="5400000">
                <a:off x="12774315" y="4981430"/>
                <a:ext cx="253188" cy="316248"/>
              </a:xfrm>
              <a:prstGeom prst="rect">
                <a:avLst/>
              </a:prstGeom>
              <a:solidFill>
                <a:srgbClr val="D25F7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15" name="Rectangle 14">
                <a:extLst>
                  <a:ext uri="{FF2B5EF4-FFF2-40B4-BE49-F238E27FC236}">
                    <a16:creationId xmlns:a16="http://schemas.microsoft.com/office/drawing/2014/main" id="{B3326273-C79F-05A8-ED1E-6DB4C5E231B8}"/>
                  </a:ext>
                </a:extLst>
              </p:cNvPr>
              <p:cNvSpPr/>
              <p:nvPr userDrawn="1"/>
            </p:nvSpPr>
            <p:spPr>
              <a:xfrm rot="5400000">
                <a:off x="12774315" y="5305658"/>
                <a:ext cx="253188" cy="316248"/>
              </a:xfrm>
              <a:prstGeom prst="rect">
                <a:avLst/>
              </a:prstGeom>
              <a:solidFill>
                <a:srgbClr val="C6480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17" name="Rectangle 16">
                <a:extLst>
                  <a:ext uri="{FF2B5EF4-FFF2-40B4-BE49-F238E27FC236}">
                    <a16:creationId xmlns:a16="http://schemas.microsoft.com/office/drawing/2014/main" id="{A67673CD-BC9F-F88A-2294-29C38A2A8D84}"/>
                  </a:ext>
                </a:extLst>
              </p:cNvPr>
              <p:cNvSpPr/>
              <p:nvPr userDrawn="1"/>
            </p:nvSpPr>
            <p:spPr>
              <a:xfrm rot="5400000">
                <a:off x="12774315" y="5629886"/>
                <a:ext cx="253188" cy="316248"/>
              </a:xfrm>
              <a:prstGeom prst="rect">
                <a:avLst/>
              </a:prstGeom>
              <a:solidFill>
                <a:srgbClr val="BA016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18" name="Rectangle 17">
                <a:extLst>
                  <a:ext uri="{FF2B5EF4-FFF2-40B4-BE49-F238E27FC236}">
                    <a16:creationId xmlns:a16="http://schemas.microsoft.com/office/drawing/2014/main" id="{E5799038-A93D-E315-C0E6-010823DFC636}"/>
                  </a:ext>
                </a:extLst>
              </p:cNvPr>
              <p:cNvSpPr/>
              <p:nvPr userDrawn="1"/>
            </p:nvSpPr>
            <p:spPr>
              <a:xfrm rot="5400000">
                <a:off x="12774315" y="3684518"/>
                <a:ext cx="253188" cy="316248"/>
              </a:xfrm>
              <a:prstGeom prst="rect">
                <a:avLst/>
              </a:prstGeom>
              <a:solidFill>
                <a:srgbClr val="005E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19" name="Rectangle 18">
                <a:extLst>
                  <a:ext uri="{FF2B5EF4-FFF2-40B4-BE49-F238E27FC236}">
                    <a16:creationId xmlns:a16="http://schemas.microsoft.com/office/drawing/2014/main" id="{DE1CD8D8-25F9-E72D-95F1-68B9FCE562D0}"/>
                  </a:ext>
                </a:extLst>
              </p:cNvPr>
              <p:cNvSpPr/>
              <p:nvPr userDrawn="1"/>
            </p:nvSpPr>
            <p:spPr>
              <a:xfrm rot="5400000">
                <a:off x="12774315" y="4008746"/>
                <a:ext cx="253188" cy="316248"/>
              </a:xfrm>
              <a:prstGeom prst="rect">
                <a:avLst/>
              </a:prstGeom>
              <a:solidFill>
                <a:srgbClr val="5EB6B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20" name="Rectangle 19">
                <a:extLst>
                  <a:ext uri="{FF2B5EF4-FFF2-40B4-BE49-F238E27FC236}">
                    <a16:creationId xmlns:a16="http://schemas.microsoft.com/office/drawing/2014/main" id="{2B8DDE43-CC8E-B475-9F0E-97FEA56931EF}"/>
                  </a:ext>
                </a:extLst>
              </p:cNvPr>
              <p:cNvSpPr/>
              <p:nvPr userDrawn="1"/>
            </p:nvSpPr>
            <p:spPr>
              <a:xfrm rot="5400000">
                <a:off x="12774315" y="4332974"/>
                <a:ext cx="253188" cy="316248"/>
              </a:xfrm>
              <a:prstGeom prst="rect">
                <a:avLst/>
              </a:prstGeom>
              <a:solidFill>
                <a:srgbClr val="C7AB2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21" name="Rectangle 20">
                <a:extLst>
                  <a:ext uri="{FF2B5EF4-FFF2-40B4-BE49-F238E27FC236}">
                    <a16:creationId xmlns:a16="http://schemas.microsoft.com/office/drawing/2014/main" id="{3A601239-6AE7-70FC-2016-3CA5B18C05F9}"/>
                  </a:ext>
                </a:extLst>
              </p:cNvPr>
              <p:cNvSpPr/>
              <p:nvPr userDrawn="1"/>
            </p:nvSpPr>
            <p:spPr>
              <a:xfrm rot="5400000">
                <a:off x="12774315" y="4657202"/>
                <a:ext cx="253188" cy="316248"/>
              </a:xfrm>
              <a:prstGeom prst="rect">
                <a:avLst/>
              </a:prstGeom>
              <a:solidFill>
                <a:srgbClr val="5C068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22" name="Rectangle 21">
                <a:extLst>
                  <a:ext uri="{FF2B5EF4-FFF2-40B4-BE49-F238E27FC236}">
                    <a16:creationId xmlns:a16="http://schemas.microsoft.com/office/drawing/2014/main" id="{A2710675-6AF5-8C1E-AABC-A5B02E66A7A6}"/>
                  </a:ext>
                </a:extLst>
              </p:cNvPr>
              <p:cNvSpPr/>
              <p:nvPr userDrawn="1"/>
            </p:nvSpPr>
            <p:spPr>
              <a:xfrm rot="5400000">
                <a:off x="12774315" y="5954114"/>
                <a:ext cx="253188" cy="316248"/>
              </a:xfrm>
              <a:prstGeom prst="rect">
                <a:avLst/>
              </a:prstGeom>
              <a:solidFill>
                <a:srgbClr val="2A431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23" name="Rectangle 22">
                <a:extLst>
                  <a:ext uri="{FF2B5EF4-FFF2-40B4-BE49-F238E27FC236}">
                    <a16:creationId xmlns:a16="http://schemas.microsoft.com/office/drawing/2014/main" id="{7A6B0B16-F060-A419-2F9E-3C26EE32C7C5}"/>
                  </a:ext>
                </a:extLst>
              </p:cNvPr>
              <p:cNvSpPr/>
              <p:nvPr userDrawn="1"/>
            </p:nvSpPr>
            <p:spPr>
              <a:xfrm rot="5400000">
                <a:off x="12774315" y="6278342"/>
                <a:ext cx="253188" cy="316248"/>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grpSp>
        <p:sp>
          <p:nvSpPr>
            <p:cNvPr id="12" name="TextBox 11">
              <a:extLst>
                <a:ext uri="{FF2B5EF4-FFF2-40B4-BE49-F238E27FC236}">
                  <a16:creationId xmlns:a16="http://schemas.microsoft.com/office/drawing/2014/main" id="{B079056F-476F-B051-2392-A928D4981DE1}"/>
                </a:ext>
              </a:extLst>
            </p:cNvPr>
            <p:cNvSpPr txBox="1"/>
            <p:nvPr userDrawn="1"/>
          </p:nvSpPr>
          <p:spPr>
            <a:xfrm rot="16200000">
              <a:off x="12574268" y="5173406"/>
              <a:ext cx="960199" cy="118559"/>
            </a:xfrm>
            <a:prstGeom prst="rect">
              <a:avLst/>
            </a:prstGeom>
            <a:noFill/>
          </p:spPr>
          <p:txBody>
            <a:bodyPr wrap="none" lIns="0" tIns="0" rIns="0" bIns="0" rtlCol="0">
              <a:spAutoFit/>
            </a:bodyPr>
            <a:lstStyle/>
            <a:p>
              <a:pPr algn="l">
                <a:lnSpc>
                  <a:spcPct val="101000"/>
                </a:lnSpc>
                <a:spcAft>
                  <a:spcPts val="600"/>
                </a:spcAft>
              </a:pPr>
              <a:r>
                <a:rPr lang="en-CR" sz="800" b="1">
                  <a:solidFill>
                    <a:srgbClr val="000000"/>
                  </a:solidFill>
                  <a:latin typeface="GT America Regular"/>
                  <a:ea typeface="GT America Regular" charset="0"/>
                  <a:cs typeface="GT America Regular" charset="0"/>
                </a:rPr>
                <a:t>ON MOODY´S BLUE</a:t>
              </a:r>
              <a:endParaRPr kumimoji="0" lang="en-CR" sz="800" b="1" i="0" u="none" strike="noStrike" kern="1200" cap="none" spc="0" normalizeH="0" baseline="0" noProof="0" err="1">
                <a:ln>
                  <a:noFill/>
                </a:ln>
                <a:solidFill>
                  <a:srgbClr val="000000"/>
                </a:solidFill>
                <a:effectLst/>
                <a:uLnTx/>
                <a:uFillTx/>
                <a:latin typeface="GT America Regular"/>
                <a:ea typeface="GT America Regular" charset="0"/>
                <a:cs typeface="GT America Regular" charset="0"/>
              </a:endParaRPr>
            </a:p>
          </p:txBody>
        </p:sp>
      </p:grpSp>
      <p:sp>
        <p:nvSpPr>
          <p:cNvPr id="36" name="TextBox 35">
            <a:extLst>
              <a:ext uri="{FF2B5EF4-FFF2-40B4-BE49-F238E27FC236}">
                <a16:creationId xmlns:a16="http://schemas.microsoft.com/office/drawing/2014/main" id="{778721F1-046A-68F6-6AE2-7EDDE4425B5A}"/>
              </a:ext>
            </a:extLst>
          </p:cNvPr>
          <p:cNvSpPr txBox="1"/>
          <p:nvPr userDrawn="1"/>
        </p:nvSpPr>
        <p:spPr>
          <a:xfrm>
            <a:off x="12356815" y="3377042"/>
            <a:ext cx="807913" cy="118559"/>
          </a:xfrm>
          <a:prstGeom prst="rect">
            <a:avLst/>
          </a:prstGeom>
          <a:noFill/>
        </p:spPr>
        <p:txBody>
          <a:bodyPr wrap="none" lIns="0" tIns="0" rIns="0" bIns="0" rtlCol="0">
            <a:spAutoFit/>
          </a:bodyPr>
          <a:lstStyle/>
          <a:p>
            <a:pPr algn="l">
              <a:lnSpc>
                <a:spcPct val="101000"/>
              </a:lnSpc>
              <a:spcAft>
                <a:spcPts val="600"/>
              </a:spcAft>
            </a:pPr>
            <a:r>
              <a:rPr kumimoji="0" lang="en-US" sz="800" b="1" i="0" u="none" strike="noStrike" kern="1200" cap="none" spc="0" normalizeH="0" baseline="0" noProof="0" dirty="0">
                <a:ln>
                  <a:noFill/>
                </a:ln>
                <a:solidFill>
                  <a:srgbClr val="000000"/>
                </a:solidFill>
                <a:effectLst/>
                <a:uLnTx/>
                <a:uFillTx/>
                <a:ea typeface="GT America Regular" charset="0"/>
                <a:cs typeface="GT America Regular" charset="0"/>
              </a:rPr>
              <a:t>For charts ONLY</a:t>
            </a:r>
            <a:endParaRPr kumimoji="0" lang="en-CR" sz="800" b="1" i="0" u="none" strike="noStrike" kern="1200" cap="none" spc="0" normalizeH="0" baseline="0" noProof="0">
              <a:ln>
                <a:noFill/>
              </a:ln>
              <a:solidFill>
                <a:srgbClr val="000000"/>
              </a:solidFill>
              <a:effectLst/>
              <a:uLnTx/>
              <a:uFillTx/>
              <a:ea typeface="GT America Regular" charset="0"/>
              <a:cs typeface="GT America Regular" charset="0"/>
            </a:endParaRPr>
          </a:p>
        </p:txBody>
      </p:sp>
    </p:spTree>
    <p:extLst>
      <p:ext uri="{BB962C8B-B14F-4D97-AF65-F5344CB8AC3E}">
        <p14:creationId xmlns:p14="http://schemas.microsoft.com/office/powerpoint/2010/main" val="1034765142"/>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2 Column, Equal">
    <p:spTree>
      <p:nvGrpSpPr>
        <p:cNvPr id="1" name=""/>
        <p:cNvGrpSpPr/>
        <p:nvPr/>
      </p:nvGrpSpPr>
      <p:grpSpPr>
        <a:xfrm>
          <a:off x="0" y="0"/>
          <a:ext cx="0" cy="0"/>
          <a:chOff x="0" y="0"/>
          <a:chExt cx="0" cy="0"/>
        </a:xfrm>
      </p:grpSpPr>
      <p:sp>
        <p:nvSpPr>
          <p:cNvPr id="8" name="Footer Placeholder 7">
            <a:extLst>
              <a:ext uri="{FF2B5EF4-FFF2-40B4-BE49-F238E27FC236}">
                <a16:creationId xmlns:a16="http://schemas.microsoft.com/office/drawing/2014/main" id="{0E2ADB5F-BB7A-E503-6385-47B7F4A752C0}"/>
              </a:ext>
            </a:extLst>
          </p:cNvPr>
          <p:cNvSpPr>
            <a:spLocks noGrp="1"/>
          </p:cNvSpPr>
          <p:nvPr>
            <p:ph type="ftr" sz="quarter" idx="11"/>
          </p:nvPr>
        </p:nvSpPr>
        <p:spPr/>
        <p:txBody>
          <a:bodyPr/>
          <a:lstStyle/>
          <a:p>
            <a:r>
              <a:rPr lang="en-US"/>
              <a:t>See slide 12 for instructions on how to update footer</a:t>
            </a:r>
          </a:p>
        </p:txBody>
      </p:sp>
      <p:sp>
        <p:nvSpPr>
          <p:cNvPr id="9" name="Slide Number Placeholder 8">
            <a:extLst>
              <a:ext uri="{FF2B5EF4-FFF2-40B4-BE49-F238E27FC236}">
                <a16:creationId xmlns:a16="http://schemas.microsoft.com/office/drawing/2014/main" id="{CCA8152B-F410-5052-DF3D-06C6DD4D2381}"/>
              </a:ext>
            </a:extLst>
          </p:cNvPr>
          <p:cNvSpPr>
            <a:spLocks noGrp="1"/>
          </p:cNvSpPr>
          <p:nvPr>
            <p:ph type="sldNum" sz="quarter" idx="12"/>
          </p:nvPr>
        </p:nvSpPr>
        <p:spPr/>
        <p:txBody>
          <a:bodyPr/>
          <a:lstStyle/>
          <a:p>
            <a:fld id="{862A5111-985B-C14D-9115-5787026182A8}" type="slidenum">
              <a:rPr lang="en-US" smtClean="0"/>
              <a:t>‹#›</a:t>
            </a:fld>
            <a:endParaRPr lang="en-US"/>
          </a:p>
        </p:txBody>
      </p:sp>
      <p:sp>
        <p:nvSpPr>
          <p:cNvPr id="12" name="Title 11">
            <a:extLst>
              <a:ext uri="{FF2B5EF4-FFF2-40B4-BE49-F238E27FC236}">
                <a16:creationId xmlns:a16="http://schemas.microsoft.com/office/drawing/2014/main" id="{E91C9FC0-5A4D-B663-9FBA-261AA765C0A6}"/>
              </a:ext>
            </a:extLst>
          </p:cNvPr>
          <p:cNvSpPr>
            <a:spLocks noGrp="1"/>
          </p:cNvSpPr>
          <p:nvPr>
            <p:ph type="title"/>
          </p:nvPr>
        </p:nvSpPr>
        <p:spPr>
          <a:xfrm>
            <a:off x="546100" y="552449"/>
            <a:ext cx="11091861" cy="434975"/>
          </a:xfrm>
        </p:spPr>
        <p:txBody>
          <a:bodyPr/>
          <a:lstStyle/>
          <a:p>
            <a:r>
              <a:rPr lang="en-US"/>
              <a:t>Click to edit Master title style</a:t>
            </a:r>
            <a:endParaRPr lang="en-US" dirty="0"/>
          </a:p>
        </p:txBody>
      </p:sp>
      <p:sp>
        <p:nvSpPr>
          <p:cNvPr id="4" name="Freeform 5">
            <a:extLst>
              <a:ext uri="{FF2B5EF4-FFF2-40B4-BE49-F238E27FC236}">
                <a16:creationId xmlns:a16="http://schemas.microsoft.com/office/drawing/2014/main" id="{87E865E7-C3CB-8EB7-5B8A-C0FE32443EA1}"/>
              </a:ext>
            </a:extLst>
          </p:cNvPr>
          <p:cNvSpPr/>
          <p:nvPr userDrawn="1"/>
        </p:nvSpPr>
        <p:spPr bwMode="black">
          <a:xfrm>
            <a:off x="554038" y="6469335"/>
            <a:ext cx="678511" cy="112440"/>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chemeClr val="tx2"/>
          </a:solidFill>
          <a:ln w="0" cap="flat">
            <a:noFill/>
            <a:prstDash val="solid"/>
            <a:miter/>
          </a:ln>
        </p:spPr>
        <p:txBody>
          <a:bodyPr rtlCol="0" anchor="ctr"/>
          <a:lstStyle/>
          <a:p>
            <a:endParaRPr lang="en-US"/>
          </a:p>
        </p:txBody>
      </p:sp>
      <p:sp>
        <p:nvSpPr>
          <p:cNvPr id="11" name="Text Placeholder 10">
            <a:extLst>
              <a:ext uri="{FF2B5EF4-FFF2-40B4-BE49-F238E27FC236}">
                <a16:creationId xmlns:a16="http://schemas.microsoft.com/office/drawing/2014/main" id="{89FE669B-9179-2192-FE7E-E7F257EFD40C}"/>
              </a:ext>
            </a:extLst>
          </p:cNvPr>
          <p:cNvSpPr>
            <a:spLocks noGrp="1"/>
          </p:cNvSpPr>
          <p:nvPr>
            <p:ph type="body" sz="quarter" idx="21"/>
          </p:nvPr>
        </p:nvSpPr>
        <p:spPr>
          <a:xfrm>
            <a:off x="546100" y="1127125"/>
            <a:ext cx="11094211" cy="295275"/>
          </a:xfrm>
        </p:spPr>
        <p:txBody>
          <a:bodyPr>
            <a:noAutofit/>
          </a:bodyPr>
          <a:lstStyle>
            <a:lvl1pPr marL="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1pPr>
            <a:lvl2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2pPr>
            <a:lvl3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3pPr>
            <a:lvl4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4pPr>
            <a:lvl5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5pPr>
            <a:lvl6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6pPr>
            <a:lvl7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7pPr>
            <a:lvl8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8pPr>
            <a:lvl9pPr marL="0" indent="0" algn="l" defTabSz="914400" rtl="0" eaLnBrk="1" latinLnBrk="0" hangingPunct="1">
              <a:lnSpc>
                <a:spcPct val="80000"/>
              </a:lnSpc>
              <a:spcBef>
                <a:spcPts val="0"/>
              </a:spcBef>
              <a:spcAft>
                <a:spcPts val="0"/>
              </a:spcAft>
              <a:buNone/>
              <a:defRPr lang="en-US" sz="2400" b="0" i="0" kern="1200" dirty="0">
                <a:solidFill>
                  <a:schemeClr val="accent1"/>
                </a:solidFill>
                <a:latin typeface="+mj-lt"/>
                <a:ea typeface="GT America Regular" charset="0"/>
                <a:cs typeface="GT America Regular" charset="0"/>
              </a:defRPr>
            </a:lvl9pPr>
          </a:lstStyle>
          <a:p>
            <a:pPr lvl="0"/>
            <a:r>
              <a:rPr lang="en-US"/>
              <a:t>Click to edit Master text styles</a:t>
            </a:r>
          </a:p>
        </p:txBody>
      </p:sp>
      <p:sp>
        <p:nvSpPr>
          <p:cNvPr id="16" name="Text Placeholder 15">
            <a:extLst>
              <a:ext uri="{FF2B5EF4-FFF2-40B4-BE49-F238E27FC236}">
                <a16:creationId xmlns:a16="http://schemas.microsoft.com/office/drawing/2014/main" id="{799DC228-25E7-A515-7C6E-578A7287752D}"/>
              </a:ext>
            </a:extLst>
          </p:cNvPr>
          <p:cNvSpPr>
            <a:spLocks noGrp="1"/>
          </p:cNvSpPr>
          <p:nvPr>
            <p:ph type="body" sz="quarter" idx="22"/>
          </p:nvPr>
        </p:nvSpPr>
        <p:spPr>
          <a:xfrm>
            <a:off x="546100" y="6019800"/>
            <a:ext cx="6851650" cy="289560"/>
          </a:xfrm>
        </p:spPr>
        <p:txBody>
          <a:bodyPr anchor="b" anchorCtr="0">
            <a:noAutofit/>
          </a:bodyPr>
          <a:lstStyle>
            <a:lvl1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1pPr>
            <a:lvl2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2pPr>
            <a:lvl3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3pPr>
            <a:lvl4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4pPr>
            <a:lvl5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5pPr>
            <a:lvl6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6pPr>
            <a:lvl7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7pPr>
            <a:lvl8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8pPr>
            <a:lvl9pPr marL="0" indent="0" algn="l" defTabSz="914400" rtl="0" eaLnBrk="1" latinLnBrk="0" hangingPunct="1">
              <a:lnSpc>
                <a:spcPct val="101000"/>
              </a:lnSpc>
              <a:spcBef>
                <a:spcPts val="0"/>
              </a:spcBef>
              <a:spcAft>
                <a:spcPts val="600"/>
              </a:spcAft>
              <a:buNone/>
              <a:defRPr lang="en-US" sz="600" b="0" i="0" kern="1200" dirty="0">
                <a:solidFill>
                  <a:srgbClr val="75787B"/>
                </a:solidFill>
                <a:latin typeface="+mn-lt"/>
                <a:ea typeface="GT America Regular" charset="0"/>
                <a:cs typeface="GT America Regular" charset="0"/>
              </a:defRPr>
            </a:lvl9pPr>
          </a:lstStyle>
          <a:p>
            <a:pPr lvl="0"/>
            <a:r>
              <a:rPr lang="en-US"/>
              <a:t>Click to edit Master text styles</a:t>
            </a:r>
          </a:p>
        </p:txBody>
      </p:sp>
      <p:sp>
        <p:nvSpPr>
          <p:cNvPr id="23" name="Content Placeholder 22">
            <a:extLst>
              <a:ext uri="{FF2B5EF4-FFF2-40B4-BE49-F238E27FC236}">
                <a16:creationId xmlns:a16="http://schemas.microsoft.com/office/drawing/2014/main" id="{ADE7A618-3F91-D576-7D4B-F03CA5E408BF}"/>
              </a:ext>
            </a:extLst>
          </p:cNvPr>
          <p:cNvSpPr>
            <a:spLocks noGrp="1"/>
          </p:cNvSpPr>
          <p:nvPr>
            <p:ph sz="quarter" idx="23"/>
          </p:nvPr>
        </p:nvSpPr>
        <p:spPr>
          <a:xfrm>
            <a:off x="546100" y="1849438"/>
            <a:ext cx="5443537" cy="401796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5" name="Content Placeholder 24">
            <a:extLst>
              <a:ext uri="{FF2B5EF4-FFF2-40B4-BE49-F238E27FC236}">
                <a16:creationId xmlns:a16="http://schemas.microsoft.com/office/drawing/2014/main" id="{F2FCD4E4-D365-CC7E-80F7-3790352FE369}"/>
              </a:ext>
            </a:extLst>
          </p:cNvPr>
          <p:cNvSpPr>
            <a:spLocks noGrp="1"/>
          </p:cNvSpPr>
          <p:nvPr>
            <p:ph sz="quarter" idx="24"/>
          </p:nvPr>
        </p:nvSpPr>
        <p:spPr>
          <a:xfrm>
            <a:off x="6194425" y="1849438"/>
            <a:ext cx="5443537" cy="401796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grpSp>
        <p:nvGrpSpPr>
          <p:cNvPr id="2" name="Group 1">
            <a:extLst>
              <a:ext uri="{FF2B5EF4-FFF2-40B4-BE49-F238E27FC236}">
                <a16:creationId xmlns:a16="http://schemas.microsoft.com/office/drawing/2014/main" id="{0E8F11E5-87AF-F91C-44F4-462F24B188B3}"/>
              </a:ext>
            </a:extLst>
          </p:cNvPr>
          <p:cNvGrpSpPr/>
          <p:nvPr userDrawn="1"/>
        </p:nvGrpSpPr>
        <p:grpSpPr>
          <a:xfrm>
            <a:off x="12356815" y="0"/>
            <a:ext cx="756834" cy="6872642"/>
            <a:chOff x="12356815" y="0"/>
            <a:chExt cx="756834" cy="6872642"/>
          </a:xfrm>
        </p:grpSpPr>
        <p:sp>
          <p:nvSpPr>
            <p:cNvPr id="3" name="Rectangle 2">
              <a:extLst>
                <a:ext uri="{FF2B5EF4-FFF2-40B4-BE49-F238E27FC236}">
                  <a16:creationId xmlns:a16="http://schemas.microsoft.com/office/drawing/2014/main" id="{9D1668B1-1990-F418-52AB-C50DC72CF39C}"/>
                </a:ext>
              </a:extLst>
            </p:cNvPr>
            <p:cNvSpPr/>
            <p:nvPr userDrawn="1"/>
          </p:nvSpPr>
          <p:spPr>
            <a:xfrm>
              <a:off x="12356815" y="0"/>
              <a:ext cx="553069" cy="3279913"/>
            </a:xfrm>
            <a:prstGeom prst="rect">
              <a:avLst/>
            </a:prstGeom>
            <a:solidFill>
              <a:schemeClr val="bg1">
                <a:lumMod val="95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a:p>
          </p:txBody>
        </p:sp>
        <p:sp>
          <p:nvSpPr>
            <p:cNvPr id="5" name="TextBox 4">
              <a:extLst>
                <a:ext uri="{FF2B5EF4-FFF2-40B4-BE49-F238E27FC236}">
                  <a16:creationId xmlns:a16="http://schemas.microsoft.com/office/drawing/2014/main" id="{960F3F74-750D-D21D-1F0B-9297D52E6A77}"/>
                </a:ext>
              </a:extLst>
            </p:cNvPr>
            <p:cNvSpPr txBox="1"/>
            <p:nvPr userDrawn="1"/>
          </p:nvSpPr>
          <p:spPr>
            <a:xfrm rot="16200000">
              <a:off x="12332216" y="1580677"/>
              <a:ext cx="1444306" cy="118559"/>
            </a:xfrm>
            <a:prstGeom prst="rect">
              <a:avLst/>
            </a:prstGeom>
            <a:noFill/>
          </p:spPr>
          <p:txBody>
            <a:bodyPr wrap="none" lIns="0" tIns="0" rIns="0" bIns="0" rtlCol="0">
              <a:spAutoFit/>
            </a:bodyPr>
            <a:lstStyle/>
            <a:p>
              <a:pPr algn="l">
                <a:lnSpc>
                  <a:spcPct val="101000"/>
                </a:lnSpc>
                <a:spcAft>
                  <a:spcPts val="600"/>
                </a:spcAft>
              </a:pPr>
              <a:r>
                <a:rPr kumimoji="0" lang="en-CR" sz="800" b="1" i="0" u="none" strike="noStrike" kern="1200" cap="none" spc="0" normalizeH="0" baseline="0" noProof="0">
                  <a:ln>
                    <a:noFill/>
                  </a:ln>
                  <a:solidFill>
                    <a:srgbClr val="000000"/>
                  </a:solidFill>
                  <a:effectLst/>
                  <a:uLnTx/>
                  <a:uFillTx/>
                  <a:ea typeface="GT America Regular" charset="0"/>
                  <a:cs typeface="GT America Regular" charset="0"/>
                </a:rPr>
                <a:t>ON LIGHT AND EXTRA LIGHT</a:t>
              </a:r>
            </a:p>
          </p:txBody>
        </p:sp>
        <p:sp>
          <p:nvSpPr>
            <p:cNvPr id="6" name="Rectangle 5">
              <a:extLst>
                <a:ext uri="{FF2B5EF4-FFF2-40B4-BE49-F238E27FC236}">
                  <a16:creationId xmlns:a16="http://schemas.microsoft.com/office/drawing/2014/main" id="{0DFC5CB5-0254-2BE6-4930-02409074AD0D}"/>
                </a:ext>
              </a:extLst>
            </p:cNvPr>
            <p:cNvSpPr/>
            <p:nvPr userDrawn="1"/>
          </p:nvSpPr>
          <p:spPr>
            <a:xfrm>
              <a:off x="12356815" y="3592729"/>
              <a:ext cx="553069" cy="3279913"/>
            </a:xfrm>
            <a:prstGeom prst="rect">
              <a:avLst/>
            </a:prstGeom>
            <a:solidFill>
              <a:schemeClr val="tx2"/>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a:p>
          </p:txBody>
        </p:sp>
        <p:grpSp>
          <p:nvGrpSpPr>
            <p:cNvPr id="7" name="Group 6">
              <a:extLst>
                <a:ext uri="{FF2B5EF4-FFF2-40B4-BE49-F238E27FC236}">
                  <a16:creationId xmlns:a16="http://schemas.microsoft.com/office/drawing/2014/main" id="{74AE7B5D-A627-3F92-7097-A44213BAA2DB}"/>
                </a:ext>
              </a:extLst>
            </p:cNvPr>
            <p:cNvGrpSpPr/>
            <p:nvPr userDrawn="1"/>
          </p:nvGrpSpPr>
          <p:grpSpPr>
            <a:xfrm>
              <a:off x="12442019" y="3791214"/>
              <a:ext cx="382660" cy="2882942"/>
              <a:chOff x="14001569" y="3716048"/>
              <a:chExt cx="316248" cy="3171236"/>
            </a:xfrm>
          </p:grpSpPr>
          <p:sp>
            <p:nvSpPr>
              <p:cNvPr id="27" name="Rectangle 26">
                <a:extLst>
                  <a:ext uri="{FF2B5EF4-FFF2-40B4-BE49-F238E27FC236}">
                    <a16:creationId xmlns:a16="http://schemas.microsoft.com/office/drawing/2014/main" id="{731C6BE1-373D-CAFA-14A2-E1B3DB273196}"/>
                  </a:ext>
                </a:extLst>
              </p:cNvPr>
              <p:cNvSpPr/>
              <p:nvPr userDrawn="1"/>
            </p:nvSpPr>
            <p:spPr>
              <a:xfrm rot="5400000">
                <a:off x="14033099" y="5954114"/>
                <a:ext cx="253188" cy="316248"/>
              </a:xfrm>
              <a:prstGeom prst="rect">
                <a:avLst/>
              </a:prstGeom>
              <a:solidFill>
                <a:srgbClr val="005E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28" name="Rectangle 27">
                <a:extLst>
                  <a:ext uri="{FF2B5EF4-FFF2-40B4-BE49-F238E27FC236}">
                    <a16:creationId xmlns:a16="http://schemas.microsoft.com/office/drawing/2014/main" id="{401B8FDE-4AB7-C1C5-9497-FC9C8F3E5732}"/>
                  </a:ext>
                </a:extLst>
              </p:cNvPr>
              <p:cNvSpPr/>
              <p:nvPr userDrawn="1"/>
            </p:nvSpPr>
            <p:spPr>
              <a:xfrm rot="5400000">
                <a:off x="14033099" y="6278342"/>
                <a:ext cx="253188" cy="316248"/>
              </a:xfrm>
              <a:prstGeom prst="rect">
                <a:avLst/>
              </a:prstGeom>
              <a:solidFill>
                <a:srgbClr val="B8B9D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29" name="Rectangle 28">
                <a:extLst>
                  <a:ext uri="{FF2B5EF4-FFF2-40B4-BE49-F238E27FC236}">
                    <a16:creationId xmlns:a16="http://schemas.microsoft.com/office/drawing/2014/main" id="{7381CD97-A72C-165C-D78A-0A249EABF0B6}"/>
                  </a:ext>
                </a:extLst>
              </p:cNvPr>
              <p:cNvSpPr/>
              <p:nvPr userDrawn="1"/>
            </p:nvSpPr>
            <p:spPr>
              <a:xfrm rot="5400000">
                <a:off x="14033099" y="6602566"/>
                <a:ext cx="253188" cy="316248"/>
              </a:xfrm>
              <a:prstGeom prst="rect">
                <a:avLst/>
              </a:prstGeom>
              <a:solidFill>
                <a:srgbClr val="FBE6D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30" name="Rectangle 29">
                <a:extLst>
                  <a:ext uri="{FF2B5EF4-FFF2-40B4-BE49-F238E27FC236}">
                    <a16:creationId xmlns:a16="http://schemas.microsoft.com/office/drawing/2014/main" id="{0393CBD1-2C84-FB25-7AA2-A0C91F725E75}"/>
                  </a:ext>
                </a:extLst>
              </p:cNvPr>
              <p:cNvSpPr/>
              <p:nvPr userDrawn="1"/>
            </p:nvSpPr>
            <p:spPr>
              <a:xfrm rot="5400000">
                <a:off x="14033099" y="4981430"/>
                <a:ext cx="253188" cy="316248"/>
              </a:xfrm>
              <a:prstGeom prst="rect">
                <a:avLst/>
              </a:prstGeom>
              <a:solidFill>
                <a:srgbClr val="BCE09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31" name="Rectangle 30">
                <a:extLst>
                  <a:ext uri="{FF2B5EF4-FFF2-40B4-BE49-F238E27FC236}">
                    <a16:creationId xmlns:a16="http://schemas.microsoft.com/office/drawing/2014/main" id="{C4427951-1449-F2EF-980E-99AF4027C124}"/>
                  </a:ext>
                </a:extLst>
              </p:cNvPr>
              <p:cNvSpPr/>
              <p:nvPr userDrawn="1"/>
            </p:nvSpPr>
            <p:spPr>
              <a:xfrm rot="5400000">
                <a:off x="14033099" y="5305658"/>
                <a:ext cx="253188" cy="316248"/>
              </a:xfrm>
              <a:prstGeom prst="rect">
                <a:avLst/>
              </a:prstGeom>
              <a:solidFill>
                <a:srgbClr val="E9783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32" name="Rectangle 31">
                <a:extLst>
                  <a:ext uri="{FF2B5EF4-FFF2-40B4-BE49-F238E27FC236}">
                    <a16:creationId xmlns:a16="http://schemas.microsoft.com/office/drawing/2014/main" id="{E53DE0DE-CE03-A0A7-CBDC-FB6BB23086B9}"/>
                  </a:ext>
                </a:extLst>
              </p:cNvPr>
              <p:cNvSpPr/>
              <p:nvPr userDrawn="1"/>
            </p:nvSpPr>
            <p:spPr>
              <a:xfrm rot="5400000">
                <a:off x="14033099" y="5629886"/>
                <a:ext cx="253188" cy="316248"/>
              </a:xfrm>
              <a:prstGeom prst="rect">
                <a:avLst/>
              </a:prstGeom>
              <a:solidFill>
                <a:srgbClr val="B9056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33" name="Rectangle 32">
                <a:extLst>
                  <a:ext uri="{FF2B5EF4-FFF2-40B4-BE49-F238E27FC236}">
                    <a16:creationId xmlns:a16="http://schemas.microsoft.com/office/drawing/2014/main" id="{B0590AF1-5B69-CBEE-D7E3-FD3A4CF55C4D}"/>
                  </a:ext>
                </a:extLst>
              </p:cNvPr>
              <p:cNvSpPr/>
              <p:nvPr userDrawn="1"/>
            </p:nvSpPr>
            <p:spPr>
              <a:xfrm rot="5400000">
                <a:off x="14033099" y="3684518"/>
                <a:ext cx="253188" cy="316248"/>
              </a:xfrm>
              <a:prstGeom prst="rect">
                <a:avLst/>
              </a:prstGeom>
              <a:solidFill>
                <a:srgbClr val="9DC2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34" name="Rectangle 33">
                <a:extLst>
                  <a:ext uri="{FF2B5EF4-FFF2-40B4-BE49-F238E27FC236}">
                    <a16:creationId xmlns:a16="http://schemas.microsoft.com/office/drawing/2014/main" id="{3B259F62-06FC-2BBA-5DCE-C693D78AC195}"/>
                  </a:ext>
                </a:extLst>
              </p:cNvPr>
              <p:cNvSpPr/>
              <p:nvPr userDrawn="1"/>
            </p:nvSpPr>
            <p:spPr>
              <a:xfrm rot="5400000">
                <a:off x="14033099" y="4008746"/>
                <a:ext cx="253188" cy="316248"/>
              </a:xfrm>
              <a:prstGeom prst="rect">
                <a:avLst/>
              </a:prstGeom>
              <a:solidFill>
                <a:srgbClr val="309DA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35" name="Rectangle 34">
                <a:extLst>
                  <a:ext uri="{FF2B5EF4-FFF2-40B4-BE49-F238E27FC236}">
                    <a16:creationId xmlns:a16="http://schemas.microsoft.com/office/drawing/2014/main" id="{350F7468-0139-9755-A726-5A6A2CB1246E}"/>
                  </a:ext>
                </a:extLst>
              </p:cNvPr>
              <p:cNvSpPr/>
              <p:nvPr userDrawn="1"/>
            </p:nvSpPr>
            <p:spPr>
              <a:xfrm rot="5400000">
                <a:off x="14033099" y="4332974"/>
                <a:ext cx="253188" cy="316248"/>
              </a:xfrm>
              <a:prstGeom prst="rect">
                <a:avLst/>
              </a:prstGeom>
              <a:solidFill>
                <a:srgbClr val="E2C22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36" name="Rectangle 35">
                <a:extLst>
                  <a:ext uri="{FF2B5EF4-FFF2-40B4-BE49-F238E27FC236}">
                    <a16:creationId xmlns:a16="http://schemas.microsoft.com/office/drawing/2014/main" id="{97E895C1-D1EA-4711-69DE-03B89EF5EDAA}"/>
                  </a:ext>
                </a:extLst>
              </p:cNvPr>
              <p:cNvSpPr/>
              <p:nvPr userDrawn="1"/>
            </p:nvSpPr>
            <p:spPr>
              <a:xfrm rot="5400000">
                <a:off x="14033099" y="4657202"/>
                <a:ext cx="253188" cy="316248"/>
              </a:xfrm>
              <a:prstGeom prst="rect">
                <a:avLst/>
              </a:prstGeom>
              <a:solidFill>
                <a:srgbClr val="9158B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grpSp>
        <p:grpSp>
          <p:nvGrpSpPr>
            <p:cNvPr id="10" name="Group 9">
              <a:extLst>
                <a:ext uri="{FF2B5EF4-FFF2-40B4-BE49-F238E27FC236}">
                  <a16:creationId xmlns:a16="http://schemas.microsoft.com/office/drawing/2014/main" id="{A001478C-0438-829A-D72E-0C06E4D67FA5}"/>
                </a:ext>
              </a:extLst>
            </p:cNvPr>
            <p:cNvGrpSpPr/>
            <p:nvPr userDrawn="1"/>
          </p:nvGrpSpPr>
          <p:grpSpPr>
            <a:xfrm>
              <a:off x="12442019" y="198485"/>
              <a:ext cx="382660" cy="2882942"/>
              <a:chOff x="12742785" y="3716048"/>
              <a:chExt cx="316248" cy="3171236"/>
            </a:xfrm>
          </p:grpSpPr>
          <p:sp>
            <p:nvSpPr>
              <p:cNvPr id="14" name="Rectangle 13">
                <a:extLst>
                  <a:ext uri="{FF2B5EF4-FFF2-40B4-BE49-F238E27FC236}">
                    <a16:creationId xmlns:a16="http://schemas.microsoft.com/office/drawing/2014/main" id="{3B1C42BD-DDE7-BF3C-AF40-5AA56A5C6486}"/>
                  </a:ext>
                </a:extLst>
              </p:cNvPr>
              <p:cNvSpPr/>
              <p:nvPr userDrawn="1"/>
            </p:nvSpPr>
            <p:spPr>
              <a:xfrm rot="5400000">
                <a:off x="12774315" y="6602566"/>
                <a:ext cx="253188" cy="316248"/>
              </a:xfrm>
              <a:prstGeom prst="rect">
                <a:avLst/>
              </a:prstGeom>
              <a:solidFill>
                <a:srgbClr val="BFD6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15" name="Rectangle 14">
                <a:extLst>
                  <a:ext uri="{FF2B5EF4-FFF2-40B4-BE49-F238E27FC236}">
                    <a16:creationId xmlns:a16="http://schemas.microsoft.com/office/drawing/2014/main" id="{54421D5F-F49C-9252-6CF4-423DC7219290}"/>
                  </a:ext>
                </a:extLst>
              </p:cNvPr>
              <p:cNvSpPr/>
              <p:nvPr userDrawn="1"/>
            </p:nvSpPr>
            <p:spPr>
              <a:xfrm rot="5400000">
                <a:off x="12774315" y="4981430"/>
                <a:ext cx="253188" cy="316248"/>
              </a:xfrm>
              <a:prstGeom prst="rect">
                <a:avLst/>
              </a:prstGeom>
              <a:solidFill>
                <a:srgbClr val="D25F7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17" name="Rectangle 16">
                <a:extLst>
                  <a:ext uri="{FF2B5EF4-FFF2-40B4-BE49-F238E27FC236}">
                    <a16:creationId xmlns:a16="http://schemas.microsoft.com/office/drawing/2014/main" id="{AF395AD2-DAF3-7CF3-C31F-951B87312722}"/>
                  </a:ext>
                </a:extLst>
              </p:cNvPr>
              <p:cNvSpPr/>
              <p:nvPr userDrawn="1"/>
            </p:nvSpPr>
            <p:spPr>
              <a:xfrm rot="5400000">
                <a:off x="12774315" y="5305658"/>
                <a:ext cx="253188" cy="316248"/>
              </a:xfrm>
              <a:prstGeom prst="rect">
                <a:avLst/>
              </a:prstGeom>
              <a:solidFill>
                <a:srgbClr val="C6480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18" name="Rectangle 17">
                <a:extLst>
                  <a:ext uri="{FF2B5EF4-FFF2-40B4-BE49-F238E27FC236}">
                    <a16:creationId xmlns:a16="http://schemas.microsoft.com/office/drawing/2014/main" id="{03A6A57A-3A97-3AF8-8C54-CC3B412C5A70}"/>
                  </a:ext>
                </a:extLst>
              </p:cNvPr>
              <p:cNvSpPr/>
              <p:nvPr userDrawn="1"/>
            </p:nvSpPr>
            <p:spPr>
              <a:xfrm rot="5400000">
                <a:off x="12774315" y="5629886"/>
                <a:ext cx="253188" cy="316248"/>
              </a:xfrm>
              <a:prstGeom prst="rect">
                <a:avLst/>
              </a:prstGeom>
              <a:solidFill>
                <a:srgbClr val="BA016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19" name="Rectangle 18">
                <a:extLst>
                  <a:ext uri="{FF2B5EF4-FFF2-40B4-BE49-F238E27FC236}">
                    <a16:creationId xmlns:a16="http://schemas.microsoft.com/office/drawing/2014/main" id="{E0F85024-3D08-1F6D-C0EB-6E5C3544C14D}"/>
                  </a:ext>
                </a:extLst>
              </p:cNvPr>
              <p:cNvSpPr/>
              <p:nvPr userDrawn="1"/>
            </p:nvSpPr>
            <p:spPr>
              <a:xfrm rot="5400000">
                <a:off x="12774315" y="3684518"/>
                <a:ext cx="253188" cy="316248"/>
              </a:xfrm>
              <a:prstGeom prst="rect">
                <a:avLst/>
              </a:prstGeom>
              <a:solidFill>
                <a:srgbClr val="005E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20" name="Rectangle 19">
                <a:extLst>
                  <a:ext uri="{FF2B5EF4-FFF2-40B4-BE49-F238E27FC236}">
                    <a16:creationId xmlns:a16="http://schemas.microsoft.com/office/drawing/2014/main" id="{71C6C2BC-C005-CEC6-B9E6-6A6AB43BEB5B}"/>
                  </a:ext>
                </a:extLst>
              </p:cNvPr>
              <p:cNvSpPr/>
              <p:nvPr userDrawn="1"/>
            </p:nvSpPr>
            <p:spPr>
              <a:xfrm rot="5400000">
                <a:off x="12774315" y="4008746"/>
                <a:ext cx="253188" cy="316248"/>
              </a:xfrm>
              <a:prstGeom prst="rect">
                <a:avLst/>
              </a:prstGeom>
              <a:solidFill>
                <a:srgbClr val="5EB6B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21" name="Rectangle 20">
                <a:extLst>
                  <a:ext uri="{FF2B5EF4-FFF2-40B4-BE49-F238E27FC236}">
                    <a16:creationId xmlns:a16="http://schemas.microsoft.com/office/drawing/2014/main" id="{8C20EE8A-2A42-D4B0-B8B5-523C5957C3B3}"/>
                  </a:ext>
                </a:extLst>
              </p:cNvPr>
              <p:cNvSpPr/>
              <p:nvPr userDrawn="1"/>
            </p:nvSpPr>
            <p:spPr>
              <a:xfrm rot="5400000">
                <a:off x="12774315" y="4332974"/>
                <a:ext cx="253188" cy="316248"/>
              </a:xfrm>
              <a:prstGeom prst="rect">
                <a:avLst/>
              </a:prstGeom>
              <a:solidFill>
                <a:srgbClr val="C7AB2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22" name="Rectangle 21">
                <a:extLst>
                  <a:ext uri="{FF2B5EF4-FFF2-40B4-BE49-F238E27FC236}">
                    <a16:creationId xmlns:a16="http://schemas.microsoft.com/office/drawing/2014/main" id="{B7F5C9BA-EFD5-B850-BBD2-2F45C77F57D0}"/>
                  </a:ext>
                </a:extLst>
              </p:cNvPr>
              <p:cNvSpPr/>
              <p:nvPr userDrawn="1"/>
            </p:nvSpPr>
            <p:spPr>
              <a:xfrm rot="5400000">
                <a:off x="12774315" y="4657202"/>
                <a:ext cx="253188" cy="316248"/>
              </a:xfrm>
              <a:prstGeom prst="rect">
                <a:avLst/>
              </a:prstGeom>
              <a:solidFill>
                <a:srgbClr val="5C068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24" name="Rectangle 23">
                <a:extLst>
                  <a:ext uri="{FF2B5EF4-FFF2-40B4-BE49-F238E27FC236}">
                    <a16:creationId xmlns:a16="http://schemas.microsoft.com/office/drawing/2014/main" id="{43DDDA32-B281-8B74-D15E-C4F505A6B1D6}"/>
                  </a:ext>
                </a:extLst>
              </p:cNvPr>
              <p:cNvSpPr/>
              <p:nvPr userDrawn="1"/>
            </p:nvSpPr>
            <p:spPr>
              <a:xfrm rot="5400000">
                <a:off x="12774315" y="5954114"/>
                <a:ext cx="253188" cy="316248"/>
              </a:xfrm>
              <a:prstGeom prst="rect">
                <a:avLst/>
              </a:prstGeom>
              <a:solidFill>
                <a:srgbClr val="2A431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26" name="Rectangle 25">
                <a:extLst>
                  <a:ext uri="{FF2B5EF4-FFF2-40B4-BE49-F238E27FC236}">
                    <a16:creationId xmlns:a16="http://schemas.microsoft.com/office/drawing/2014/main" id="{BD64FAB9-8EDC-20CF-C31C-E2F3BFE05D16}"/>
                  </a:ext>
                </a:extLst>
              </p:cNvPr>
              <p:cNvSpPr/>
              <p:nvPr userDrawn="1"/>
            </p:nvSpPr>
            <p:spPr>
              <a:xfrm rot="5400000">
                <a:off x="12774315" y="6278342"/>
                <a:ext cx="253188" cy="316248"/>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grpSp>
        <p:sp>
          <p:nvSpPr>
            <p:cNvPr id="13" name="TextBox 12">
              <a:extLst>
                <a:ext uri="{FF2B5EF4-FFF2-40B4-BE49-F238E27FC236}">
                  <a16:creationId xmlns:a16="http://schemas.microsoft.com/office/drawing/2014/main" id="{5A9D5DB8-49BA-AD8F-BAF5-466CC632A05E}"/>
                </a:ext>
              </a:extLst>
            </p:cNvPr>
            <p:cNvSpPr txBox="1"/>
            <p:nvPr userDrawn="1"/>
          </p:nvSpPr>
          <p:spPr>
            <a:xfrm rot="16200000">
              <a:off x="12574270" y="5173406"/>
              <a:ext cx="960199" cy="118559"/>
            </a:xfrm>
            <a:prstGeom prst="rect">
              <a:avLst/>
            </a:prstGeom>
            <a:noFill/>
          </p:spPr>
          <p:txBody>
            <a:bodyPr wrap="none" lIns="0" tIns="0" rIns="0" bIns="0" rtlCol="0">
              <a:spAutoFit/>
            </a:bodyPr>
            <a:lstStyle/>
            <a:p>
              <a:pPr algn="l">
                <a:lnSpc>
                  <a:spcPct val="101000"/>
                </a:lnSpc>
                <a:spcAft>
                  <a:spcPts val="600"/>
                </a:spcAft>
              </a:pPr>
              <a:r>
                <a:rPr lang="en-CR" sz="800" b="1">
                  <a:solidFill>
                    <a:srgbClr val="000000"/>
                  </a:solidFill>
                  <a:latin typeface="GT America Regular"/>
                  <a:ea typeface="GT America Regular" charset="0"/>
                  <a:cs typeface="GT America Regular" charset="0"/>
                </a:rPr>
                <a:t>ON MOODY´S BLUE</a:t>
              </a:r>
              <a:endParaRPr kumimoji="0" lang="en-CR" sz="800" b="1" i="0" u="none" strike="noStrike" kern="1200" cap="none" spc="0" normalizeH="0" baseline="0" noProof="0" err="1">
                <a:ln>
                  <a:noFill/>
                </a:ln>
                <a:solidFill>
                  <a:srgbClr val="000000"/>
                </a:solidFill>
                <a:effectLst/>
                <a:uLnTx/>
                <a:uFillTx/>
                <a:latin typeface="GT America Regular"/>
                <a:ea typeface="GT America Regular" charset="0"/>
                <a:cs typeface="GT America Regular" charset="0"/>
              </a:endParaRPr>
            </a:p>
          </p:txBody>
        </p:sp>
      </p:grpSp>
      <p:sp>
        <p:nvSpPr>
          <p:cNvPr id="37" name="TextBox 36">
            <a:extLst>
              <a:ext uri="{FF2B5EF4-FFF2-40B4-BE49-F238E27FC236}">
                <a16:creationId xmlns:a16="http://schemas.microsoft.com/office/drawing/2014/main" id="{93A910E1-CAC3-609A-F08D-3721A2B3799F}"/>
              </a:ext>
            </a:extLst>
          </p:cNvPr>
          <p:cNvSpPr txBox="1"/>
          <p:nvPr userDrawn="1"/>
        </p:nvSpPr>
        <p:spPr>
          <a:xfrm>
            <a:off x="12356815" y="3377042"/>
            <a:ext cx="807913" cy="118559"/>
          </a:xfrm>
          <a:prstGeom prst="rect">
            <a:avLst/>
          </a:prstGeom>
          <a:noFill/>
        </p:spPr>
        <p:txBody>
          <a:bodyPr wrap="none" lIns="0" tIns="0" rIns="0" bIns="0" rtlCol="0">
            <a:spAutoFit/>
          </a:bodyPr>
          <a:lstStyle/>
          <a:p>
            <a:pPr algn="l">
              <a:lnSpc>
                <a:spcPct val="101000"/>
              </a:lnSpc>
              <a:spcAft>
                <a:spcPts val="600"/>
              </a:spcAft>
            </a:pPr>
            <a:r>
              <a:rPr kumimoji="0" lang="en-US" sz="800" b="1" i="0" u="none" strike="noStrike" kern="1200" cap="none" spc="0" normalizeH="0" baseline="0" noProof="0" dirty="0">
                <a:ln>
                  <a:noFill/>
                </a:ln>
                <a:solidFill>
                  <a:srgbClr val="000000"/>
                </a:solidFill>
                <a:effectLst/>
                <a:uLnTx/>
                <a:uFillTx/>
                <a:ea typeface="GT America Regular" charset="0"/>
                <a:cs typeface="GT America Regular" charset="0"/>
              </a:rPr>
              <a:t>For charts ONLY</a:t>
            </a:r>
            <a:endParaRPr kumimoji="0" lang="en-CR" sz="800" b="1" i="0" u="none" strike="noStrike" kern="1200" cap="none" spc="0" normalizeH="0" baseline="0" noProof="0">
              <a:ln>
                <a:noFill/>
              </a:ln>
              <a:solidFill>
                <a:srgbClr val="000000"/>
              </a:solidFill>
              <a:effectLst/>
              <a:uLnTx/>
              <a:uFillTx/>
              <a:ea typeface="GT America Regular" charset="0"/>
              <a:cs typeface="GT America Regular" charset="0"/>
            </a:endParaRPr>
          </a:p>
        </p:txBody>
      </p:sp>
    </p:spTree>
    <p:extLst>
      <p:ext uri="{BB962C8B-B14F-4D97-AF65-F5344CB8AC3E}">
        <p14:creationId xmlns:p14="http://schemas.microsoft.com/office/powerpoint/2010/main" val="193523899"/>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2 Column, Equal - Subhead">
    <p:spTree>
      <p:nvGrpSpPr>
        <p:cNvPr id="1" name=""/>
        <p:cNvGrpSpPr/>
        <p:nvPr/>
      </p:nvGrpSpPr>
      <p:grpSpPr>
        <a:xfrm>
          <a:off x="0" y="0"/>
          <a:ext cx="0" cy="0"/>
          <a:chOff x="0" y="0"/>
          <a:chExt cx="0" cy="0"/>
        </a:xfrm>
      </p:grpSpPr>
      <p:sp>
        <p:nvSpPr>
          <p:cNvPr id="8" name="Footer Placeholder 7">
            <a:extLst>
              <a:ext uri="{FF2B5EF4-FFF2-40B4-BE49-F238E27FC236}">
                <a16:creationId xmlns:a16="http://schemas.microsoft.com/office/drawing/2014/main" id="{0E2ADB5F-BB7A-E503-6385-47B7F4A752C0}"/>
              </a:ext>
            </a:extLst>
          </p:cNvPr>
          <p:cNvSpPr>
            <a:spLocks noGrp="1"/>
          </p:cNvSpPr>
          <p:nvPr>
            <p:ph type="ftr" sz="quarter" idx="11"/>
          </p:nvPr>
        </p:nvSpPr>
        <p:spPr/>
        <p:txBody>
          <a:bodyPr/>
          <a:lstStyle/>
          <a:p>
            <a:r>
              <a:rPr lang="en-US"/>
              <a:t>See slide 12 for instructions on how to update footer</a:t>
            </a:r>
          </a:p>
        </p:txBody>
      </p:sp>
      <p:sp>
        <p:nvSpPr>
          <p:cNvPr id="9" name="Slide Number Placeholder 8">
            <a:extLst>
              <a:ext uri="{FF2B5EF4-FFF2-40B4-BE49-F238E27FC236}">
                <a16:creationId xmlns:a16="http://schemas.microsoft.com/office/drawing/2014/main" id="{CCA8152B-F410-5052-DF3D-06C6DD4D2381}"/>
              </a:ext>
            </a:extLst>
          </p:cNvPr>
          <p:cNvSpPr>
            <a:spLocks noGrp="1"/>
          </p:cNvSpPr>
          <p:nvPr>
            <p:ph type="sldNum" sz="quarter" idx="12"/>
          </p:nvPr>
        </p:nvSpPr>
        <p:spPr/>
        <p:txBody>
          <a:bodyPr/>
          <a:lstStyle/>
          <a:p>
            <a:fld id="{862A5111-985B-C14D-9115-5787026182A8}" type="slidenum">
              <a:rPr lang="en-US" smtClean="0"/>
              <a:t>‹#›</a:t>
            </a:fld>
            <a:endParaRPr lang="en-US"/>
          </a:p>
        </p:txBody>
      </p:sp>
      <p:sp>
        <p:nvSpPr>
          <p:cNvPr id="18" name="Title 17">
            <a:extLst>
              <a:ext uri="{FF2B5EF4-FFF2-40B4-BE49-F238E27FC236}">
                <a16:creationId xmlns:a16="http://schemas.microsoft.com/office/drawing/2014/main" id="{EC9D0933-64E3-BFA1-9514-B7DF150292A4}"/>
              </a:ext>
            </a:extLst>
          </p:cNvPr>
          <p:cNvSpPr>
            <a:spLocks noGrp="1"/>
          </p:cNvSpPr>
          <p:nvPr>
            <p:ph type="title"/>
          </p:nvPr>
        </p:nvSpPr>
        <p:spPr>
          <a:xfrm>
            <a:off x="546100" y="552450"/>
            <a:ext cx="11091861" cy="434975"/>
          </a:xfrm>
        </p:spPr>
        <p:txBody>
          <a:bodyPr/>
          <a:lstStyle/>
          <a:p>
            <a:r>
              <a:rPr lang="en-US"/>
              <a:t>Click to edit Master title style</a:t>
            </a:r>
            <a:endParaRPr lang="en-US" dirty="0"/>
          </a:p>
        </p:txBody>
      </p:sp>
      <p:sp>
        <p:nvSpPr>
          <p:cNvPr id="5" name="Freeform 5">
            <a:extLst>
              <a:ext uri="{FF2B5EF4-FFF2-40B4-BE49-F238E27FC236}">
                <a16:creationId xmlns:a16="http://schemas.microsoft.com/office/drawing/2014/main" id="{815BB915-D4A3-4B77-441D-189B31261836}"/>
              </a:ext>
            </a:extLst>
          </p:cNvPr>
          <p:cNvSpPr/>
          <p:nvPr userDrawn="1"/>
        </p:nvSpPr>
        <p:spPr bwMode="black">
          <a:xfrm>
            <a:off x="554038" y="6469335"/>
            <a:ext cx="678511" cy="112440"/>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chemeClr val="tx2"/>
          </a:solidFill>
          <a:ln w="0" cap="flat">
            <a:noFill/>
            <a:prstDash val="solid"/>
            <a:miter/>
          </a:ln>
        </p:spPr>
        <p:txBody>
          <a:bodyPr rtlCol="0" anchor="ctr"/>
          <a:lstStyle/>
          <a:p>
            <a:endParaRPr lang="en-US"/>
          </a:p>
        </p:txBody>
      </p:sp>
      <p:sp>
        <p:nvSpPr>
          <p:cNvPr id="12" name="Text Placeholder 11">
            <a:extLst>
              <a:ext uri="{FF2B5EF4-FFF2-40B4-BE49-F238E27FC236}">
                <a16:creationId xmlns:a16="http://schemas.microsoft.com/office/drawing/2014/main" id="{5D9301CB-D124-C2F5-CEF2-1087073EEC8A}"/>
              </a:ext>
            </a:extLst>
          </p:cNvPr>
          <p:cNvSpPr>
            <a:spLocks noGrp="1"/>
          </p:cNvSpPr>
          <p:nvPr>
            <p:ph type="body" sz="quarter" idx="21"/>
          </p:nvPr>
        </p:nvSpPr>
        <p:spPr>
          <a:xfrm>
            <a:off x="546100" y="1127125"/>
            <a:ext cx="11097578" cy="292608"/>
          </a:xfrm>
        </p:spPr>
        <p:txBody>
          <a:bodyPr>
            <a:noAutofit/>
          </a:bodyPr>
          <a:lstStyle>
            <a:lvl1pPr marL="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1pPr>
            <a:lvl2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2pPr>
            <a:lvl3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3pPr>
            <a:lvl4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4pPr>
            <a:lvl5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5pPr>
            <a:lvl6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6pPr>
            <a:lvl7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7pPr>
            <a:lvl8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8pPr>
            <a:lvl9pPr marL="0" indent="0" algn="l" defTabSz="914400" rtl="0" eaLnBrk="1" latinLnBrk="0" hangingPunct="1">
              <a:lnSpc>
                <a:spcPct val="80000"/>
              </a:lnSpc>
              <a:spcBef>
                <a:spcPts val="0"/>
              </a:spcBef>
              <a:spcAft>
                <a:spcPts val="0"/>
              </a:spcAft>
              <a:buNone/>
              <a:defRPr lang="en-US" sz="2400" b="0" i="0" kern="1200" dirty="0">
                <a:solidFill>
                  <a:schemeClr val="accent1"/>
                </a:solidFill>
                <a:latin typeface="+mj-lt"/>
                <a:ea typeface="GT America Regular" charset="0"/>
                <a:cs typeface="GT America Regular" charset="0"/>
              </a:defRPr>
            </a:lvl9pPr>
          </a:lstStyle>
          <a:p>
            <a:pPr lvl="0"/>
            <a:r>
              <a:rPr lang="en-US"/>
              <a:t>Click to edit Master text styles</a:t>
            </a:r>
          </a:p>
        </p:txBody>
      </p:sp>
      <p:sp>
        <p:nvSpPr>
          <p:cNvPr id="14" name="Text Placeholder 13">
            <a:extLst>
              <a:ext uri="{FF2B5EF4-FFF2-40B4-BE49-F238E27FC236}">
                <a16:creationId xmlns:a16="http://schemas.microsoft.com/office/drawing/2014/main" id="{927E5978-3DC9-2522-00F6-781CF3B6DBE0}"/>
              </a:ext>
            </a:extLst>
          </p:cNvPr>
          <p:cNvSpPr>
            <a:spLocks noGrp="1"/>
          </p:cNvSpPr>
          <p:nvPr>
            <p:ph type="body" sz="quarter" idx="22"/>
          </p:nvPr>
        </p:nvSpPr>
        <p:spPr>
          <a:xfrm>
            <a:off x="546100" y="6019801"/>
            <a:ext cx="6851650" cy="292100"/>
          </a:xfrm>
        </p:spPr>
        <p:txBody>
          <a:bodyPr anchor="b">
            <a:noAutofit/>
          </a:bodyPr>
          <a:lstStyle>
            <a:lvl1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1pPr>
            <a:lvl2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2pPr>
            <a:lvl3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3pPr>
            <a:lvl4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4pPr>
            <a:lvl5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5pPr>
            <a:lvl6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6pPr>
            <a:lvl7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7pPr>
            <a:lvl8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8pPr>
            <a:lvl9pPr marL="0" indent="0" algn="l" defTabSz="914400" rtl="0" eaLnBrk="1" latinLnBrk="0" hangingPunct="1">
              <a:lnSpc>
                <a:spcPct val="101000"/>
              </a:lnSpc>
              <a:spcBef>
                <a:spcPts val="0"/>
              </a:spcBef>
              <a:spcAft>
                <a:spcPts val="600"/>
              </a:spcAft>
              <a:buNone/>
              <a:defRPr lang="en-US" sz="600" b="0" i="0" kern="1200" dirty="0">
                <a:solidFill>
                  <a:srgbClr val="75787B"/>
                </a:solidFill>
                <a:latin typeface="+mn-lt"/>
                <a:ea typeface="GT America Regular" charset="0"/>
                <a:cs typeface="GT America Regular" charset="0"/>
              </a:defRPr>
            </a:lvl9pPr>
          </a:lstStyle>
          <a:p>
            <a:pPr lvl="0"/>
            <a:r>
              <a:rPr lang="en-US"/>
              <a:t>Click to edit Master text styles</a:t>
            </a:r>
          </a:p>
        </p:txBody>
      </p:sp>
      <p:sp>
        <p:nvSpPr>
          <p:cNvPr id="30" name="Content Placeholder 29">
            <a:extLst>
              <a:ext uri="{FF2B5EF4-FFF2-40B4-BE49-F238E27FC236}">
                <a16:creationId xmlns:a16="http://schemas.microsoft.com/office/drawing/2014/main" id="{0BDF59AF-B2BA-5A83-3E07-990E126292C1}"/>
              </a:ext>
            </a:extLst>
          </p:cNvPr>
          <p:cNvSpPr>
            <a:spLocks noGrp="1"/>
          </p:cNvSpPr>
          <p:nvPr>
            <p:ph sz="quarter" idx="27"/>
          </p:nvPr>
        </p:nvSpPr>
        <p:spPr>
          <a:xfrm>
            <a:off x="546101" y="2425700"/>
            <a:ext cx="5445124" cy="34417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2" name="Content Placeholder 31">
            <a:extLst>
              <a:ext uri="{FF2B5EF4-FFF2-40B4-BE49-F238E27FC236}">
                <a16:creationId xmlns:a16="http://schemas.microsoft.com/office/drawing/2014/main" id="{6F691F75-1851-7040-01A9-AB8C9E4CA60B}"/>
              </a:ext>
            </a:extLst>
          </p:cNvPr>
          <p:cNvSpPr>
            <a:spLocks noGrp="1"/>
          </p:cNvSpPr>
          <p:nvPr>
            <p:ph sz="quarter" idx="28"/>
          </p:nvPr>
        </p:nvSpPr>
        <p:spPr>
          <a:xfrm>
            <a:off x="6194425" y="2425700"/>
            <a:ext cx="5443538" cy="34417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4" name="Text Placeholder 33">
            <a:extLst>
              <a:ext uri="{FF2B5EF4-FFF2-40B4-BE49-F238E27FC236}">
                <a16:creationId xmlns:a16="http://schemas.microsoft.com/office/drawing/2014/main" id="{5FE0CD66-027F-AA7D-2F1F-385DF569B800}"/>
              </a:ext>
            </a:extLst>
          </p:cNvPr>
          <p:cNvSpPr>
            <a:spLocks noGrp="1"/>
          </p:cNvSpPr>
          <p:nvPr>
            <p:ph type="body" sz="quarter" idx="29"/>
          </p:nvPr>
        </p:nvSpPr>
        <p:spPr>
          <a:xfrm>
            <a:off x="546100" y="1849436"/>
            <a:ext cx="5445125" cy="296864"/>
          </a:xfrm>
        </p:spPr>
        <p:txBody>
          <a:bodyPr anchor="b">
            <a:noAutofit/>
          </a:bodyPr>
          <a:lstStyle>
            <a:lvl1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1pPr>
            <a:lvl2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2pPr>
            <a:lvl3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3pPr>
            <a:lvl4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4pPr>
            <a:lvl5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5pPr>
            <a:lvl6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6pPr>
            <a:lvl7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7pPr>
            <a:lvl8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8pPr>
            <a:lvl9pPr marL="0" indent="0" algn="l" defTabSz="914400" rtl="0" eaLnBrk="1" latinLnBrk="0" hangingPunct="1">
              <a:lnSpc>
                <a:spcPct val="101000"/>
              </a:lnSpc>
              <a:spcBef>
                <a:spcPts val="0"/>
              </a:spcBef>
              <a:spcAft>
                <a:spcPts val="600"/>
              </a:spcAft>
              <a:buNone/>
              <a:defRPr lang="en-US" sz="2000" b="0" i="0" kern="1200" dirty="0">
                <a:solidFill>
                  <a:schemeClr val="tx2"/>
                </a:solidFill>
                <a:latin typeface="+mj-lt"/>
                <a:ea typeface="GT America Regular" charset="0"/>
                <a:cs typeface="GT America Regular" charset="0"/>
              </a:defRPr>
            </a:lvl9pPr>
          </a:lstStyle>
          <a:p>
            <a:pPr lvl="0"/>
            <a:r>
              <a:rPr lang="en-US"/>
              <a:t>Click to edit Master text styles</a:t>
            </a:r>
          </a:p>
        </p:txBody>
      </p:sp>
      <p:sp>
        <p:nvSpPr>
          <p:cNvPr id="36" name="Text Placeholder 35">
            <a:extLst>
              <a:ext uri="{FF2B5EF4-FFF2-40B4-BE49-F238E27FC236}">
                <a16:creationId xmlns:a16="http://schemas.microsoft.com/office/drawing/2014/main" id="{3A72DFFD-6972-74A3-175B-07193979F2E8}"/>
              </a:ext>
            </a:extLst>
          </p:cNvPr>
          <p:cNvSpPr>
            <a:spLocks noGrp="1"/>
          </p:cNvSpPr>
          <p:nvPr>
            <p:ph type="body" sz="quarter" idx="30"/>
          </p:nvPr>
        </p:nvSpPr>
        <p:spPr>
          <a:xfrm>
            <a:off x="6194425" y="1849434"/>
            <a:ext cx="5443537" cy="296866"/>
          </a:xfrm>
        </p:spPr>
        <p:txBody>
          <a:bodyPr anchor="b">
            <a:noAutofit/>
          </a:bodyPr>
          <a:lstStyle>
            <a:lvl1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1pPr>
            <a:lvl2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2pPr>
            <a:lvl3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3pPr>
            <a:lvl4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4pPr>
            <a:lvl5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5pPr>
            <a:lvl6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6pPr>
            <a:lvl7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7pPr>
            <a:lvl8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8pPr>
            <a:lvl9pPr marL="0" indent="0" algn="l" defTabSz="914400" rtl="0" eaLnBrk="1" latinLnBrk="0" hangingPunct="1">
              <a:lnSpc>
                <a:spcPct val="101000"/>
              </a:lnSpc>
              <a:spcBef>
                <a:spcPts val="0"/>
              </a:spcBef>
              <a:spcAft>
                <a:spcPts val="600"/>
              </a:spcAft>
              <a:buNone/>
              <a:defRPr lang="en-US" sz="2000" b="0" i="0" kern="1200" dirty="0">
                <a:solidFill>
                  <a:schemeClr val="tx2"/>
                </a:solidFill>
                <a:latin typeface="+mj-lt"/>
                <a:ea typeface="GT America Regular" charset="0"/>
                <a:cs typeface="GT America Regular" charset="0"/>
              </a:defRPr>
            </a:lvl9pPr>
          </a:lstStyle>
          <a:p>
            <a:pPr lvl="0"/>
            <a:r>
              <a:rPr lang="en-US"/>
              <a:t>Click to edit Master text styles</a:t>
            </a:r>
          </a:p>
        </p:txBody>
      </p:sp>
      <p:grpSp>
        <p:nvGrpSpPr>
          <p:cNvPr id="2" name="Group 1">
            <a:extLst>
              <a:ext uri="{FF2B5EF4-FFF2-40B4-BE49-F238E27FC236}">
                <a16:creationId xmlns:a16="http://schemas.microsoft.com/office/drawing/2014/main" id="{226CEDAE-9F07-1C0C-6E9E-BB7BCDF8D27F}"/>
              </a:ext>
            </a:extLst>
          </p:cNvPr>
          <p:cNvGrpSpPr/>
          <p:nvPr userDrawn="1"/>
        </p:nvGrpSpPr>
        <p:grpSpPr>
          <a:xfrm>
            <a:off x="12356815" y="0"/>
            <a:ext cx="756834" cy="6872642"/>
            <a:chOff x="12356815" y="0"/>
            <a:chExt cx="756834" cy="6872642"/>
          </a:xfrm>
        </p:grpSpPr>
        <p:sp>
          <p:nvSpPr>
            <p:cNvPr id="3" name="Rectangle 2">
              <a:extLst>
                <a:ext uri="{FF2B5EF4-FFF2-40B4-BE49-F238E27FC236}">
                  <a16:creationId xmlns:a16="http://schemas.microsoft.com/office/drawing/2014/main" id="{0F4816D7-3A80-BA68-F59C-705E7C62ED0D}"/>
                </a:ext>
              </a:extLst>
            </p:cNvPr>
            <p:cNvSpPr/>
            <p:nvPr userDrawn="1"/>
          </p:nvSpPr>
          <p:spPr>
            <a:xfrm>
              <a:off x="12356815" y="0"/>
              <a:ext cx="553069" cy="3279913"/>
            </a:xfrm>
            <a:prstGeom prst="rect">
              <a:avLst/>
            </a:prstGeom>
            <a:solidFill>
              <a:schemeClr val="bg1">
                <a:lumMod val="95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a:p>
          </p:txBody>
        </p:sp>
        <p:sp>
          <p:nvSpPr>
            <p:cNvPr id="4" name="TextBox 3">
              <a:extLst>
                <a:ext uri="{FF2B5EF4-FFF2-40B4-BE49-F238E27FC236}">
                  <a16:creationId xmlns:a16="http://schemas.microsoft.com/office/drawing/2014/main" id="{F7DD9259-F243-5A0B-900C-8570402A0E20}"/>
                </a:ext>
              </a:extLst>
            </p:cNvPr>
            <p:cNvSpPr txBox="1"/>
            <p:nvPr userDrawn="1"/>
          </p:nvSpPr>
          <p:spPr>
            <a:xfrm rot="16200000">
              <a:off x="12332216" y="1580677"/>
              <a:ext cx="1444306" cy="118559"/>
            </a:xfrm>
            <a:prstGeom prst="rect">
              <a:avLst/>
            </a:prstGeom>
            <a:noFill/>
          </p:spPr>
          <p:txBody>
            <a:bodyPr wrap="none" lIns="0" tIns="0" rIns="0" bIns="0" rtlCol="0">
              <a:spAutoFit/>
            </a:bodyPr>
            <a:lstStyle/>
            <a:p>
              <a:pPr algn="l">
                <a:lnSpc>
                  <a:spcPct val="101000"/>
                </a:lnSpc>
                <a:spcAft>
                  <a:spcPts val="600"/>
                </a:spcAft>
              </a:pPr>
              <a:r>
                <a:rPr kumimoji="0" lang="en-CR" sz="800" b="1" i="0" u="none" strike="noStrike" kern="1200" cap="none" spc="0" normalizeH="0" baseline="0" noProof="0">
                  <a:ln>
                    <a:noFill/>
                  </a:ln>
                  <a:solidFill>
                    <a:srgbClr val="000000"/>
                  </a:solidFill>
                  <a:effectLst/>
                  <a:uLnTx/>
                  <a:uFillTx/>
                  <a:ea typeface="GT America Regular" charset="0"/>
                  <a:cs typeface="GT America Regular" charset="0"/>
                </a:rPr>
                <a:t>ON LIGHT AND EXTRA LIGHT</a:t>
              </a:r>
            </a:p>
          </p:txBody>
        </p:sp>
        <p:sp>
          <p:nvSpPr>
            <p:cNvPr id="6" name="Rectangle 5">
              <a:extLst>
                <a:ext uri="{FF2B5EF4-FFF2-40B4-BE49-F238E27FC236}">
                  <a16:creationId xmlns:a16="http://schemas.microsoft.com/office/drawing/2014/main" id="{EA432BCD-E93E-2098-89BC-BE0C8316F127}"/>
                </a:ext>
              </a:extLst>
            </p:cNvPr>
            <p:cNvSpPr/>
            <p:nvPr userDrawn="1"/>
          </p:nvSpPr>
          <p:spPr>
            <a:xfrm>
              <a:off x="12356815" y="3592729"/>
              <a:ext cx="553069" cy="3279913"/>
            </a:xfrm>
            <a:prstGeom prst="rect">
              <a:avLst/>
            </a:prstGeom>
            <a:solidFill>
              <a:schemeClr val="tx2"/>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a:p>
          </p:txBody>
        </p:sp>
        <p:grpSp>
          <p:nvGrpSpPr>
            <p:cNvPr id="7" name="Group 6">
              <a:extLst>
                <a:ext uri="{FF2B5EF4-FFF2-40B4-BE49-F238E27FC236}">
                  <a16:creationId xmlns:a16="http://schemas.microsoft.com/office/drawing/2014/main" id="{1E629B40-79D5-42A5-F4DF-A2D85453151B}"/>
                </a:ext>
              </a:extLst>
            </p:cNvPr>
            <p:cNvGrpSpPr/>
            <p:nvPr userDrawn="1"/>
          </p:nvGrpSpPr>
          <p:grpSpPr>
            <a:xfrm>
              <a:off x="12442019" y="3791214"/>
              <a:ext cx="382660" cy="2882942"/>
              <a:chOff x="14001569" y="3716048"/>
              <a:chExt cx="316248" cy="3171236"/>
            </a:xfrm>
          </p:grpSpPr>
          <p:sp>
            <p:nvSpPr>
              <p:cNvPr id="25" name="Rectangle 24">
                <a:extLst>
                  <a:ext uri="{FF2B5EF4-FFF2-40B4-BE49-F238E27FC236}">
                    <a16:creationId xmlns:a16="http://schemas.microsoft.com/office/drawing/2014/main" id="{327DB983-63A8-7968-776C-03D3D6A0F7EE}"/>
                  </a:ext>
                </a:extLst>
              </p:cNvPr>
              <p:cNvSpPr/>
              <p:nvPr userDrawn="1"/>
            </p:nvSpPr>
            <p:spPr>
              <a:xfrm rot="5400000">
                <a:off x="14033099" y="5954114"/>
                <a:ext cx="253188" cy="316248"/>
              </a:xfrm>
              <a:prstGeom prst="rect">
                <a:avLst/>
              </a:prstGeom>
              <a:solidFill>
                <a:srgbClr val="005E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26" name="Rectangle 25">
                <a:extLst>
                  <a:ext uri="{FF2B5EF4-FFF2-40B4-BE49-F238E27FC236}">
                    <a16:creationId xmlns:a16="http://schemas.microsoft.com/office/drawing/2014/main" id="{50F7BE36-0B29-EE5B-61B9-A0FF40A6BC27}"/>
                  </a:ext>
                </a:extLst>
              </p:cNvPr>
              <p:cNvSpPr/>
              <p:nvPr userDrawn="1"/>
            </p:nvSpPr>
            <p:spPr>
              <a:xfrm rot="5400000">
                <a:off x="14033099" y="6278342"/>
                <a:ext cx="253188" cy="316248"/>
              </a:xfrm>
              <a:prstGeom prst="rect">
                <a:avLst/>
              </a:prstGeom>
              <a:solidFill>
                <a:srgbClr val="B8B9D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27" name="Rectangle 26">
                <a:extLst>
                  <a:ext uri="{FF2B5EF4-FFF2-40B4-BE49-F238E27FC236}">
                    <a16:creationId xmlns:a16="http://schemas.microsoft.com/office/drawing/2014/main" id="{7484EA5A-B6CD-0FB4-9655-3BC1956850AB}"/>
                  </a:ext>
                </a:extLst>
              </p:cNvPr>
              <p:cNvSpPr/>
              <p:nvPr userDrawn="1"/>
            </p:nvSpPr>
            <p:spPr>
              <a:xfrm rot="5400000">
                <a:off x="14033099" y="6602566"/>
                <a:ext cx="253188" cy="316248"/>
              </a:xfrm>
              <a:prstGeom prst="rect">
                <a:avLst/>
              </a:prstGeom>
              <a:solidFill>
                <a:srgbClr val="FBE6D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28" name="Rectangle 27">
                <a:extLst>
                  <a:ext uri="{FF2B5EF4-FFF2-40B4-BE49-F238E27FC236}">
                    <a16:creationId xmlns:a16="http://schemas.microsoft.com/office/drawing/2014/main" id="{ADAD8DDB-2C3E-1BD5-03C4-40975BA7E3EA}"/>
                  </a:ext>
                </a:extLst>
              </p:cNvPr>
              <p:cNvSpPr/>
              <p:nvPr userDrawn="1"/>
            </p:nvSpPr>
            <p:spPr>
              <a:xfrm rot="5400000">
                <a:off x="14033099" y="4981430"/>
                <a:ext cx="253188" cy="316248"/>
              </a:xfrm>
              <a:prstGeom prst="rect">
                <a:avLst/>
              </a:prstGeom>
              <a:solidFill>
                <a:srgbClr val="BCE09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29" name="Rectangle 28">
                <a:extLst>
                  <a:ext uri="{FF2B5EF4-FFF2-40B4-BE49-F238E27FC236}">
                    <a16:creationId xmlns:a16="http://schemas.microsoft.com/office/drawing/2014/main" id="{BF29BF7F-B872-0224-E924-83CEF4709DB9}"/>
                  </a:ext>
                </a:extLst>
              </p:cNvPr>
              <p:cNvSpPr/>
              <p:nvPr userDrawn="1"/>
            </p:nvSpPr>
            <p:spPr>
              <a:xfrm rot="5400000">
                <a:off x="14033099" y="5305658"/>
                <a:ext cx="253188" cy="316248"/>
              </a:xfrm>
              <a:prstGeom prst="rect">
                <a:avLst/>
              </a:prstGeom>
              <a:solidFill>
                <a:srgbClr val="E9783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31" name="Rectangle 30">
                <a:extLst>
                  <a:ext uri="{FF2B5EF4-FFF2-40B4-BE49-F238E27FC236}">
                    <a16:creationId xmlns:a16="http://schemas.microsoft.com/office/drawing/2014/main" id="{E9C73C3F-19E1-AF5F-C1F4-7A353837016B}"/>
                  </a:ext>
                </a:extLst>
              </p:cNvPr>
              <p:cNvSpPr/>
              <p:nvPr userDrawn="1"/>
            </p:nvSpPr>
            <p:spPr>
              <a:xfrm rot="5400000">
                <a:off x="14033099" y="5629886"/>
                <a:ext cx="253188" cy="316248"/>
              </a:xfrm>
              <a:prstGeom prst="rect">
                <a:avLst/>
              </a:prstGeom>
              <a:solidFill>
                <a:srgbClr val="B9056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33" name="Rectangle 32">
                <a:extLst>
                  <a:ext uri="{FF2B5EF4-FFF2-40B4-BE49-F238E27FC236}">
                    <a16:creationId xmlns:a16="http://schemas.microsoft.com/office/drawing/2014/main" id="{5CBD3428-3E1F-90DC-48EF-B4461E243C6F}"/>
                  </a:ext>
                </a:extLst>
              </p:cNvPr>
              <p:cNvSpPr/>
              <p:nvPr userDrawn="1"/>
            </p:nvSpPr>
            <p:spPr>
              <a:xfrm rot="5400000">
                <a:off x="14033099" y="3684518"/>
                <a:ext cx="253188" cy="316248"/>
              </a:xfrm>
              <a:prstGeom prst="rect">
                <a:avLst/>
              </a:prstGeom>
              <a:solidFill>
                <a:srgbClr val="9DC2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35" name="Rectangle 34">
                <a:extLst>
                  <a:ext uri="{FF2B5EF4-FFF2-40B4-BE49-F238E27FC236}">
                    <a16:creationId xmlns:a16="http://schemas.microsoft.com/office/drawing/2014/main" id="{EA2C0D84-EBEC-CE46-8ED4-BDC84A1C8F10}"/>
                  </a:ext>
                </a:extLst>
              </p:cNvPr>
              <p:cNvSpPr/>
              <p:nvPr userDrawn="1"/>
            </p:nvSpPr>
            <p:spPr>
              <a:xfrm rot="5400000">
                <a:off x="14033099" y="4008746"/>
                <a:ext cx="253188" cy="316248"/>
              </a:xfrm>
              <a:prstGeom prst="rect">
                <a:avLst/>
              </a:prstGeom>
              <a:solidFill>
                <a:srgbClr val="309DA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37" name="Rectangle 36">
                <a:extLst>
                  <a:ext uri="{FF2B5EF4-FFF2-40B4-BE49-F238E27FC236}">
                    <a16:creationId xmlns:a16="http://schemas.microsoft.com/office/drawing/2014/main" id="{AD302B7E-2F55-2E93-4C55-C61E276D41B8}"/>
                  </a:ext>
                </a:extLst>
              </p:cNvPr>
              <p:cNvSpPr/>
              <p:nvPr userDrawn="1"/>
            </p:nvSpPr>
            <p:spPr>
              <a:xfrm rot="5400000">
                <a:off x="14033099" y="4332974"/>
                <a:ext cx="253188" cy="316248"/>
              </a:xfrm>
              <a:prstGeom prst="rect">
                <a:avLst/>
              </a:prstGeom>
              <a:solidFill>
                <a:srgbClr val="E2C22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38" name="Rectangle 37">
                <a:extLst>
                  <a:ext uri="{FF2B5EF4-FFF2-40B4-BE49-F238E27FC236}">
                    <a16:creationId xmlns:a16="http://schemas.microsoft.com/office/drawing/2014/main" id="{21CA36AA-154F-7C31-F63A-F7C298ACB6B8}"/>
                  </a:ext>
                </a:extLst>
              </p:cNvPr>
              <p:cNvSpPr/>
              <p:nvPr userDrawn="1"/>
            </p:nvSpPr>
            <p:spPr>
              <a:xfrm rot="5400000">
                <a:off x="14033099" y="4657202"/>
                <a:ext cx="253188" cy="316248"/>
              </a:xfrm>
              <a:prstGeom prst="rect">
                <a:avLst/>
              </a:prstGeom>
              <a:solidFill>
                <a:srgbClr val="9158B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grpSp>
        <p:grpSp>
          <p:nvGrpSpPr>
            <p:cNvPr id="10" name="Group 9">
              <a:extLst>
                <a:ext uri="{FF2B5EF4-FFF2-40B4-BE49-F238E27FC236}">
                  <a16:creationId xmlns:a16="http://schemas.microsoft.com/office/drawing/2014/main" id="{BDF25B36-B389-C624-36F6-31FBBDAA85A5}"/>
                </a:ext>
              </a:extLst>
            </p:cNvPr>
            <p:cNvGrpSpPr/>
            <p:nvPr userDrawn="1"/>
          </p:nvGrpSpPr>
          <p:grpSpPr>
            <a:xfrm>
              <a:off x="12442019" y="198485"/>
              <a:ext cx="382660" cy="2882942"/>
              <a:chOff x="12742785" y="3716048"/>
              <a:chExt cx="316248" cy="3171236"/>
            </a:xfrm>
          </p:grpSpPr>
          <p:sp>
            <p:nvSpPr>
              <p:cNvPr id="13" name="Rectangle 12">
                <a:extLst>
                  <a:ext uri="{FF2B5EF4-FFF2-40B4-BE49-F238E27FC236}">
                    <a16:creationId xmlns:a16="http://schemas.microsoft.com/office/drawing/2014/main" id="{981D1DC1-3714-928B-019E-83A6011DB055}"/>
                  </a:ext>
                </a:extLst>
              </p:cNvPr>
              <p:cNvSpPr/>
              <p:nvPr userDrawn="1"/>
            </p:nvSpPr>
            <p:spPr>
              <a:xfrm rot="5400000">
                <a:off x="12774315" y="6602566"/>
                <a:ext cx="253188" cy="316248"/>
              </a:xfrm>
              <a:prstGeom prst="rect">
                <a:avLst/>
              </a:prstGeom>
              <a:solidFill>
                <a:srgbClr val="BFD6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15" name="Rectangle 14">
                <a:extLst>
                  <a:ext uri="{FF2B5EF4-FFF2-40B4-BE49-F238E27FC236}">
                    <a16:creationId xmlns:a16="http://schemas.microsoft.com/office/drawing/2014/main" id="{794C91FB-65A7-2437-1274-3E59976BB6ED}"/>
                  </a:ext>
                </a:extLst>
              </p:cNvPr>
              <p:cNvSpPr/>
              <p:nvPr userDrawn="1"/>
            </p:nvSpPr>
            <p:spPr>
              <a:xfrm rot="5400000">
                <a:off x="12774315" y="4981430"/>
                <a:ext cx="253188" cy="316248"/>
              </a:xfrm>
              <a:prstGeom prst="rect">
                <a:avLst/>
              </a:prstGeom>
              <a:solidFill>
                <a:srgbClr val="D25F7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16" name="Rectangle 15">
                <a:extLst>
                  <a:ext uri="{FF2B5EF4-FFF2-40B4-BE49-F238E27FC236}">
                    <a16:creationId xmlns:a16="http://schemas.microsoft.com/office/drawing/2014/main" id="{F16C61FC-3F15-281F-9978-400FC0D68F53}"/>
                  </a:ext>
                </a:extLst>
              </p:cNvPr>
              <p:cNvSpPr/>
              <p:nvPr userDrawn="1"/>
            </p:nvSpPr>
            <p:spPr>
              <a:xfrm rot="5400000">
                <a:off x="12774315" y="5305658"/>
                <a:ext cx="253188" cy="316248"/>
              </a:xfrm>
              <a:prstGeom prst="rect">
                <a:avLst/>
              </a:prstGeom>
              <a:solidFill>
                <a:srgbClr val="C6480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17" name="Rectangle 16">
                <a:extLst>
                  <a:ext uri="{FF2B5EF4-FFF2-40B4-BE49-F238E27FC236}">
                    <a16:creationId xmlns:a16="http://schemas.microsoft.com/office/drawing/2014/main" id="{D2A1053B-3B83-B37F-2393-7450A6C149DC}"/>
                  </a:ext>
                </a:extLst>
              </p:cNvPr>
              <p:cNvSpPr/>
              <p:nvPr userDrawn="1"/>
            </p:nvSpPr>
            <p:spPr>
              <a:xfrm rot="5400000">
                <a:off x="12774315" y="5629886"/>
                <a:ext cx="253188" cy="316248"/>
              </a:xfrm>
              <a:prstGeom prst="rect">
                <a:avLst/>
              </a:prstGeom>
              <a:solidFill>
                <a:srgbClr val="BA016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19" name="Rectangle 18">
                <a:extLst>
                  <a:ext uri="{FF2B5EF4-FFF2-40B4-BE49-F238E27FC236}">
                    <a16:creationId xmlns:a16="http://schemas.microsoft.com/office/drawing/2014/main" id="{285A330D-07DD-9B07-1F4A-F7E80D627A22}"/>
                  </a:ext>
                </a:extLst>
              </p:cNvPr>
              <p:cNvSpPr/>
              <p:nvPr userDrawn="1"/>
            </p:nvSpPr>
            <p:spPr>
              <a:xfrm rot="5400000">
                <a:off x="12774315" y="3684518"/>
                <a:ext cx="253188" cy="316248"/>
              </a:xfrm>
              <a:prstGeom prst="rect">
                <a:avLst/>
              </a:prstGeom>
              <a:solidFill>
                <a:srgbClr val="005E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20" name="Rectangle 19">
                <a:extLst>
                  <a:ext uri="{FF2B5EF4-FFF2-40B4-BE49-F238E27FC236}">
                    <a16:creationId xmlns:a16="http://schemas.microsoft.com/office/drawing/2014/main" id="{41A3E40B-587E-4951-7DEE-C96547B21EA4}"/>
                  </a:ext>
                </a:extLst>
              </p:cNvPr>
              <p:cNvSpPr/>
              <p:nvPr userDrawn="1"/>
            </p:nvSpPr>
            <p:spPr>
              <a:xfrm rot="5400000">
                <a:off x="12774315" y="4008746"/>
                <a:ext cx="253188" cy="316248"/>
              </a:xfrm>
              <a:prstGeom prst="rect">
                <a:avLst/>
              </a:prstGeom>
              <a:solidFill>
                <a:srgbClr val="5EB6B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21" name="Rectangle 20">
                <a:extLst>
                  <a:ext uri="{FF2B5EF4-FFF2-40B4-BE49-F238E27FC236}">
                    <a16:creationId xmlns:a16="http://schemas.microsoft.com/office/drawing/2014/main" id="{B57FF93C-3CDA-5048-FEB5-2D02864A570D}"/>
                  </a:ext>
                </a:extLst>
              </p:cNvPr>
              <p:cNvSpPr/>
              <p:nvPr userDrawn="1"/>
            </p:nvSpPr>
            <p:spPr>
              <a:xfrm rot="5400000">
                <a:off x="12774315" y="4332974"/>
                <a:ext cx="253188" cy="316248"/>
              </a:xfrm>
              <a:prstGeom prst="rect">
                <a:avLst/>
              </a:prstGeom>
              <a:solidFill>
                <a:srgbClr val="C7AB2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22" name="Rectangle 21">
                <a:extLst>
                  <a:ext uri="{FF2B5EF4-FFF2-40B4-BE49-F238E27FC236}">
                    <a16:creationId xmlns:a16="http://schemas.microsoft.com/office/drawing/2014/main" id="{C77A0EA5-2768-9B24-17A4-F7D9F496BA3D}"/>
                  </a:ext>
                </a:extLst>
              </p:cNvPr>
              <p:cNvSpPr/>
              <p:nvPr userDrawn="1"/>
            </p:nvSpPr>
            <p:spPr>
              <a:xfrm rot="5400000">
                <a:off x="12774315" y="4657202"/>
                <a:ext cx="253188" cy="316248"/>
              </a:xfrm>
              <a:prstGeom prst="rect">
                <a:avLst/>
              </a:prstGeom>
              <a:solidFill>
                <a:srgbClr val="5C068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23" name="Rectangle 22">
                <a:extLst>
                  <a:ext uri="{FF2B5EF4-FFF2-40B4-BE49-F238E27FC236}">
                    <a16:creationId xmlns:a16="http://schemas.microsoft.com/office/drawing/2014/main" id="{E5D32CC4-C1AF-C546-6A35-7A60F7E4D85D}"/>
                  </a:ext>
                </a:extLst>
              </p:cNvPr>
              <p:cNvSpPr/>
              <p:nvPr userDrawn="1"/>
            </p:nvSpPr>
            <p:spPr>
              <a:xfrm rot="5400000">
                <a:off x="12774315" y="5954114"/>
                <a:ext cx="253188" cy="316248"/>
              </a:xfrm>
              <a:prstGeom prst="rect">
                <a:avLst/>
              </a:prstGeom>
              <a:solidFill>
                <a:srgbClr val="2A431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24" name="Rectangle 23">
                <a:extLst>
                  <a:ext uri="{FF2B5EF4-FFF2-40B4-BE49-F238E27FC236}">
                    <a16:creationId xmlns:a16="http://schemas.microsoft.com/office/drawing/2014/main" id="{C712FAB3-7A5B-1236-3B7F-0EB28F02E9AB}"/>
                  </a:ext>
                </a:extLst>
              </p:cNvPr>
              <p:cNvSpPr/>
              <p:nvPr userDrawn="1"/>
            </p:nvSpPr>
            <p:spPr>
              <a:xfrm rot="5400000">
                <a:off x="12774315" y="6278342"/>
                <a:ext cx="253188" cy="316248"/>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grpSp>
        <p:sp>
          <p:nvSpPr>
            <p:cNvPr id="11" name="TextBox 10">
              <a:extLst>
                <a:ext uri="{FF2B5EF4-FFF2-40B4-BE49-F238E27FC236}">
                  <a16:creationId xmlns:a16="http://schemas.microsoft.com/office/drawing/2014/main" id="{064AEEC9-1233-11A6-08E9-4906E4D0257A}"/>
                </a:ext>
              </a:extLst>
            </p:cNvPr>
            <p:cNvSpPr txBox="1"/>
            <p:nvPr userDrawn="1"/>
          </p:nvSpPr>
          <p:spPr>
            <a:xfrm rot="16200000">
              <a:off x="12574270" y="5173406"/>
              <a:ext cx="960199" cy="118559"/>
            </a:xfrm>
            <a:prstGeom prst="rect">
              <a:avLst/>
            </a:prstGeom>
            <a:noFill/>
          </p:spPr>
          <p:txBody>
            <a:bodyPr wrap="none" lIns="0" tIns="0" rIns="0" bIns="0" rtlCol="0">
              <a:spAutoFit/>
            </a:bodyPr>
            <a:lstStyle/>
            <a:p>
              <a:pPr algn="l">
                <a:lnSpc>
                  <a:spcPct val="101000"/>
                </a:lnSpc>
                <a:spcAft>
                  <a:spcPts val="600"/>
                </a:spcAft>
              </a:pPr>
              <a:r>
                <a:rPr lang="en-CR" sz="800" b="1">
                  <a:solidFill>
                    <a:srgbClr val="000000"/>
                  </a:solidFill>
                  <a:latin typeface="GT America Regular"/>
                  <a:ea typeface="GT America Regular" charset="0"/>
                  <a:cs typeface="GT America Regular" charset="0"/>
                </a:rPr>
                <a:t>ON MOODY´S BLUE</a:t>
              </a:r>
              <a:endParaRPr kumimoji="0" lang="en-CR" sz="800" b="1" i="0" u="none" strike="noStrike" kern="1200" cap="none" spc="0" normalizeH="0" baseline="0" noProof="0" err="1">
                <a:ln>
                  <a:noFill/>
                </a:ln>
                <a:solidFill>
                  <a:srgbClr val="000000"/>
                </a:solidFill>
                <a:effectLst/>
                <a:uLnTx/>
                <a:uFillTx/>
                <a:latin typeface="GT America Regular"/>
                <a:ea typeface="GT America Regular" charset="0"/>
                <a:cs typeface="GT America Regular" charset="0"/>
              </a:endParaRPr>
            </a:p>
          </p:txBody>
        </p:sp>
      </p:grpSp>
      <p:sp>
        <p:nvSpPr>
          <p:cNvPr id="39" name="TextBox 38">
            <a:extLst>
              <a:ext uri="{FF2B5EF4-FFF2-40B4-BE49-F238E27FC236}">
                <a16:creationId xmlns:a16="http://schemas.microsoft.com/office/drawing/2014/main" id="{C307FF3D-E53A-3D7B-8D5E-F25BB610B952}"/>
              </a:ext>
            </a:extLst>
          </p:cNvPr>
          <p:cNvSpPr txBox="1"/>
          <p:nvPr userDrawn="1"/>
        </p:nvSpPr>
        <p:spPr>
          <a:xfrm>
            <a:off x="12356815" y="3377042"/>
            <a:ext cx="807913" cy="118559"/>
          </a:xfrm>
          <a:prstGeom prst="rect">
            <a:avLst/>
          </a:prstGeom>
          <a:noFill/>
        </p:spPr>
        <p:txBody>
          <a:bodyPr wrap="none" lIns="0" tIns="0" rIns="0" bIns="0" rtlCol="0">
            <a:spAutoFit/>
          </a:bodyPr>
          <a:lstStyle/>
          <a:p>
            <a:pPr algn="l">
              <a:lnSpc>
                <a:spcPct val="101000"/>
              </a:lnSpc>
              <a:spcAft>
                <a:spcPts val="600"/>
              </a:spcAft>
            </a:pPr>
            <a:r>
              <a:rPr kumimoji="0" lang="en-US" sz="800" b="1" i="0" u="none" strike="noStrike" kern="1200" cap="none" spc="0" normalizeH="0" baseline="0" noProof="0" dirty="0">
                <a:ln>
                  <a:noFill/>
                </a:ln>
                <a:solidFill>
                  <a:srgbClr val="000000"/>
                </a:solidFill>
                <a:effectLst/>
                <a:uLnTx/>
                <a:uFillTx/>
                <a:ea typeface="GT America Regular" charset="0"/>
                <a:cs typeface="GT America Regular" charset="0"/>
              </a:rPr>
              <a:t>For charts ONLY</a:t>
            </a:r>
            <a:endParaRPr kumimoji="0" lang="en-CR" sz="800" b="1" i="0" u="none" strike="noStrike" kern="1200" cap="none" spc="0" normalizeH="0" baseline="0" noProof="0">
              <a:ln>
                <a:noFill/>
              </a:ln>
              <a:solidFill>
                <a:srgbClr val="000000"/>
              </a:solidFill>
              <a:effectLst/>
              <a:uLnTx/>
              <a:uFillTx/>
              <a:ea typeface="GT America Regular" charset="0"/>
              <a:cs typeface="GT America Regular" charset="0"/>
            </a:endParaRPr>
          </a:p>
        </p:txBody>
      </p:sp>
    </p:spTree>
    <p:extLst>
      <p:ext uri="{BB962C8B-B14F-4D97-AF65-F5344CB8AC3E}">
        <p14:creationId xmlns:p14="http://schemas.microsoft.com/office/powerpoint/2010/main" val="3073451201"/>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2 Column - 2 line title - Equal - Subhead">
    <p:spTree>
      <p:nvGrpSpPr>
        <p:cNvPr id="1" name=""/>
        <p:cNvGrpSpPr/>
        <p:nvPr/>
      </p:nvGrpSpPr>
      <p:grpSpPr>
        <a:xfrm>
          <a:off x="0" y="0"/>
          <a:ext cx="0" cy="0"/>
          <a:chOff x="0" y="0"/>
          <a:chExt cx="0" cy="0"/>
        </a:xfrm>
      </p:grpSpPr>
      <p:sp>
        <p:nvSpPr>
          <p:cNvPr id="8" name="Footer Placeholder 7">
            <a:extLst>
              <a:ext uri="{FF2B5EF4-FFF2-40B4-BE49-F238E27FC236}">
                <a16:creationId xmlns:a16="http://schemas.microsoft.com/office/drawing/2014/main" id="{0E2ADB5F-BB7A-E503-6385-47B7F4A752C0}"/>
              </a:ext>
            </a:extLst>
          </p:cNvPr>
          <p:cNvSpPr>
            <a:spLocks noGrp="1"/>
          </p:cNvSpPr>
          <p:nvPr>
            <p:ph type="ftr" sz="quarter" idx="11"/>
          </p:nvPr>
        </p:nvSpPr>
        <p:spPr/>
        <p:txBody>
          <a:bodyPr/>
          <a:lstStyle/>
          <a:p>
            <a:r>
              <a:rPr lang="en-US"/>
              <a:t>See slide 12 for instructions on how to update footer</a:t>
            </a:r>
          </a:p>
        </p:txBody>
      </p:sp>
      <p:sp>
        <p:nvSpPr>
          <p:cNvPr id="9" name="Slide Number Placeholder 8">
            <a:extLst>
              <a:ext uri="{FF2B5EF4-FFF2-40B4-BE49-F238E27FC236}">
                <a16:creationId xmlns:a16="http://schemas.microsoft.com/office/drawing/2014/main" id="{CCA8152B-F410-5052-DF3D-06C6DD4D2381}"/>
              </a:ext>
            </a:extLst>
          </p:cNvPr>
          <p:cNvSpPr>
            <a:spLocks noGrp="1"/>
          </p:cNvSpPr>
          <p:nvPr>
            <p:ph type="sldNum" sz="quarter" idx="12"/>
          </p:nvPr>
        </p:nvSpPr>
        <p:spPr/>
        <p:txBody>
          <a:bodyPr/>
          <a:lstStyle/>
          <a:p>
            <a:fld id="{862A5111-985B-C14D-9115-5787026182A8}" type="slidenum">
              <a:rPr lang="en-US" smtClean="0"/>
              <a:t>‹#›</a:t>
            </a:fld>
            <a:endParaRPr lang="en-US"/>
          </a:p>
        </p:txBody>
      </p:sp>
      <p:sp>
        <p:nvSpPr>
          <p:cNvPr id="18" name="Title 17">
            <a:extLst>
              <a:ext uri="{FF2B5EF4-FFF2-40B4-BE49-F238E27FC236}">
                <a16:creationId xmlns:a16="http://schemas.microsoft.com/office/drawing/2014/main" id="{EC9D0933-64E3-BFA1-9514-B7DF150292A4}"/>
              </a:ext>
            </a:extLst>
          </p:cNvPr>
          <p:cNvSpPr>
            <a:spLocks noGrp="1"/>
          </p:cNvSpPr>
          <p:nvPr>
            <p:ph type="title" hasCustomPrompt="1"/>
          </p:nvPr>
        </p:nvSpPr>
        <p:spPr>
          <a:xfrm>
            <a:off x="546100" y="552450"/>
            <a:ext cx="11091861" cy="928909"/>
          </a:xfrm>
        </p:spPr>
        <p:txBody>
          <a:bodyPr>
            <a:spAutoFit/>
          </a:bodyPr>
          <a:lstStyle/>
          <a:p>
            <a:r>
              <a:rPr lang="en-US" dirty="0"/>
              <a:t>2 line title</a:t>
            </a:r>
            <a:br>
              <a:rPr lang="en-US" dirty="0"/>
            </a:br>
            <a:r>
              <a:rPr lang="en-US" dirty="0"/>
              <a:t>Click to edit Master title style</a:t>
            </a:r>
          </a:p>
        </p:txBody>
      </p:sp>
      <p:sp>
        <p:nvSpPr>
          <p:cNvPr id="5" name="Freeform 5">
            <a:extLst>
              <a:ext uri="{FF2B5EF4-FFF2-40B4-BE49-F238E27FC236}">
                <a16:creationId xmlns:a16="http://schemas.microsoft.com/office/drawing/2014/main" id="{815BB915-D4A3-4B77-441D-189B31261836}"/>
              </a:ext>
            </a:extLst>
          </p:cNvPr>
          <p:cNvSpPr/>
          <p:nvPr userDrawn="1"/>
        </p:nvSpPr>
        <p:spPr bwMode="black">
          <a:xfrm>
            <a:off x="554038" y="6469335"/>
            <a:ext cx="678511" cy="112440"/>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chemeClr val="tx2"/>
          </a:solidFill>
          <a:ln w="0" cap="flat">
            <a:noFill/>
            <a:prstDash val="solid"/>
            <a:miter/>
          </a:ln>
        </p:spPr>
        <p:txBody>
          <a:bodyPr rtlCol="0" anchor="ctr"/>
          <a:lstStyle/>
          <a:p>
            <a:endParaRPr lang="en-US"/>
          </a:p>
        </p:txBody>
      </p:sp>
      <p:sp>
        <p:nvSpPr>
          <p:cNvPr id="14" name="Text Placeholder 13">
            <a:extLst>
              <a:ext uri="{FF2B5EF4-FFF2-40B4-BE49-F238E27FC236}">
                <a16:creationId xmlns:a16="http://schemas.microsoft.com/office/drawing/2014/main" id="{927E5978-3DC9-2522-00F6-781CF3B6DBE0}"/>
              </a:ext>
            </a:extLst>
          </p:cNvPr>
          <p:cNvSpPr>
            <a:spLocks noGrp="1"/>
          </p:cNvSpPr>
          <p:nvPr>
            <p:ph type="body" sz="quarter" idx="22"/>
          </p:nvPr>
        </p:nvSpPr>
        <p:spPr>
          <a:xfrm>
            <a:off x="546100" y="6019801"/>
            <a:ext cx="6851650" cy="292100"/>
          </a:xfrm>
        </p:spPr>
        <p:txBody>
          <a:bodyPr anchor="b">
            <a:noAutofit/>
          </a:bodyPr>
          <a:lstStyle>
            <a:lvl1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1pPr>
            <a:lvl2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2pPr>
            <a:lvl3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3pPr>
            <a:lvl4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4pPr>
            <a:lvl5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5pPr>
            <a:lvl6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6pPr>
            <a:lvl7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7pPr>
            <a:lvl8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8pPr>
            <a:lvl9pPr marL="0" indent="0" algn="l" defTabSz="914400" rtl="0" eaLnBrk="1" latinLnBrk="0" hangingPunct="1">
              <a:lnSpc>
                <a:spcPct val="101000"/>
              </a:lnSpc>
              <a:spcBef>
                <a:spcPts val="0"/>
              </a:spcBef>
              <a:spcAft>
                <a:spcPts val="600"/>
              </a:spcAft>
              <a:buNone/>
              <a:defRPr lang="en-US" sz="600" b="0" i="0" kern="1200" dirty="0">
                <a:solidFill>
                  <a:srgbClr val="75787B"/>
                </a:solidFill>
                <a:latin typeface="+mn-lt"/>
                <a:ea typeface="GT America Regular" charset="0"/>
                <a:cs typeface="GT America Regular" charset="0"/>
              </a:defRPr>
            </a:lvl9pPr>
          </a:lstStyle>
          <a:p>
            <a:pPr lvl="0"/>
            <a:r>
              <a:rPr lang="en-US"/>
              <a:t>Click to edit Master text styles</a:t>
            </a:r>
          </a:p>
        </p:txBody>
      </p:sp>
      <p:sp>
        <p:nvSpPr>
          <p:cNvPr id="30" name="Content Placeholder 29">
            <a:extLst>
              <a:ext uri="{FF2B5EF4-FFF2-40B4-BE49-F238E27FC236}">
                <a16:creationId xmlns:a16="http://schemas.microsoft.com/office/drawing/2014/main" id="{0BDF59AF-B2BA-5A83-3E07-990E126292C1}"/>
              </a:ext>
            </a:extLst>
          </p:cNvPr>
          <p:cNvSpPr>
            <a:spLocks noGrp="1"/>
          </p:cNvSpPr>
          <p:nvPr>
            <p:ph sz="quarter" idx="27"/>
          </p:nvPr>
        </p:nvSpPr>
        <p:spPr>
          <a:xfrm>
            <a:off x="546101" y="2425700"/>
            <a:ext cx="5445124" cy="34417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2" name="Content Placeholder 31">
            <a:extLst>
              <a:ext uri="{FF2B5EF4-FFF2-40B4-BE49-F238E27FC236}">
                <a16:creationId xmlns:a16="http://schemas.microsoft.com/office/drawing/2014/main" id="{6F691F75-1851-7040-01A9-AB8C9E4CA60B}"/>
              </a:ext>
            </a:extLst>
          </p:cNvPr>
          <p:cNvSpPr>
            <a:spLocks noGrp="1"/>
          </p:cNvSpPr>
          <p:nvPr>
            <p:ph sz="quarter" idx="28"/>
          </p:nvPr>
        </p:nvSpPr>
        <p:spPr>
          <a:xfrm>
            <a:off x="6194425" y="2425700"/>
            <a:ext cx="5443538" cy="34417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4" name="Text Placeholder 33">
            <a:extLst>
              <a:ext uri="{FF2B5EF4-FFF2-40B4-BE49-F238E27FC236}">
                <a16:creationId xmlns:a16="http://schemas.microsoft.com/office/drawing/2014/main" id="{5FE0CD66-027F-AA7D-2F1F-385DF569B800}"/>
              </a:ext>
            </a:extLst>
          </p:cNvPr>
          <p:cNvSpPr>
            <a:spLocks noGrp="1"/>
          </p:cNvSpPr>
          <p:nvPr>
            <p:ph type="body" sz="quarter" idx="29"/>
          </p:nvPr>
        </p:nvSpPr>
        <p:spPr>
          <a:xfrm>
            <a:off x="546100" y="1849436"/>
            <a:ext cx="5445125" cy="296864"/>
          </a:xfrm>
        </p:spPr>
        <p:txBody>
          <a:bodyPr anchor="b">
            <a:noAutofit/>
          </a:bodyPr>
          <a:lstStyle>
            <a:lvl1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1pPr>
            <a:lvl2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2pPr>
            <a:lvl3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3pPr>
            <a:lvl4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4pPr>
            <a:lvl5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5pPr>
            <a:lvl6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6pPr>
            <a:lvl7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7pPr>
            <a:lvl8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8pPr>
            <a:lvl9pPr marL="0" indent="0" algn="l" defTabSz="914400" rtl="0" eaLnBrk="1" latinLnBrk="0" hangingPunct="1">
              <a:lnSpc>
                <a:spcPct val="101000"/>
              </a:lnSpc>
              <a:spcBef>
                <a:spcPts val="0"/>
              </a:spcBef>
              <a:spcAft>
                <a:spcPts val="600"/>
              </a:spcAft>
              <a:buNone/>
              <a:defRPr lang="en-US" sz="2000" b="0" i="0" kern="1200" dirty="0">
                <a:solidFill>
                  <a:schemeClr val="tx2"/>
                </a:solidFill>
                <a:latin typeface="+mj-lt"/>
                <a:ea typeface="GT America Regular" charset="0"/>
                <a:cs typeface="GT America Regular" charset="0"/>
              </a:defRPr>
            </a:lvl9pPr>
          </a:lstStyle>
          <a:p>
            <a:pPr lvl="0"/>
            <a:r>
              <a:rPr lang="en-US"/>
              <a:t>Click to edit Master text styles</a:t>
            </a:r>
          </a:p>
        </p:txBody>
      </p:sp>
      <p:sp>
        <p:nvSpPr>
          <p:cNvPr id="36" name="Text Placeholder 35">
            <a:extLst>
              <a:ext uri="{FF2B5EF4-FFF2-40B4-BE49-F238E27FC236}">
                <a16:creationId xmlns:a16="http://schemas.microsoft.com/office/drawing/2014/main" id="{3A72DFFD-6972-74A3-175B-07193979F2E8}"/>
              </a:ext>
            </a:extLst>
          </p:cNvPr>
          <p:cNvSpPr>
            <a:spLocks noGrp="1"/>
          </p:cNvSpPr>
          <p:nvPr>
            <p:ph type="body" sz="quarter" idx="30"/>
          </p:nvPr>
        </p:nvSpPr>
        <p:spPr>
          <a:xfrm>
            <a:off x="6194425" y="1849434"/>
            <a:ext cx="5443537" cy="296866"/>
          </a:xfrm>
        </p:spPr>
        <p:txBody>
          <a:bodyPr anchor="b">
            <a:noAutofit/>
          </a:bodyPr>
          <a:lstStyle>
            <a:lvl1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1pPr>
            <a:lvl2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2pPr>
            <a:lvl3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3pPr>
            <a:lvl4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4pPr>
            <a:lvl5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5pPr>
            <a:lvl6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6pPr>
            <a:lvl7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7pPr>
            <a:lvl8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8pPr>
            <a:lvl9pPr marL="0" indent="0" algn="l" defTabSz="914400" rtl="0" eaLnBrk="1" latinLnBrk="0" hangingPunct="1">
              <a:lnSpc>
                <a:spcPct val="101000"/>
              </a:lnSpc>
              <a:spcBef>
                <a:spcPts val="0"/>
              </a:spcBef>
              <a:spcAft>
                <a:spcPts val="600"/>
              </a:spcAft>
              <a:buNone/>
              <a:defRPr lang="en-US" sz="2000" b="0" i="0" kern="1200" dirty="0">
                <a:solidFill>
                  <a:schemeClr val="tx2"/>
                </a:solidFill>
                <a:latin typeface="+mj-lt"/>
                <a:ea typeface="GT America Regular" charset="0"/>
                <a:cs typeface="GT America Regular" charset="0"/>
              </a:defRPr>
            </a:lvl9pPr>
          </a:lstStyle>
          <a:p>
            <a:pPr lvl="0"/>
            <a:r>
              <a:rPr lang="en-US"/>
              <a:t>Click to edit Master text styles</a:t>
            </a:r>
          </a:p>
        </p:txBody>
      </p:sp>
      <p:grpSp>
        <p:nvGrpSpPr>
          <p:cNvPr id="2" name="Group 1">
            <a:extLst>
              <a:ext uri="{FF2B5EF4-FFF2-40B4-BE49-F238E27FC236}">
                <a16:creationId xmlns:a16="http://schemas.microsoft.com/office/drawing/2014/main" id="{A023A96B-1BF9-D309-E58D-66F0C9D8471A}"/>
              </a:ext>
            </a:extLst>
          </p:cNvPr>
          <p:cNvGrpSpPr/>
          <p:nvPr userDrawn="1"/>
        </p:nvGrpSpPr>
        <p:grpSpPr>
          <a:xfrm>
            <a:off x="12356815" y="0"/>
            <a:ext cx="756834" cy="6872642"/>
            <a:chOff x="12356815" y="0"/>
            <a:chExt cx="756834" cy="6872642"/>
          </a:xfrm>
        </p:grpSpPr>
        <p:sp>
          <p:nvSpPr>
            <p:cNvPr id="3" name="Rectangle 2">
              <a:extLst>
                <a:ext uri="{FF2B5EF4-FFF2-40B4-BE49-F238E27FC236}">
                  <a16:creationId xmlns:a16="http://schemas.microsoft.com/office/drawing/2014/main" id="{49F1DF92-ECAD-BF68-FDE6-F709D0D951C9}"/>
                </a:ext>
              </a:extLst>
            </p:cNvPr>
            <p:cNvSpPr/>
            <p:nvPr userDrawn="1"/>
          </p:nvSpPr>
          <p:spPr>
            <a:xfrm>
              <a:off x="12356815" y="0"/>
              <a:ext cx="553069" cy="3279913"/>
            </a:xfrm>
            <a:prstGeom prst="rect">
              <a:avLst/>
            </a:prstGeom>
            <a:solidFill>
              <a:schemeClr val="bg1">
                <a:lumMod val="95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a:p>
          </p:txBody>
        </p:sp>
        <p:sp>
          <p:nvSpPr>
            <p:cNvPr id="4" name="TextBox 3">
              <a:extLst>
                <a:ext uri="{FF2B5EF4-FFF2-40B4-BE49-F238E27FC236}">
                  <a16:creationId xmlns:a16="http://schemas.microsoft.com/office/drawing/2014/main" id="{8CAD21AF-032B-2021-CF3D-A8022FEFD066}"/>
                </a:ext>
              </a:extLst>
            </p:cNvPr>
            <p:cNvSpPr txBox="1"/>
            <p:nvPr userDrawn="1"/>
          </p:nvSpPr>
          <p:spPr>
            <a:xfrm rot="16200000">
              <a:off x="12332216" y="1580677"/>
              <a:ext cx="1444306" cy="118559"/>
            </a:xfrm>
            <a:prstGeom prst="rect">
              <a:avLst/>
            </a:prstGeom>
            <a:noFill/>
          </p:spPr>
          <p:txBody>
            <a:bodyPr wrap="none" lIns="0" tIns="0" rIns="0" bIns="0" rtlCol="0">
              <a:spAutoFit/>
            </a:bodyPr>
            <a:lstStyle/>
            <a:p>
              <a:pPr algn="l">
                <a:lnSpc>
                  <a:spcPct val="101000"/>
                </a:lnSpc>
                <a:spcAft>
                  <a:spcPts val="600"/>
                </a:spcAft>
              </a:pPr>
              <a:r>
                <a:rPr kumimoji="0" lang="en-CR" sz="800" b="1" i="0" u="none" strike="noStrike" kern="1200" cap="none" spc="0" normalizeH="0" baseline="0" noProof="0">
                  <a:ln>
                    <a:noFill/>
                  </a:ln>
                  <a:solidFill>
                    <a:srgbClr val="000000"/>
                  </a:solidFill>
                  <a:effectLst/>
                  <a:uLnTx/>
                  <a:uFillTx/>
                  <a:ea typeface="GT America Regular" charset="0"/>
                  <a:cs typeface="GT America Regular" charset="0"/>
                </a:rPr>
                <a:t>ON LIGHT AND EXTRA LIGHT</a:t>
              </a:r>
            </a:p>
          </p:txBody>
        </p:sp>
        <p:sp>
          <p:nvSpPr>
            <p:cNvPr id="6" name="Rectangle 5">
              <a:extLst>
                <a:ext uri="{FF2B5EF4-FFF2-40B4-BE49-F238E27FC236}">
                  <a16:creationId xmlns:a16="http://schemas.microsoft.com/office/drawing/2014/main" id="{DE1CC72B-1C70-C379-5BAC-324B2303E7E6}"/>
                </a:ext>
              </a:extLst>
            </p:cNvPr>
            <p:cNvSpPr/>
            <p:nvPr userDrawn="1"/>
          </p:nvSpPr>
          <p:spPr>
            <a:xfrm>
              <a:off x="12356815" y="3592729"/>
              <a:ext cx="553069" cy="3279913"/>
            </a:xfrm>
            <a:prstGeom prst="rect">
              <a:avLst/>
            </a:prstGeom>
            <a:solidFill>
              <a:schemeClr val="tx2"/>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a:p>
          </p:txBody>
        </p:sp>
        <p:grpSp>
          <p:nvGrpSpPr>
            <p:cNvPr id="7" name="Group 6">
              <a:extLst>
                <a:ext uri="{FF2B5EF4-FFF2-40B4-BE49-F238E27FC236}">
                  <a16:creationId xmlns:a16="http://schemas.microsoft.com/office/drawing/2014/main" id="{4E016C1E-66F1-891D-C460-E3A494D5AC4B}"/>
                </a:ext>
              </a:extLst>
            </p:cNvPr>
            <p:cNvGrpSpPr/>
            <p:nvPr userDrawn="1"/>
          </p:nvGrpSpPr>
          <p:grpSpPr>
            <a:xfrm>
              <a:off x="12442019" y="3791214"/>
              <a:ext cx="382660" cy="2882942"/>
              <a:chOff x="14001569" y="3716048"/>
              <a:chExt cx="316248" cy="3171236"/>
            </a:xfrm>
          </p:grpSpPr>
          <p:sp>
            <p:nvSpPr>
              <p:cNvPr id="24" name="Rectangle 23">
                <a:extLst>
                  <a:ext uri="{FF2B5EF4-FFF2-40B4-BE49-F238E27FC236}">
                    <a16:creationId xmlns:a16="http://schemas.microsoft.com/office/drawing/2014/main" id="{6294FCDF-4C95-2DF7-5353-CF43A0D6245C}"/>
                  </a:ext>
                </a:extLst>
              </p:cNvPr>
              <p:cNvSpPr/>
              <p:nvPr userDrawn="1"/>
            </p:nvSpPr>
            <p:spPr>
              <a:xfrm rot="5400000">
                <a:off x="14033099" y="5954114"/>
                <a:ext cx="253188" cy="316248"/>
              </a:xfrm>
              <a:prstGeom prst="rect">
                <a:avLst/>
              </a:prstGeom>
              <a:solidFill>
                <a:srgbClr val="005E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25" name="Rectangle 24">
                <a:extLst>
                  <a:ext uri="{FF2B5EF4-FFF2-40B4-BE49-F238E27FC236}">
                    <a16:creationId xmlns:a16="http://schemas.microsoft.com/office/drawing/2014/main" id="{45039E83-2F04-9BF9-0AAF-78BEBBC57262}"/>
                  </a:ext>
                </a:extLst>
              </p:cNvPr>
              <p:cNvSpPr/>
              <p:nvPr userDrawn="1"/>
            </p:nvSpPr>
            <p:spPr>
              <a:xfrm rot="5400000">
                <a:off x="14033099" y="6278342"/>
                <a:ext cx="253188" cy="316248"/>
              </a:xfrm>
              <a:prstGeom prst="rect">
                <a:avLst/>
              </a:prstGeom>
              <a:solidFill>
                <a:srgbClr val="B8B9D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26" name="Rectangle 25">
                <a:extLst>
                  <a:ext uri="{FF2B5EF4-FFF2-40B4-BE49-F238E27FC236}">
                    <a16:creationId xmlns:a16="http://schemas.microsoft.com/office/drawing/2014/main" id="{C61E2DB1-347C-45D4-D662-3F654090B1E1}"/>
                  </a:ext>
                </a:extLst>
              </p:cNvPr>
              <p:cNvSpPr/>
              <p:nvPr userDrawn="1"/>
            </p:nvSpPr>
            <p:spPr>
              <a:xfrm rot="5400000">
                <a:off x="14033099" y="6602566"/>
                <a:ext cx="253188" cy="316248"/>
              </a:xfrm>
              <a:prstGeom prst="rect">
                <a:avLst/>
              </a:prstGeom>
              <a:solidFill>
                <a:srgbClr val="FBE6D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27" name="Rectangle 26">
                <a:extLst>
                  <a:ext uri="{FF2B5EF4-FFF2-40B4-BE49-F238E27FC236}">
                    <a16:creationId xmlns:a16="http://schemas.microsoft.com/office/drawing/2014/main" id="{DE37020C-FC52-7B58-E013-312618231BDE}"/>
                  </a:ext>
                </a:extLst>
              </p:cNvPr>
              <p:cNvSpPr/>
              <p:nvPr userDrawn="1"/>
            </p:nvSpPr>
            <p:spPr>
              <a:xfrm rot="5400000">
                <a:off x="14033099" y="4981430"/>
                <a:ext cx="253188" cy="316248"/>
              </a:xfrm>
              <a:prstGeom prst="rect">
                <a:avLst/>
              </a:prstGeom>
              <a:solidFill>
                <a:srgbClr val="BCE09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28" name="Rectangle 27">
                <a:extLst>
                  <a:ext uri="{FF2B5EF4-FFF2-40B4-BE49-F238E27FC236}">
                    <a16:creationId xmlns:a16="http://schemas.microsoft.com/office/drawing/2014/main" id="{8FBC011C-29E5-03E6-5922-E83E606487E2}"/>
                  </a:ext>
                </a:extLst>
              </p:cNvPr>
              <p:cNvSpPr/>
              <p:nvPr userDrawn="1"/>
            </p:nvSpPr>
            <p:spPr>
              <a:xfrm rot="5400000">
                <a:off x="14033099" y="5305658"/>
                <a:ext cx="253188" cy="316248"/>
              </a:xfrm>
              <a:prstGeom prst="rect">
                <a:avLst/>
              </a:prstGeom>
              <a:solidFill>
                <a:srgbClr val="E9783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29" name="Rectangle 28">
                <a:extLst>
                  <a:ext uri="{FF2B5EF4-FFF2-40B4-BE49-F238E27FC236}">
                    <a16:creationId xmlns:a16="http://schemas.microsoft.com/office/drawing/2014/main" id="{DADCD13E-DDF9-8015-E925-442F05A55D06}"/>
                  </a:ext>
                </a:extLst>
              </p:cNvPr>
              <p:cNvSpPr/>
              <p:nvPr userDrawn="1"/>
            </p:nvSpPr>
            <p:spPr>
              <a:xfrm rot="5400000">
                <a:off x="14033099" y="5629886"/>
                <a:ext cx="253188" cy="316248"/>
              </a:xfrm>
              <a:prstGeom prst="rect">
                <a:avLst/>
              </a:prstGeom>
              <a:solidFill>
                <a:srgbClr val="B9056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31" name="Rectangle 30">
                <a:extLst>
                  <a:ext uri="{FF2B5EF4-FFF2-40B4-BE49-F238E27FC236}">
                    <a16:creationId xmlns:a16="http://schemas.microsoft.com/office/drawing/2014/main" id="{2AEF6E34-9A35-831C-45ED-3CD3E771E1D3}"/>
                  </a:ext>
                </a:extLst>
              </p:cNvPr>
              <p:cNvSpPr/>
              <p:nvPr userDrawn="1"/>
            </p:nvSpPr>
            <p:spPr>
              <a:xfrm rot="5400000">
                <a:off x="14033099" y="3684518"/>
                <a:ext cx="253188" cy="316248"/>
              </a:xfrm>
              <a:prstGeom prst="rect">
                <a:avLst/>
              </a:prstGeom>
              <a:solidFill>
                <a:srgbClr val="9DC2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33" name="Rectangle 32">
                <a:extLst>
                  <a:ext uri="{FF2B5EF4-FFF2-40B4-BE49-F238E27FC236}">
                    <a16:creationId xmlns:a16="http://schemas.microsoft.com/office/drawing/2014/main" id="{6292540D-4027-22CE-24C3-E22C48CAA5B7}"/>
                  </a:ext>
                </a:extLst>
              </p:cNvPr>
              <p:cNvSpPr/>
              <p:nvPr userDrawn="1"/>
            </p:nvSpPr>
            <p:spPr>
              <a:xfrm rot="5400000">
                <a:off x="14033099" y="4008746"/>
                <a:ext cx="253188" cy="316248"/>
              </a:xfrm>
              <a:prstGeom prst="rect">
                <a:avLst/>
              </a:prstGeom>
              <a:solidFill>
                <a:srgbClr val="309DA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35" name="Rectangle 34">
                <a:extLst>
                  <a:ext uri="{FF2B5EF4-FFF2-40B4-BE49-F238E27FC236}">
                    <a16:creationId xmlns:a16="http://schemas.microsoft.com/office/drawing/2014/main" id="{4C7C7F4F-49FB-643A-E32B-0B1C57A4A45F}"/>
                  </a:ext>
                </a:extLst>
              </p:cNvPr>
              <p:cNvSpPr/>
              <p:nvPr userDrawn="1"/>
            </p:nvSpPr>
            <p:spPr>
              <a:xfrm rot="5400000">
                <a:off x="14033099" y="4332974"/>
                <a:ext cx="253188" cy="316248"/>
              </a:xfrm>
              <a:prstGeom prst="rect">
                <a:avLst/>
              </a:prstGeom>
              <a:solidFill>
                <a:srgbClr val="E2C22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37" name="Rectangle 36">
                <a:extLst>
                  <a:ext uri="{FF2B5EF4-FFF2-40B4-BE49-F238E27FC236}">
                    <a16:creationId xmlns:a16="http://schemas.microsoft.com/office/drawing/2014/main" id="{4EF246E9-2FEC-2BF8-4982-874565B7C1C5}"/>
                  </a:ext>
                </a:extLst>
              </p:cNvPr>
              <p:cNvSpPr/>
              <p:nvPr userDrawn="1"/>
            </p:nvSpPr>
            <p:spPr>
              <a:xfrm rot="5400000">
                <a:off x="14033099" y="4657202"/>
                <a:ext cx="253188" cy="316248"/>
              </a:xfrm>
              <a:prstGeom prst="rect">
                <a:avLst/>
              </a:prstGeom>
              <a:solidFill>
                <a:srgbClr val="9158B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grpSp>
        <p:grpSp>
          <p:nvGrpSpPr>
            <p:cNvPr id="10" name="Group 9">
              <a:extLst>
                <a:ext uri="{FF2B5EF4-FFF2-40B4-BE49-F238E27FC236}">
                  <a16:creationId xmlns:a16="http://schemas.microsoft.com/office/drawing/2014/main" id="{D6465557-DFA5-6E9F-B2CA-0CC78F2E42FF}"/>
                </a:ext>
              </a:extLst>
            </p:cNvPr>
            <p:cNvGrpSpPr/>
            <p:nvPr userDrawn="1"/>
          </p:nvGrpSpPr>
          <p:grpSpPr>
            <a:xfrm>
              <a:off x="12442019" y="198485"/>
              <a:ext cx="382660" cy="2882942"/>
              <a:chOff x="12742785" y="3716048"/>
              <a:chExt cx="316248" cy="3171236"/>
            </a:xfrm>
          </p:grpSpPr>
          <p:sp>
            <p:nvSpPr>
              <p:cNvPr id="12" name="Rectangle 11">
                <a:extLst>
                  <a:ext uri="{FF2B5EF4-FFF2-40B4-BE49-F238E27FC236}">
                    <a16:creationId xmlns:a16="http://schemas.microsoft.com/office/drawing/2014/main" id="{704FC328-6E6C-99D5-92BC-80D1D4DC8821}"/>
                  </a:ext>
                </a:extLst>
              </p:cNvPr>
              <p:cNvSpPr/>
              <p:nvPr userDrawn="1"/>
            </p:nvSpPr>
            <p:spPr>
              <a:xfrm rot="5400000">
                <a:off x="12774315" y="6602566"/>
                <a:ext cx="253188" cy="316248"/>
              </a:xfrm>
              <a:prstGeom prst="rect">
                <a:avLst/>
              </a:prstGeom>
              <a:solidFill>
                <a:srgbClr val="BFD6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13" name="Rectangle 12">
                <a:extLst>
                  <a:ext uri="{FF2B5EF4-FFF2-40B4-BE49-F238E27FC236}">
                    <a16:creationId xmlns:a16="http://schemas.microsoft.com/office/drawing/2014/main" id="{3C74818A-0DBB-630C-61F9-E755609B224B}"/>
                  </a:ext>
                </a:extLst>
              </p:cNvPr>
              <p:cNvSpPr/>
              <p:nvPr userDrawn="1"/>
            </p:nvSpPr>
            <p:spPr>
              <a:xfrm rot="5400000">
                <a:off x="12774315" y="4981430"/>
                <a:ext cx="253188" cy="316248"/>
              </a:xfrm>
              <a:prstGeom prst="rect">
                <a:avLst/>
              </a:prstGeom>
              <a:solidFill>
                <a:srgbClr val="D25F7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15" name="Rectangle 14">
                <a:extLst>
                  <a:ext uri="{FF2B5EF4-FFF2-40B4-BE49-F238E27FC236}">
                    <a16:creationId xmlns:a16="http://schemas.microsoft.com/office/drawing/2014/main" id="{71262F0D-B196-A598-1AAC-299DB6564A2C}"/>
                  </a:ext>
                </a:extLst>
              </p:cNvPr>
              <p:cNvSpPr/>
              <p:nvPr userDrawn="1"/>
            </p:nvSpPr>
            <p:spPr>
              <a:xfrm rot="5400000">
                <a:off x="12774315" y="5305658"/>
                <a:ext cx="253188" cy="316248"/>
              </a:xfrm>
              <a:prstGeom prst="rect">
                <a:avLst/>
              </a:prstGeom>
              <a:solidFill>
                <a:srgbClr val="C6480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16" name="Rectangle 15">
                <a:extLst>
                  <a:ext uri="{FF2B5EF4-FFF2-40B4-BE49-F238E27FC236}">
                    <a16:creationId xmlns:a16="http://schemas.microsoft.com/office/drawing/2014/main" id="{4AADF65C-1060-C877-6079-8694D9429E07}"/>
                  </a:ext>
                </a:extLst>
              </p:cNvPr>
              <p:cNvSpPr/>
              <p:nvPr userDrawn="1"/>
            </p:nvSpPr>
            <p:spPr>
              <a:xfrm rot="5400000">
                <a:off x="12774315" y="5629886"/>
                <a:ext cx="253188" cy="316248"/>
              </a:xfrm>
              <a:prstGeom prst="rect">
                <a:avLst/>
              </a:prstGeom>
              <a:solidFill>
                <a:srgbClr val="BA016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17" name="Rectangle 16">
                <a:extLst>
                  <a:ext uri="{FF2B5EF4-FFF2-40B4-BE49-F238E27FC236}">
                    <a16:creationId xmlns:a16="http://schemas.microsoft.com/office/drawing/2014/main" id="{5867004F-B497-7EF0-5569-32BD9DEE8904}"/>
                  </a:ext>
                </a:extLst>
              </p:cNvPr>
              <p:cNvSpPr/>
              <p:nvPr userDrawn="1"/>
            </p:nvSpPr>
            <p:spPr>
              <a:xfrm rot="5400000">
                <a:off x="12774315" y="3684518"/>
                <a:ext cx="253188" cy="316248"/>
              </a:xfrm>
              <a:prstGeom prst="rect">
                <a:avLst/>
              </a:prstGeom>
              <a:solidFill>
                <a:srgbClr val="005E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19" name="Rectangle 18">
                <a:extLst>
                  <a:ext uri="{FF2B5EF4-FFF2-40B4-BE49-F238E27FC236}">
                    <a16:creationId xmlns:a16="http://schemas.microsoft.com/office/drawing/2014/main" id="{86D2E9B6-C2DD-6B79-F14C-BFC320B536F8}"/>
                  </a:ext>
                </a:extLst>
              </p:cNvPr>
              <p:cNvSpPr/>
              <p:nvPr userDrawn="1"/>
            </p:nvSpPr>
            <p:spPr>
              <a:xfrm rot="5400000">
                <a:off x="12774315" y="4008746"/>
                <a:ext cx="253188" cy="316248"/>
              </a:xfrm>
              <a:prstGeom prst="rect">
                <a:avLst/>
              </a:prstGeom>
              <a:solidFill>
                <a:srgbClr val="5EB6B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20" name="Rectangle 19">
                <a:extLst>
                  <a:ext uri="{FF2B5EF4-FFF2-40B4-BE49-F238E27FC236}">
                    <a16:creationId xmlns:a16="http://schemas.microsoft.com/office/drawing/2014/main" id="{AF7CEEBC-C377-E964-ED52-C96B2B9095F9}"/>
                  </a:ext>
                </a:extLst>
              </p:cNvPr>
              <p:cNvSpPr/>
              <p:nvPr userDrawn="1"/>
            </p:nvSpPr>
            <p:spPr>
              <a:xfrm rot="5400000">
                <a:off x="12774315" y="4332974"/>
                <a:ext cx="253188" cy="316248"/>
              </a:xfrm>
              <a:prstGeom prst="rect">
                <a:avLst/>
              </a:prstGeom>
              <a:solidFill>
                <a:srgbClr val="C7AB2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21" name="Rectangle 20">
                <a:extLst>
                  <a:ext uri="{FF2B5EF4-FFF2-40B4-BE49-F238E27FC236}">
                    <a16:creationId xmlns:a16="http://schemas.microsoft.com/office/drawing/2014/main" id="{AC92C6F2-7DD1-C98A-4728-CE12FB81C2DA}"/>
                  </a:ext>
                </a:extLst>
              </p:cNvPr>
              <p:cNvSpPr/>
              <p:nvPr userDrawn="1"/>
            </p:nvSpPr>
            <p:spPr>
              <a:xfrm rot="5400000">
                <a:off x="12774315" y="4657202"/>
                <a:ext cx="253188" cy="316248"/>
              </a:xfrm>
              <a:prstGeom prst="rect">
                <a:avLst/>
              </a:prstGeom>
              <a:solidFill>
                <a:srgbClr val="5C068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22" name="Rectangle 21">
                <a:extLst>
                  <a:ext uri="{FF2B5EF4-FFF2-40B4-BE49-F238E27FC236}">
                    <a16:creationId xmlns:a16="http://schemas.microsoft.com/office/drawing/2014/main" id="{3209BC35-6E55-B045-DA5E-FEC5B6753350}"/>
                  </a:ext>
                </a:extLst>
              </p:cNvPr>
              <p:cNvSpPr/>
              <p:nvPr userDrawn="1"/>
            </p:nvSpPr>
            <p:spPr>
              <a:xfrm rot="5400000">
                <a:off x="12774315" y="5954114"/>
                <a:ext cx="253188" cy="316248"/>
              </a:xfrm>
              <a:prstGeom prst="rect">
                <a:avLst/>
              </a:prstGeom>
              <a:solidFill>
                <a:srgbClr val="2A431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23" name="Rectangle 22">
                <a:extLst>
                  <a:ext uri="{FF2B5EF4-FFF2-40B4-BE49-F238E27FC236}">
                    <a16:creationId xmlns:a16="http://schemas.microsoft.com/office/drawing/2014/main" id="{ABB164D7-396E-3DAE-51E4-054D639E919F}"/>
                  </a:ext>
                </a:extLst>
              </p:cNvPr>
              <p:cNvSpPr/>
              <p:nvPr userDrawn="1"/>
            </p:nvSpPr>
            <p:spPr>
              <a:xfrm rot="5400000">
                <a:off x="12774315" y="6278342"/>
                <a:ext cx="253188" cy="316248"/>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grpSp>
        <p:sp>
          <p:nvSpPr>
            <p:cNvPr id="11" name="TextBox 10">
              <a:extLst>
                <a:ext uri="{FF2B5EF4-FFF2-40B4-BE49-F238E27FC236}">
                  <a16:creationId xmlns:a16="http://schemas.microsoft.com/office/drawing/2014/main" id="{AAC38E5C-C4E4-B487-8A97-539C88BB09E2}"/>
                </a:ext>
              </a:extLst>
            </p:cNvPr>
            <p:cNvSpPr txBox="1"/>
            <p:nvPr userDrawn="1"/>
          </p:nvSpPr>
          <p:spPr>
            <a:xfrm rot="16200000">
              <a:off x="12574270" y="5173406"/>
              <a:ext cx="960199" cy="118559"/>
            </a:xfrm>
            <a:prstGeom prst="rect">
              <a:avLst/>
            </a:prstGeom>
            <a:noFill/>
          </p:spPr>
          <p:txBody>
            <a:bodyPr wrap="none" lIns="0" tIns="0" rIns="0" bIns="0" rtlCol="0">
              <a:spAutoFit/>
            </a:bodyPr>
            <a:lstStyle/>
            <a:p>
              <a:pPr algn="l">
                <a:lnSpc>
                  <a:spcPct val="101000"/>
                </a:lnSpc>
                <a:spcAft>
                  <a:spcPts val="600"/>
                </a:spcAft>
              </a:pPr>
              <a:r>
                <a:rPr lang="en-CR" sz="800" b="1">
                  <a:solidFill>
                    <a:srgbClr val="000000"/>
                  </a:solidFill>
                  <a:latin typeface="GT America Regular"/>
                  <a:ea typeface="GT America Regular" charset="0"/>
                  <a:cs typeface="GT America Regular" charset="0"/>
                </a:rPr>
                <a:t>ON MOODY´S BLUE</a:t>
              </a:r>
              <a:endParaRPr kumimoji="0" lang="en-CR" sz="800" b="1" i="0" u="none" strike="noStrike" kern="1200" cap="none" spc="0" normalizeH="0" baseline="0" noProof="0" err="1">
                <a:ln>
                  <a:noFill/>
                </a:ln>
                <a:solidFill>
                  <a:srgbClr val="000000"/>
                </a:solidFill>
                <a:effectLst/>
                <a:uLnTx/>
                <a:uFillTx/>
                <a:latin typeface="GT America Regular"/>
                <a:ea typeface="GT America Regular" charset="0"/>
                <a:cs typeface="GT America Regular" charset="0"/>
              </a:endParaRPr>
            </a:p>
          </p:txBody>
        </p:sp>
      </p:grpSp>
      <p:sp>
        <p:nvSpPr>
          <p:cNvPr id="38" name="TextBox 37">
            <a:extLst>
              <a:ext uri="{FF2B5EF4-FFF2-40B4-BE49-F238E27FC236}">
                <a16:creationId xmlns:a16="http://schemas.microsoft.com/office/drawing/2014/main" id="{2D912699-8715-5EE4-551E-2A0519E39393}"/>
              </a:ext>
            </a:extLst>
          </p:cNvPr>
          <p:cNvSpPr txBox="1"/>
          <p:nvPr userDrawn="1"/>
        </p:nvSpPr>
        <p:spPr>
          <a:xfrm>
            <a:off x="12356815" y="3377042"/>
            <a:ext cx="807913" cy="118559"/>
          </a:xfrm>
          <a:prstGeom prst="rect">
            <a:avLst/>
          </a:prstGeom>
          <a:noFill/>
        </p:spPr>
        <p:txBody>
          <a:bodyPr wrap="none" lIns="0" tIns="0" rIns="0" bIns="0" rtlCol="0">
            <a:spAutoFit/>
          </a:bodyPr>
          <a:lstStyle/>
          <a:p>
            <a:pPr algn="l">
              <a:lnSpc>
                <a:spcPct val="101000"/>
              </a:lnSpc>
              <a:spcAft>
                <a:spcPts val="600"/>
              </a:spcAft>
            </a:pPr>
            <a:r>
              <a:rPr kumimoji="0" lang="en-US" sz="800" b="1" i="0" u="none" strike="noStrike" kern="1200" cap="none" spc="0" normalizeH="0" baseline="0" noProof="0" dirty="0">
                <a:ln>
                  <a:noFill/>
                </a:ln>
                <a:solidFill>
                  <a:srgbClr val="000000"/>
                </a:solidFill>
                <a:effectLst/>
                <a:uLnTx/>
                <a:uFillTx/>
                <a:ea typeface="GT America Regular" charset="0"/>
                <a:cs typeface="GT America Regular" charset="0"/>
              </a:rPr>
              <a:t>For charts ONLY</a:t>
            </a:r>
            <a:endParaRPr kumimoji="0" lang="en-CR" sz="800" b="1" i="0" u="none" strike="noStrike" kern="1200" cap="none" spc="0" normalizeH="0" baseline="0" noProof="0">
              <a:ln>
                <a:noFill/>
              </a:ln>
              <a:solidFill>
                <a:srgbClr val="000000"/>
              </a:solidFill>
              <a:effectLst/>
              <a:uLnTx/>
              <a:uFillTx/>
              <a:ea typeface="GT America Regular" charset="0"/>
              <a:cs typeface="GT America Regular" charset="0"/>
            </a:endParaRPr>
          </a:p>
        </p:txBody>
      </p:sp>
    </p:spTree>
    <p:extLst>
      <p:ext uri="{BB962C8B-B14F-4D97-AF65-F5344CB8AC3E}">
        <p14:creationId xmlns:p14="http://schemas.microsoft.com/office/powerpoint/2010/main" val="3136617075"/>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2 Column, Equal - Icons">
    <p:spTree>
      <p:nvGrpSpPr>
        <p:cNvPr id="1" name=""/>
        <p:cNvGrpSpPr/>
        <p:nvPr/>
      </p:nvGrpSpPr>
      <p:grpSpPr>
        <a:xfrm>
          <a:off x="0" y="0"/>
          <a:ext cx="0" cy="0"/>
          <a:chOff x="0" y="0"/>
          <a:chExt cx="0" cy="0"/>
        </a:xfrm>
      </p:grpSpPr>
      <p:sp>
        <p:nvSpPr>
          <p:cNvPr id="8" name="Footer Placeholder 7">
            <a:extLst>
              <a:ext uri="{FF2B5EF4-FFF2-40B4-BE49-F238E27FC236}">
                <a16:creationId xmlns:a16="http://schemas.microsoft.com/office/drawing/2014/main" id="{0E2ADB5F-BB7A-E503-6385-47B7F4A752C0}"/>
              </a:ext>
            </a:extLst>
          </p:cNvPr>
          <p:cNvSpPr>
            <a:spLocks noGrp="1"/>
          </p:cNvSpPr>
          <p:nvPr>
            <p:ph type="ftr" sz="quarter" idx="11"/>
          </p:nvPr>
        </p:nvSpPr>
        <p:spPr/>
        <p:txBody>
          <a:bodyPr/>
          <a:lstStyle/>
          <a:p>
            <a:r>
              <a:rPr lang="en-US"/>
              <a:t>See slide 12 for instructions on how to update footer</a:t>
            </a:r>
          </a:p>
        </p:txBody>
      </p:sp>
      <p:sp>
        <p:nvSpPr>
          <p:cNvPr id="9" name="Slide Number Placeholder 8">
            <a:extLst>
              <a:ext uri="{FF2B5EF4-FFF2-40B4-BE49-F238E27FC236}">
                <a16:creationId xmlns:a16="http://schemas.microsoft.com/office/drawing/2014/main" id="{CCA8152B-F410-5052-DF3D-06C6DD4D2381}"/>
              </a:ext>
            </a:extLst>
          </p:cNvPr>
          <p:cNvSpPr>
            <a:spLocks noGrp="1"/>
          </p:cNvSpPr>
          <p:nvPr>
            <p:ph type="sldNum" sz="quarter" idx="12"/>
          </p:nvPr>
        </p:nvSpPr>
        <p:spPr/>
        <p:txBody>
          <a:bodyPr/>
          <a:lstStyle/>
          <a:p>
            <a:fld id="{862A5111-985B-C14D-9115-5787026182A8}" type="slidenum">
              <a:rPr lang="en-US" smtClean="0"/>
              <a:t>‹#›</a:t>
            </a:fld>
            <a:endParaRPr lang="en-US"/>
          </a:p>
        </p:txBody>
      </p:sp>
      <p:sp>
        <p:nvSpPr>
          <p:cNvPr id="10" name="Picture Placeholder 9">
            <a:extLst>
              <a:ext uri="{FF2B5EF4-FFF2-40B4-BE49-F238E27FC236}">
                <a16:creationId xmlns:a16="http://schemas.microsoft.com/office/drawing/2014/main" id="{3BB3CD90-7B8A-B179-4BE0-1306245D8C1F}"/>
              </a:ext>
            </a:extLst>
          </p:cNvPr>
          <p:cNvSpPr>
            <a:spLocks noGrp="1"/>
          </p:cNvSpPr>
          <p:nvPr>
            <p:ph type="pic" sz="quarter" idx="37" hasCustomPrompt="1"/>
          </p:nvPr>
        </p:nvSpPr>
        <p:spPr>
          <a:xfrm>
            <a:off x="546100" y="1849438"/>
            <a:ext cx="731519" cy="720725"/>
          </a:xfrm>
          <a:noFill/>
          <a:ln>
            <a:noFill/>
          </a:ln>
        </p:spPr>
        <p:txBody>
          <a:bodyPr anchor="ctr"/>
          <a:lstStyle>
            <a:lvl1pPr algn="ctr">
              <a:defRPr>
                <a:solidFill>
                  <a:schemeClr val="tx1"/>
                </a:solidFill>
              </a:defRPr>
            </a:lvl1pPr>
          </a:lstStyle>
          <a:p>
            <a:r>
              <a:rPr lang="en-US" dirty="0"/>
              <a:t>Icon</a:t>
            </a:r>
          </a:p>
        </p:txBody>
      </p:sp>
      <p:sp>
        <p:nvSpPr>
          <p:cNvPr id="13" name="Picture Placeholder 9">
            <a:extLst>
              <a:ext uri="{FF2B5EF4-FFF2-40B4-BE49-F238E27FC236}">
                <a16:creationId xmlns:a16="http://schemas.microsoft.com/office/drawing/2014/main" id="{3759C39D-789E-C620-C4CA-F2BAB3460CEA}"/>
              </a:ext>
            </a:extLst>
          </p:cNvPr>
          <p:cNvSpPr>
            <a:spLocks noGrp="1"/>
          </p:cNvSpPr>
          <p:nvPr>
            <p:ph type="pic" sz="quarter" idx="38" hasCustomPrompt="1"/>
          </p:nvPr>
        </p:nvSpPr>
        <p:spPr>
          <a:xfrm>
            <a:off x="6194425" y="1849438"/>
            <a:ext cx="731520" cy="720725"/>
          </a:xfrm>
          <a:noFill/>
          <a:ln>
            <a:noFill/>
          </a:ln>
        </p:spPr>
        <p:txBody>
          <a:bodyPr anchor="ctr"/>
          <a:lstStyle>
            <a:lvl1pPr algn="ctr">
              <a:defRPr>
                <a:solidFill>
                  <a:schemeClr val="tx1"/>
                </a:solidFill>
              </a:defRPr>
            </a:lvl1pPr>
          </a:lstStyle>
          <a:p>
            <a:r>
              <a:rPr lang="en-US" dirty="0"/>
              <a:t>Icon</a:t>
            </a:r>
          </a:p>
        </p:txBody>
      </p:sp>
      <p:sp>
        <p:nvSpPr>
          <p:cNvPr id="15" name="Title 14">
            <a:extLst>
              <a:ext uri="{FF2B5EF4-FFF2-40B4-BE49-F238E27FC236}">
                <a16:creationId xmlns:a16="http://schemas.microsoft.com/office/drawing/2014/main" id="{83293C95-F2D4-1B62-3972-21D684C69D6B}"/>
              </a:ext>
            </a:extLst>
          </p:cNvPr>
          <p:cNvSpPr>
            <a:spLocks noGrp="1"/>
          </p:cNvSpPr>
          <p:nvPr>
            <p:ph type="title"/>
          </p:nvPr>
        </p:nvSpPr>
        <p:spPr>
          <a:xfrm>
            <a:off x="546100" y="552450"/>
            <a:ext cx="11091861" cy="434975"/>
          </a:xfrm>
        </p:spPr>
        <p:txBody>
          <a:bodyPr/>
          <a:lstStyle/>
          <a:p>
            <a:r>
              <a:rPr lang="en-US"/>
              <a:t>Click to edit Master title style</a:t>
            </a:r>
            <a:endParaRPr lang="en-US" dirty="0"/>
          </a:p>
        </p:txBody>
      </p:sp>
      <p:sp>
        <p:nvSpPr>
          <p:cNvPr id="4" name="Freeform 5">
            <a:extLst>
              <a:ext uri="{FF2B5EF4-FFF2-40B4-BE49-F238E27FC236}">
                <a16:creationId xmlns:a16="http://schemas.microsoft.com/office/drawing/2014/main" id="{BDF8D966-D4D5-8345-BCCE-83ADA78DF007}"/>
              </a:ext>
            </a:extLst>
          </p:cNvPr>
          <p:cNvSpPr/>
          <p:nvPr userDrawn="1"/>
        </p:nvSpPr>
        <p:spPr bwMode="black">
          <a:xfrm>
            <a:off x="554038" y="6469335"/>
            <a:ext cx="678511" cy="112440"/>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chemeClr val="tx2"/>
          </a:solidFill>
          <a:ln w="0" cap="flat">
            <a:noFill/>
            <a:prstDash val="solid"/>
            <a:miter/>
          </a:ln>
        </p:spPr>
        <p:txBody>
          <a:bodyPr rtlCol="0" anchor="ctr"/>
          <a:lstStyle/>
          <a:p>
            <a:endParaRPr lang="en-US"/>
          </a:p>
        </p:txBody>
      </p:sp>
      <p:sp>
        <p:nvSpPr>
          <p:cNvPr id="22" name="Text Placeholder 11">
            <a:extLst>
              <a:ext uri="{FF2B5EF4-FFF2-40B4-BE49-F238E27FC236}">
                <a16:creationId xmlns:a16="http://schemas.microsoft.com/office/drawing/2014/main" id="{E3714C5C-1F27-C398-E400-5C0795EDB8E8}"/>
              </a:ext>
            </a:extLst>
          </p:cNvPr>
          <p:cNvSpPr>
            <a:spLocks noGrp="1"/>
          </p:cNvSpPr>
          <p:nvPr>
            <p:ph type="body" sz="quarter" idx="21"/>
          </p:nvPr>
        </p:nvSpPr>
        <p:spPr>
          <a:xfrm>
            <a:off x="546100" y="1127125"/>
            <a:ext cx="11097578" cy="292608"/>
          </a:xfrm>
        </p:spPr>
        <p:txBody>
          <a:bodyPr>
            <a:noAutofit/>
          </a:bodyPr>
          <a:lstStyle>
            <a:lvl1pPr marL="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1pPr>
            <a:lvl2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2pPr>
            <a:lvl3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3pPr>
            <a:lvl4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4pPr>
            <a:lvl5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5pPr>
            <a:lvl6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6pPr>
            <a:lvl7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7pPr>
            <a:lvl8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8pPr>
            <a:lvl9pPr marL="0" indent="0" algn="l" defTabSz="914400" rtl="0" eaLnBrk="1" latinLnBrk="0" hangingPunct="1">
              <a:lnSpc>
                <a:spcPct val="80000"/>
              </a:lnSpc>
              <a:spcBef>
                <a:spcPts val="0"/>
              </a:spcBef>
              <a:spcAft>
                <a:spcPts val="0"/>
              </a:spcAft>
              <a:buNone/>
              <a:defRPr lang="en-US" sz="2400" b="0" i="0" kern="1200" dirty="0">
                <a:solidFill>
                  <a:schemeClr val="accent1"/>
                </a:solidFill>
                <a:latin typeface="+mj-lt"/>
                <a:ea typeface="GT America Regular" charset="0"/>
                <a:cs typeface="GT America Regular" charset="0"/>
              </a:defRPr>
            </a:lvl9pPr>
          </a:lstStyle>
          <a:p>
            <a:pPr lvl="0"/>
            <a:r>
              <a:rPr lang="en-US"/>
              <a:t>Click to edit Master text styles</a:t>
            </a:r>
          </a:p>
        </p:txBody>
      </p:sp>
      <p:sp>
        <p:nvSpPr>
          <p:cNvPr id="23" name="Text Placeholder 13">
            <a:extLst>
              <a:ext uri="{FF2B5EF4-FFF2-40B4-BE49-F238E27FC236}">
                <a16:creationId xmlns:a16="http://schemas.microsoft.com/office/drawing/2014/main" id="{7AD587B1-D6EF-264C-B2FD-D3B6CF8CC777}"/>
              </a:ext>
            </a:extLst>
          </p:cNvPr>
          <p:cNvSpPr>
            <a:spLocks noGrp="1"/>
          </p:cNvSpPr>
          <p:nvPr>
            <p:ph type="body" sz="quarter" idx="22"/>
          </p:nvPr>
        </p:nvSpPr>
        <p:spPr>
          <a:xfrm>
            <a:off x="546100" y="6019801"/>
            <a:ext cx="6851650" cy="292100"/>
          </a:xfrm>
        </p:spPr>
        <p:txBody>
          <a:bodyPr anchor="b">
            <a:noAutofit/>
          </a:bodyPr>
          <a:lstStyle>
            <a:lvl1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1pPr>
            <a:lvl2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2pPr>
            <a:lvl3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3pPr>
            <a:lvl4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4pPr>
            <a:lvl5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5pPr>
            <a:lvl6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6pPr>
            <a:lvl7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7pPr>
            <a:lvl8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8pPr>
            <a:lvl9pPr marL="0" indent="0" algn="l" defTabSz="914400" rtl="0" eaLnBrk="1" latinLnBrk="0" hangingPunct="1">
              <a:lnSpc>
                <a:spcPct val="101000"/>
              </a:lnSpc>
              <a:spcBef>
                <a:spcPts val="0"/>
              </a:spcBef>
              <a:spcAft>
                <a:spcPts val="600"/>
              </a:spcAft>
              <a:buNone/>
              <a:defRPr lang="en-US" sz="600" b="0" i="0" kern="1200" dirty="0">
                <a:solidFill>
                  <a:srgbClr val="75787B"/>
                </a:solidFill>
                <a:latin typeface="+mn-lt"/>
                <a:ea typeface="GT America Regular" charset="0"/>
                <a:cs typeface="GT America Regular" charset="0"/>
              </a:defRPr>
            </a:lvl9pPr>
          </a:lstStyle>
          <a:p>
            <a:pPr lvl="0"/>
            <a:r>
              <a:rPr lang="en-US"/>
              <a:t>Click to edit Master text styles</a:t>
            </a:r>
          </a:p>
        </p:txBody>
      </p:sp>
      <p:sp>
        <p:nvSpPr>
          <p:cNvPr id="24" name="Content Placeholder 29">
            <a:extLst>
              <a:ext uri="{FF2B5EF4-FFF2-40B4-BE49-F238E27FC236}">
                <a16:creationId xmlns:a16="http://schemas.microsoft.com/office/drawing/2014/main" id="{BC7EB0C9-FA9F-3888-8848-B5F248F576E9}"/>
              </a:ext>
            </a:extLst>
          </p:cNvPr>
          <p:cNvSpPr>
            <a:spLocks noGrp="1"/>
          </p:cNvSpPr>
          <p:nvPr>
            <p:ph sz="quarter" idx="27"/>
          </p:nvPr>
        </p:nvSpPr>
        <p:spPr>
          <a:xfrm>
            <a:off x="546101" y="2847975"/>
            <a:ext cx="5445124" cy="301942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5" name="Content Placeholder 31">
            <a:extLst>
              <a:ext uri="{FF2B5EF4-FFF2-40B4-BE49-F238E27FC236}">
                <a16:creationId xmlns:a16="http://schemas.microsoft.com/office/drawing/2014/main" id="{791D8777-C2DB-5F33-F63B-04B9C6AF8C52}"/>
              </a:ext>
            </a:extLst>
          </p:cNvPr>
          <p:cNvSpPr>
            <a:spLocks noGrp="1"/>
          </p:cNvSpPr>
          <p:nvPr>
            <p:ph sz="quarter" idx="28"/>
          </p:nvPr>
        </p:nvSpPr>
        <p:spPr>
          <a:xfrm>
            <a:off x="6194425" y="2847975"/>
            <a:ext cx="5443538" cy="301942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grpSp>
        <p:nvGrpSpPr>
          <p:cNvPr id="2" name="Group 1">
            <a:extLst>
              <a:ext uri="{FF2B5EF4-FFF2-40B4-BE49-F238E27FC236}">
                <a16:creationId xmlns:a16="http://schemas.microsoft.com/office/drawing/2014/main" id="{1BC4217D-4BAA-9360-1097-8431CA9B3583}"/>
              </a:ext>
            </a:extLst>
          </p:cNvPr>
          <p:cNvGrpSpPr/>
          <p:nvPr userDrawn="1"/>
        </p:nvGrpSpPr>
        <p:grpSpPr>
          <a:xfrm>
            <a:off x="12356815" y="0"/>
            <a:ext cx="756834" cy="6872642"/>
            <a:chOff x="12356815" y="0"/>
            <a:chExt cx="756834" cy="6872642"/>
          </a:xfrm>
        </p:grpSpPr>
        <p:sp>
          <p:nvSpPr>
            <p:cNvPr id="3" name="Rectangle 2">
              <a:extLst>
                <a:ext uri="{FF2B5EF4-FFF2-40B4-BE49-F238E27FC236}">
                  <a16:creationId xmlns:a16="http://schemas.microsoft.com/office/drawing/2014/main" id="{23B738D2-9770-CA27-45BA-398391E221B4}"/>
                </a:ext>
              </a:extLst>
            </p:cNvPr>
            <p:cNvSpPr/>
            <p:nvPr userDrawn="1"/>
          </p:nvSpPr>
          <p:spPr>
            <a:xfrm>
              <a:off x="12356815" y="0"/>
              <a:ext cx="553069" cy="3279913"/>
            </a:xfrm>
            <a:prstGeom prst="rect">
              <a:avLst/>
            </a:prstGeom>
            <a:solidFill>
              <a:schemeClr val="bg1">
                <a:lumMod val="95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a:p>
          </p:txBody>
        </p:sp>
        <p:sp>
          <p:nvSpPr>
            <p:cNvPr id="5" name="TextBox 4">
              <a:extLst>
                <a:ext uri="{FF2B5EF4-FFF2-40B4-BE49-F238E27FC236}">
                  <a16:creationId xmlns:a16="http://schemas.microsoft.com/office/drawing/2014/main" id="{765EE3DD-2A78-3977-96CB-1F4379F4F7B2}"/>
                </a:ext>
              </a:extLst>
            </p:cNvPr>
            <p:cNvSpPr txBox="1"/>
            <p:nvPr userDrawn="1"/>
          </p:nvSpPr>
          <p:spPr>
            <a:xfrm rot="16200000">
              <a:off x="12332216" y="1580677"/>
              <a:ext cx="1444306" cy="118559"/>
            </a:xfrm>
            <a:prstGeom prst="rect">
              <a:avLst/>
            </a:prstGeom>
            <a:noFill/>
          </p:spPr>
          <p:txBody>
            <a:bodyPr wrap="none" lIns="0" tIns="0" rIns="0" bIns="0" rtlCol="0">
              <a:spAutoFit/>
            </a:bodyPr>
            <a:lstStyle/>
            <a:p>
              <a:pPr algn="l">
                <a:lnSpc>
                  <a:spcPct val="101000"/>
                </a:lnSpc>
                <a:spcAft>
                  <a:spcPts val="600"/>
                </a:spcAft>
              </a:pPr>
              <a:r>
                <a:rPr kumimoji="0" lang="en-CR" sz="800" b="1" i="0" u="none" strike="noStrike" kern="1200" cap="none" spc="0" normalizeH="0" baseline="0" noProof="0">
                  <a:ln>
                    <a:noFill/>
                  </a:ln>
                  <a:solidFill>
                    <a:srgbClr val="000000"/>
                  </a:solidFill>
                  <a:effectLst/>
                  <a:uLnTx/>
                  <a:uFillTx/>
                  <a:ea typeface="GT America Regular" charset="0"/>
                  <a:cs typeface="GT America Regular" charset="0"/>
                </a:rPr>
                <a:t>ON LIGHT AND EXTRA LIGHT</a:t>
              </a:r>
            </a:p>
          </p:txBody>
        </p:sp>
        <p:sp>
          <p:nvSpPr>
            <p:cNvPr id="6" name="Rectangle 5">
              <a:extLst>
                <a:ext uri="{FF2B5EF4-FFF2-40B4-BE49-F238E27FC236}">
                  <a16:creationId xmlns:a16="http://schemas.microsoft.com/office/drawing/2014/main" id="{0D473BDE-269B-80AF-C2A3-A7FF07FC8C8A}"/>
                </a:ext>
              </a:extLst>
            </p:cNvPr>
            <p:cNvSpPr/>
            <p:nvPr userDrawn="1"/>
          </p:nvSpPr>
          <p:spPr>
            <a:xfrm>
              <a:off x="12356815" y="3592729"/>
              <a:ext cx="553069" cy="3279913"/>
            </a:xfrm>
            <a:prstGeom prst="rect">
              <a:avLst/>
            </a:prstGeom>
            <a:solidFill>
              <a:schemeClr val="tx2"/>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a:p>
          </p:txBody>
        </p:sp>
        <p:grpSp>
          <p:nvGrpSpPr>
            <p:cNvPr id="7" name="Group 6">
              <a:extLst>
                <a:ext uri="{FF2B5EF4-FFF2-40B4-BE49-F238E27FC236}">
                  <a16:creationId xmlns:a16="http://schemas.microsoft.com/office/drawing/2014/main" id="{B297EE7D-B7B5-F2F1-323E-D3708819C364}"/>
                </a:ext>
              </a:extLst>
            </p:cNvPr>
            <p:cNvGrpSpPr/>
            <p:nvPr userDrawn="1"/>
          </p:nvGrpSpPr>
          <p:grpSpPr>
            <a:xfrm>
              <a:off x="12442019" y="3791214"/>
              <a:ext cx="382660" cy="2882942"/>
              <a:chOff x="14001569" y="3716048"/>
              <a:chExt cx="316248" cy="3171236"/>
            </a:xfrm>
          </p:grpSpPr>
          <p:sp>
            <p:nvSpPr>
              <p:cNvPr id="29" name="Rectangle 28">
                <a:extLst>
                  <a:ext uri="{FF2B5EF4-FFF2-40B4-BE49-F238E27FC236}">
                    <a16:creationId xmlns:a16="http://schemas.microsoft.com/office/drawing/2014/main" id="{F7C5CFC4-7BCA-2B63-78A4-16D49919F444}"/>
                  </a:ext>
                </a:extLst>
              </p:cNvPr>
              <p:cNvSpPr/>
              <p:nvPr userDrawn="1"/>
            </p:nvSpPr>
            <p:spPr>
              <a:xfrm rot="5400000">
                <a:off x="14033099" y="5954114"/>
                <a:ext cx="253188" cy="316248"/>
              </a:xfrm>
              <a:prstGeom prst="rect">
                <a:avLst/>
              </a:prstGeom>
              <a:solidFill>
                <a:srgbClr val="005E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30" name="Rectangle 29">
                <a:extLst>
                  <a:ext uri="{FF2B5EF4-FFF2-40B4-BE49-F238E27FC236}">
                    <a16:creationId xmlns:a16="http://schemas.microsoft.com/office/drawing/2014/main" id="{5D70C0FD-9524-2C30-0539-E4E8C483F5EC}"/>
                  </a:ext>
                </a:extLst>
              </p:cNvPr>
              <p:cNvSpPr/>
              <p:nvPr userDrawn="1"/>
            </p:nvSpPr>
            <p:spPr>
              <a:xfrm rot="5400000">
                <a:off x="14033099" y="6278342"/>
                <a:ext cx="253188" cy="316248"/>
              </a:xfrm>
              <a:prstGeom prst="rect">
                <a:avLst/>
              </a:prstGeom>
              <a:solidFill>
                <a:srgbClr val="B8B9D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31" name="Rectangle 30">
                <a:extLst>
                  <a:ext uri="{FF2B5EF4-FFF2-40B4-BE49-F238E27FC236}">
                    <a16:creationId xmlns:a16="http://schemas.microsoft.com/office/drawing/2014/main" id="{A55E9539-976E-313D-7347-9A0CD199EF14}"/>
                  </a:ext>
                </a:extLst>
              </p:cNvPr>
              <p:cNvSpPr/>
              <p:nvPr userDrawn="1"/>
            </p:nvSpPr>
            <p:spPr>
              <a:xfrm rot="5400000">
                <a:off x="14033099" y="6602566"/>
                <a:ext cx="253188" cy="316248"/>
              </a:xfrm>
              <a:prstGeom prst="rect">
                <a:avLst/>
              </a:prstGeom>
              <a:solidFill>
                <a:srgbClr val="FBE6D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32" name="Rectangle 31">
                <a:extLst>
                  <a:ext uri="{FF2B5EF4-FFF2-40B4-BE49-F238E27FC236}">
                    <a16:creationId xmlns:a16="http://schemas.microsoft.com/office/drawing/2014/main" id="{40C12AA8-5649-BC19-338A-79799798EE2E}"/>
                  </a:ext>
                </a:extLst>
              </p:cNvPr>
              <p:cNvSpPr/>
              <p:nvPr userDrawn="1"/>
            </p:nvSpPr>
            <p:spPr>
              <a:xfrm rot="5400000">
                <a:off x="14033099" y="4981430"/>
                <a:ext cx="253188" cy="316248"/>
              </a:xfrm>
              <a:prstGeom prst="rect">
                <a:avLst/>
              </a:prstGeom>
              <a:solidFill>
                <a:srgbClr val="BCE09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33" name="Rectangle 32">
                <a:extLst>
                  <a:ext uri="{FF2B5EF4-FFF2-40B4-BE49-F238E27FC236}">
                    <a16:creationId xmlns:a16="http://schemas.microsoft.com/office/drawing/2014/main" id="{375BA55C-DF0A-D207-FA76-5ABF56FCA1C1}"/>
                  </a:ext>
                </a:extLst>
              </p:cNvPr>
              <p:cNvSpPr/>
              <p:nvPr userDrawn="1"/>
            </p:nvSpPr>
            <p:spPr>
              <a:xfrm rot="5400000">
                <a:off x="14033099" y="5305658"/>
                <a:ext cx="253188" cy="316248"/>
              </a:xfrm>
              <a:prstGeom prst="rect">
                <a:avLst/>
              </a:prstGeom>
              <a:solidFill>
                <a:srgbClr val="E9783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34" name="Rectangle 33">
                <a:extLst>
                  <a:ext uri="{FF2B5EF4-FFF2-40B4-BE49-F238E27FC236}">
                    <a16:creationId xmlns:a16="http://schemas.microsoft.com/office/drawing/2014/main" id="{01AD903F-D396-FD39-53A0-99C131EB5AD0}"/>
                  </a:ext>
                </a:extLst>
              </p:cNvPr>
              <p:cNvSpPr/>
              <p:nvPr userDrawn="1"/>
            </p:nvSpPr>
            <p:spPr>
              <a:xfrm rot="5400000">
                <a:off x="14033099" y="5629886"/>
                <a:ext cx="253188" cy="316248"/>
              </a:xfrm>
              <a:prstGeom prst="rect">
                <a:avLst/>
              </a:prstGeom>
              <a:solidFill>
                <a:srgbClr val="B9056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35" name="Rectangle 34">
                <a:extLst>
                  <a:ext uri="{FF2B5EF4-FFF2-40B4-BE49-F238E27FC236}">
                    <a16:creationId xmlns:a16="http://schemas.microsoft.com/office/drawing/2014/main" id="{BF987DE3-7741-D6BC-5B16-C386D99833B9}"/>
                  </a:ext>
                </a:extLst>
              </p:cNvPr>
              <p:cNvSpPr/>
              <p:nvPr userDrawn="1"/>
            </p:nvSpPr>
            <p:spPr>
              <a:xfrm rot="5400000">
                <a:off x="14033099" y="3684518"/>
                <a:ext cx="253188" cy="316248"/>
              </a:xfrm>
              <a:prstGeom prst="rect">
                <a:avLst/>
              </a:prstGeom>
              <a:solidFill>
                <a:srgbClr val="9DC2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36" name="Rectangle 35">
                <a:extLst>
                  <a:ext uri="{FF2B5EF4-FFF2-40B4-BE49-F238E27FC236}">
                    <a16:creationId xmlns:a16="http://schemas.microsoft.com/office/drawing/2014/main" id="{A30D0097-5B52-066B-6132-D211D4EBCF03}"/>
                  </a:ext>
                </a:extLst>
              </p:cNvPr>
              <p:cNvSpPr/>
              <p:nvPr userDrawn="1"/>
            </p:nvSpPr>
            <p:spPr>
              <a:xfrm rot="5400000">
                <a:off x="14033099" y="4008746"/>
                <a:ext cx="253188" cy="316248"/>
              </a:xfrm>
              <a:prstGeom prst="rect">
                <a:avLst/>
              </a:prstGeom>
              <a:solidFill>
                <a:srgbClr val="309DA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37" name="Rectangle 36">
                <a:extLst>
                  <a:ext uri="{FF2B5EF4-FFF2-40B4-BE49-F238E27FC236}">
                    <a16:creationId xmlns:a16="http://schemas.microsoft.com/office/drawing/2014/main" id="{8256A564-2663-1E6F-3087-4F0654732D42}"/>
                  </a:ext>
                </a:extLst>
              </p:cNvPr>
              <p:cNvSpPr/>
              <p:nvPr userDrawn="1"/>
            </p:nvSpPr>
            <p:spPr>
              <a:xfrm rot="5400000">
                <a:off x="14033099" y="4332974"/>
                <a:ext cx="253188" cy="316248"/>
              </a:xfrm>
              <a:prstGeom prst="rect">
                <a:avLst/>
              </a:prstGeom>
              <a:solidFill>
                <a:srgbClr val="E2C22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38" name="Rectangle 37">
                <a:extLst>
                  <a:ext uri="{FF2B5EF4-FFF2-40B4-BE49-F238E27FC236}">
                    <a16:creationId xmlns:a16="http://schemas.microsoft.com/office/drawing/2014/main" id="{71EA7701-8240-364C-45FD-23F8090AE9E4}"/>
                  </a:ext>
                </a:extLst>
              </p:cNvPr>
              <p:cNvSpPr/>
              <p:nvPr userDrawn="1"/>
            </p:nvSpPr>
            <p:spPr>
              <a:xfrm rot="5400000">
                <a:off x="14033099" y="4657202"/>
                <a:ext cx="253188" cy="316248"/>
              </a:xfrm>
              <a:prstGeom prst="rect">
                <a:avLst/>
              </a:prstGeom>
              <a:solidFill>
                <a:srgbClr val="9158B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grpSp>
        <p:grpSp>
          <p:nvGrpSpPr>
            <p:cNvPr id="11" name="Group 10">
              <a:extLst>
                <a:ext uri="{FF2B5EF4-FFF2-40B4-BE49-F238E27FC236}">
                  <a16:creationId xmlns:a16="http://schemas.microsoft.com/office/drawing/2014/main" id="{F27F1958-2330-3A10-25DB-3B1994DBDFE2}"/>
                </a:ext>
              </a:extLst>
            </p:cNvPr>
            <p:cNvGrpSpPr/>
            <p:nvPr userDrawn="1"/>
          </p:nvGrpSpPr>
          <p:grpSpPr>
            <a:xfrm>
              <a:off x="12442019" y="198485"/>
              <a:ext cx="382660" cy="2882942"/>
              <a:chOff x="12742785" y="3716048"/>
              <a:chExt cx="316248" cy="3171236"/>
            </a:xfrm>
          </p:grpSpPr>
          <p:sp>
            <p:nvSpPr>
              <p:cNvPr id="14" name="Rectangle 13">
                <a:extLst>
                  <a:ext uri="{FF2B5EF4-FFF2-40B4-BE49-F238E27FC236}">
                    <a16:creationId xmlns:a16="http://schemas.microsoft.com/office/drawing/2014/main" id="{0842A728-0754-C9BD-9E4D-45B4B864EBA6}"/>
                  </a:ext>
                </a:extLst>
              </p:cNvPr>
              <p:cNvSpPr/>
              <p:nvPr userDrawn="1"/>
            </p:nvSpPr>
            <p:spPr>
              <a:xfrm rot="5400000">
                <a:off x="12774315" y="6602566"/>
                <a:ext cx="253188" cy="316248"/>
              </a:xfrm>
              <a:prstGeom prst="rect">
                <a:avLst/>
              </a:prstGeom>
              <a:solidFill>
                <a:srgbClr val="BFD6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16" name="Rectangle 15">
                <a:extLst>
                  <a:ext uri="{FF2B5EF4-FFF2-40B4-BE49-F238E27FC236}">
                    <a16:creationId xmlns:a16="http://schemas.microsoft.com/office/drawing/2014/main" id="{305A6F1E-9E2F-FBAA-4EB2-F5594A1259C3}"/>
                  </a:ext>
                </a:extLst>
              </p:cNvPr>
              <p:cNvSpPr/>
              <p:nvPr userDrawn="1"/>
            </p:nvSpPr>
            <p:spPr>
              <a:xfrm rot="5400000">
                <a:off x="12774315" y="4981430"/>
                <a:ext cx="253188" cy="316248"/>
              </a:xfrm>
              <a:prstGeom prst="rect">
                <a:avLst/>
              </a:prstGeom>
              <a:solidFill>
                <a:srgbClr val="D25F7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17" name="Rectangle 16">
                <a:extLst>
                  <a:ext uri="{FF2B5EF4-FFF2-40B4-BE49-F238E27FC236}">
                    <a16:creationId xmlns:a16="http://schemas.microsoft.com/office/drawing/2014/main" id="{927CCDDB-5836-8CC6-B4EC-970F1B67029C}"/>
                  </a:ext>
                </a:extLst>
              </p:cNvPr>
              <p:cNvSpPr/>
              <p:nvPr userDrawn="1"/>
            </p:nvSpPr>
            <p:spPr>
              <a:xfrm rot="5400000">
                <a:off x="12774315" y="5305658"/>
                <a:ext cx="253188" cy="316248"/>
              </a:xfrm>
              <a:prstGeom prst="rect">
                <a:avLst/>
              </a:prstGeom>
              <a:solidFill>
                <a:srgbClr val="C6480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18" name="Rectangle 17">
                <a:extLst>
                  <a:ext uri="{FF2B5EF4-FFF2-40B4-BE49-F238E27FC236}">
                    <a16:creationId xmlns:a16="http://schemas.microsoft.com/office/drawing/2014/main" id="{E8E85DD0-B05F-F711-0829-830D552C5756}"/>
                  </a:ext>
                </a:extLst>
              </p:cNvPr>
              <p:cNvSpPr/>
              <p:nvPr userDrawn="1"/>
            </p:nvSpPr>
            <p:spPr>
              <a:xfrm rot="5400000">
                <a:off x="12774315" y="5629886"/>
                <a:ext cx="253188" cy="316248"/>
              </a:xfrm>
              <a:prstGeom prst="rect">
                <a:avLst/>
              </a:prstGeom>
              <a:solidFill>
                <a:srgbClr val="BA016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19" name="Rectangle 18">
                <a:extLst>
                  <a:ext uri="{FF2B5EF4-FFF2-40B4-BE49-F238E27FC236}">
                    <a16:creationId xmlns:a16="http://schemas.microsoft.com/office/drawing/2014/main" id="{E30447AF-3E93-B4F4-2BD4-2D29DC49010A}"/>
                  </a:ext>
                </a:extLst>
              </p:cNvPr>
              <p:cNvSpPr/>
              <p:nvPr userDrawn="1"/>
            </p:nvSpPr>
            <p:spPr>
              <a:xfrm rot="5400000">
                <a:off x="12774315" y="3684518"/>
                <a:ext cx="253188" cy="316248"/>
              </a:xfrm>
              <a:prstGeom prst="rect">
                <a:avLst/>
              </a:prstGeom>
              <a:solidFill>
                <a:srgbClr val="005E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20" name="Rectangle 19">
                <a:extLst>
                  <a:ext uri="{FF2B5EF4-FFF2-40B4-BE49-F238E27FC236}">
                    <a16:creationId xmlns:a16="http://schemas.microsoft.com/office/drawing/2014/main" id="{D0803FD3-E145-B037-4F67-5DF2DD6040E0}"/>
                  </a:ext>
                </a:extLst>
              </p:cNvPr>
              <p:cNvSpPr/>
              <p:nvPr userDrawn="1"/>
            </p:nvSpPr>
            <p:spPr>
              <a:xfrm rot="5400000">
                <a:off x="12774315" y="4008746"/>
                <a:ext cx="253188" cy="316248"/>
              </a:xfrm>
              <a:prstGeom prst="rect">
                <a:avLst/>
              </a:prstGeom>
              <a:solidFill>
                <a:srgbClr val="5EB6B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21" name="Rectangle 20">
                <a:extLst>
                  <a:ext uri="{FF2B5EF4-FFF2-40B4-BE49-F238E27FC236}">
                    <a16:creationId xmlns:a16="http://schemas.microsoft.com/office/drawing/2014/main" id="{F8249DC2-A9E4-0CD0-0F3F-282E0C8634A2}"/>
                  </a:ext>
                </a:extLst>
              </p:cNvPr>
              <p:cNvSpPr/>
              <p:nvPr userDrawn="1"/>
            </p:nvSpPr>
            <p:spPr>
              <a:xfrm rot="5400000">
                <a:off x="12774315" y="4332974"/>
                <a:ext cx="253188" cy="316248"/>
              </a:xfrm>
              <a:prstGeom prst="rect">
                <a:avLst/>
              </a:prstGeom>
              <a:solidFill>
                <a:srgbClr val="C7AB2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26" name="Rectangle 25">
                <a:extLst>
                  <a:ext uri="{FF2B5EF4-FFF2-40B4-BE49-F238E27FC236}">
                    <a16:creationId xmlns:a16="http://schemas.microsoft.com/office/drawing/2014/main" id="{F6CC8C32-7656-8BA3-E842-3EC24814DCCD}"/>
                  </a:ext>
                </a:extLst>
              </p:cNvPr>
              <p:cNvSpPr/>
              <p:nvPr userDrawn="1"/>
            </p:nvSpPr>
            <p:spPr>
              <a:xfrm rot="5400000">
                <a:off x="12774315" y="4657202"/>
                <a:ext cx="253188" cy="316248"/>
              </a:xfrm>
              <a:prstGeom prst="rect">
                <a:avLst/>
              </a:prstGeom>
              <a:solidFill>
                <a:srgbClr val="5C068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27" name="Rectangle 26">
                <a:extLst>
                  <a:ext uri="{FF2B5EF4-FFF2-40B4-BE49-F238E27FC236}">
                    <a16:creationId xmlns:a16="http://schemas.microsoft.com/office/drawing/2014/main" id="{45AACEA3-1A29-83A1-DDD8-14DE1DA11719}"/>
                  </a:ext>
                </a:extLst>
              </p:cNvPr>
              <p:cNvSpPr/>
              <p:nvPr userDrawn="1"/>
            </p:nvSpPr>
            <p:spPr>
              <a:xfrm rot="5400000">
                <a:off x="12774315" y="5954114"/>
                <a:ext cx="253188" cy="316248"/>
              </a:xfrm>
              <a:prstGeom prst="rect">
                <a:avLst/>
              </a:prstGeom>
              <a:solidFill>
                <a:srgbClr val="2A431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28" name="Rectangle 27">
                <a:extLst>
                  <a:ext uri="{FF2B5EF4-FFF2-40B4-BE49-F238E27FC236}">
                    <a16:creationId xmlns:a16="http://schemas.microsoft.com/office/drawing/2014/main" id="{E5B1B73D-F5CF-EBCE-3F9A-C836D720D50F}"/>
                  </a:ext>
                </a:extLst>
              </p:cNvPr>
              <p:cNvSpPr/>
              <p:nvPr userDrawn="1"/>
            </p:nvSpPr>
            <p:spPr>
              <a:xfrm rot="5400000">
                <a:off x="12774315" y="6278342"/>
                <a:ext cx="253188" cy="316248"/>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grpSp>
        <p:sp>
          <p:nvSpPr>
            <p:cNvPr id="12" name="TextBox 11">
              <a:extLst>
                <a:ext uri="{FF2B5EF4-FFF2-40B4-BE49-F238E27FC236}">
                  <a16:creationId xmlns:a16="http://schemas.microsoft.com/office/drawing/2014/main" id="{D2C14CAE-C770-6127-8D3D-57B8E90575DC}"/>
                </a:ext>
              </a:extLst>
            </p:cNvPr>
            <p:cNvSpPr txBox="1"/>
            <p:nvPr userDrawn="1"/>
          </p:nvSpPr>
          <p:spPr>
            <a:xfrm rot="16200000">
              <a:off x="12574270" y="5173406"/>
              <a:ext cx="960199" cy="118559"/>
            </a:xfrm>
            <a:prstGeom prst="rect">
              <a:avLst/>
            </a:prstGeom>
            <a:noFill/>
          </p:spPr>
          <p:txBody>
            <a:bodyPr wrap="none" lIns="0" tIns="0" rIns="0" bIns="0" rtlCol="0">
              <a:spAutoFit/>
            </a:bodyPr>
            <a:lstStyle/>
            <a:p>
              <a:pPr algn="l">
                <a:lnSpc>
                  <a:spcPct val="101000"/>
                </a:lnSpc>
                <a:spcAft>
                  <a:spcPts val="600"/>
                </a:spcAft>
              </a:pPr>
              <a:r>
                <a:rPr lang="en-CR" sz="800" b="1">
                  <a:solidFill>
                    <a:srgbClr val="000000"/>
                  </a:solidFill>
                  <a:latin typeface="GT America Regular"/>
                  <a:ea typeface="GT America Regular" charset="0"/>
                  <a:cs typeface="GT America Regular" charset="0"/>
                </a:rPr>
                <a:t>ON MOODY´S BLUE</a:t>
              </a:r>
              <a:endParaRPr kumimoji="0" lang="en-CR" sz="800" b="1" i="0" u="none" strike="noStrike" kern="1200" cap="none" spc="0" normalizeH="0" baseline="0" noProof="0" err="1">
                <a:ln>
                  <a:noFill/>
                </a:ln>
                <a:solidFill>
                  <a:srgbClr val="000000"/>
                </a:solidFill>
                <a:effectLst/>
                <a:uLnTx/>
                <a:uFillTx/>
                <a:latin typeface="GT America Regular"/>
                <a:ea typeface="GT America Regular" charset="0"/>
                <a:cs typeface="GT America Regular" charset="0"/>
              </a:endParaRPr>
            </a:p>
          </p:txBody>
        </p:sp>
      </p:grpSp>
      <p:sp>
        <p:nvSpPr>
          <p:cNvPr id="39" name="TextBox 38">
            <a:extLst>
              <a:ext uri="{FF2B5EF4-FFF2-40B4-BE49-F238E27FC236}">
                <a16:creationId xmlns:a16="http://schemas.microsoft.com/office/drawing/2014/main" id="{F861FBEF-EE6E-BC1D-410E-9D965C8DDB92}"/>
              </a:ext>
            </a:extLst>
          </p:cNvPr>
          <p:cNvSpPr txBox="1"/>
          <p:nvPr userDrawn="1"/>
        </p:nvSpPr>
        <p:spPr>
          <a:xfrm>
            <a:off x="12356815" y="3377042"/>
            <a:ext cx="807913" cy="118559"/>
          </a:xfrm>
          <a:prstGeom prst="rect">
            <a:avLst/>
          </a:prstGeom>
          <a:noFill/>
        </p:spPr>
        <p:txBody>
          <a:bodyPr wrap="none" lIns="0" tIns="0" rIns="0" bIns="0" rtlCol="0">
            <a:spAutoFit/>
          </a:bodyPr>
          <a:lstStyle/>
          <a:p>
            <a:pPr algn="l">
              <a:lnSpc>
                <a:spcPct val="101000"/>
              </a:lnSpc>
              <a:spcAft>
                <a:spcPts val="600"/>
              </a:spcAft>
            </a:pPr>
            <a:r>
              <a:rPr kumimoji="0" lang="en-US" sz="800" b="1" i="0" u="none" strike="noStrike" kern="1200" cap="none" spc="0" normalizeH="0" baseline="0" noProof="0" dirty="0">
                <a:ln>
                  <a:noFill/>
                </a:ln>
                <a:solidFill>
                  <a:srgbClr val="000000"/>
                </a:solidFill>
                <a:effectLst/>
                <a:uLnTx/>
                <a:uFillTx/>
                <a:ea typeface="GT America Regular" charset="0"/>
                <a:cs typeface="GT America Regular" charset="0"/>
              </a:rPr>
              <a:t>For charts ONLY</a:t>
            </a:r>
            <a:endParaRPr kumimoji="0" lang="en-CR" sz="800" b="1" i="0" u="none" strike="noStrike" kern="1200" cap="none" spc="0" normalizeH="0" baseline="0" noProof="0">
              <a:ln>
                <a:noFill/>
              </a:ln>
              <a:solidFill>
                <a:srgbClr val="000000"/>
              </a:solidFill>
              <a:effectLst/>
              <a:uLnTx/>
              <a:uFillTx/>
              <a:ea typeface="GT America Regular" charset="0"/>
              <a:cs typeface="GT America Regular" charset="0"/>
            </a:endParaRPr>
          </a:p>
        </p:txBody>
      </p:sp>
    </p:spTree>
    <p:extLst>
      <p:ext uri="{BB962C8B-B14F-4D97-AF65-F5344CB8AC3E}">
        <p14:creationId xmlns:p14="http://schemas.microsoft.com/office/powerpoint/2010/main" val="1299618286"/>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2 Column, Equal - Subhead/Icons">
    <p:spTree>
      <p:nvGrpSpPr>
        <p:cNvPr id="1" name=""/>
        <p:cNvGrpSpPr/>
        <p:nvPr/>
      </p:nvGrpSpPr>
      <p:grpSpPr>
        <a:xfrm>
          <a:off x="0" y="0"/>
          <a:ext cx="0" cy="0"/>
          <a:chOff x="0" y="0"/>
          <a:chExt cx="0" cy="0"/>
        </a:xfrm>
      </p:grpSpPr>
      <p:sp>
        <p:nvSpPr>
          <p:cNvPr id="8" name="Footer Placeholder 7">
            <a:extLst>
              <a:ext uri="{FF2B5EF4-FFF2-40B4-BE49-F238E27FC236}">
                <a16:creationId xmlns:a16="http://schemas.microsoft.com/office/drawing/2014/main" id="{0E2ADB5F-BB7A-E503-6385-47B7F4A752C0}"/>
              </a:ext>
            </a:extLst>
          </p:cNvPr>
          <p:cNvSpPr>
            <a:spLocks noGrp="1"/>
          </p:cNvSpPr>
          <p:nvPr>
            <p:ph type="ftr" sz="quarter" idx="11"/>
          </p:nvPr>
        </p:nvSpPr>
        <p:spPr/>
        <p:txBody>
          <a:bodyPr/>
          <a:lstStyle/>
          <a:p>
            <a:r>
              <a:rPr lang="en-US"/>
              <a:t>See slide 12 for instructions on how to update footer</a:t>
            </a:r>
          </a:p>
        </p:txBody>
      </p:sp>
      <p:sp>
        <p:nvSpPr>
          <p:cNvPr id="9" name="Slide Number Placeholder 8">
            <a:extLst>
              <a:ext uri="{FF2B5EF4-FFF2-40B4-BE49-F238E27FC236}">
                <a16:creationId xmlns:a16="http://schemas.microsoft.com/office/drawing/2014/main" id="{CCA8152B-F410-5052-DF3D-06C6DD4D2381}"/>
              </a:ext>
            </a:extLst>
          </p:cNvPr>
          <p:cNvSpPr>
            <a:spLocks noGrp="1"/>
          </p:cNvSpPr>
          <p:nvPr>
            <p:ph type="sldNum" sz="quarter" idx="12"/>
          </p:nvPr>
        </p:nvSpPr>
        <p:spPr/>
        <p:txBody>
          <a:bodyPr/>
          <a:lstStyle/>
          <a:p>
            <a:fld id="{862A5111-985B-C14D-9115-5787026182A8}" type="slidenum">
              <a:rPr lang="en-US" smtClean="0"/>
              <a:t>‹#›</a:t>
            </a:fld>
            <a:endParaRPr lang="en-US"/>
          </a:p>
        </p:txBody>
      </p:sp>
      <p:sp>
        <p:nvSpPr>
          <p:cNvPr id="10" name="Picture Placeholder 9">
            <a:extLst>
              <a:ext uri="{FF2B5EF4-FFF2-40B4-BE49-F238E27FC236}">
                <a16:creationId xmlns:a16="http://schemas.microsoft.com/office/drawing/2014/main" id="{3BB3CD90-7B8A-B179-4BE0-1306245D8C1F}"/>
              </a:ext>
            </a:extLst>
          </p:cNvPr>
          <p:cNvSpPr>
            <a:spLocks noGrp="1"/>
          </p:cNvSpPr>
          <p:nvPr>
            <p:ph type="pic" sz="quarter" idx="37" hasCustomPrompt="1"/>
          </p:nvPr>
        </p:nvSpPr>
        <p:spPr>
          <a:xfrm>
            <a:off x="546100" y="1849438"/>
            <a:ext cx="731520" cy="720725"/>
          </a:xfrm>
          <a:noFill/>
          <a:ln>
            <a:noFill/>
          </a:ln>
        </p:spPr>
        <p:txBody>
          <a:bodyPr anchor="ctr"/>
          <a:lstStyle>
            <a:lvl1pPr algn="ctr">
              <a:defRPr>
                <a:solidFill>
                  <a:schemeClr val="tx1"/>
                </a:solidFill>
              </a:defRPr>
            </a:lvl1pPr>
          </a:lstStyle>
          <a:p>
            <a:r>
              <a:rPr lang="en-US" dirty="0"/>
              <a:t>Icon</a:t>
            </a:r>
          </a:p>
        </p:txBody>
      </p:sp>
      <p:sp>
        <p:nvSpPr>
          <p:cNvPr id="13" name="Picture Placeholder 9">
            <a:extLst>
              <a:ext uri="{FF2B5EF4-FFF2-40B4-BE49-F238E27FC236}">
                <a16:creationId xmlns:a16="http://schemas.microsoft.com/office/drawing/2014/main" id="{3759C39D-789E-C620-C4CA-F2BAB3460CEA}"/>
              </a:ext>
            </a:extLst>
          </p:cNvPr>
          <p:cNvSpPr>
            <a:spLocks noGrp="1"/>
          </p:cNvSpPr>
          <p:nvPr>
            <p:ph type="pic" sz="quarter" idx="38" hasCustomPrompt="1"/>
          </p:nvPr>
        </p:nvSpPr>
        <p:spPr>
          <a:xfrm>
            <a:off x="6194425" y="1849438"/>
            <a:ext cx="731520" cy="720725"/>
          </a:xfrm>
          <a:noFill/>
          <a:ln>
            <a:noFill/>
          </a:ln>
        </p:spPr>
        <p:txBody>
          <a:bodyPr anchor="ctr"/>
          <a:lstStyle>
            <a:lvl1pPr algn="ctr">
              <a:defRPr>
                <a:solidFill>
                  <a:schemeClr val="tx1"/>
                </a:solidFill>
              </a:defRPr>
            </a:lvl1pPr>
          </a:lstStyle>
          <a:p>
            <a:r>
              <a:rPr lang="en-US" dirty="0"/>
              <a:t>Icon</a:t>
            </a:r>
          </a:p>
        </p:txBody>
      </p:sp>
      <p:sp>
        <p:nvSpPr>
          <p:cNvPr id="19" name="Title 18">
            <a:extLst>
              <a:ext uri="{FF2B5EF4-FFF2-40B4-BE49-F238E27FC236}">
                <a16:creationId xmlns:a16="http://schemas.microsoft.com/office/drawing/2014/main" id="{4203C809-6284-F504-FD1D-2F733D8EF672}"/>
              </a:ext>
            </a:extLst>
          </p:cNvPr>
          <p:cNvSpPr>
            <a:spLocks noGrp="1"/>
          </p:cNvSpPr>
          <p:nvPr>
            <p:ph type="title"/>
          </p:nvPr>
        </p:nvSpPr>
        <p:spPr>
          <a:xfrm>
            <a:off x="546100" y="552450"/>
            <a:ext cx="11091862" cy="434975"/>
          </a:xfrm>
        </p:spPr>
        <p:txBody>
          <a:bodyPr/>
          <a:lstStyle/>
          <a:p>
            <a:r>
              <a:rPr lang="en-US"/>
              <a:t>Click to edit Master title style</a:t>
            </a:r>
            <a:endParaRPr lang="en-US" dirty="0"/>
          </a:p>
        </p:txBody>
      </p:sp>
      <p:sp>
        <p:nvSpPr>
          <p:cNvPr id="4" name="Freeform 5">
            <a:extLst>
              <a:ext uri="{FF2B5EF4-FFF2-40B4-BE49-F238E27FC236}">
                <a16:creationId xmlns:a16="http://schemas.microsoft.com/office/drawing/2014/main" id="{FD35FFA2-B061-C6C6-9525-75F69775617A}"/>
              </a:ext>
            </a:extLst>
          </p:cNvPr>
          <p:cNvSpPr/>
          <p:nvPr userDrawn="1"/>
        </p:nvSpPr>
        <p:spPr bwMode="black">
          <a:xfrm>
            <a:off x="554038" y="6469335"/>
            <a:ext cx="678511" cy="112440"/>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chemeClr val="tx2"/>
          </a:solidFill>
          <a:ln w="0" cap="flat">
            <a:noFill/>
            <a:prstDash val="solid"/>
            <a:miter/>
          </a:ln>
        </p:spPr>
        <p:txBody>
          <a:bodyPr rtlCol="0" anchor="ctr"/>
          <a:lstStyle/>
          <a:p>
            <a:endParaRPr lang="en-US"/>
          </a:p>
        </p:txBody>
      </p:sp>
      <p:sp>
        <p:nvSpPr>
          <p:cNvPr id="12" name="Text Placeholder 11">
            <a:extLst>
              <a:ext uri="{FF2B5EF4-FFF2-40B4-BE49-F238E27FC236}">
                <a16:creationId xmlns:a16="http://schemas.microsoft.com/office/drawing/2014/main" id="{9DBD8FF5-701A-95F4-260E-E54FC660C38F}"/>
              </a:ext>
            </a:extLst>
          </p:cNvPr>
          <p:cNvSpPr>
            <a:spLocks noGrp="1"/>
          </p:cNvSpPr>
          <p:nvPr>
            <p:ph type="body" sz="quarter" idx="41"/>
          </p:nvPr>
        </p:nvSpPr>
        <p:spPr>
          <a:xfrm>
            <a:off x="546100" y="1127124"/>
            <a:ext cx="11094211" cy="295276"/>
          </a:xfrm>
        </p:spPr>
        <p:txBody>
          <a:bodyPr>
            <a:noAutofit/>
          </a:bodyPr>
          <a:lstStyle>
            <a:lvl1pPr marL="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1pPr>
            <a:lvl2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2pPr>
            <a:lvl3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3pPr>
            <a:lvl4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4pPr>
            <a:lvl5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5pPr>
            <a:lvl6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6pPr>
            <a:lvl7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7pPr>
            <a:lvl8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8pPr>
            <a:lvl9pPr marL="0" indent="0" algn="l" defTabSz="914400" rtl="0" eaLnBrk="1" latinLnBrk="0" hangingPunct="1">
              <a:lnSpc>
                <a:spcPct val="80000"/>
              </a:lnSpc>
              <a:spcBef>
                <a:spcPts val="0"/>
              </a:spcBef>
              <a:spcAft>
                <a:spcPts val="0"/>
              </a:spcAft>
              <a:buNone/>
              <a:defRPr lang="en-US" sz="2400" b="0" i="0" kern="1200" dirty="0">
                <a:solidFill>
                  <a:schemeClr val="accent1"/>
                </a:solidFill>
                <a:latin typeface="+mj-lt"/>
                <a:ea typeface="GT America Regular" charset="0"/>
                <a:cs typeface="GT America Regular" charset="0"/>
              </a:defRPr>
            </a:lvl9pPr>
          </a:lstStyle>
          <a:p>
            <a:pPr lvl="0"/>
            <a:r>
              <a:rPr lang="en-US"/>
              <a:t>Click to edit Master text styles</a:t>
            </a:r>
          </a:p>
        </p:txBody>
      </p:sp>
      <p:sp>
        <p:nvSpPr>
          <p:cNvPr id="15" name="Text Placeholder 14">
            <a:extLst>
              <a:ext uri="{FF2B5EF4-FFF2-40B4-BE49-F238E27FC236}">
                <a16:creationId xmlns:a16="http://schemas.microsoft.com/office/drawing/2014/main" id="{FC3E1B1C-BFB6-509F-0D82-C1AA2860E141}"/>
              </a:ext>
            </a:extLst>
          </p:cNvPr>
          <p:cNvSpPr>
            <a:spLocks noGrp="1"/>
          </p:cNvSpPr>
          <p:nvPr>
            <p:ph type="body" sz="quarter" idx="42"/>
          </p:nvPr>
        </p:nvSpPr>
        <p:spPr>
          <a:xfrm>
            <a:off x="539748" y="6019800"/>
            <a:ext cx="6858001" cy="292099"/>
          </a:xfrm>
        </p:spPr>
        <p:txBody>
          <a:bodyPr anchor="b">
            <a:noAutofit/>
          </a:bodyPr>
          <a:lstStyle>
            <a:lvl1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1pPr>
            <a:lvl2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2pPr>
            <a:lvl3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3pPr>
            <a:lvl4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4pPr>
            <a:lvl5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5pPr>
            <a:lvl6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6pPr>
            <a:lvl7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7pPr>
            <a:lvl8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8pPr>
            <a:lvl9pPr marL="0" indent="0" algn="l" defTabSz="914400" rtl="0" eaLnBrk="1" latinLnBrk="0" hangingPunct="1">
              <a:lnSpc>
                <a:spcPct val="101000"/>
              </a:lnSpc>
              <a:spcBef>
                <a:spcPts val="0"/>
              </a:spcBef>
              <a:spcAft>
                <a:spcPts val="600"/>
              </a:spcAft>
              <a:buNone/>
              <a:defRPr lang="en-US" sz="600" b="0" i="0" kern="1200" dirty="0">
                <a:solidFill>
                  <a:srgbClr val="75787B"/>
                </a:solidFill>
                <a:latin typeface="+mn-lt"/>
                <a:ea typeface="GT America Regular" charset="0"/>
                <a:cs typeface="GT America Regular" charset="0"/>
              </a:defRPr>
            </a:lvl9pPr>
          </a:lstStyle>
          <a:p>
            <a:pPr lvl="0"/>
            <a:r>
              <a:rPr lang="en-US"/>
              <a:t>Click to edit Master text styles</a:t>
            </a:r>
          </a:p>
        </p:txBody>
      </p:sp>
      <p:sp>
        <p:nvSpPr>
          <p:cNvPr id="17" name="Content Placeholder 16">
            <a:extLst>
              <a:ext uri="{FF2B5EF4-FFF2-40B4-BE49-F238E27FC236}">
                <a16:creationId xmlns:a16="http://schemas.microsoft.com/office/drawing/2014/main" id="{EE99AD3F-BADC-0A62-5455-2F629230E03A}"/>
              </a:ext>
            </a:extLst>
          </p:cNvPr>
          <p:cNvSpPr>
            <a:spLocks noGrp="1"/>
          </p:cNvSpPr>
          <p:nvPr>
            <p:ph sz="quarter" idx="43"/>
          </p:nvPr>
        </p:nvSpPr>
        <p:spPr>
          <a:xfrm>
            <a:off x="546100" y="3295650"/>
            <a:ext cx="5445125" cy="2437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5" name="Content Placeholder 24">
            <a:extLst>
              <a:ext uri="{FF2B5EF4-FFF2-40B4-BE49-F238E27FC236}">
                <a16:creationId xmlns:a16="http://schemas.microsoft.com/office/drawing/2014/main" id="{F13C4FDE-A81E-EF79-BD4B-61C6431C7630}"/>
              </a:ext>
            </a:extLst>
          </p:cNvPr>
          <p:cNvSpPr>
            <a:spLocks noGrp="1"/>
          </p:cNvSpPr>
          <p:nvPr>
            <p:ph sz="quarter" idx="44"/>
          </p:nvPr>
        </p:nvSpPr>
        <p:spPr>
          <a:xfrm>
            <a:off x="6194425" y="3295650"/>
            <a:ext cx="5443536" cy="24376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7" name="Text Placeholder 26">
            <a:extLst>
              <a:ext uri="{FF2B5EF4-FFF2-40B4-BE49-F238E27FC236}">
                <a16:creationId xmlns:a16="http://schemas.microsoft.com/office/drawing/2014/main" id="{79AA7307-4097-61A7-6D7C-E1E31662FD7C}"/>
              </a:ext>
            </a:extLst>
          </p:cNvPr>
          <p:cNvSpPr>
            <a:spLocks noGrp="1"/>
          </p:cNvSpPr>
          <p:nvPr>
            <p:ph type="body" sz="quarter" idx="45"/>
          </p:nvPr>
        </p:nvSpPr>
        <p:spPr>
          <a:xfrm>
            <a:off x="546100" y="2714625"/>
            <a:ext cx="5445125" cy="295276"/>
          </a:xfrm>
        </p:spPr>
        <p:txBody>
          <a:bodyPr anchor="b">
            <a:noAutofit/>
          </a:bodyPr>
          <a:lstStyle>
            <a:lvl1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1pPr>
            <a:lvl2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2pPr>
            <a:lvl3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3pPr>
            <a:lvl4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4pPr>
            <a:lvl5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5pPr>
            <a:lvl6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6pPr>
            <a:lvl7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7pPr>
            <a:lvl8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8pPr>
            <a:lvl9pPr marL="0" indent="0" algn="l" defTabSz="914400" rtl="0" eaLnBrk="1" latinLnBrk="0" hangingPunct="1">
              <a:lnSpc>
                <a:spcPct val="101000"/>
              </a:lnSpc>
              <a:spcBef>
                <a:spcPts val="0"/>
              </a:spcBef>
              <a:spcAft>
                <a:spcPts val="600"/>
              </a:spcAft>
              <a:buNone/>
              <a:defRPr lang="en-US" sz="2000" b="0" i="0" kern="1200" dirty="0">
                <a:solidFill>
                  <a:schemeClr val="tx2"/>
                </a:solidFill>
                <a:latin typeface="+mj-lt"/>
                <a:ea typeface="GT America Regular" charset="0"/>
                <a:cs typeface="GT America Regular" charset="0"/>
              </a:defRPr>
            </a:lvl9pPr>
          </a:lstStyle>
          <a:p>
            <a:pPr lvl="0"/>
            <a:r>
              <a:rPr lang="en-US"/>
              <a:t>Click to edit Master text styles</a:t>
            </a:r>
          </a:p>
        </p:txBody>
      </p:sp>
      <p:sp>
        <p:nvSpPr>
          <p:cNvPr id="29" name="Text Placeholder 28">
            <a:extLst>
              <a:ext uri="{FF2B5EF4-FFF2-40B4-BE49-F238E27FC236}">
                <a16:creationId xmlns:a16="http://schemas.microsoft.com/office/drawing/2014/main" id="{B89766A0-7AF7-514F-D906-7F7B54DCA000}"/>
              </a:ext>
            </a:extLst>
          </p:cNvPr>
          <p:cNvSpPr>
            <a:spLocks noGrp="1"/>
          </p:cNvSpPr>
          <p:nvPr>
            <p:ph type="body" sz="quarter" idx="46"/>
          </p:nvPr>
        </p:nvSpPr>
        <p:spPr>
          <a:xfrm>
            <a:off x="6192838" y="2714625"/>
            <a:ext cx="5445125" cy="294511"/>
          </a:xfrm>
        </p:spPr>
        <p:txBody>
          <a:bodyPr anchor="b">
            <a:noAutofit/>
          </a:bodyPr>
          <a:lstStyle>
            <a:lvl1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1pPr>
            <a:lvl2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2pPr>
            <a:lvl3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3pPr>
            <a:lvl4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4pPr>
            <a:lvl5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5pPr>
            <a:lvl6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6pPr>
            <a:lvl7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7pPr>
            <a:lvl8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8pPr>
            <a:lvl9pPr marL="0" indent="0" algn="l" defTabSz="914400" rtl="0" eaLnBrk="1" latinLnBrk="0" hangingPunct="1">
              <a:lnSpc>
                <a:spcPct val="101000"/>
              </a:lnSpc>
              <a:spcBef>
                <a:spcPts val="0"/>
              </a:spcBef>
              <a:spcAft>
                <a:spcPts val="600"/>
              </a:spcAft>
              <a:buNone/>
              <a:defRPr lang="en-US" sz="2000" b="0" i="0" kern="1200" dirty="0">
                <a:solidFill>
                  <a:schemeClr val="tx2"/>
                </a:solidFill>
                <a:latin typeface="+mj-lt"/>
                <a:ea typeface="GT America Regular" charset="0"/>
                <a:cs typeface="GT America Regular" charset="0"/>
              </a:defRPr>
            </a:lvl9pPr>
          </a:lstStyle>
          <a:p>
            <a:pPr lvl="0"/>
            <a:r>
              <a:rPr lang="en-US"/>
              <a:t>Click to edit Master text styles</a:t>
            </a:r>
          </a:p>
        </p:txBody>
      </p:sp>
      <p:grpSp>
        <p:nvGrpSpPr>
          <p:cNvPr id="2" name="Group 1">
            <a:extLst>
              <a:ext uri="{FF2B5EF4-FFF2-40B4-BE49-F238E27FC236}">
                <a16:creationId xmlns:a16="http://schemas.microsoft.com/office/drawing/2014/main" id="{B2AAF679-4457-10F2-E9B5-A7FEFB97B220}"/>
              </a:ext>
            </a:extLst>
          </p:cNvPr>
          <p:cNvGrpSpPr/>
          <p:nvPr userDrawn="1"/>
        </p:nvGrpSpPr>
        <p:grpSpPr>
          <a:xfrm>
            <a:off x="12356815" y="0"/>
            <a:ext cx="756834" cy="6872642"/>
            <a:chOff x="12356815" y="0"/>
            <a:chExt cx="756834" cy="6872642"/>
          </a:xfrm>
        </p:grpSpPr>
        <p:sp>
          <p:nvSpPr>
            <p:cNvPr id="3" name="Rectangle 2">
              <a:extLst>
                <a:ext uri="{FF2B5EF4-FFF2-40B4-BE49-F238E27FC236}">
                  <a16:creationId xmlns:a16="http://schemas.microsoft.com/office/drawing/2014/main" id="{55B56AB6-E6D6-C3B5-BA76-D99E122A8E1A}"/>
                </a:ext>
              </a:extLst>
            </p:cNvPr>
            <p:cNvSpPr/>
            <p:nvPr userDrawn="1"/>
          </p:nvSpPr>
          <p:spPr>
            <a:xfrm>
              <a:off x="12356815" y="0"/>
              <a:ext cx="553069" cy="3279913"/>
            </a:xfrm>
            <a:prstGeom prst="rect">
              <a:avLst/>
            </a:prstGeom>
            <a:solidFill>
              <a:schemeClr val="bg1">
                <a:lumMod val="95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a:p>
          </p:txBody>
        </p:sp>
        <p:sp>
          <p:nvSpPr>
            <p:cNvPr id="5" name="TextBox 4">
              <a:extLst>
                <a:ext uri="{FF2B5EF4-FFF2-40B4-BE49-F238E27FC236}">
                  <a16:creationId xmlns:a16="http://schemas.microsoft.com/office/drawing/2014/main" id="{A26F0088-43FC-AE92-DEF1-3E3F04F249D1}"/>
                </a:ext>
              </a:extLst>
            </p:cNvPr>
            <p:cNvSpPr txBox="1"/>
            <p:nvPr userDrawn="1"/>
          </p:nvSpPr>
          <p:spPr>
            <a:xfrm rot="16200000">
              <a:off x="12332216" y="1580677"/>
              <a:ext cx="1444306" cy="118559"/>
            </a:xfrm>
            <a:prstGeom prst="rect">
              <a:avLst/>
            </a:prstGeom>
            <a:noFill/>
          </p:spPr>
          <p:txBody>
            <a:bodyPr wrap="none" lIns="0" tIns="0" rIns="0" bIns="0" rtlCol="0">
              <a:spAutoFit/>
            </a:bodyPr>
            <a:lstStyle/>
            <a:p>
              <a:pPr algn="l">
                <a:lnSpc>
                  <a:spcPct val="101000"/>
                </a:lnSpc>
                <a:spcAft>
                  <a:spcPts val="600"/>
                </a:spcAft>
              </a:pPr>
              <a:r>
                <a:rPr kumimoji="0" lang="en-CR" sz="800" b="1" i="0" u="none" strike="noStrike" kern="1200" cap="none" spc="0" normalizeH="0" baseline="0" noProof="0">
                  <a:ln>
                    <a:noFill/>
                  </a:ln>
                  <a:solidFill>
                    <a:srgbClr val="000000"/>
                  </a:solidFill>
                  <a:effectLst/>
                  <a:uLnTx/>
                  <a:uFillTx/>
                  <a:ea typeface="GT America Regular" charset="0"/>
                  <a:cs typeface="GT America Regular" charset="0"/>
                </a:rPr>
                <a:t>ON LIGHT AND EXTRA LIGHT</a:t>
              </a:r>
            </a:p>
          </p:txBody>
        </p:sp>
        <p:sp>
          <p:nvSpPr>
            <p:cNvPr id="6" name="Rectangle 5">
              <a:extLst>
                <a:ext uri="{FF2B5EF4-FFF2-40B4-BE49-F238E27FC236}">
                  <a16:creationId xmlns:a16="http://schemas.microsoft.com/office/drawing/2014/main" id="{0DD396A0-8CCE-6537-F2EE-C146F701E26F}"/>
                </a:ext>
              </a:extLst>
            </p:cNvPr>
            <p:cNvSpPr/>
            <p:nvPr userDrawn="1"/>
          </p:nvSpPr>
          <p:spPr>
            <a:xfrm>
              <a:off x="12356815" y="3592729"/>
              <a:ext cx="553069" cy="3279913"/>
            </a:xfrm>
            <a:prstGeom prst="rect">
              <a:avLst/>
            </a:prstGeom>
            <a:solidFill>
              <a:schemeClr val="tx2"/>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a:p>
          </p:txBody>
        </p:sp>
        <p:grpSp>
          <p:nvGrpSpPr>
            <p:cNvPr id="7" name="Group 6">
              <a:extLst>
                <a:ext uri="{FF2B5EF4-FFF2-40B4-BE49-F238E27FC236}">
                  <a16:creationId xmlns:a16="http://schemas.microsoft.com/office/drawing/2014/main" id="{C2D6B92D-3AE8-AA58-ECFA-0BC8AA3FBD75}"/>
                </a:ext>
              </a:extLst>
            </p:cNvPr>
            <p:cNvGrpSpPr/>
            <p:nvPr userDrawn="1"/>
          </p:nvGrpSpPr>
          <p:grpSpPr>
            <a:xfrm>
              <a:off x="12442019" y="3791214"/>
              <a:ext cx="382660" cy="2882942"/>
              <a:chOff x="14001569" y="3716048"/>
              <a:chExt cx="316248" cy="3171236"/>
            </a:xfrm>
          </p:grpSpPr>
          <p:sp>
            <p:nvSpPr>
              <p:cNvPr id="31" name="Rectangle 30">
                <a:extLst>
                  <a:ext uri="{FF2B5EF4-FFF2-40B4-BE49-F238E27FC236}">
                    <a16:creationId xmlns:a16="http://schemas.microsoft.com/office/drawing/2014/main" id="{0C112F11-5917-4249-B980-86239654D529}"/>
                  </a:ext>
                </a:extLst>
              </p:cNvPr>
              <p:cNvSpPr/>
              <p:nvPr userDrawn="1"/>
            </p:nvSpPr>
            <p:spPr>
              <a:xfrm rot="5400000">
                <a:off x="14033099" y="5954114"/>
                <a:ext cx="253188" cy="316248"/>
              </a:xfrm>
              <a:prstGeom prst="rect">
                <a:avLst/>
              </a:prstGeom>
              <a:solidFill>
                <a:srgbClr val="005E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32" name="Rectangle 31">
                <a:extLst>
                  <a:ext uri="{FF2B5EF4-FFF2-40B4-BE49-F238E27FC236}">
                    <a16:creationId xmlns:a16="http://schemas.microsoft.com/office/drawing/2014/main" id="{31A5D626-224F-F8FD-A2B0-F8D40C087DDB}"/>
                  </a:ext>
                </a:extLst>
              </p:cNvPr>
              <p:cNvSpPr/>
              <p:nvPr userDrawn="1"/>
            </p:nvSpPr>
            <p:spPr>
              <a:xfrm rot="5400000">
                <a:off x="14033099" y="6278342"/>
                <a:ext cx="253188" cy="316248"/>
              </a:xfrm>
              <a:prstGeom prst="rect">
                <a:avLst/>
              </a:prstGeom>
              <a:solidFill>
                <a:srgbClr val="B8B9D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33" name="Rectangle 32">
                <a:extLst>
                  <a:ext uri="{FF2B5EF4-FFF2-40B4-BE49-F238E27FC236}">
                    <a16:creationId xmlns:a16="http://schemas.microsoft.com/office/drawing/2014/main" id="{0798FC30-BB8C-BFF1-8C51-40A55795A053}"/>
                  </a:ext>
                </a:extLst>
              </p:cNvPr>
              <p:cNvSpPr/>
              <p:nvPr userDrawn="1"/>
            </p:nvSpPr>
            <p:spPr>
              <a:xfrm rot="5400000">
                <a:off x="14033099" y="6602566"/>
                <a:ext cx="253188" cy="316248"/>
              </a:xfrm>
              <a:prstGeom prst="rect">
                <a:avLst/>
              </a:prstGeom>
              <a:solidFill>
                <a:srgbClr val="FBE6D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34" name="Rectangle 33">
                <a:extLst>
                  <a:ext uri="{FF2B5EF4-FFF2-40B4-BE49-F238E27FC236}">
                    <a16:creationId xmlns:a16="http://schemas.microsoft.com/office/drawing/2014/main" id="{D7C10461-A3C0-8123-080D-B246D493ED94}"/>
                  </a:ext>
                </a:extLst>
              </p:cNvPr>
              <p:cNvSpPr/>
              <p:nvPr userDrawn="1"/>
            </p:nvSpPr>
            <p:spPr>
              <a:xfrm rot="5400000">
                <a:off x="14033099" y="4981430"/>
                <a:ext cx="253188" cy="316248"/>
              </a:xfrm>
              <a:prstGeom prst="rect">
                <a:avLst/>
              </a:prstGeom>
              <a:solidFill>
                <a:srgbClr val="BCE09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35" name="Rectangle 34">
                <a:extLst>
                  <a:ext uri="{FF2B5EF4-FFF2-40B4-BE49-F238E27FC236}">
                    <a16:creationId xmlns:a16="http://schemas.microsoft.com/office/drawing/2014/main" id="{E9AE00C3-0423-8270-5732-509DFD07A597}"/>
                  </a:ext>
                </a:extLst>
              </p:cNvPr>
              <p:cNvSpPr/>
              <p:nvPr userDrawn="1"/>
            </p:nvSpPr>
            <p:spPr>
              <a:xfrm rot="5400000">
                <a:off x="14033099" y="5305658"/>
                <a:ext cx="253188" cy="316248"/>
              </a:xfrm>
              <a:prstGeom prst="rect">
                <a:avLst/>
              </a:prstGeom>
              <a:solidFill>
                <a:srgbClr val="E9783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36" name="Rectangle 35">
                <a:extLst>
                  <a:ext uri="{FF2B5EF4-FFF2-40B4-BE49-F238E27FC236}">
                    <a16:creationId xmlns:a16="http://schemas.microsoft.com/office/drawing/2014/main" id="{AEAF8904-0885-07BA-31B5-D213B163E7D0}"/>
                  </a:ext>
                </a:extLst>
              </p:cNvPr>
              <p:cNvSpPr/>
              <p:nvPr userDrawn="1"/>
            </p:nvSpPr>
            <p:spPr>
              <a:xfrm rot="5400000">
                <a:off x="14033099" y="5629886"/>
                <a:ext cx="253188" cy="316248"/>
              </a:xfrm>
              <a:prstGeom prst="rect">
                <a:avLst/>
              </a:prstGeom>
              <a:solidFill>
                <a:srgbClr val="B9056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37" name="Rectangle 36">
                <a:extLst>
                  <a:ext uri="{FF2B5EF4-FFF2-40B4-BE49-F238E27FC236}">
                    <a16:creationId xmlns:a16="http://schemas.microsoft.com/office/drawing/2014/main" id="{489C82E9-7E4A-421F-6776-726E1D9B5D4A}"/>
                  </a:ext>
                </a:extLst>
              </p:cNvPr>
              <p:cNvSpPr/>
              <p:nvPr userDrawn="1"/>
            </p:nvSpPr>
            <p:spPr>
              <a:xfrm rot="5400000">
                <a:off x="14033099" y="3684518"/>
                <a:ext cx="253188" cy="316248"/>
              </a:xfrm>
              <a:prstGeom prst="rect">
                <a:avLst/>
              </a:prstGeom>
              <a:solidFill>
                <a:srgbClr val="9DC2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38" name="Rectangle 37">
                <a:extLst>
                  <a:ext uri="{FF2B5EF4-FFF2-40B4-BE49-F238E27FC236}">
                    <a16:creationId xmlns:a16="http://schemas.microsoft.com/office/drawing/2014/main" id="{7DB477D9-F8E3-2E56-3CD7-9476ABA53930}"/>
                  </a:ext>
                </a:extLst>
              </p:cNvPr>
              <p:cNvSpPr/>
              <p:nvPr userDrawn="1"/>
            </p:nvSpPr>
            <p:spPr>
              <a:xfrm rot="5400000">
                <a:off x="14033099" y="4008746"/>
                <a:ext cx="253188" cy="316248"/>
              </a:xfrm>
              <a:prstGeom prst="rect">
                <a:avLst/>
              </a:prstGeom>
              <a:solidFill>
                <a:srgbClr val="309DA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39" name="Rectangle 38">
                <a:extLst>
                  <a:ext uri="{FF2B5EF4-FFF2-40B4-BE49-F238E27FC236}">
                    <a16:creationId xmlns:a16="http://schemas.microsoft.com/office/drawing/2014/main" id="{681D4E38-D098-AC8F-1CFF-B588E93B49C7}"/>
                  </a:ext>
                </a:extLst>
              </p:cNvPr>
              <p:cNvSpPr/>
              <p:nvPr userDrawn="1"/>
            </p:nvSpPr>
            <p:spPr>
              <a:xfrm rot="5400000">
                <a:off x="14033099" y="4332974"/>
                <a:ext cx="253188" cy="316248"/>
              </a:xfrm>
              <a:prstGeom prst="rect">
                <a:avLst/>
              </a:prstGeom>
              <a:solidFill>
                <a:srgbClr val="E2C22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40" name="Rectangle 39">
                <a:extLst>
                  <a:ext uri="{FF2B5EF4-FFF2-40B4-BE49-F238E27FC236}">
                    <a16:creationId xmlns:a16="http://schemas.microsoft.com/office/drawing/2014/main" id="{B6799BE3-4498-74FB-994F-3A827E612705}"/>
                  </a:ext>
                </a:extLst>
              </p:cNvPr>
              <p:cNvSpPr/>
              <p:nvPr userDrawn="1"/>
            </p:nvSpPr>
            <p:spPr>
              <a:xfrm rot="5400000">
                <a:off x="14033099" y="4657202"/>
                <a:ext cx="253188" cy="316248"/>
              </a:xfrm>
              <a:prstGeom prst="rect">
                <a:avLst/>
              </a:prstGeom>
              <a:solidFill>
                <a:srgbClr val="9158B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grpSp>
        <p:grpSp>
          <p:nvGrpSpPr>
            <p:cNvPr id="11" name="Group 10">
              <a:extLst>
                <a:ext uri="{FF2B5EF4-FFF2-40B4-BE49-F238E27FC236}">
                  <a16:creationId xmlns:a16="http://schemas.microsoft.com/office/drawing/2014/main" id="{B300A026-ACBA-79A6-D5CC-0542DDB15C50}"/>
                </a:ext>
              </a:extLst>
            </p:cNvPr>
            <p:cNvGrpSpPr/>
            <p:nvPr userDrawn="1"/>
          </p:nvGrpSpPr>
          <p:grpSpPr>
            <a:xfrm>
              <a:off x="12442019" y="198485"/>
              <a:ext cx="382660" cy="2882942"/>
              <a:chOff x="12742785" y="3716048"/>
              <a:chExt cx="316248" cy="3171236"/>
            </a:xfrm>
          </p:grpSpPr>
          <p:sp>
            <p:nvSpPr>
              <p:cNvPr id="16" name="Rectangle 15">
                <a:extLst>
                  <a:ext uri="{FF2B5EF4-FFF2-40B4-BE49-F238E27FC236}">
                    <a16:creationId xmlns:a16="http://schemas.microsoft.com/office/drawing/2014/main" id="{FD53FBA9-4949-BEF1-4319-61DA898C0EC7}"/>
                  </a:ext>
                </a:extLst>
              </p:cNvPr>
              <p:cNvSpPr/>
              <p:nvPr userDrawn="1"/>
            </p:nvSpPr>
            <p:spPr>
              <a:xfrm rot="5400000">
                <a:off x="12774315" y="6602566"/>
                <a:ext cx="253188" cy="316248"/>
              </a:xfrm>
              <a:prstGeom prst="rect">
                <a:avLst/>
              </a:prstGeom>
              <a:solidFill>
                <a:srgbClr val="BFD6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18" name="Rectangle 17">
                <a:extLst>
                  <a:ext uri="{FF2B5EF4-FFF2-40B4-BE49-F238E27FC236}">
                    <a16:creationId xmlns:a16="http://schemas.microsoft.com/office/drawing/2014/main" id="{CFCBAE7B-420A-0B72-10B6-542AD66109D8}"/>
                  </a:ext>
                </a:extLst>
              </p:cNvPr>
              <p:cNvSpPr/>
              <p:nvPr userDrawn="1"/>
            </p:nvSpPr>
            <p:spPr>
              <a:xfrm rot="5400000">
                <a:off x="12774315" y="4981430"/>
                <a:ext cx="253188" cy="316248"/>
              </a:xfrm>
              <a:prstGeom prst="rect">
                <a:avLst/>
              </a:prstGeom>
              <a:solidFill>
                <a:srgbClr val="D25F7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20" name="Rectangle 19">
                <a:extLst>
                  <a:ext uri="{FF2B5EF4-FFF2-40B4-BE49-F238E27FC236}">
                    <a16:creationId xmlns:a16="http://schemas.microsoft.com/office/drawing/2014/main" id="{37B13E4E-F436-C4AF-BB9A-8B68DC948B49}"/>
                  </a:ext>
                </a:extLst>
              </p:cNvPr>
              <p:cNvSpPr/>
              <p:nvPr userDrawn="1"/>
            </p:nvSpPr>
            <p:spPr>
              <a:xfrm rot="5400000">
                <a:off x="12774315" y="5305658"/>
                <a:ext cx="253188" cy="316248"/>
              </a:xfrm>
              <a:prstGeom prst="rect">
                <a:avLst/>
              </a:prstGeom>
              <a:solidFill>
                <a:srgbClr val="C6480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21" name="Rectangle 20">
                <a:extLst>
                  <a:ext uri="{FF2B5EF4-FFF2-40B4-BE49-F238E27FC236}">
                    <a16:creationId xmlns:a16="http://schemas.microsoft.com/office/drawing/2014/main" id="{332BDDDC-80C5-69C0-7AEF-30DD74FC0AD4}"/>
                  </a:ext>
                </a:extLst>
              </p:cNvPr>
              <p:cNvSpPr/>
              <p:nvPr userDrawn="1"/>
            </p:nvSpPr>
            <p:spPr>
              <a:xfrm rot="5400000">
                <a:off x="12774315" y="5629886"/>
                <a:ext cx="253188" cy="316248"/>
              </a:xfrm>
              <a:prstGeom prst="rect">
                <a:avLst/>
              </a:prstGeom>
              <a:solidFill>
                <a:srgbClr val="BA016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22" name="Rectangle 21">
                <a:extLst>
                  <a:ext uri="{FF2B5EF4-FFF2-40B4-BE49-F238E27FC236}">
                    <a16:creationId xmlns:a16="http://schemas.microsoft.com/office/drawing/2014/main" id="{0468DA90-BB63-B0DF-57CF-F5DBC32BCF71}"/>
                  </a:ext>
                </a:extLst>
              </p:cNvPr>
              <p:cNvSpPr/>
              <p:nvPr userDrawn="1"/>
            </p:nvSpPr>
            <p:spPr>
              <a:xfrm rot="5400000">
                <a:off x="12774315" y="3684518"/>
                <a:ext cx="253188" cy="316248"/>
              </a:xfrm>
              <a:prstGeom prst="rect">
                <a:avLst/>
              </a:prstGeom>
              <a:solidFill>
                <a:srgbClr val="005E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23" name="Rectangle 22">
                <a:extLst>
                  <a:ext uri="{FF2B5EF4-FFF2-40B4-BE49-F238E27FC236}">
                    <a16:creationId xmlns:a16="http://schemas.microsoft.com/office/drawing/2014/main" id="{CEBF4FBC-1889-3912-81BF-420FAC973C0F}"/>
                  </a:ext>
                </a:extLst>
              </p:cNvPr>
              <p:cNvSpPr/>
              <p:nvPr userDrawn="1"/>
            </p:nvSpPr>
            <p:spPr>
              <a:xfrm rot="5400000">
                <a:off x="12774315" y="4008746"/>
                <a:ext cx="253188" cy="316248"/>
              </a:xfrm>
              <a:prstGeom prst="rect">
                <a:avLst/>
              </a:prstGeom>
              <a:solidFill>
                <a:srgbClr val="5EB6B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24" name="Rectangle 23">
                <a:extLst>
                  <a:ext uri="{FF2B5EF4-FFF2-40B4-BE49-F238E27FC236}">
                    <a16:creationId xmlns:a16="http://schemas.microsoft.com/office/drawing/2014/main" id="{1A8B1959-56DB-7F1C-EB82-941290E08718}"/>
                  </a:ext>
                </a:extLst>
              </p:cNvPr>
              <p:cNvSpPr/>
              <p:nvPr userDrawn="1"/>
            </p:nvSpPr>
            <p:spPr>
              <a:xfrm rot="5400000">
                <a:off x="12774315" y="4332974"/>
                <a:ext cx="253188" cy="316248"/>
              </a:xfrm>
              <a:prstGeom prst="rect">
                <a:avLst/>
              </a:prstGeom>
              <a:solidFill>
                <a:srgbClr val="C7AB2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26" name="Rectangle 25">
                <a:extLst>
                  <a:ext uri="{FF2B5EF4-FFF2-40B4-BE49-F238E27FC236}">
                    <a16:creationId xmlns:a16="http://schemas.microsoft.com/office/drawing/2014/main" id="{C37AFCF6-C2CC-101E-1AE1-7ADFD5BB0A4F}"/>
                  </a:ext>
                </a:extLst>
              </p:cNvPr>
              <p:cNvSpPr/>
              <p:nvPr userDrawn="1"/>
            </p:nvSpPr>
            <p:spPr>
              <a:xfrm rot="5400000">
                <a:off x="12774315" y="4657202"/>
                <a:ext cx="253188" cy="316248"/>
              </a:xfrm>
              <a:prstGeom prst="rect">
                <a:avLst/>
              </a:prstGeom>
              <a:solidFill>
                <a:srgbClr val="5C068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28" name="Rectangle 27">
                <a:extLst>
                  <a:ext uri="{FF2B5EF4-FFF2-40B4-BE49-F238E27FC236}">
                    <a16:creationId xmlns:a16="http://schemas.microsoft.com/office/drawing/2014/main" id="{4042A1E0-78A8-C6F3-211A-FE05B7765D80}"/>
                  </a:ext>
                </a:extLst>
              </p:cNvPr>
              <p:cNvSpPr/>
              <p:nvPr userDrawn="1"/>
            </p:nvSpPr>
            <p:spPr>
              <a:xfrm rot="5400000">
                <a:off x="12774315" y="5954114"/>
                <a:ext cx="253188" cy="316248"/>
              </a:xfrm>
              <a:prstGeom prst="rect">
                <a:avLst/>
              </a:prstGeom>
              <a:solidFill>
                <a:srgbClr val="2A431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30" name="Rectangle 29">
                <a:extLst>
                  <a:ext uri="{FF2B5EF4-FFF2-40B4-BE49-F238E27FC236}">
                    <a16:creationId xmlns:a16="http://schemas.microsoft.com/office/drawing/2014/main" id="{038815BF-C91C-6350-086E-8347BA4DA871}"/>
                  </a:ext>
                </a:extLst>
              </p:cNvPr>
              <p:cNvSpPr/>
              <p:nvPr userDrawn="1"/>
            </p:nvSpPr>
            <p:spPr>
              <a:xfrm rot="5400000">
                <a:off x="12774315" y="6278342"/>
                <a:ext cx="253188" cy="316248"/>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grpSp>
        <p:sp>
          <p:nvSpPr>
            <p:cNvPr id="14" name="TextBox 13">
              <a:extLst>
                <a:ext uri="{FF2B5EF4-FFF2-40B4-BE49-F238E27FC236}">
                  <a16:creationId xmlns:a16="http://schemas.microsoft.com/office/drawing/2014/main" id="{1C8FDF8C-EC84-EF9E-0866-EDECE08B8270}"/>
                </a:ext>
              </a:extLst>
            </p:cNvPr>
            <p:cNvSpPr txBox="1"/>
            <p:nvPr userDrawn="1"/>
          </p:nvSpPr>
          <p:spPr>
            <a:xfrm rot="16200000">
              <a:off x="12574270" y="5173406"/>
              <a:ext cx="960199" cy="118559"/>
            </a:xfrm>
            <a:prstGeom prst="rect">
              <a:avLst/>
            </a:prstGeom>
            <a:noFill/>
          </p:spPr>
          <p:txBody>
            <a:bodyPr wrap="none" lIns="0" tIns="0" rIns="0" bIns="0" rtlCol="0">
              <a:spAutoFit/>
            </a:bodyPr>
            <a:lstStyle/>
            <a:p>
              <a:pPr algn="l">
                <a:lnSpc>
                  <a:spcPct val="101000"/>
                </a:lnSpc>
                <a:spcAft>
                  <a:spcPts val="600"/>
                </a:spcAft>
              </a:pPr>
              <a:r>
                <a:rPr lang="en-CR" sz="800" b="1">
                  <a:solidFill>
                    <a:srgbClr val="000000"/>
                  </a:solidFill>
                  <a:latin typeface="GT America Regular"/>
                  <a:ea typeface="GT America Regular" charset="0"/>
                  <a:cs typeface="GT America Regular" charset="0"/>
                </a:rPr>
                <a:t>ON MOODY´S BLUE</a:t>
              </a:r>
              <a:endParaRPr kumimoji="0" lang="en-CR" sz="800" b="1" i="0" u="none" strike="noStrike" kern="1200" cap="none" spc="0" normalizeH="0" baseline="0" noProof="0" err="1">
                <a:ln>
                  <a:noFill/>
                </a:ln>
                <a:solidFill>
                  <a:srgbClr val="000000"/>
                </a:solidFill>
                <a:effectLst/>
                <a:uLnTx/>
                <a:uFillTx/>
                <a:latin typeface="GT America Regular"/>
                <a:ea typeface="GT America Regular" charset="0"/>
                <a:cs typeface="GT America Regular" charset="0"/>
              </a:endParaRPr>
            </a:p>
          </p:txBody>
        </p:sp>
      </p:grpSp>
      <p:sp>
        <p:nvSpPr>
          <p:cNvPr id="41" name="TextBox 40">
            <a:extLst>
              <a:ext uri="{FF2B5EF4-FFF2-40B4-BE49-F238E27FC236}">
                <a16:creationId xmlns:a16="http://schemas.microsoft.com/office/drawing/2014/main" id="{F651CFFF-56D1-7C7D-131C-CA970CA41C82}"/>
              </a:ext>
            </a:extLst>
          </p:cNvPr>
          <p:cNvSpPr txBox="1"/>
          <p:nvPr userDrawn="1"/>
        </p:nvSpPr>
        <p:spPr>
          <a:xfrm>
            <a:off x="12356815" y="3377042"/>
            <a:ext cx="807913" cy="118559"/>
          </a:xfrm>
          <a:prstGeom prst="rect">
            <a:avLst/>
          </a:prstGeom>
          <a:noFill/>
        </p:spPr>
        <p:txBody>
          <a:bodyPr wrap="none" lIns="0" tIns="0" rIns="0" bIns="0" rtlCol="0">
            <a:spAutoFit/>
          </a:bodyPr>
          <a:lstStyle/>
          <a:p>
            <a:pPr algn="l">
              <a:lnSpc>
                <a:spcPct val="101000"/>
              </a:lnSpc>
              <a:spcAft>
                <a:spcPts val="600"/>
              </a:spcAft>
            </a:pPr>
            <a:r>
              <a:rPr kumimoji="0" lang="en-US" sz="800" b="1" i="0" u="none" strike="noStrike" kern="1200" cap="none" spc="0" normalizeH="0" baseline="0" noProof="0" dirty="0">
                <a:ln>
                  <a:noFill/>
                </a:ln>
                <a:solidFill>
                  <a:srgbClr val="000000"/>
                </a:solidFill>
                <a:effectLst/>
                <a:uLnTx/>
                <a:uFillTx/>
                <a:ea typeface="GT America Regular" charset="0"/>
                <a:cs typeface="GT America Regular" charset="0"/>
              </a:rPr>
              <a:t>For charts ONLY</a:t>
            </a:r>
            <a:endParaRPr kumimoji="0" lang="en-CR" sz="800" b="1" i="0" u="none" strike="noStrike" kern="1200" cap="none" spc="0" normalizeH="0" baseline="0" noProof="0">
              <a:ln>
                <a:noFill/>
              </a:ln>
              <a:solidFill>
                <a:srgbClr val="000000"/>
              </a:solidFill>
              <a:effectLst/>
              <a:uLnTx/>
              <a:uFillTx/>
              <a:ea typeface="GT America Regular" charset="0"/>
              <a:cs typeface="GT America Regular" charset="0"/>
            </a:endParaRPr>
          </a:p>
        </p:txBody>
      </p:sp>
    </p:spTree>
    <p:extLst>
      <p:ext uri="{BB962C8B-B14F-4D97-AF65-F5344CB8AC3E}">
        <p14:creationId xmlns:p14="http://schemas.microsoft.com/office/powerpoint/2010/main" val="2948045859"/>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2 Column, Split Right">
    <p:spTree>
      <p:nvGrpSpPr>
        <p:cNvPr id="1" name=""/>
        <p:cNvGrpSpPr/>
        <p:nvPr/>
      </p:nvGrpSpPr>
      <p:grpSpPr>
        <a:xfrm>
          <a:off x="0" y="0"/>
          <a:ext cx="0" cy="0"/>
          <a:chOff x="0" y="0"/>
          <a:chExt cx="0" cy="0"/>
        </a:xfrm>
      </p:grpSpPr>
      <p:sp>
        <p:nvSpPr>
          <p:cNvPr id="8" name="Footer Placeholder 7">
            <a:extLst>
              <a:ext uri="{FF2B5EF4-FFF2-40B4-BE49-F238E27FC236}">
                <a16:creationId xmlns:a16="http://schemas.microsoft.com/office/drawing/2014/main" id="{0E2ADB5F-BB7A-E503-6385-47B7F4A752C0}"/>
              </a:ext>
            </a:extLst>
          </p:cNvPr>
          <p:cNvSpPr>
            <a:spLocks noGrp="1"/>
          </p:cNvSpPr>
          <p:nvPr>
            <p:ph type="ftr" sz="quarter" idx="11"/>
          </p:nvPr>
        </p:nvSpPr>
        <p:spPr/>
        <p:txBody>
          <a:bodyPr/>
          <a:lstStyle/>
          <a:p>
            <a:r>
              <a:rPr lang="en-US"/>
              <a:t>See slide 12 for instructions on how to update footer</a:t>
            </a:r>
          </a:p>
        </p:txBody>
      </p:sp>
      <p:sp>
        <p:nvSpPr>
          <p:cNvPr id="9" name="Slide Number Placeholder 8">
            <a:extLst>
              <a:ext uri="{FF2B5EF4-FFF2-40B4-BE49-F238E27FC236}">
                <a16:creationId xmlns:a16="http://schemas.microsoft.com/office/drawing/2014/main" id="{CCA8152B-F410-5052-DF3D-06C6DD4D2381}"/>
              </a:ext>
            </a:extLst>
          </p:cNvPr>
          <p:cNvSpPr>
            <a:spLocks noGrp="1"/>
          </p:cNvSpPr>
          <p:nvPr>
            <p:ph type="sldNum" sz="quarter" idx="12"/>
          </p:nvPr>
        </p:nvSpPr>
        <p:spPr/>
        <p:txBody>
          <a:bodyPr/>
          <a:lstStyle/>
          <a:p>
            <a:fld id="{862A5111-985B-C14D-9115-5787026182A8}" type="slidenum">
              <a:rPr lang="en-US" smtClean="0"/>
              <a:t>‹#›</a:t>
            </a:fld>
            <a:endParaRPr lang="en-US"/>
          </a:p>
        </p:txBody>
      </p:sp>
      <p:sp>
        <p:nvSpPr>
          <p:cNvPr id="12" name="Title 11">
            <a:extLst>
              <a:ext uri="{FF2B5EF4-FFF2-40B4-BE49-F238E27FC236}">
                <a16:creationId xmlns:a16="http://schemas.microsoft.com/office/drawing/2014/main" id="{8D19B5F2-6756-55DC-BEE5-E7E670D49ACA}"/>
              </a:ext>
            </a:extLst>
          </p:cNvPr>
          <p:cNvSpPr>
            <a:spLocks noGrp="1"/>
          </p:cNvSpPr>
          <p:nvPr>
            <p:ph type="title"/>
          </p:nvPr>
        </p:nvSpPr>
        <p:spPr>
          <a:xfrm>
            <a:off x="546100" y="552450"/>
            <a:ext cx="11091861" cy="434975"/>
          </a:xfrm>
        </p:spPr>
        <p:txBody>
          <a:bodyPr/>
          <a:lstStyle/>
          <a:p>
            <a:r>
              <a:rPr lang="en-US"/>
              <a:t>Click to edit Master title style</a:t>
            </a:r>
            <a:endParaRPr lang="en-US" dirty="0"/>
          </a:p>
        </p:txBody>
      </p:sp>
      <p:sp>
        <p:nvSpPr>
          <p:cNvPr id="4" name="Freeform 5">
            <a:extLst>
              <a:ext uri="{FF2B5EF4-FFF2-40B4-BE49-F238E27FC236}">
                <a16:creationId xmlns:a16="http://schemas.microsoft.com/office/drawing/2014/main" id="{8ED44C0D-92D1-75F9-458B-D180FE9F59C8}"/>
              </a:ext>
            </a:extLst>
          </p:cNvPr>
          <p:cNvSpPr/>
          <p:nvPr userDrawn="1"/>
        </p:nvSpPr>
        <p:spPr bwMode="black">
          <a:xfrm>
            <a:off x="554038" y="6469335"/>
            <a:ext cx="678511" cy="112440"/>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chemeClr val="tx2"/>
          </a:solidFill>
          <a:ln w="0" cap="flat">
            <a:noFill/>
            <a:prstDash val="solid"/>
            <a:miter/>
          </a:ln>
        </p:spPr>
        <p:txBody>
          <a:bodyPr rtlCol="0" anchor="ctr"/>
          <a:lstStyle/>
          <a:p>
            <a:endParaRPr lang="en-US"/>
          </a:p>
        </p:txBody>
      </p:sp>
      <p:sp>
        <p:nvSpPr>
          <p:cNvPr id="14" name="Text Placeholder 10">
            <a:extLst>
              <a:ext uri="{FF2B5EF4-FFF2-40B4-BE49-F238E27FC236}">
                <a16:creationId xmlns:a16="http://schemas.microsoft.com/office/drawing/2014/main" id="{48414F29-27E4-4DBB-3173-E9D3EF4CC95C}"/>
              </a:ext>
            </a:extLst>
          </p:cNvPr>
          <p:cNvSpPr>
            <a:spLocks noGrp="1"/>
          </p:cNvSpPr>
          <p:nvPr>
            <p:ph type="body" sz="quarter" idx="21"/>
          </p:nvPr>
        </p:nvSpPr>
        <p:spPr>
          <a:xfrm>
            <a:off x="546100" y="1127125"/>
            <a:ext cx="11094211" cy="295275"/>
          </a:xfrm>
        </p:spPr>
        <p:txBody>
          <a:bodyPr>
            <a:noAutofit/>
          </a:bodyPr>
          <a:lstStyle>
            <a:lvl1pPr marL="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1pPr>
            <a:lvl2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2pPr>
            <a:lvl3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3pPr>
            <a:lvl4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4pPr>
            <a:lvl5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5pPr>
            <a:lvl6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6pPr>
            <a:lvl7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7pPr>
            <a:lvl8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8pPr>
            <a:lvl9pPr marL="0" indent="0" algn="l" defTabSz="914400" rtl="0" eaLnBrk="1" latinLnBrk="0" hangingPunct="1">
              <a:lnSpc>
                <a:spcPct val="80000"/>
              </a:lnSpc>
              <a:spcBef>
                <a:spcPts val="0"/>
              </a:spcBef>
              <a:spcAft>
                <a:spcPts val="0"/>
              </a:spcAft>
              <a:buNone/>
              <a:defRPr lang="en-US" sz="2400" b="0" i="0" kern="1200" dirty="0">
                <a:solidFill>
                  <a:schemeClr val="accent1"/>
                </a:solidFill>
                <a:latin typeface="+mj-lt"/>
                <a:ea typeface="GT America Regular" charset="0"/>
                <a:cs typeface="GT America Regular" charset="0"/>
              </a:defRPr>
            </a:lvl9pPr>
          </a:lstStyle>
          <a:p>
            <a:pPr lvl="0"/>
            <a:r>
              <a:rPr lang="en-US"/>
              <a:t>Click to edit Master text styles</a:t>
            </a:r>
          </a:p>
        </p:txBody>
      </p:sp>
      <p:sp>
        <p:nvSpPr>
          <p:cNvPr id="16" name="Text Placeholder 15">
            <a:extLst>
              <a:ext uri="{FF2B5EF4-FFF2-40B4-BE49-F238E27FC236}">
                <a16:creationId xmlns:a16="http://schemas.microsoft.com/office/drawing/2014/main" id="{B81373EC-AE8A-5B25-87D5-D572EA8ACE5F}"/>
              </a:ext>
            </a:extLst>
          </p:cNvPr>
          <p:cNvSpPr>
            <a:spLocks noGrp="1"/>
          </p:cNvSpPr>
          <p:nvPr>
            <p:ph type="body" sz="quarter" idx="22"/>
          </p:nvPr>
        </p:nvSpPr>
        <p:spPr>
          <a:xfrm>
            <a:off x="546100" y="6019800"/>
            <a:ext cx="6851650" cy="289560"/>
          </a:xfrm>
        </p:spPr>
        <p:txBody>
          <a:bodyPr anchor="b" anchorCtr="0">
            <a:noAutofit/>
          </a:bodyPr>
          <a:lstStyle>
            <a:lvl1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1pPr>
            <a:lvl2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2pPr>
            <a:lvl3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3pPr>
            <a:lvl4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4pPr>
            <a:lvl5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5pPr>
            <a:lvl6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6pPr>
            <a:lvl7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7pPr>
            <a:lvl8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8pPr>
            <a:lvl9pPr marL="0" indent="0" algn="l" defTabSz="914400" rtl="0" eaLnBrk="1" latinLnBrk="0" hangingPunct="1">
              <a:lnSpc>
                <a:spcPct val="101000"/>
              </a:lnSpc>
              <a:spcBef>
                <a:spcPts val="0"/>
              </a:spcBef>
              <a:spcAft>
                <a:spcPts val="600"/>
              </a:spcAft>
              <a:buNone/>
              <a:defRPr lang="en-US" sz="600" b="0" i="0" kern="1200" dirty="0">
                <a:solidFill>
                  <a:srgbClr val="75787B"/>
                </a:solidFill>
                <a:latin typeface="+mn-lt"/>
                <a:ea typeface="GT America Regular" charset="0"/>
                <a:cs typeface="GT America Regular" charset="0"/>
              </a:defRPr>
            </a:lvl9pPr>
          </a:lstStyle>
          <a:p>
            <a:pPr lvl="0"/>
            <a:r>
              <a:rPr lang="en-US"/>
              <a:t>Click to edit Master text styles</a:t>
            </a:r>
          </a:p>
        </p:txBody>
      </p:sp>
      <p:sp>
        <p:nvSpPr>
          <p:cNvPr id="17" name="Content Placeholder 22">
            <a:extLst>
              <a:ext uri="{FF2B5EF4-FFF2-40B4-BE49-F238E27FC236}">
                <a16:creationId xmlns:a16="http://schemas.microsoft.com/office/drawing/2014/main" id="{6F420E2B-2A9E-7565-8D5D-70095A93099F}"/>
              </a:ext>
            </a:extLst>
          </p:cNvPr>
          <p:cNvSpPr>
            <a:spLocks noGrp="1"/>
          </p:cNvSpPr>
          <p:nvPr>
            <p:ph sz="quarter" idx="23"/>
          </p:nvPr>
        </p:nvSpPr>
        <p:spPr>
          <a:xfrm>
            <a:off x="546100" y="1849438"/>
            <a:ext cx="3524249" cy="401796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8" name="Content Placeholder 24">
            <a:extLst>
              <a:ext uri="{FF2B5EF4-FFF2-40B4-BE49-F238E27FC236}">
                <a16:creationId xmlns:a16="http://schemas.microsoft.com/office/drawing/2014/main" id="{2A2549F7-6A27-1EA2-0010-4F6705CEC0FC}"/>
              </a:ext>
            </a:extLst>
          </p:cNvPr>
          <p:cNvSpPr>
            <a:spLocks noGrp="1"/>
          </p:cNvSpPr>
          <p:nvPr>
            <p:ph sz="quarter" idx="24"/>
          </p:nvPr>
        </p:nvSpPr>
        <p:spPr>
          <a:xfrm>
            <a:off x="4343400" y="1849438"/>
            <a:ext cx="7307422" cy="401796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grpSp>
        <p:nvGrpSpPr>
          <p:cNvPr id="2" name="Group 1">
            <a:extLst>
              <a:ext uri="{FF2B5EF4-FFF2-40B4-BE49-F238E27FC236}">
                <a16:creationId xmlns:a16="http://schemas.microsoft.com/office/drawing/2014/main" id="{7351D07B-1635-6538-A27C-A5C8A9D8706B}"/>
              </a:ext>
            </a:extLst>
          </p:cNvPr>
          <p:cNvGrpSpPr/>
          <p:nvPr userDrawn="1"/>
        </p:nvGrpSpPr>
        <p:grpSpPr>
          <a:xfrm>
            <a:off x="12356815" y="0"/>
            <a:ext cx="756834" cy="6872642"/>
            <a:chOff x="12356815" y="0"/>
            <a:chExt cx="756834" cy="6872642"/>
          </a:xfrm>
        </p:grpSpPr>
        <p:sp>
          <p:nvSpPr>
            <p:cNvPr id="3" name="Rectangle 2">
              <a:extLst>
                <a:ext uri="{FF2B5EF4-FFF2-40B4-BE49-F238E27FC236}">
                  <a16:creationId xmlns:a16="http://schemas.microsoft.com/office/drawing/2014/main" id="{2E36CFAE-90C9-03A9-4D0A-6D7576B83B09}"/>
                </a:ext>
              </a:extLst>
            </p:cNvPr>
            <p:cNvSpPr/>
            <p:nvPr userDrawn="1"/>
          </p:nvSpPr>
          <p:spPr>
            <a:xfrm>
              <a:off x="12356815" y="0"/>
              <a:ext cx="553069" cy="3279913"/>
            </a:xfrm>
            <a:prstGeom prst="rect">
              <a:avLst/>
            </a:prstGeom>
            <a:solidFill>
              <a:schemeClr val="bg1">
                <a:lumMod val="95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a:p>
          </p:txBody>
        </p:sp>
        <p:sp>
          <p:nvSpPr>
            <p:cNvPr id="5" name="TextBox 4">
              <a:extLst>
                <a:ext uri="{FF2B5EF4-FFF2-40B4-BE49-F238E27FC236}">
                  <a16:creationId xmlns:a16="http://schemas.microsoft.com/office/drawing/2014/main" id="{EFBBFB32-F0A1-F220-5A7D-99C0DDA3C3C4}"/>
                </a:ext>
              </a:extLst>
            </p:cNvPr>
            <p:cNvSpPr txBox="1"/>
            <p:nvPr userDrawn="1"/>
          </p:nvSpPr>
          <p:spPr>
            <a:xfrm rot="16200000">
              <a:off x="12332216" y="1580677"/>
              <a:ext cx="1444306" cy="118559"/>
            </a:xfrm>
            <a:prstGeom prst="rect">
              <a:avLst/>
            </a:prstGeom>
            <a:noFill/>
          </p:spPr>
          <p:txBody>
            <a:bodyPr wrap="none" lIns="0" tIns="0" rIns="0" bIns="0" rtlCol="0">
              <a:spAutoFit/>
            </a:bodyPr>
            <a:lstStyle/>
            <a:p>
              <a:pPr algn="l">
                <a:lnSpc>
                  <a:spcPct val="101000"/>
                </a:lnSpc>
                <a:spcAft>
                  <a:spcPts val="600"/>
                </a:spcAft>
              </a:pPr>
              <a:r>
                <a:rPr kumimoji="0" lang="en-CR" sz="800" b="1" i="0" u="none" strike="noStrike" kern="1200" cap="none" spc="0" normalizeH="0" baseline="0" noProof="0">
                  <a:ln>
                    <a:noFill/>
                  </a:ln>
                  <a:solidFill>
                    <a:srgbClr val="000000"/>
                  </a:solidFill>
                  <a:effectLst/>
                  <a:uLnTx/>
                  <a:uFillTx/>
                  <a:ea typeface="GT America Regular" charset="0"/>
                  <a:cs typeface="GT America Regular" charset="0"/>
                </a:rPr>
                <a:t>ON LIGHT AND EXTRA LIGHT</a:t>
              </a:r>
            </a:p>
          </p:txBody>
        </p:sp>
        <p:sp>
          <p:nvSpPr>
            <p:cNvPr id="6" name="Rectangle 5">
              <a:extLst>
                <a:ext uri="{FF2B5EF4-FFF2-40B4-BE49-F238E27FC236}">
                  <a16:creationId xmlns:a16="http://schemas.microsoft.com/office/drawing/2014/main" id="{A5A1BBE7-83EF-76B6-FC51-EAE1A40E9B8E}"/>
                </a:ext>
              </a:extLst>
            </p:cNvPr>
            <p:cNvSpPr/>
            <p:nvPr userDrawn="1"/>
          </p:nvSpPr>
          <p:spPr>
            <a:xfrm>
              <a:off x="12356815" y="3592729"/>
              <a:ext cx="553069" cy="3279913"/>
            </a:xfrm>
            <a:prstGeom prst="rect">
              <a:avLst/>
            </a:prstGeom>
            <a:solidFill>
              <a:schemeClr val="tx2"/>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a:p>
          </p:txBody>
        </p:sp>
        <p:grpSp>
          <p:nvGrpSpPr>
            <p:cNvPr id="7" name="Group 6">
              <a:extLst>
                <a:ext uri="{FF2B5EF4-FFF2-40B4-BE49-F238E27FC236}">
                  <a16:creationId xmlns:a16="http://schemas.microsoft.com/office/drawing/2014/main" id="{794757E1-940C-C7F2-E362-5F3A8CE6A03B}"/>
                </a:ext>
              </a:extLst>
            </p:cNvPr>
            <p:cNvGrpSpPr/>
            <p:nvPr userDrawn="1"/>
          </p:nvGrpSpPr>
          <p:grpSpPr>
            <a:xfrm>
              <a:off x="12442019" y="3791214"/>
              <a:ext cx="382660" cy="2882942"/>
              <a:chOff x="14001569" y="3716048"/>
              <a:chExt cx="316248" cy="3171236"/>
            </a:xfrm>
          </p:grpSpPr>
          <p:sp>
            <p:nvSpPr>
              <p:cNvPr id="27" name="Rectangle 26">
                <a:extLst>
                  <a:ext uri="{FF2B5EF4-FFF2-40B4-BE49-F238E27FC236}">
                    <a16:creationId xmlns:a16="http://schemas.microsoft.com/office/drawing/2014/main" id="{CC41E648-DC92-D1A6-3E47-1E5DCDDD4F94}"/>
                  </a:ext>
                </a:extLst>
              </p:cNvPr>
              <p:cNvSpPr/>
              <p:nvPr userDrawn="1"/>
            </p:nvSpPr>
            <p:spPr>
              <a:xfrm rot="5400000">
                <a:off x="14033099" y="5954114"/>
                <a:ext cx="253188" cy="316248"/>
              </a:xfrm>
              <a:prstGeom prst="rect">
                <a:avLst/>
              </a:prstGeom>
              <a:solidFill>
                <a:srgbClr val="005E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28" name="Rectangle 27">
                <a:extLst>
                  <a:ext uri="{FF2B5EF4-FFF2-40B4-BE49-F238E27FC236}">
                    <a16:creationId xmlns:a16="http://schemas.microsoft.com/office/drawing/2014/main" id="{06AE122C-55B4-153C-C55B-B91FCE2DEADF}"/>
                  </a:ext>
                </a:extLst>
              </p:cNvPr>
              <p:cNvSpPr/>
              <p:nvPr userDrawn="1"/>
            </p:nvSpPr>
            <p:spPr>
              <a:xfrm rot="5400000">
                <a:off x="14033099" y="6278342"/>
                <a:ext cx="253188" cy="316248"/>
              </a:xfrm>
              <a:prstGeom prst="rect">
                <a:avLst/>
              </a:prstGeom>
              <a:solidFill>
                <a:srgbClr val="B8B9D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29" name="Rectangle 28">
                <a:extLst>
                  <a:ext uri="{FF2B5EF4-FFF2-40B4-BE49-F238E27FC236}">
                    <a16:creationId xmlns:a16="http://schemas.microsoft.com/office/drawing/2014/main" id="{6A57B54B-F94E-D856-00C8-06A6B4F5579F}"/>
                  </a:ext>
                </a:extLst>
              </p:cNvPr>
              <p:cNvSpPr/>
              <p:nvPr userDrawn="1"/>
            </p:nvSpPr>
            <p:spPr>
              <a:xfrm rot="5400000">
                <a:off x="14033099" y="6602566"/>
                <a:ext cx="253188" cy="316248"/>
              </a:xfrm>
              <a:prstGeom prst="rect">
                <a:avLst/>
              </a:prstGeom>
              <a:solidFill>
                <a:srgbClr val="FBE6D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30" name="Rectangle 29">
                <a:extLst>
                  <a:ext uri="{FF2B5EF4-FFF2-40B4-BE49-F238E27FC236}">
                    <a16:creationId xmlns:a16="http://schemas.microsoft.com/office/drawing/2014/main" id="{9F124C08-B5DB-6FBA-71EA-9CF98E94917C}"/>
                  </a:ext>
                </a:extLst>
              </p:cNvPr>
              <p:cNvSpPr/>
              <p:nvPr userDrawn="1"/>
            </p:nvSpPr>
            <p:spPr>
              <a:xfrm rot="5400000">
                <a:off x="14033099" y="4981430"/>
                <a:ext cx="253188" cy="316248"/>
              </a:xfrm>
              <a:prstGeom prst="rect">
                <a:avLst/>
              </a:prstGeom>
              <a:solidFill>
                <a:srgbClr val="BCE09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31" name="Rectangle 30">
                <a:extLst>
                  <a:ext uri="{FF2B5EF4-FFF2-40B4-BE49-F238E27FC236}">
                    <a16:creationId xmlns:a16="http://schemas.microsoft.com/office/drawing/2014/main" id="{EC79635E-BB36-33E6-B293-850EBE6B1A28}"/>
                  </a:ext>
                </a:extLst>
              </p:cNvPr>
              <p:cNvSpPr/>
              <p:nvPr userDrawn="1"/>
            </p:nvSpPr>
            <p:spPr>
              <a:xfrm rot="5400000">
                <a:off x="14033099" y="5305658"/>
                <a:ext cx="253188" cy="316248"/>
              </a:xfrm>
              <a:prstGeom prst="rect">
                <a:avLst/>
              </a:prstGeom>
              <a:solidFill>
                <a:srgbClr val="E9783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32" name="Rectangle 31">
                <a:extLst>
                  <a:ext uri="{FF2B5EF4-FFF2-40B4-BE49-F238E27FC236}">
                    <a16:creationId xmlns:a16="http://schemas.microsoft.com/office/drawing/2014/main" id="{AF319A9D-9492-25A8-6223-3410A7C0F6E6}"/>
                  </a:ext>
                </a:extLst>
              </p:cNvPr>
              <p:cNvSpPr/>
              <p:nvPr userDrawn="1"/>
            </p:nvSpPr>
            <p:spPr>
              <a:xfrm rot="5400000">
                <a:off x="14033099" y="5629886"/>
                <a:ext cx="253188" cy="316248"/>
              </a:xfrm>
              <a:prstGeom prst="rect">
                <a:avLst/>
              </a:prstGeom>
              <a:solidFill>
                <a:srgbClr val="B9056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33" name="Rectangle 32">
                <a:extLst>
                  <a:ext uri="{FF2B5EF4-FFF2-40B4-BE49-F238E27FC236}">
                    <a16:creationId xmlns:a16="http://schemas.microsoft.com/office/drawing/2014/main" id="{5DDF6012-AC09-72B3-6B62-C7B5AF974730}"/>
                  </a:ext>
                </a:extLst>
              </p:cNvPr>
              <p:cNvSpPr/>
              <p:nvPr userDrawn="1"/>
            </p:nvSpPr>
            <p:spPr>
              <a:xfrm rot="5400000">
                <a:off x="14033099" y="3684518"/>
                <a:ext cx="253188" cy="316248"/>
              </a:xfrm>
              <a:prstGeom prst="rect">
                <a:avLst/>
              </a:prstGeom>
              <a:solidFill>
                <a:srgbClr val="9DC2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34" name="Rectangle 33">
                <a:extLst>
                  <a:ext uri="{FF2B5EF4-FFF2-40B4-BE49-F238E27FC236}">
                    <a16:creationId xmlns:a16="http://schemas.microsoft.com/office/drawing/2014/main" id="{71AABB3B-1E2F-FF15-E58A-3285D66168F2}"/>
                  </a:ext>
                </a:extLst>
              </p:cNvPr>
              <p:cNvSpPr/>
              <p:nvPr userDrawn="1"/>
            </p:nvSpPr>
            <p:spPr>
              <a:xfrm rot="5400000">
                <a:off x="14033099" y="4008746"/>
                <a:ext cx="253188" cy="316248"/>
              </a:xfrm>
              <a:prstGeom prst="rect">
                <a:avLst/>
              </a:prstGeom>
              <a:solidFill>
                <a:srgbClr val="309DA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35" name="Rectangle 34">
                <a:extLst>
                  <a:ext uri="{FF2B5EF4-FFF2-40B4-BE49-F238E27FC236}">
                    <a16:creationId xmlns:a16="http://schemas.microsoft.com/office/drawing/2014/main" id="{E5EB815C-66EE-EFB8-96A1-DF7C3DCCF8D7}"/>
                  </a:ext>
                </a:extLst>
              </p:cNvPr>
              <p:cNvSpPr/>
              <p:nvPr userDrawn="1"/>
            </p:nvSpPr>
            <p:spPr>
              <a:xfrm rot="5400000">
                <a:off x="14033099" y="4332974"/>
                <a:ext cx="253188" cy="316248"/>
              </a:xfrm>
              <a:prstGeom prst="rect">
                <a:avLst/>
              </a:prstGeom>
              <a:solidFill>
                <a:srgbClr val="E2C22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36" name="Rectangle 35">
                <a:extLst>
                  <a:ext uri="{FF2B5EF4-FFF2-40B4-BE49-F238E27FC236}">
                    <a16:creationId xmlns:a16="http://schemas.microsoft.com/office/drawing/2014/main" id="{FA248117-4342-783F-6EED-2042E068BD35}"/>
                  </a:ext>
                </a:extLst>
              </p:cNvPr>
              <p:cNvSpPr/>
              <p:nvPr userDrawn="1"/>
            </p:nvSpPr>
            <p:spPr>
              <a:xfrm rot="5400000">
                <a:off x="14033099" y="4657202"/>
                <a:ext cx="253188" cy="316248"/>
              </a:xfrm>
              <a:prstGeom prst="rect">
                <a:avLst/>
              </a:prstGeom>
              <a:solidFill>
                <a:srgbClr val="9158B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grpSp>
        <p:grpSp>
          <p:nvGrpSpPr>
            <p:cNvPr id="10" name="Group 9">
              <a:extLst>
                <a:ext uri="{FF2B5EF4-FFF2-40B4-BE49-F238E27FC236}">
                  <a16:creationId xmlns:a16="http://schemas.microsoft.com/office/drawing/2014/main" id="{31435D5F-EC9E-9981-6048-EBD3EE62A6EB}"/>
                </a:ext>
              </a:extLst>
            </p:cNvPr>
            <p:cNvGrpSpPr/>
            <p:nvPr userDrawn="1"/>
          </p:nvGrpSpPr>
          <p:grpSpPr>
            <a:xfrm>
              <a:off x="12442019" y="198485"/>
              <a:ext cx="382660" cy="2882942"/>
              <a:chOff x="12742785" y="3716048"/>
              <a:chExt cx="316248" cy="3171236"/>
            </a:xfrm>
          </p:grpSpPr>
          <p:sp>
            <p:nvSpPr>
              <p:cNvPr id="13" name="Rectangle 12">
                <a:extLst>
                  <a:ext uri="{FF2B5EF4-FFF2-40B4-BE49-F238E27FC236}">
                    <a16:creationId xmlns:a16="http://schemas.microsoft.com/office/drawing/2014/main" id="{380E5741-2C16-0E1F-2312-24C38EFE0C73}"/>
                  </a:ext>
                </a:extLst>
              </p:cNvPr>
              <p:cNvSpPr/>
              <p:nvPr userDrawn="1"/>
            </p:nvSpPr>
            <p:spPr>
              <a:xfrm rot="5400000">
                <a:off x="12774315" y="6602566"/>
                <a:ext cx="253188" cy="316248"/>
              </a:xfrm>
              <a:prstGeom prst="rect">
                <a:avLst/>
              </a:prstGeom>
              <a:solidFill>
                <a:srgbClr val="BFD6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15" name="Rectangle 14">
                <a:extLst>
                  <a:ext uri="{FF2B5EF4-FFF2-40B4-BE49-F238E27FC236}">
                    <a16:creationId xmlns:a16="http://schemas.microsoft.com/office/drawing/2014/main" id="{DE6D975F-EB67-C6B9-41E8-9DDDFDB095F7}"/>
                  </a:ext>
                </a:extLst>
              </p:cNvPr>
              <p:cNvSpPr/>
              <p:nvPr userDrawn="1"/>
            </p:nvSpPr>
            <p:spPr>
              <a:xfrm rot="5400000">
                <a:off x="12774315" y="4981430"/>
                <a:ext cx="253188" cy="316248"/>
              </a:xfrm>
              <a:prstGeom prst="rect">
                <a:avLst/>
              </a:prstGeom>
              <a:solidFill>
                <a:srgbClr val="D25F7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19" name="Rectangle 18">
                <a:extLst>
                  <a:ext uri="{FF2B5EF4-FFF2-40B4-BE49-F238E27FC236}">
                    <a16:creationId xmlns:a16="http://schemas.microsoft.com/office/drawing/2014/main" id="{BE137D7B-794A-2A70-62C3-4855AAD968D4}"/>
                  </a:ext>
                </a:extLst>
              </p:cNvPr>
              <p:cNvSpPr/>
              <p:nvPr userDrawn="1"/>
            </p:nvSpPr>
            <p:spPr>
              <a:xfrm rot="5400000">
                <a:off x="12774315" y="5305658"/>
                <a:ext cx="253188" cy="316248"/>
              </a:xfrm>
              <a:prstGeom prst="rect">
                <a:avLst/>
              </a:prstGeom>
              <a:solidFill>
                <a:srgbClr val="C6480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20" name="Rectangle 19">
                <a:extLst>
                  <a:ext uri="{FF2B5EF4-FFF2-40B4-BE49-F238E27FC236}">
                    <a16:creationId xmlns:a16="http://schemas.microsoft.com/office/drawing/2014/main" id="{156AD255-546A-65C8-DA74-BEA388D8A98E}"/>
                  </a:ext>
                </a:extLst>
              </p:cNvPr>
              <p:cNvSpPr/>
              <p:nvPr userDrawn="1"/>
            </p:nvSpPr>
            <p:spPr>
              <a:xfrm rot="5400000">
                <a:off x="12774315" y="5629886"/>
                <a:ext cx="253188" cy="316248"/>
              </a:xfrm>
              <a:prstGeom prst="rect">
                <a:avLst/>
              </a:prstGeom>
              <a:solidFill>
                <a:srgbClr val="BA016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21" name="Rectangle 20">
                <a:extLst>
                  <a:ext uri="{FF2B5EF4-FFF2-40B4-BE49-F238E27FC236}">
                    <a16:creationId xmlns:a16="http://schemas.microsoft.com/office/drawing/2014/main" id="{6F2EF9DF-3845-692A-0B20-0F0A17C91758}"/>
                  </a:ext>
                </a:extLst>
              </p:cNvPr>
              <p:cNvSpPr/>
              <p:nvPr userDrawn="1"/>
            </p:nvSpPr>
            <p:spPr>
              <a:xfrm rot="5400000">
                <a:off x="12774315" y="3684518"/>
                <a:ext cx="253188" cy="316248"/>
              </a:xfrm>
              <a:prstGeom prst="rect">
                <a:avLst/>
              </a:prstGeom>
              <a:solidFill>
                <a:srgbClr val="005E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22" name="Rectangle 21">
                <a:extLst>
                  <a:ext uri="{FF2B5EF4-FFF2-40B4-BE49-F238E27FC236}">
                    <a16:creationId xmlns:a16="http://schemas.microsoft.com/office/drawing/2014/main" id="{1E35968E-9D55-2931-512D-58B5D2CC7E3D}"/>
                  </a:ext>
                </a:extLst>
              </p:cNvPr>
              <p:cNvSpPr/>
              <p:nvPr userDrawn="1"/>
            </p:nvSpPr>
            <p:spPr>
              <a:xfrm rot="5400000">
                <a:off x="12774315" y="4008746"/>
                <a:ext cx="253188" cy="316248"/>
              </a:xfrm>
              <a:prstGeom prst="rect">
                <a:avLst/>
              </a:prstGeom>
              <a:solidFill>
                <a:srgbClr val="5EB6B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23" name="Rectangle 22">
                <a:extLst>
                  <a:ext uri="{FF2B5EF4-FFF2-40B4-BE49-F238E27FC236}">
                    <a16:creationId xmlns:a16="http://schemas.microsoft.com/office/drawing/2014/main" id="{CD15D4F7-1C9C-03D7-5D11-AB4412DAB783}"/>
                  </a:ext>
                </a:extLst>
              </p:cNvPr>
              <p:cNvSpPr/>
              <p:nvPr userDrawn="1"/>
            </p:nvSpPr>
            <p:spPr>
              <a:xfrm rot="5400000">
                <a:off x="12774315" y="4332974"/>
                <a:ext cx="253188" cy="316248"/>
              </a:xfrm>
              <a:prstGeom prst="rect">
                <a:avLst/>
              </a:prstGeom>
              <a:solidFill>
                <a:srgbClr val="C7AB2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24" name="Rectangle 23">
                <a:extLst>
                  <a:ext uri="{FF2B5EF4-FFF2-40B4-BE49-F238E27FC236}">
                    <a16:creationId xmlns:a16="http://schemas.microsoft.com/office/drawing/2014/main" id="{DF0D105A-61DA-6DCC-69AE-3E2538C97C87}"/>
                  </a:ext>
                </a:extLst>
              </p:cNvPr>
              <p:cNvSpPr/>
              <p:nvPr userDrawn="1"/>
            </p:nvSpPr>
            <p:spPr>
              <a:xfrm rot="5400000">
                <a:off x="12774315" y="4657202"/>
                <a:ext cx="253188" cy="316248"/>
              </a:xfrm>
              <a:prstGeom prst="rect">
                <a:avLst/>
              </a:prstGeom>
              <a:solidFill>
                <a:srgbClr val="5C068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25" name="Rectangle 24">
                <a:extLst>
                  <a:ext uri="{FF2B5EF4-FFF2-40B4-BE49-F238E27FC236}">
                    <a16:creationId xmlns:a16="http://schemas.microsoft.com/office/drawing/2014/main" id="{2FBAD7D9-465E-B7EC-F50C-C45AA3A3A852}"/>
                  </a:ext>
                </a:extLst>
              </p:cNvPr>
              <p:cNvSpPr/>
              <p:nvPr userDrawn="1"/>
            </p:nvSpPr>
            <p:spPr>
              <a:xfrm rot="5400000">
                <a:off x="12774315" y="5954114"/>
                <a:ext cx="253188" cy="316248"/>
              </a:xfrm>
              <a:prstGeom prst="rect">
                <a:avLst/>
              </a:prstGeom>
              <a:solidFill>
                <a:srgbClr val="2A431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26" name="Rectangle 25">
                <a:extLst>
                  <a:ext uri="{FF2B5EF4-FFF2-40B4-BE49-F238E27FC236}">
                    <a16:creationId xmlns:a16="http://schemas.microsoft.com/office/drawing/2014/main" id="{CE056B27-29BC-0210-E33E-5A3085529061}"/>
                  </a:ext>
                </a:extLst>
              </p:cNvPr>
              <p:cNvSpPr/>
              <p:nvPr userDrawn="1"/>
            </p:nvSpPr>
            <p:spPr>
              <a:xfrm rot="5400000">
                <a:off x="12774315" y="6278342"/>
                <a:ext cx="253188" cy="316248"/>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grpSp>
        <p:sp>
          <p:nvSpPr>
            <p:cNvPr id="11" name="TextBox 10">
              <a:extLst>
                <a:ext uri="{FF2B5EF4-FFF2-40B4-BE49-F238E27FC236}">
                  <a16:creationId xmlns:a16="http://schemas.microsoft.com/office/drawing/2014/main" id="{E9C3908B-8EEB-BD6A-7DEF-7E01F46D967F}"/>
                </a:ext>
              </a:extLst>
            </p:cNvPr>
            <p:cNvSpPr txBox="1"/>
            <p:nvPr userDrawn="1"/>
          </p:nvSpPr>
          <p:spPr>
            <a:xfrm rot="16200000">
              <a:off x="12574270" y="5173406"/>
              <a:ext cx="960199" cy="118559"/>
            </a:xfrm>
            <a:prstGeom prst="rect">
              <a:avLst/>
            </a:prstGeom>
            <a:noFill/>
          </p:spPr>
          <p:txBody>
            <a:bodyPr wrap="none" lIns="0" tIns="0" rIns="0" bIns="0" rtlCol="0">
              <a:spAutoFit/>
            </a:bodyPr>
            <a:lstStyle/>
            <a:p>
              <a:pPr algn="l">
                <a:lnSpc>
                  <a:spcPct val="101000"/>
                </a:lnSpc>
                <a:spcAft>
                  <a:spcPts val="600"/>
                </a:spcAft>
              </a:pPr>
              <a:r>
                <a:rPr lang="en-CR" sz="800" b="1">
                  <a:solidFill>
                    <a:srgbClr val="000000"/>
                  </a:solidFill>
                  <a:latin typeface="GT America Regular"/>
                  <a:ea typeface="GT America Regular" charset="0"/>
                  <a:cs typeface="GT America Regular" charset="0"/>
                </a:rPr>
                <a:t>ON MOODY´S BLUE</a:t>
              </a:r>
              <a:endParaRPr kumimoji="0" lang="en-CR" sz="800" b="1" i="0" u="none" strike="noStrike" kern="1200" cap="none" spc="0" normalizeH="0" baseline="0" noProof="0" err="1">
                <a:ln>
                  <a:noFill/>
                </a:ln>
                <a:solidFill>
                  <a:srgbClr val="000000"/>
                </a:solidFill>
                <a:effectLst/>
                <a:uLnTx/>
                <a:uFillTx/>
                <a:latin typeface="GT America Regular"/>
                <a:ea typeface="GT America Regular" charset="0"/>
                <a:cs typeface="GT America Regular" charset="0"/>
              </a:endParaRPr>
            </a:p>
          </p:txBody>
        </p:sp>
      </p:grpSp>
      <p:sp>
        <p:nvSpPr>
          <p:cNvPr id="37" name="TextBox 36">
            <a:extLst>
              <a:ext uri="{FF2B5EF4-FFF2-40B4-BE49-F238E27FC236}">
                <a16:creationId xmlns:a16="http://schemas.microsoft.com/office/drawing/2014/main" id="{4782A991-4EF0-68D1-4C67-22B7F0B34C08}"/>
              </a:ext>
            </a:extLst>
          </p:cNvPr>
          <p:cNvSpPr txBox="1"/>
          <p:nvPr userDrawn="1"/>
        </p:nvSpPr>
        <p:spPr>
          <a:xfrm>
            <a:off x="12356815" y="3377042"/>
            <a:ext cx="807913" cy="118559"/>
          </a:xfrm>
          <a:prstGeom prst="rect">
            <a:avLst/>
          </a:prstGeom>
          <a:noFill/>
        </p:spPr>
        <p:txBody>
          <a:bodyPr wrap="none" lIns="0" tIns="0" rIns="0" bIns="0" rtlCol="0">
            <a:spAutoFit/>
          </a:bodyPr>
          <a:lstStyle/>
          <a:p>
            <a:pPr algn="l">
              <a:lnSpc>
                <a:spcPct val="101000"/>
              </a:lnSpc>
              <a:spcAft>
                <a:spcPts val="600"/>
              </a:spcAft>
            </a:pPr>
            <a:r>
              <a:rPr kumimoji="0" lang="en-US" sz="800" b="1" i="0" u="none" strike="noStrike" kern="1200" cap="none" spc="0" normalizeH="0" baseline="0" noProof="0" dirty="0">
                <a:ln>
                  <a:noFill/>
                </a:ln>
                <a:solidFill>
                  <a:srgbClr val="000000"/>
                </a:solidFill>
                <a:effectLst/>
                <a:uLnTx/>
                <a:uFillTx/>
                <a:ea typeface="GT America Regular" charset="0"/>
                <a:cs typeface="GT America Regular" charset="0"/>
              </a:rPr>
              <a:t>For charts ONLY</a:t>
            </a:r>
            <a:endParaRPr kumimoji="0" lang="en-CR" sz="800" b="1" i="0" u="none" strike="noStrike" kern="1200" cap="none" spc="0" normalizeH="0" baseline="0" noProof="0">
              <a:ln>
                <a:noFill/>
              </a:ln>
              <a:solidFill>
                <a:srgbClr val="000000"/>
              </a:solidFill>
              <a:effectLst/>
              <a:uLnTx/>
              <a:uFillTx/>
              <a:ea typeface="GT America Regular" charset="0"/>
              <a:cs typeface="GT America Regular" charset="0"/>
            </a:endParaRPr>
          </a:p>
        </p:txBody>
      </p:sp>
    </p:spTree>
    <p:extLst>
      <p:ext uri="{BB962C8B-B14F-4D97-AF65-F5344CB8AC3E}">
        <p14:creationId xmlns:p14="http://schemas.microsoft.com/office/powerpoint/2010/main" val="504529059"/>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2 Column, Split Right - Subhead">
    <p:spTree>
      <p:nvGrpSpPr>
        <p:cNvPr id="1" name=""/>
        <p:cNvGrpSpPr/>
        <p:nvPr/>
      </p:nvGrpSpPr>
      <p:grpSpPr>
        <a:xfrm>
          <a:off x="0" y="0"/>
          <a:ext cx="0" cy="0"/>
          <a:chOff x="0" y="0"/>
          <a:chExt cx="0" cy="0"/>
        </a:xfrm>
      </p:grpSpPr>
      <p:sp>
        <p:nvSpPr>
          <p:cNvPr id="8" name="Footer Placeholder 7">
            <a:extLst>
              <a:ext uri="{FF2B5EF4-FFF2-40B4-BE49-F238E27FC236}">
                <a16:creationId xmlns:a16="http://schemas.microsoft.com/office/drawing/2014/main" id="{0E2ADB5F-BB7A-E503-6385-47B7F4A752C0}"/>
              </a:ext>
            </a:extLst>
          </p:cNvPr>
          <p:cNvSpPr>
            <a:spLocks noGrp="1"/>
          </p:cNvSpPr>
          <p:nvPr>
            <p:ph type="ftr" sz="quarter" idx="11"/>
          </p:nvPr>
        </p:nvSpPr>
        <p:spPr/>
        <p:txBody>
          <a:bodyPr/>
          <a:lstStyle/>
          <a:p>
            <a:r>
              <a:rPr lang="en-US"/>
              <a:t>See slide 12 for instructions on how to update footer</a:t>
            </a:r>
          </a:p>
        </p:txBody>
      </p:sp>
      <p:sp>
        <p:nvSpPr>
          <p:cNvPr id="9" name="Slide Number Placeholder 8">
            <a:extLst>
              <a:ext uri="{FF2B5EF4-FFF2-40B4-BE49-F238E27FC236}">
                <a16:creationId xmlns:a16="http://schemas.microsoft.com/office/drawing/2014/main" id="{CCA8152B-F410-5052-DF3D-06C6DD4D2381}"/>
              </a:ext>
            </a:extLst>
          </p:cNvPr>
          <p:cNvSpPr>
            <a:spLocks noGrp="1"/>
          </p:cNvSpPr>
          <p:nvPr>
            <p:ph type="sldNum" sz="quarter" idx="12"/>
          </p:nvPr>
        </p:nvSpPr>
        <p:spPr/>
        <p:txBody>
          <a:bodyPr/>
          <a:lstStyle/>
          <a:p>
            <a:fld id="{862A5111-985B-C14D-9115-5787026182A8}" type="slidenum">
              <a:rPr lang="en-US" smtClean="0"/>
              <a:t>‹#›</a:t>
            </a:fld>
            <a:endParaRPr lang="en-US"/>
          </a:p>
        </p:txBody>
      </p:sp>
      <p:sp>
        <p:nvSpPr>
          <p:cNvPr id="19" name="Title 18">
            <a:extLst>
              <a:ext uri="{FF2B5EF4-FFF2-40B4-BE49-F238E27FC236}">
                <a16:creationId xmlns:a16="http://schemas.microsoft.com/office/drawing/2014/main" id="{4127724E-0B84-AA37-D926-B3D06E81CABD}"/>
              </a:ext>
            </a:extLst>
          </p:cNvPr>
          <p:cNvSpPr>
            <a:spLocks noGrp="1"/>
          </p:cNvSpPr>
          <p:nvPr>
            <p:ph type="title"/>
          </p:nvPr>
        </p:nvSpPr>
        <p:spPr>
          <a:xfrm>
            <a:off x="546100" y="552450"/>
            <a:ext cx="11091861" cy="434975"/>
          </a:xfrm>
        </p:spPr>
        <p:txBody>
          <a:bodyPr/>
          <a:lstStyle/>
          <a:p>
            <a:r>
              <a:rPr lang="en-US"/>
              <a:t>Click to edit Master title style</a:t>
            </a:r>
            <a:endParaRPr lang="en-US" dirty="0"/>
          </a:p>
        </p:txBody>
      </p:sp>
      <p:sp>
        <p:nvSpPr>
          <p:cNvPr id="4" name="Freeform 5">
            <a:extLst>
              <a:ext uri="{FF2B5EF4-FFF2-40B4-BE49-F238E27FC236}">
                <a16:creationId xmlns:a16="http://schemas.microsoft.com/office/drawing/2014/main" id="{076869E4-6FE8-072A-3700-20BFBA1437F6}"/>
              </a:ext>
            </a:extLst>
          </p:cNvPr>
          <p:cNvSpPr/>
          <p:nvPr userDrawn="1"/>
        </p:nvSpPr>
        <p:spPr bwMode="black">
          <a:xfrm>
            <a:off x="554038" y="6469335"/>
            <a:ext cx="678511" cy="112440"/>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chemeClr val="tx2"/>
          </a:solidFill>
          <a:ln w="0" cap="flat">
            <a:noFill/>
            <a:prstDash val="solid"/>
            <a:miter/>
          </a:ln>
        </p:spPr>
        <p:txBody>
          <a:bodyPr rtlCol="0" anchor="ctr"/>
          <a:lstStyle/>
          <a:p>
            <a:endParaRPr lang="en-US"/>
          </a:p>
        </p:txBody>
      </p:sp>
      <p:sp>
        <p:nvSpPr>
          <p:cNvPr id="11" name="Text Placeholder 11">
            <a:extLst>
              <a:ext uri="{FF2B5EF4-FFF2-40B4-BE49-F238E27FC236}">
                <a16:creationId xmlns:a16="http://schemas.microsoft.com/office/drawing/2014/main" id="{5C728F5B-E1E8-3C29-EDD5-AA886A74A6C3}"/>
              </a:ext>
            </a:extLst>
          </p:cNvPr>
          <p:cNvSpPr>
            <a:spLocks noGrp="1"/>
          </p:cNvSpPr>
          <p:nvPr>
            <p:ph type="body" sz="quarter" idx="21"/>
          </p:nvPr>
        </p:nvSpPr>
        <p:spPr>
          <a:xfrm>
            <a:off x="546100" y="1127125"/>
            <a:ext cx="11097578" cy="295275"/>
          </a:xfrm>
        </p:spPr>
        <p:txBody>
          <a:bodyPr>
            <a:noAutofit/>
          </a:bodyPr>
          <a:lstStyle>
            <a:lvl1pPr marL="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1pPr>
            <a:lvl2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2pPr>
            <a:lvl3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3pPr>
            <a:lvl4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4pPr>
            <a:lvl5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5pPr>
            <a:lvl6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6pPr>
            <a:lvl7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7pPr>
            <a:lvl8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8pPr>
            <a:lvl9pPr marL="0" indent="0" algn="l" defTabSz="914400" rtl="0" eaLnBrk="1" latinLnBrk="0" hangingPunct="1">
              <a:lnSpc>
                <a:spcPct val="80000"/>
              </a:lnSpc>
              <a:spcBef>
                <a:spcPts val="0"/>
              </a:spcBef>
              <a:spcAft>
                <a:spcPts val="0"/>
              </a:spcAft>
              <a:buNone/>
              <a:defRPr lang="en-US" sz="2400" b="0" i="0" kern="1200" dirty="0">
                <a:solidFill>
                  <a:schemeClr val="accent1"/>
                </a:solidFill>
                <a:latin typeface="+mj-lt"/>
                <a:ea typeface="GT America Regular" charset="0"/>
                <a:cs typeface="GT America Regular" charset="0"/>
              </a:defRPr>
            </a:lvl9pPr>
          </a:lstStyle>
          <a:p>
            <a:pPr lvl="0"/>
            <a:r>
              <a:rPr lang="en-US"/>
              <a:t>Click to edit Master text styles</a:t>
            </a:r>
          </a:p>
        </p:txBody>
      </p:sp>
      <p:sp>
        <p:nvSpPr>
          <p:cNvPr id="12" name="Text Placeholder 13">
            <a:extLst>
              <a:ext uri="{FF2B5EF4-FFF2-40B4-BE49-F238E27FC236}">
                <a16:creationId xmlns:a16="http://schemas.microsoft.com/office/drawing/2014/main" id="{D437BE9A-8A37-12FD-FF09-D132746CA34A}"/>
              </a:ext>
            </a:extLst>
          </p:cNvPr>
          <p:cNvSpPr>
            <a:spLocks noGrp="1"/>
          </p:cNvSpPr>
          <p:nvPr>
            <p:ph type="body" sz="quarter" idx="22"/>
          </p:nvPr>
        </p:nvSpPr>
        <p:spPr>
          <a:xfrm>
            <a:off x="546098" y="6019801"/>
            <a:ext cx="6851651" cy="292100"/>
          </a:xfrm>
        </p:spPr>
        <p:txBody>
          <a:bodyPr anchor="b">
            <a:noAutofit/>
          </a:bodyPr>
          <a:lstStyle>
            <a:lvl1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1pPr>
            <a:lvl2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2pPr>
            <a:lvl3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3pPr>
            <a:lvl4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4pPr>
            <a:lvl5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5pPr>
            <a:lvl6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6pPr>
            <a:lvl7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7pPr>
            <a:lvl8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8pPr>
            <a:lvl9pPr marL="0" indent="0" algn="l" defTabSz="914400" rtl="0" eaLnBrk="1" latinLnBrk="0" hangingPunct="1">
              <a:lnSpc>
                <a:spcPct val="101000"/>
              </a:lnSpc>
              <a:spcBef>
                <a:spcPts val="0"/>
              </a:spcBef>
              <a:spcAft>
                <a:spcPts val="600"/>
              </a:spcAft>
              <a:buNone/>
              <a:defRPr lang="en-US" sz="600" b="0" i="0" kern="1200" dirty="0">
                <a:solidFill>
                  <a:srgbClr val="75787B"/>
                </a:solidFill>
                <a:latin typeface="+mn-lt"/>
                <a:ea typeface="GT America Regular" charset="0"/>
                <a:cs typeface="GT America Regular" charset="0"/>
              </a:defRPr>
            </a:lvl9pPr>
          </a:lstStyle>
          <a:p>
            <a:pPr lvl="0"/>
            <a:r>
              <a:rPr lang="en-US"/>
              <a:t>Click to edit Master text styles</a:t>
            </a:r>
          </a:p>
        </p:txBody>
      </p:sp>
      <p:sp>
        <p:nvSpPr>
          <p:cNvPr id="13" name="Content Placeholder 29">
            <a:extLst>
              <a:ext uri="{FF2B5EF4-FFF2-40B4-BE49-F238E27FC236}">
                <a16:creationId xmlns:a16="http://schemas.microsoft.com/office/drawing/2014/main" id="{DF7192E9-18E0-4BBC-6544-BEEF161CD9BF}"/>
              </a:ext>
            </a:extLst>
          </p:cNvPr>
          <p:cNvSpPr>
            <a:spLocks noGrp="1"/>
          </p:cNvSpPr>
          <p:nvPr>
            <p:ph sz="quarter" idx="27"/>
          </p:nvPr>
        </p:nvSpPr>
        <p:spPr>
          <a:xfrm>
            <a:off x="546100" y="2425699"/>
            <a:ext cx="3524249" cy="34417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4" name="Content Placeholder 31">
            <a:extLst>
              <a:ext uri="{FF2B5EF4-FFF2-40B4-BE49-F238E27FC236}">
                <a16:creationId xmlns:a16="http://schemas.microsoft.com/office/drawing/2014/main" id="{D9F0FF52-13E2-E833-F9CE-AC3FA1D713DD}"/>
              </a:ext>
            </a:extLst>
          </p:cNvPr>
          <p:cNvSpPr>
            <a:spLocks noGrp="1"/>
          </p:cNvSpPr>
          <p:nvPr>
            <p:ph sz="quarter" idx="28"/>
          </p:nvPr>
        </p:nvSpPr>
        <p:spPr>
          <a:xfrm>
            <a:off x="4343400" y="2425700"/>
            <a:ext cx="7294563" cy="34417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5" name="Text Placeholder 33">
            <a:extLst>
              <a:ext uri="{FF2B5EF4-FFF2-40B4-BE49-F238E27FC236}">
                <a16:creationId xmlns:a16="http://schemas.microsoft.com/office/drawing/2014/main" id="{08AA2D12-29FA-271A-D47B-631180E59030}"/>
              </a:ext>
            </a:extLst>
          </p:cNvPr>
          <p:cNvSpPr>
            <a:spLocks noGrp="1"/>
          </p:cNvSpPr>
          <p:nvPr>
            <p:ph type="body" sz="quarter" idx="29"/>
          </p:nvPr>
        </p:nvSpPr>
        <p:spPr>
          <a:xfrm>
            <a:off x="546099" y="1849432"/>
            <a:ext cx="3514069" cy="296867"/>
          </a:xfrm>
        </p:spPr>
        <p:txBody>
          <a:bodyPr anchor="b">
            <a:noAutofit/>
          </a:bodyPr>
          <a:lstStyle>
            <a:lvl1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1pPr>
            <a:lvl2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2pPr>
            <a:lvl3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3pPr>
            <a:lvl4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4pPr>
            <a:lvl5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5pPr>
            <a:lvl6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6pPr>
            <a:lvl7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7pPr>
            <a:lvl8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8pPr>
            <a:lvl9pPr marL="0" indent="0" algn="l" defTabSz="914400" rtl="0" eaLnBrk="1" latinLnBrk="0" hangingPunct="1">
              <a:lnSpc>
                <a:spcPct val="101000"/>
              </a:lnSpc>
              <a:spcBef>
                <a:spcPts val="0"/>
              </a:spcBef>
              <a:spcAft>
                <a:spcPts val="600"/>
              </a:spcAft>
              <a:buNone/>
              <a:defRPr lang="en-US" sz="2000" b="0" i="0" kern="1200" dirty="0">
                <a:solidFill>
                  <a:schemeClr val="tx2"/>
                </a:solidFill>
                <a:latin typeface="+mj-lt"/>
                <a:ea typeface="GT America Regular" charset="0"/>
                <a:cs typeface="GT America Regular" charset="0"/>
              </a:defRPr>
            </a:lvl9pPr>
          </a:lstStyle>
          <a:p>
            <a:pPr lvl="0"/>
            <a:r>
              <a:rPr lang="en-US"/>
              <a:t>Click to edit Master text styles</a:t>
            </a:r>
          </a:p>
        </p:txBody>
      </p:sp>
      <p:sp>
        <p:nvSpPr>
          <p:cNvPr id="16" name="Text Placeholder 35">
            <a:extLst>
              <a:ext uri="{FF2B5EF4-FFF2-40B4-BE49-F238E27FC236}">
                <a16:creationId xmlns:a16="http://schemas.microsoft.com/office/drawing/2014/main" id="{92CE57A3-BE6C-DBDE-1A82-38D8E92441DD}"/>
              </a:ext>
            </a:extLst>
          </p:cNvPr>
          <p:cNvSpPr>
            <a:spLocks noGrp="1"/>
          </p:cNvSpPr>
          <p:nvPr>
            <p:ph type="body" sz="quarter" idx="30"/>
          </p:nvPr>
        </p:nvSpPr>
        <p:spPr>
          <a:xfrm>
            <a:off x="4343400" y="1849436"/>
            <a:ext cx="7294562" cy="296864"/>
          </a:xfrm>
        </p:spPr>
        <p:txBody>
          <a:bodyPr anchor="b">
            <a:noAutofit/>
          </a:bodyPr>
          <a:lstStyle>
            <a:lvl1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1pPr>
            <a:lvl2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2pPr>
            <a:lvl3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3pPr>
            <a:lvl4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4pPr>
            <a:lvl5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5pPr>
            <a:lvl6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6pPr>
            <a:lvl7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7pPr>
            <a:lvl8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8pPr>
            <a:lvl9pPr marL="0" indent="0" algn="l" defTabSz="914400" rtl="0" eaLnBrk="1" latinLnBrk="0" hangingPunct="1">
              <a:lnSpc>
                <a:spcPct val="101000"/>
              </a:lnSpc>
              <a:spcBef>
                <a:spcPts val="0"/>
              </a:spcBef>
              <a:spcAft>
                <a:spcPts val="600"/>
              </a:spcAft>
              <a:buNone/>
              <a:defRPr lang="en-US" sz="2000" b="0" i="0" kern="1200" dirty="0">
                <a:solidFill>
                  <a:schemeClr val="tx2"/>
                </a:solidFill>
                <a:latin typeface="+mj-lt"/>
                <a:ea typeface="GT America Regular" charset="0"/>
                <a:cs typeface="GT America Regular" charset="0"/>
              </a:defRPr>
            </a:lvl9pPr>
          </a:lstStyle>
          <a:p>
            <a:pPr lvl="0"/>
            <a:r>
              <a:rPr lang="en-US"/>
              <a:t>Click to edit Master text styles</a:t>
            </a:r>
          </a:p>
        </p:txBody>
      </p:sp>
      <p:grpSp>
        <p:nvGrpSpPr>
          <p:cNvPr id="2" name="Group 1">
            <a:extLst>
              <a:ext uri="{FF2B5EF4-FFF2-40B4-BE49-F238E27FC236}">
                <a16:creationId xmlns:a16="http://schemas.microsoft.com/office/drawing/2014/main" id="{AEAAAE4F-6264-AC3D-9F24-6D97014FA83B}"/>
              </a:ext>
            </a:extLst>
          </p:cNvPr>
          <p:cNvGrpSpPr/>
          <p:nvPr userDrawn="1"/>
        </p:nvGrpSpPr>
        <p:grpSpPr>
          <a:xfrm>
            <a:off x="12356815" y="0"/>
            <a:ext cx="756834" cy="6872642"/>
            <a:chOff x="12356815" y="0"/>
            <a:chExt cx="756834" cy="6872642"/>
          </a:xfrm>
        </p:grpSpPr>
        <p:sp>
          <p:nvSpPr>
            <p:cNvPr id="3" name="Rectangle 2">
              <a:extLst>
                <a:ext uri="{FF2B5EF4-FFF2-40B4-BE49-F238E27FC236}">
                  <a16:creationId xmlns:a16="http://schemas.microsoft.com/office/drawing/2014/main" id="{8D8F7181-6579-24C0-F980-3CDA20188763}"/>
                </a:ext>
              </a:extLst>
            </p:cNvPr>
            <p:cNvSpPr/>
            <p:nvPr userDrawn="1"/>
          </p:nvSpPr>
          <p:spPr>
            <a:xfrm>
              <a:off x="12356815" y="0"/>
              <a:ext cx="553069" cy="3279913"/>
            </a:xfrm>
            <a:prstGeom prst="rect">
              <a:avLst/>
            </a:prstGeom>
            <a:solidFill>
              <a:schemeClr val="bg1">
                <a:lumMod val="95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a:p>
          </p:txBody>
        </p:sp>
        <p:sp>
          <p:nvSpPr>
            <p:cNvPr id="5" name="TextBox 4">
              <a:extLst>
                <a:ext uri="{FF2B5EF4-FFF2-40B4-BE49-F238E27FC236}">
                  <a16:creationId xmlns:a16="http://schemas.microsoft.com/office/drawing/2014/main" id="{FD11A2FE-1C7D-A1F2-E7B5-2FE68D7C2896}"/>
                </a:ext>
              </a:extLst>
            </p:cNvPr>
            <p:cNvSpPr txBox="1"/>
            <p:nvPr userDrawn="1"/>
          </p:nvSpPr>
          <p:spPr>
            <a:xfrm rot="16200000">
              <a:off x="12332216" y="1580677"/>
              <a:ext cx="1444306" cy="118559"/>
            </a:xfrm>
            <a:prstGeom prst="rect">
              <a:avLst/>
            </a:prstGeom>
            <a:noFill/>
          </p:spPr>
          <p:txBody>
            <a:bodyPr wrap="none" lIns="0" tIns="0" rIns="0" bIns="0" rtlCol="0">
              <a:spAutoFit/>
            </a:bodyPr>
            <a:lstStyle/>
            <a:p>
              <a:pPr algn="l">
                <a:lnSpc>
                  <a:spcPct val="101000"/>
                </a:lnSpc>
                <a:spcAft>
                  <a:spcPts val="600"/>
                </a:spcAft>
              </a:pPr>
              <a:r>
                <a:rPr kumimoji="0" lang="en-CR" sz="800" b="1" i="0" u="none" strike="noStrike" kern="1200" cap="none" spc="0" normalizeH="0" baseline="0" noProof="0">
                  <a:ln>
                    <a:noFill/>
                  </a:ln>
                  <a:solidFill>
                    <a:srgbClr val="000000"/>
                  </a:solidFill>
                  <a:effectLst/>
                  <a:uLnTx/>
                  <a:uFillTx/>
                  <a:ea typeface="GT America Regular" charset="0"/>
                  <a:cs typeface="GT America Regular" charset="0"/>
                </a:rPr>
                <a:t>ON LIGHT AND EXTRA LIGHT</a:t>
              </a:r>
            </a:p>
          </p:txBody>
        </p:sp>
        <p:sp>
          <p:nvSpPr>
            <p:cNvPr id="6" name="Rectangle 5">
              <a:extLst>
                <a:ext uri="{FF2B5EF4-FFF2-40B4-BE49-F238E27FC236}">
                  <a16:creationId xmlns:a16="http://schemas.microsoft.com/office/drawing/2014/main" id="{A30F8247-5DD0-5B17-4E63-E5CD28C19B98}"/>
                </a:ext>
              </a:extLst>
            </p:cNvPr>
            <p:cNvSpPr/>
            <p:nvPr userDrawn="1"/>
          </p:nvSpPr>
          <p:spPr>
            <a:xfrm>
              <a:off x="12356815" y="3592729"/>
              <a:ext cx="553069" cy="3279913"/>
            </a:xfrm>
            <a:prstGeom prst="rect">
              <a:avLst/>
            </a:prstGeom>
            <a:solidFill>
              <a:schemeClr val="tx2"/>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a:p>
          </p:txBody>
        </p:sp>
        <p:grpSp>
          <p:nvGrpSpPr>
            <p:cNvPr id="7" name="Group 6">
              <a:extLst>
                <a:ext uri="{FF2B5EF4-FFF2-40B4-BE49-F238E27FC236}">
                  <a16:creationId xmlns:a16="http://schemas.microsoft.com/office/drawing/2014/main" id="{C9A2BB14-4955-197F-1DBB-B7C64AF2C221}"/>
                </a:ext>
              </a:extLst>
            </p:cNvPr>
            <p:cNvGrpSpPr/>
            <p:nvPr userDrawn="1"/>
          </p:nvGrpSpPr>
          <p:grpSpPr>
            <a:xfrm>
              <a:off x="12442019" y="3791214"/>
              <a:ext cx="382660" cy="2882942"/>
              <a:chOff x="14001569" y="3716048"/>
              <a:chExt cx="316248" cy="3171236"/>
            </a:xfrm>
          </p:grpSpPr>
          <p:sp>
            <p:nvSpPr>
              <p:cNvPr id="29" name="Rectangle 28">
                <a:extLst>
                  <a:ext uri="{FF2B5EF4-FFF2-40B4-BE49-F238E27FC236}">
                    <a16:creationId xmlns:a16="http://schemas.microsoft.com/office/drawing/2014/main" id="{493EC766-1C97-CDA1-FD74-7CE89A706250}"/>
                  </a:ext>
                </a:extLst>
              </p:cNvPr>
              <p:cNvSpPr/>
              <p:nvPr userDrawn="1"/>
            </p:nvSpPr>
            <p:spPr>
              <a:xfrm rot="5400000">
                <a:off x="14033099" y="5954114"/>
                <a:ext cx="253188" cy="316248"/>
              </a:xfrm>
              <a:prstGeom prst="rect">
                <a:avLst/>
              </a:prstGeom>
              <a:solidFill>
                <a:srgbClr val="005E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30" name="Rectangle 29">
                <a:extLst>
                  <a:ext uri="{FF2B5EF4-FFF2-40B4-BE49-F238E27FC236}">
                    <a16:creationId xmlns:a16="http://schemas.microsoft.com/office/drawing/2014/main" id="{191157BD-4A01-11A3-CB6A-A4772D017359}"/>
                  </a:ext>
                </a:extLst>
              </p:cNvPr>
              <p:cNvSpPr/>
              <p:nvPr userDrawn="1"/>
            </p:nvSpPr>
            <p:spPr>
              <a:xfrm rot="5400000">
                <a:off x="14033099" y="6278342"/>
                <a:ext cx="253188" cy="316248"/>
              </a:xfrm>
              <a:prstGeom prst="rect">
                <a:avLst/>
              </a:prstGeom>
              <a:solidFill>
                <a:srgbClr val="B8B9D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31" name="Rectangle 30">
                <a:extLst>
                  <a:ext uri="{FF2B5EF4-FFF2-40B4-BE49-F238E27FC236}">
                    <a16:creationId xmlns:a16="http://schemas.microsoft.com/office/drawing/2014/main" id="{58FC1321-3E4F-5F12-6D19-234CDC0A3D96}"/>
                  </a:ext>
                </a:extLst>
              </p:cNvPr>
              <p:cNvSpPr/>
              <p:nvPr userDrawn="1"/>
            </p:nvSpPr>
            <p:spPr>
              <a:xfrm rot="5400000">
                <a:off x="14033099" y="6602566"/>
                <a:ext cx="253188" cy="316248"/>
              </a:xfrm>
              <a:prstGeom prst="rect">
                <a:avLst/>
              </a:prstGeom>
              <a:solidFill>
                <a:srgbClr val="FBE6D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32" name="Rectangle 31">
                <a:extLst>
                  <a:ext uri="{FF2B5EF4-FFF2-40B4-BE49-F238E27FC236}">
                    <a16:creationId xmlns:a16="http://schemas.microsoft.com/office/drawing/2014/main" id="{CE4B8451-4772-6C5B-CFC9-1519D89460E6}"/>
                  </a:ext>
                </a:extLst>
              </p:cNvPr>
              <p:cNvSpPr/>
              <p:nvPr userDrawn="1"/>
            </p:nvSpPr>
            <p:spPr>
              <a:xfrm rot="5400000">
                <a:off x="14033099" y="4981430"/>
                <a:ext cx="253188" cy="316248"/>
              </a:xfrm>
              <a:prstGeom prst="rect">
                <a:avLst/>
              </a:prstGeom>
              <a:solidFill>
                <a:srgbClr val="BCE09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33" name="Rectangle 32">
                <a:extLst>
                  <a:ext uri="{FF2B5EF4-FFF2-40B4-BE49-F238E27FC236}">
                    <a16:creationId xmlns:a16="http://schemas.microsoft.com/office/drawing/2014/main" id="{9819452C-A8BF-97D5-4FAC-057FAF58256A}"/>
                  </a:ext>
                </a:extLst>
              </p:cNvPr>
              <p:cNvSpPr/>
              <p:nvPr userDrawn="1"/>
            </p:nvSpPr>
            <p:spPr>
              <a:xfrm rot="5400000">
                <a:off x="14033099" y="5305658"/>
                <a:ext cx="253188" cy="316248"/>
              </a:xfrm>
              <a:prstGeom prst="rect">
                <a:avLst/>
              </a:prstGeom>
              <a:solidFill>
                <a:srgbClr val="E9783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34" name="Rectangle 33">
                <a:extLst>
                  <a:ext uri="{FF2B5EF4-FFF2-40B4-BE49-F238E27FC236}">
                    <a16:creationId xmlns:a16="http://schemas.microsoft.com/office/drawing/2014/main" id="{9CA938B7-6ADB-1099-AF2A-FB392CCC46D6}"/>
                  </a:ext>
                </a:extLst>
              </p:cNvPr>
              <p:cNvSpPr/>
              <p:nvPr userDrawn="1"/>
            </p:nvSpPr>
            <p:spPr>
              <a:xfrm rot="5400000">
                <a:off x="14033099" y="5629886"/>
                <a:ext cx="253188" cy="316248"/>
              </a:xfrm>
              <a:prstGeom prst="rect">
                <a:avLst/>
              </a:prstGeom>
              <a:solidFill>
                <a:srgbClr val="B9056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35" name="Rectangle 34">
                <a:extLst>
                  <a:ext uri="{FF2B5EF4-FFF2-40B4-BE49-F238E27FC236}">
                    <a16:creationId xmlns:a16="http://schemas.microsoft.com/office/drawing/2014/main" id="{E9932D60-F7BB-A22D-302A-619677F036A4}"/>
                  </a:ext>
                </a:extLst>
              </p:cNvPr>
              <p:cNvSpPr/>
              <p:nvPr userDrawn="1"/>
            </p:nvSpPr>
            <p:spPr>
              <a:xfrm rot="5400000">
                <a:off x="14033099" y="3684518"/>
                <a:ext cx="253188" cy="316248"/>
              </a:xfrm>
              <a:prstGeom prst="rect">
                <a:avLst/>
              </a:prstGeom>
              <a:solidFill>
                <a:srgbClr val="9DC2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36" name="Rectangle 35">
                <a:extLst>
                  <a:ext uri="{FF2B5EF4-FFF2-40B4-BE49-F238E27FC236}">
                    <a16:creationId xmlns:a16="http://schemas.microsoft.com/office/drawing/2014/main" id="{BEE0481A-455F-14B9-1FB6-225F3A75B8B4}"/>
                  </a:ext>
                </a:extLst>
              </p:cNvPr>
              <p:cNvSpPr/>
              <p:nvPr userDrawn="1"/>
            </p:nvSpPr>
            <p:spPr>
              <a:xfrm rot="5400000">
                <a:off x="14033099" y="4008746"/>
                <a:ext cx="253188" cy="316248"/>
              </a:xfrm>
              <a:prstGeom prst="rect">
                <a:avLst/>
              </a:prstGeom>
              <a:solidFill>
                <a:srgbClr val="309DA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37" name="Rectangle 36">
                <a:extLst>
                  <a:ext uri="{FF2B5EF4-FFF2-40B4-BE49-F238E27FC236}">
                    <a16:creationId xmlns:a16="http://schemas.microsoft.com/office/drawing/2014/main" id="{5ECB2246-6F86-72BC-56D7-C97F1B9A6F3D}"/>
                  </a:ext>
                </a:extLst>
              </p:cNvPr>
              <p:cNvSpPr/>
              <p:nvPr userDrawn="1"/>
            </p:nvSpPr>
            <p:spPr>
              <a:xfrm rot="5400000">
                <a:off x="14033099" y="4332974"/>
                <a:ext cx="253188" cy="316248"/>
              </a:xfrm>
              <a:prstGeom prst="rect">
                <a:avLst/>
              </a:prstGeom>
              <a:solidFill>
                <a:srgbClr val="E2C22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38" name="Rectangle 37">
                <a:extLst>
                  <a:ext uri="{FF2B5EF4-FFF2-40B4-BE49-F238E27FC236}">
                    <a16:creationId xmlns:a16="http://schemas.microsoft.com/office/drawing/2014/main" id="{CBFFA6F3-89BF-B1C5-F4A2-66896BDFFEFB}"/>
                  </a:ext>
                </a:extLst>
              </p:cNvPr>
              <p:cNvSpPr/>
              <p:nvPr userDrawn="1"/>
            </p:nvSpPr>
            <p:spPr>
              <a:xfrm rot="5400000">
                <a:off x="14033099" y="4657202"/>
                <a:ext cx="253188" cy="316248"/>
              </a:xfrm>
              <a:prstGeom prst="rect">
                <a:avLst/>
              </a:prstGeom>
              <a:solidFill>
                <a:srgbClr val="9158B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grpSp>
        <p:grpSp>
          <p:nvGrpSpPr>
            <p:cNvPr id="10" name="Group 9">
              <a:extLst>
                <a:ext uri="{FF2B5EF4-FFF2-40B4-BE49-F238E27FC236}">
                  <a16:creationId xmlns:a16="http://schemas.microsoft.com/office/drawing/2014/main" id="{5C984E08-FF0B-53DE-3583-845504F30EAD}"/>
                </a:ext>
              </a:extLst>
            </p:cNvPr>
            <p:cNvGrpSpPr/>
            <p:nvPr userDrawn="1"/>
          </p:nvGrpSpPr>
          <p:grpSpPr>
            <a:xfrm>
              <a:off x="12442019" y="198485"/>
              <a:ext cx="382660" cy="2882942"/>
              <a:chOff x="12742785" y="3716048"/>
              <a:chExt cx="316248" cy="3171236"/>
            </a:xfrm>
          </p:grpSpPr>
          <p:sp>
            <p:nvSpPr>
              <p:cNvPr id="18" name="Rectangle 17">
                <a:extLst>
                  <a:ext uri="{FF2B5EF4-FFF2-40B4-BE49-F238E27FC236}">
                    <a16:creationId xmlns:a16="http://schemas.microsoft.com/office/drawing/2014/main" id="{4509F314-54F1-A23C-D0AB-C37497EF8827}"/>
                  </a:ext>
                </a:extLst>
              </p:cNvPr>
              <p:cNvSpPr/>
              <p:nvPr userDrawn="1"/>
            </p:nvSpPr>
            <p:spPr>
              <a:xfrm rot="5400000">
                <a:off x="12774315" y="6602566"/>
                <a:ext cx="253188" cy="316248"/>
              </a:xfrm>
              <a:prstGeom prst="rect">
                <a:avLst/>
              </a:prstGeom>
              <a:solidFill>
                <a:srgbClr val="BFD6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20" name="Rectangle 19">
                <a:extLst>
                  <a:ext uri="{FF2B5EF4-FFF2-40B4-BE49-F238E27FC236}">
                    <a16:creationId xmlns:a16="http://schemas.microsoft.com/office/drawing/2014/main" id="{99DF3C1C-1D04-A0B1-6260-171AFFFB3A52}"/>
                  </a:ext>
                </a:extLst>
              </p:cNvPr>
              <p:cNvSpPr/>
              <p:nvPr userDrawn="1"/>
            </p:nvSpPr>
            <p:spPr>
              <a:xfrm rot="5400000">
                <a:off x="12774315" y="4981430"/>
                <a:ext cx="253188" cy="316248"/>
              </a:xfrm>
              <a:prstGeom prst="rect">
                <a:avLst/>
              </a:prstGeom>
              <a:solidFill>
                <a:srgbClr val="D25F7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21" name="Rectangle 20">
                <a:extLst>
                  <a:ext uri="{FF2B5EF4-FFF2-40B4-BE49-F238E27FC236}">
                    <a16:creationId xmlns:a16="http://schemas.microsoft.com/office/drawing/2014/main" id="{BE4AE866-D68F-FC1A-C18C-62A6ED4D4F53}"/>
                  </a:ext>
                </a:extLst>
              </p:cNvPr>
              <p:cNvSpPr/>
              <p:nvPr userDrawn="1"/>
            </p:nvSpPr>
            <p:spPr>
              <a:xfrm rot="5400000">
                <a:off x="12774315" y="5305658"/>
                <a:ext cx="253188" cy="316248"/>
              </a:xfrm>
              <a:prstGeom prst="rect">
                <a:avLst/>
              </a:prstGeom>
              <a:solidFill>
                <a:srgbClr val="C6480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22" name="Rectangle 21">
                <a:extLst>
                  <a:ext uri="{FF2B5EF4-FFF2-40B4-BE49-F238E27FC236}">
                    <a16:creationId xmlns:a16="http://schemas.microsoft.com/office/drawing/2014/main" id="{57661889-24FA-1B61-19A5-BAB41C5CA484}"/>
                  </a:ext>
                </a:extLst>
              </p:cNvPr>
              <p:cNvSpPr/>
              <p:nvPr userDrawn="1"/>
            </p:nvSpPr>
            <p:spPr>
              <a:xfrm rot="5400000">
                <a:off x="12774315" y="5629886"/>
                <a:ext cx="253188" cy="316248"/>
              </a:xfrm>
              <a:prstGeom prst="rect">
                <a:avLst/>
              </a:prstGeom>
              <a:solidFill>
                <a:srgbClr val="BA016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23" name="Rectangle 22">
                <a:extLst>
                  <a:ext uri="{FF2B5EF4-FFF2-40B4-BE49-F238E27FC236}">
                    <a16:creationId xmlns:a16="http://schemas.microsoft.com/office/drawing/2014/main" id="{9E2FF30A-BAEF-554A-946D-A3BA556AFEF4}"/>
                  </a:ext>
                </a:extLst>
              </p:cNvPr>
              <p:cNvSpPr/>
              <p:nvPr userDrawn="1"/>
            </p:nvSpPr>
            <p:spPr>
              <a:xfrm rot="5400000">
                <a:off x="12774315" y="3684518"/>
                <a:ext cx="253188" cy="316248"/>
              </a:xfrm>
              <a:prstGeom prst="rect">
                <a:avLst/>
              </a:prstGeom>
              <a:solidFill>
                <a:srgbClr val="005E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24" name="Rectangle 23">
                <a:extLst>
                  <a:ext uri="{FF2B5EF4-FFF2-40B4-BE49-F238E27FC236}">
                    <a16:creationId xmlns:a16="http://schemas.microsoft.com/office/drawing/2014/main" id="{DE88CD9A-BAAB-473C-4360-48C021E9EBEE}"/>
                  </a:ext>
                </a:extLst>
              </p:cNvPr>
              <p:cNvSpPr/>
              <p:nvPr userDrawn="1"/>
            </p:nvSpPr>
            <p:spPr>
              <a:xfrm rot="5400000">
                <a:off x="12774315" y="4008746"/>
                <a:ext cx="253188" cy="316248"/>
              </a:xfrm>
              <a:prstGeom prst="rect">
                <a:avLst/>
              </a:prstGeom>
              <a:solidFill>
                <a:srgbClr val="5EB6B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25" name="Rectangle 24">
                <a:extLst>
                  <a:ext uri="{FF2B5EF4-FFF2-40B4-BE49-F238E27FC236}">
                    <a16:creationId xmlns:a16="http://schemas.microsoft.com/office/drawing/2014/main" id="{14E796CA-67A4-EE5E-5D87-65A410ABE2CF}"/>
                  </a:ext>
                </a:extLst>
              </p:cNvPr>
              <p:cNvSpPr/>
              <p:nvPr userDrawn="1"/>
            </p:nvSpPr>
            <p:spPr>
              <a:xfrm rot="5400000">
                <a:off x="12774315" y="4332974"/>
                <a:ext cx="253188" cy="316248"/>
              </a:xfrm>
              <a:prstGeom prst="rect">
                <a:avLst/>
              </a:prstGeom>
              <a:solidFill>
                <a:srgbClr val="C7AB2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26" name="Rectangle 25">
                <a:extLst>
                  <a:ext uri="{FF2B5EF4-FFF2-40B4-BE49-F238E27FC236}">
                    <a16:creationId xmlns:a16="http://schemas.microsoft.com/office/drawing/2014/main" id="{29E1676D-DFA8-BAD2-720E-78CF7084576A}"/>
                  </a:ext>
                </a:extLst>
              </p:cNvPr>
              <p:cNvSpPr/>
              <p:nvPr userDrawn="1"/>
            </p:nvSpPr>
            <p:spPr>
              <a:xfrm rot="5400000">
                <a:off x="12774315" y="4657202"/>
                <a:ext cx="253188" cy="316248"/>
              </a:xfrm>
              <a:prstGeom prst="rect">
                <a:avLst/>
              </a:prstGeom>
              <a:solidFill>
                <a:srgbClr val="5C068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27" name="Rectangle 26">
                <a:extLst>
                  <a:ext uri="{FF2B5EF4-FFF2-40B4-BE49-F238E27FC236}">
                    <a16:creationId xmlns:a16="http://schemas.microsoft.com/office/drawing/2014/main" id="{F8279012-355D-2AA3-0528-9BD1A78DECE5}"/>
                  </a:ext>
                </a:extLst>
              </p:cNvPr>
              <p:cNvSpPr/>
              <p:nvPr userDrawn="1"/>
            </p:nvSpPr>
            <p:spPr>
              <a:xfrm rot="5400000">
                <a:off x="12774315" y="5954114"/>
                <a:ext cx="253188" cy="316248"/>
              </a:xfrm>
              <a:prstGeom prst="rect">
                <a:avLst/>
              </a:prstGeom>
              <a:solidFill>
                <a:srgbClr val="2A431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28" name="Rectangle 27">
                <a:extLst>
                  <a:ext uri="{FF2B5EF4-FFF2-40B4-BE49-F238E27FC236}">
                    <a16:creationId xmlns:a16="http://schemas.microsoft.com/office/drawing/2014/main" id="{7706BE3A-4047-00C2-1AE8-854BFADC15F4}"/>
                  </a:ext>
                </a:extLst>
              </p:cNvPr>
              <p:cNvSpPr/>
              <p:nvPr userDrawn="1"/>
            </p:nvSpPr>
            <p:spPr>
              <a:xfrm rot="5400000">
                <a:off x="12774315" y="6278342"/>
                <a:ext cx="253188" cy="316248"/>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grpSp>
        <p:sp>
          <p:nvSpPr>
            <p:cNvPr id="17" name="TextBox 16">
              <a:extLst>
                <a:ext uri="{FF2B5EF4-FFF2-40B4-BE49-F238E27FC236}">
                  <a16:creationId xmlns:a16="http://schemas.microsoft.com/office/drawing/2014/main" id="{55043C84-32B7-028D-B175-1AED7B65D26F}"/>
                </a:ext>
              </a:extLst>
            </p:cNvPr>
            <p:cNvSpPr txBox="1"/>
            <p:nvPr userDrawn="1"/>
          </p:nvSpPr>
          <p:spPr>
            <a:xfrm rot="16200000">
              <a:off x="12574270" y="5173406"/>
              <a:ext cx="960199" cy="118559"/>
            </a:xfrm>
            <a:prstGeom prst="rect">
              <a:avLst/>
            </a:prstGeom>
            <a:noFill/>
          </p:spPr>
          <p:txBody>
            <a:bodyPr wrap="none" lIns="0" tIns="0" rIns="0" bIns="0" rtlCol="0">
              <a:spAutoFit/>
            </a:bodyPr>
            <a:lstStyle/>
            <a:p>
              <a:pPr algn="l">
                <a:lnSpc>
                  <a:spcPct val="101000"/>
                </a:lnSpc>
                <a:spcAft>
                  <a:spcPts val="600"/>
                </a:spcAft>
              </a:pPr>
              <a:r>
                <a:rPr lang="en-CR" sz="800" b="1">
                  <a:solidFill>
                    <a:srgbClr val="000000"/>
                  </a:solidFill>
                  <a:latin typeface="GT America Regular"/>
                  <a:ea typeface="GT America Regular" charset="0"/>
                  <a:cs typeface="GT America Regular" charset="0"/>
                </a:rPr>
                <a:t>ON MOODY´S BLUE</a:t>
              </a:r>
              <a:endParaRPr kumimoji="0" lang="en-CR" sz="800" b="1" i="0" u="none" strike="noStrike" kern="1200" cap="none" spc="0" normalizeH="0" baseline="0" noProof="0" err="1">
                <a:ln>
                  <a:noFill/>
                </a:ln>
                <a:solidFill>
                  <a:srgbClr val="000000"/>
                </a:solidFill>
                <a:effectLst/>
                <a:uLnTx/>
                <a:uFillTx/>
                <a:latin typeface="GT America Regular"/>
                <a:ea typeface="GT America Regular" charset="0"/>
                <a:cs typeface="GT America Regular" charset="0"/>
              </a:endParaRPr>
            </a:p>
          </p:txBody>
        </p:sp>
      </p:grpSp>
      <p:sp>
        <p:nvSpPr>
          <p:cNvPr id="39" name="TextBox 38">
            <a:extLst>
              <a:ext uri="{FF2B5EF4-FFF2-40B4-BE49-F238E27FC236}">
                <a16:creationId xmlns:a16="http://schemas.microsoft.com/office/drawing/2014/main" id="{432249A4-B90C-DA28-FAC2-62E1008A02A7}"/>
              </a:ext>
            </a:extLst>
          </p:cNvPr>
          <p:cNvSpPr txBox="1"/>
          <p:nvPr userDrawn="1"/>
        </p:nvSpPr>
        <p:spPr>
          <a:xfrm>
            <a:off x="12356815" y="3377042"/>
            <a:ext cx="807913" cy="118559"/>
          </a:xfrm>
          <a:prstGeom prst="rect">
            <a:avLst/>
          </a:prstGeom>
          <a:noFill/>
        </p:spPr>
        <p:txBody>
          <a:bodyPr wrap="none" lIns="0" tIns="0" rIns="0" bIns="0" rtlCol="0">
            <a:spAutoFit/>
          </a:bodyPr>
          <a:lstStyle/>
          <a:p>
            <a:pPr algn="l">
              <a:lnSpc>
                <a:spcPct val="101000"/>
              </a:lnSpc>
              <a:spcAft>
                <a:spcPts val="600"/>
              </a:spcAft>
            </a:pPr>
            <a:r>
              <a:rPr kumimoji="0" lang="en-US" sz="800" b="1" i="0" u="none" strike="noStrike" kern="1200" cap="none" spc="0" normalizeH="0" baseline="0" noProof="0" dirty="0">
                <a:ln>
                  <a:noFill/>
                </a:ln>
                <a:solidFill>
                  <a:srgbClr val="000000"/>
                </a:solidFill>
                <a:effectLst/>
                <a:uLnTx/>
                <a:uFillTx/>
                <a:ea typeface="GT America Regular" charset="0"/>
                <a:cs typeface="GT America Regular" charset="0"/>
              </a:rPr>
              <a:t>For charts ONLY</a:t>
            </a:r>
            <a:endParaRPr kumimoji="0" lang="en-CR" sz="800" b="1" i="0" u="none" strike="noStrike" kern="1200" cap="none" spc="0" normalizeH="0" baseline="0" noProof="0">
              <a:ln>
                <a:noFill/>
              </a:ln>
              <a:solidFill>
                <a:srgbClr val="000000"/>
              </a:solidFill>
              <a:effectLst/>
              <a:uLnTx/>
              <a:uFillTx/>
              <a:ea typeface="GT America Regular" charset="0"/>
              <a:cs typeface="GT America Regular" charset="0"/>
            </a:endParaRPr>
          </a:p>
        </p:txBody>
      </p:sp>
    </p:spTree>
    <p:extLst>
      <p:ext uri="{BB962C8B-B14F-4D97-AF65-F5344CB8AC3E}">
        <p14:creationId xmlns:p14="http://schemas.microsoft.com/office/powerpoint/2010/main" val="484220464"/>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2 Column, Split Left">
    <p:spTree>
      <p:nvGrpSpPr>
        <p:cNvPr id="1" name=""/>
        <p:cNvGrpSpPr/>
        <p:nvPr/>
      </p:nvGrpSpPr>
      <p:grpSpPr>
        <a:xfrm>
          <a:off x="0" y="0"/>
          <a:ext cx="0" cy="0"/>
          <a:chOff x="0" y="0"/>
          <a:chExt cx="0" cy="0"/>
        </a:xfrm>
      </p:grpSpPr>
      <p:sp>
        <p:nvSpPr>
          <p:cNvPr id="8" name="Footer Placeholder 7">
            <a:extLst>
              <a:ext uri="{FF2B5EF4-FFF2-40B4-BE49-F238E27FC236}">
                <a16:creationId xmlns:a16="http://schemas.microsoft.com/office/drawing/2014/main" id="{0E2ADB5F-BB7A-E503-6385-47B7F4A752C0}"/>
              </a:ext>
            </a:extLst>
          </p:cNvPr>
          <p:cNvSpPr>
            <a:spLocks noGrp="1"/>
          </p:cNvSpPr>
          <p:nvPr>
            <p:ph type="ftr" sz="quarter" idx="11"/>
          </p:nvPr>
        </p:nvSpPr>
        <p:spPr/>
        <p:txBody>
          <a:bodyPr/>
          <a:lstStyle/>
          <a:p>
            <a:r>
              <a:rPr lang="en-US"/>
              <a:t>See slide 12 for instructions on how to update footer</a:t>
            </a:r>
          </a:p>
        </p:txBody>
      </p:sp>
      <p:sp>
        <p:nvSpPr>
          <p:cNvPr id="9" name="Slide Number Placeholder 8">
            <a:extLst>
              <a:ext uri="{FF2B5EF4-FFF2-40B4-BE49-F238E27FC236}">
                <a16:creationId xmlns:a16="http://schemas.microsoft.com/office/drawing/2014/main" id="{CCA8152B-F410-5052-DF3D-06C6DD4D2381}"/>
              </a:ext>
            </a:extLst>
          </p:cNvPr>
          <p:cNvSpPr>
            <a:spLocks noGrp="1"/>
          </p:cNvSpPr>
          <p:nvPr>
            <p:ph type="sldNum" sz="quarter" idx="12"/>
          </p:nvPr>
        </p:nvSpPr>
        <p:spPr/>
        <p:txBody>
          <a:bodyPr/>
          <a:lstStyle/>
          <a:p>
            <a:fld id="{862A5111-985B-C14D-9115-5787026182A8}" type="slidenum">
              <a:rPr lang="en-US" smtClean="0"/>
              <a:t>‹#›</a:t>
            </a:fld>
            <a:endParaRPr lang="en-US"/>
          </a:p>
        </p:txBody>
      </p:sp>
      <p:sp>
        <p:nvSpPr>
          <p:cNvPr id="5" name="Title 4">
            <a:extLst>
              <a:ext uri="{FF2B5EF4-FFF2-40B4-BE49-F238E27FC236}">
                <a16:creationId xmlns:a16="http://schemas.microsoft.com/office/drawing/2014/main" id="{FEDB0BC8-832D-FCF8-A69B-2C85E902AFF7}"/>
              </a:ext>
            </a:extLst>
          </p:cNvPr>
          <p:cNvSpPr>
            <a:spLocks noGrp="1"/>
          </p:cNvSpPr>
          <p:nvPr>
            <p:ph type="title"/>
          </p:nvPr>
        </p:nvSpPr>
        <p:spPr>
          <a:xfrm>
            <a:off x="546100" y="552450"/>
            <a:ext cx="11091861" cy="434975"/>
          </a:xfrm>
        </p:spPr>
        <p:txBody>
          <a:bodyPr/>
          <a:lstStyle/>
          <a:p>
            <a:r>
              <a:rPr lang="en-US"/>
              <a:t>Click to edit Master title style</a:t>
            </a:r>
            <a:endParaRPr lang="en-US" dirty="0"/>
          </a:p>
        </p:txBody>
      </p:sp>
      <p:sp>
        <p:nvSpPr>
          <p:cNvPr id="4" name="Freeform 5">
            <a:extLst>
              <a:ext uri="{FF2B5EF4-FFF2-40B4-BE49-F238E27FC236}">
                <a16:creationId xmlns:a16="http://schemas.microsoft.com/office/drawing/2014/main" id="{7472A942-DCD2-7E19-26F4-1DD113420ED0}"/>
              </a:ext>
            </a:extLst>
          </p:cNvPr>
          <p:cNvSpPr/>
          <p:nvPr userDrawn="1"/>
        </p:nvSpPr>
        <p:spPr bwMode="black">
          <a:xfrm>
            <a:off x="554038" y="6469335"/>
            <a:ext cx="678511" cy="112440"/>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chemeClr val="tx2"/>
          </a:solidFill>
          <a:ln w="0" cap="flat">
            <a:noFill/>
            <a:prstDash val="solid"/>
            <a:miter/>
          </a:ln>
        </p:spPr>
        <p:txBody>
          <a:bodyPr rtlCol="0" anchor="ctr"/>
          <a:lstStyle/>
          <a:p>
            <a:endParaRPr lang="en-US"/>
          </a:p>
        </p:txBody>
      </p:sp>
      <p:sp>
        <p:nvSpPr>
          <p:cNvPr id="14" name="Text Placeholder 10">
            <a:extLst>
              <a:ext uri="{FF2B5EF4-FFF2-40B4-BE49-F238E27FC236}">
                <a16:creationId xmlns:a16="http://schemas.microsoft.com/office/drawing/2014/main" id="{F9DE8466-9524-5260-777B-27EB7449C0BA}"/>
              </a:ext>
            </a:extLst>
          </p:cNvPr>
          <p:cNvSpPr>
            <a:spLocks noGrp="1"/>
          </p:cNvSpPr>
          <p:nvPr>
            <p:ph type="body" sz="quarter" idx="21"/>
          </p:nvPr>
        </p:nvSpPr>
        <p:spPr>
          <a:xfrm>
            <a:off x="546100" y="1127125"/>
            <a:ext cx="11094211" cy="295275"/>
          </a:xfrm>
        </p:spPr>
        <p:txBody>
          <a:bodyPr>
            <a:noAutofit/>
          </a:bodyPr>
          <a:lstStyle>
            <a:lvl1pPr marL="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1pPr>
            <a:lvl2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2pPr>
            <a:lvl3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3pPr>
            <a:lvl4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4pPr>
            <a:lvl5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5pPr>
            <a:lvl6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6pPr>
            <a:lvl7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7pPr>
            <a:lvl8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8pPr>
            <a:lvl9pPr marL="0" indent="0" algn="l" defTabSz="914400" rtl="0" eaLnBrk="1" latinLnBrk="0" hangingPunct="1">
              <a:lnSpc>
                <a:spcPct val="80000"/>
              </a:lnSpc>
              <a:spcBef>
                <a:spcPts val="0"/>
              </a:spcBef>
              <a:spcAft>
                <a:spcPts val="0"/>
              </a:spcAft>
              <a:buNone/>
              <a:defRPr lang="en-US" sz="2400" b="0" i="0" kern="1200" dirty="0">
                <a:solidFill>
                  <a:schemeClr val="accent1"/>
                </a:solidFill>
                <a:latin typeface="+mj-lt"/>
                <a:ea typeface="GT America Regular" charset="0"/>
                <a:cs typeface="GT America Regular" charset="0"/>
              </a:defRPr>
            </a:lvl9pPr>
          </a:lstStyle>
          <a:p>
            <a:pPr lvl="0"/>
            <a:r>
              <a:rPr lang="en-US"/>
              <a:t>Click to edit Master text styles</a:t>
            </a:r>
          </a:p>
        </p:txBody>
      </p:sp>
      <p:sp>
        <p:nvSpPr>
          <p:cNvPr id="16" name="Text Placeholder 15">
            <a:extLst>
              <a:ext uri="{FF2B5EF4-FFF2-40B4-BE49-F238E27FC236}">
                <a16:creationId xmlns:a16="http://schemas.microsoft.com/office/drawing/2014/main" id="{C8E82BB7-912C-BDF2-041D-1CF0F86357C0}"/>
              </a:ext>
            </a:extLst>
          </p:cNvPr>
          <p:cNvSpPr>
            <a:spLocks noGrp="1"/>
          </p:cNvSpPr>
          <p:nvPr>
            <p:ph type="body" sz="quarter" idx="22"/>
          </p:nvPr>
        </p:nvSpPr>
        <p:spPr>
          <a:xfrm>
            <a:off x="546100" y="6019800"/>
            <a:ext cx="6851650" cy="289560"/>
          </a:xfrm>
        </p:spPr>
        <p:txBody>
          <a:bodyPr anchor="b" anchorCtr="0">
            <a:noAutofit/>
          </a:bodyPr>
          <a:lstStyle>
            <a:lvl1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1pPr>
            <a:lvl2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2pPr>
            <a:lvl3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3pPr>
            <a:lvl4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4pPr>
            <a:lvl5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5pPr>
            <a:lvl6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6pPr>
            <a:lvl7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7pPr>
            <a:lvl8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8pPr>
            <a:lvl9pPr marL="0" indent="0" algn="l" defTabSz="914400" rtl="0" eaLnBrk="1" latinLnBrk="0" hangingPunct="1">
              <a:lnSpc>
                <a:spcPct val="101000"/>
              </a:lnSpc>
              <a:spcBef>
                <a:spcPts val="0"/>
              </a:spcBef>
              <a:spcAft>
                <a:spcPts val="600"/>
              </a:spcAft>
              <a:buNone/>
              <a:defRPr lang="en-US" sz="600" b="0" i="0" kern="1200" dirty="0">
                <a:solidFill>
                  <a:srgbClr val="75787B"/>
                </a:solidFill>
                <a:latin typeface="+mn-lt"/>
                <a:ea typeface="GT America Regular" charset="0"/>
                <a:cs typeface="GT America Regular" charset="0"/>
              </a:defRPr>
            </a:lvl9pPr>
          </a:lstStyle>
          <a:p>
            <a:pPr lvl="0"/>
            <a:r>
              <a:rPr lang="en-US"/>
              <a:t>Click to edit Master text styles</a:t>
            </a:r>
          </a:p>
        </p:txBody>
      </p:sp>
      <p:sp>
        <p:nvSpPr>
          <p:cNvPr id="17" name="Content Placeholder 22">
            <a:extLst>
              <a:ext uri="{FF2B5EF4-FFF2-40B4-BE49-F238E27FC236}">
                <a16:creationId xmlns:a16="http://schemas.microsoft.com/office/drawing/2014/main" id="{A1943844-20A2-F090-70FC-9F445822268A}"/>
              </a:ext>
            </a:extLst>
          </p:cNvPr>
          <p:cNvSpPr>
            <a:spLocks noGrp="1"/>
          </p:cNvSpPr>
          <p:nvPr>
            <p:ph sz="quarter" idx="23"/>
          </p:nvPr>
        </p:nvSpPr>
        <p:spPr>
          <a:xfrm>
            <a:off x="546101" y="1849438"/>
            <a:ext cx="7296912" cy="401796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8" name="Content Placeholder 24">
            <a:extLst>
              <a:ext uri="{FF2B5EF4-FFF2-40B4-BE49-F238E27FC236}">
                <a16:creationId xmlns:a16="http://schemas.microsoft.com/office/drawing/2014/main" id="{F46CA1E9-3B79-03D7-0EE9-A3FE6A5AF033}"/>
              </a:ext>
            </a:extLst>
          </p:cNvPr>
          <p:cNvSpPr>
            <a:spLocks noGrp="1"/>
          </p:cNvSpPr>
          <p:nvPr>
            <p:ph sz="quarter" idx="24"/>
          </p:nvPr>
        </p:nvSpPr>
        <p:spPr>
          <a:xfrm>
            <a:off x="8046214" y="1849438"/>
            <a:ext cx="3591750" cy="401796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grpSp>
        <p:nvGrpSpPr>
          <p:cNvPr id="2" name="Group 1">
            <a:extLst>
              <a:ext uri="{FF2B5EF4-FFF2-40B4-BE49-F238E27FC236}">
                <a16:creationId xmlns:a16="http://schemas.microsoft.com/office/drawing/2014/main" id="{69F3D7FD-60CB-52FB-9C03-76293CA22407}"/>
              </a:ext>
            </a:extLst>
          </p:cNvPr>
          <p:cNvGrpSpPr/>
          <p:nvPr userDrawn="1"/>
        </p:nvGrpSpPr>
        <p:grpSpPr>
          <a:xfrm>
            <a:off x="12356815" y="0"/>
            <a:ext cx="756834" cy="6872642"/>
            <a:chOff x="12356815" y="0"/>
            <a:chExt cx="756834" cy="6872642"/>
          </a:xfrm>
        </p:grpSpPr>
        <p:sp>
          <p:nvSpPr>
            <p:cNvPr id="3" name="Rectangle 2">
              <a:extLst>
                <a:ext uri="{FF2B5EF4-FFF2-40B4-BE49-F238E27FC236}">
                  <a16:creationId xmlns:a16="http://schemas.microsoft.com/office/drawing/2014/main" id="{72B91C10-5B3C-3BBE-D3AF-9A9D8915EC6C}"/>
                </a:ext>
              </a:extLst>
            </p:cNvPr>
            <p:cNvSpPr/>
            <p:nvPr userDrawn="1"/>
          </p:nvSpPr>
          <p:spPr>
            <a:xfrm>
              <a:off x="12356815" y="0"/>
              <a:ext cx="553069" cy="3279913"/>
            </a:xfrm>
            <a:prstGeom prst="rect">
              <a:avLst/>
            </a:prstGeom>
            <a:solidFill>
              <a:schemeClr val="bg1">
                <a:lumMod val="95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a:p>
          </p:txBody>
        </p:sp>
        <p:sp>
          <p:nvSpPr>
            <p:cNvPr id="6" name="TextBox 5">
              <a:extLst>
                <a:ext uri="{FF2B5EF4-FFF2-40B4-BE49-F238E27FC236}">
                  <a16:creationId xmlns:a16="http://schemas.microsoft.com/office/drawing/2014/main" id="{077961EE-9E43-F606-8BD4-9B3190DCF0E0}"/>
                </a:ext>
              </a:extLst>
            </p:cNvPr>
            <p:cNvSpPr txBox="1"/>
            <p:nvPr userDrawn="1"/>
          </p:nvSpPr>
          <p:spPr>
            <a:xfrm rot="16200000">
              <a:off x="12332216" y="1580677"/>
              <a:ext cx="1444306" cy="118559"/>
            </a:xfrm>
            <a:prstGeom prst="rect">
              <a:avLst/>
            </a:prstGeom>
            <a:noFill/>
          </p:spPr>
          <p:txBody>
            <a:bodyPr wrap="none" lIns="0" tIns="0" rIns="0" bIns="0" rtlCol="0">
              <a:spAutoFit/>
            </a:bodyPr>
            <a:lstStyle/>
            <a:p>
              <a:pPr algn="l">
                <a:lnSpc>
                  <a:spcPct val="101000"/>
                </a:lnSpc>
                <a:spcAft>
                  <a:spcPts val="600"/>
                </a:spcAft>
              </a:pPr>
              <a:r>
                <a:rPr kumimoji="0" lang="en-CR" sz="800" b="1" i="0" u="none" strike="noStrike" kern="1200" cap="none" spc="0" normalizeH="0" baseline="0" noProof="0">
                  <a:ln>
                    <a:noFill/>
                  </a:ln>
                  <a:solidFill>
                    <a:srgbClr val="000000"/>
                  </a:solidFill>
                  <a:effectLst/>
                  <a:uLnTx/>
                  <a:uFillTx/>
                  <a:ea typeface="GT America Regular" charset="0"/>
                  <a:cs typeface="GT America Regular" charset="0"/>
                </a:rPr>
                <a:t>ON LIGHT AND EXTRA LIGHT</a:t>
              </a:r>
            </a:p>
          </p:txBody>
        </p:sp>
        <p:sp>
          <p:nvSpPr>
            <p:cNvPr id="7" name="Rectangle 6">
              <a:extLst>
                <a:ext uri="{FF2B5EF4-FFF2-40B4-BE49-F238E27FC236}">
                  <a16:creationId xmlns:a16="http://schemas.microsoft.com/office/drawing/2014/main" id="{B3704F77-40DA-27DD-4E29-D082BED4795D}"/>
                </a:ext>
              </a:extLst>
            </p:cNvPr>
            <p:cNvSpPr/>
            <p:nvPr userDrawn="1"/>
          </p:nvSpPr>
          <p:spPr>
            <a:xfrm>
              <a:off x="12356815" y="3592729"/>
              <a:ext cx="553069" cy="3279913"/>
            </a:xfrm>
            <a:prstGeom prst="rect">
              <a:avLst/>
            </a:prstGeom>
            <a:solidFill>
              <a:schemeClr val="tx2"/>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a:p>
          </p:txBody>
        </p:sp>
        <p:grpSp>
          <p:nvGrpSpPr>
            <p:cNvPr id="10" name="Group 9">
              <a:extLst>
                <a:ext uri="{FF2B5EF4-FFF2-40B4-BE49-F238E27FC236}">
                  <a16:creationId xmlns:a16="http://schemas.microsoft.com/office/drawing/2014/main" id="{F5F8C213-6F1B-D767-55B6-854F69DEFD41}"/>
                </a:ext>
              </a:extLst>
            </p:cNvPr>
            <p:cNvGrpSpPr/>
            <p:nvPr userDrawn="1"/>
          </p:nvGrpSpPr>
          <p:grpSpPr>
            <a:xfrm>
              <a:off x="12442019" y="3791214"/>
              <a:ext cx="382660" cy="2882942"/>
              <a:chOff x="14001569" y="3716048"/>
              <a:chExt cx="316248" cy="3171236"/>
            </a:xfrm>
          </p:grpSpPr>
          <p:sp>
            <p:nvSpPr>
              <p:cNvPr id="27" name="Rectangle 26">
                <a:extLst>
                  <a:ext uri="{FF2B5EF4-FFF2-40B4-BE49-F238E27FC236}">
                    <a16:creationId xmlns:a16="http://schemas.microsoft.com/office/drawing/2014/main" id="{BC370A5B-6A7F-BCA9-D91E-3A43087D807A}"/>
                  </a:ext>
                </a:extLst>
              </p:cNvPr>
              <p:cNvSpPr/>
              <p:nvPr userDrawn="1"/>
            </p:nvSpPr>
            <p:spPr>
              <a:xfrm rot="5400000">
                <a:off x="14033099" y="5954114"/>
                <a:ext cx="253188" cy="316248"/>
              </a:xfrm>
              <a:prstGeom prst="rect">
                <a:avLst/>
              </a:prstGeom>
              <a:solidFill>
                <a:srgbClr val="005E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28" name="Rectangle 27">
                <a:extLst>
                  <a:ext uri="{FF2B5EF4-FFF2-40B4-BE49-F238E27FC236}">
                    <a16:creationId xmlns:a16="http://schemas.microsoft.com/office/drawing/2014/main" id="{AE9722DE-8A42-A956-F9D7-D644C275838D}"/>
                  </a:ext>
                </a:extLst>
              </p:cNvPr>
              <p:cNvSpPr/>
              <p:nvPr userDrawn="1"/>
            </p:nvSpPr>
            <p:spPr>
              <a:xfrm rot="5400000">
                <a:off x="14033099" y="6278342"/>
                <a:ext cx="253188" cy="316248"/>
              </a:xfrm>
              <a:prstGeom prst="rect">
                <a:avLst/>
              </a:prstGeom>
              <a:solidFill>
                <a:srgbClr val="B8B9D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29" name="Rectangle 28">
                <a:extLst>
                  <a:ext uri="{FF2B5EF4-FFF2-40B4-BE49-F238E27FC236}">
                    <a16:creationId xmlns:a16="http://schemas.microsoft.com/office/drawing/2014/main" id="{9A3D797D-F4D7-3948-1D9F-F097135BE2FF}"/>
                  </a:ext>
                </a:extLst>
              </p:cNvPr>
              <p:cNvSpPr/>
              <p:nvPr userDrawn="1"/>
            </p:nvSpPr>
            <p:spPr>
              <a:xfrm rot="5400000">
                <a:off x="14033099" y="6602566"/>
                <a:ext cx="253188" cy="316248"/>
              </a:xfrm>
              <a:prstGeom prst="rect">
                <a:avLst/>
              </a:prstGeom>
              <a:solidFill>
                <a:srgbClr val="FBE6D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30" name="Rectangle 29">
                <a:extLst>
                  <a:ext uri="{FF2B5EF4-FFF2-40B4-BE49-F238E27FC236}">
                    <a16:creationId xmlns:a16="http://schemas.microsoft.com/office/drawing/2014/main" id="{6322F5EE-7DFD-355E-CF50-6715051B12F0}"/>
                  </a:ext>
                </a:extLst>
              </p:cNvPr>
              <p:cNvSpPr/>
              <p:nvPr userDrawn="1"/>
            </p:nvSpPr>
            <p:spPr>
              <a:xfrm rot="5400000">
                <a:off x="14033099" y="4981430"/>
                <a:ext cx="253188" cy="316248"/>
              </a:xfrm>
              <a:prstGeom prst="rect">
                <a:avLst/>
              </a:prstGeom>
              <a:solidFill>
                <a:srgbClr val="BCE09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31" name="Rectangle 30">
                <a:extLst>
                  <a:ext uri="{FF2B5EF4-FFF2-40B4-BE49-F238E27FC236}">
                    <a16:creationId xmlns:a16="http://schemas.microsoft.com/office/drawing/2014/main" id="{194BA0DC-50A0-27E4-08FA-D10563F7A993}"/>
                  </a:ext>
                </a:extLst>
              </p:cNvPr>
              <p:cNvSpPr/>
              <p:nvPr userDrawn="1"/>
            </p:nvSpPr>
            <p:spPr>
              <a:xfrm rot="5400000">
                <a:off x="14033099" y="5305658"/>
                <a:ext cx="253188" cy="316248"/>
              </a:xfrm>
              <a:prstGeom prst="rect">
                <a:avLst/>
              </a:prstGeom>
              <a:solidFill>
                <a:srgbClr val="E9783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32" name="Rectangle 31">
                <a:extLst>
                  <a:ext uri="{FF2B5EF4-FFF2-40B4-BE49-F238E27FC236}">
                    <a16:creationId xmlns:a16="http://schemas.microsoft.com/office/drawing/2014/main" id="{0D870966-FC39-28A5-08AF-F7646BA12D58}"/>
                  </a:ext>
                </a:extLst>
              </p:cNvPr>
              <p:cNvSpPr/>
              <p:nvPr userDrawn="1"/>
            </p:nvSpPr>
            <p:spPr>
              <a:xfrm rot="5400000">
                <a:off x="14033099" y="5629886"/>
                <a:ext cx="253188" cy="316248"/>
              </a:xfrm>
              <a:prstGeom prst="rect">
                <a:avLst/>
              </a:prstGeom>
              <a:solidFill>
                <a:srgbClr val="B9056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33" name="Rectangle 32">
                <a:extLst>
                  <a:ext uri="{FF2B5EF4-FFF2-40B4-BE49-F238E27FC236}">
                    <a16:creationId xmlns:a16="http://schemas.microsoft.com/office/drawing/2014/main" id="{798FD818-64A3-3B39-5228-F954B1BB5434}"/>
                  </a:ext>
                </a:extLst>
              </p:cNvPr>
              <p:cNvSpPr/>
              <p:nvPr userDrawn="1"/>
            </p:nvSpPr>
            <p:spPr>
              <a:xfrm rot="5400000">
                <a:off x="14033099" y="3684518"/>
                <a:ext cx="253188" cy="316248"/>
              </a:xfrm>
              <a:prstGeom prst="rect">
                <a:avLst/>
              </a:prstGeom>
              <a:solidFill>
                <a:srgbClr val="9DC2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34" name="Rectangle 33">
                <a:extLst>
                  <a:ext uri="{FF2B5EF4-FFF2-40B4-BE49-F238E27FC236}">
                    <a16:creationId xmlns:a16="http://schemas.microsoft.com/office/drawing/2014/main" id="{2CA45D9A-D1B7-9C27-02AB-83D26ACAE923}"/>
                  </a:ext>
                </a:extLst>
              </p:cNvPr>
              <p:cNvSpPr/>
              <p:nvPr userDrawn="1"/>
            </p:nvSpPr>
            <p:spPr>
              <a:xfrm rot="5400000">
                <a:off x="14033099" y="4008746"/>
                <a:ext cx="253188" cy="316248"/>
              </a:xfrm>
              <a:prstGeom prst="rect">
                <a:avLst/>
              </a:prstGeom>
              <a:solidFill>
                <a:srgbClr val="309DA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35" name="Rectangle 34">
                <a:extLst>
                  <a:ext uri="{FF2B5EF4-FFF2-40B4-BE49-F238E27FC236}">
                    <a16:creationId xmlns:a16="http://schemas.microsoft.com/office/drawing/2014/main" id="{559BBD49-3347-B146-C045-1DA1E29BD57D}"/>
                  </a:ext>
                </a:extLst>
              </p:cNvPr>
              <p:cNvSpPr/>
              <p:nvPr userDrawn="1"/>
            </p:nvSpPr>
            <p:spPr>
              <a:xfrm rot="5400000">
                <a:off x="14033099" y="4332974"/>
                <a:ext cx="253188" cy="316248"/>
              </a:xfrm>
              <a:prstGeom prst="rect">
                <a:avLst/>
              </a:prstGeom>
              <a:solidFill>
                <a:srgbClr val="E2C22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36" name="Rectangle 35">
                <a:extLst>
                  <a:ext uri="{FF2B5EF4-FFF2-40B4-BE49-F238E27FC236}">
                    <a16:creationId xmlns:a16="http://schemas.microsoft.com/office/drawing/2014/main" id="{C1668B1C-4F56-E61E-7B4C-8B0458C0DA70}"/>
                  </a:ext>
                </a:extLst>
              </p:cNvPr>
              <p:cNvSpPr/>
              <p:nvPr userDrawn="1"/>
            </p:nvSpPr>
            <p:spPr>
              <a:xfrm rot="5400000">
                <a:off x="14033099" y="4657202"/>
                <a:ext cx="253188" cy="316248"/>
              </a:xfrm>
              <a:prstGeom prst="rect">
                <a:avLst/>
              </a:prstGeom>
              <a:solidFill>
                <a:srgbClr val="9158B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grpSp>
        <p:grpSp>
          <p:nvGrpSpPr>
            <p:cNvPr id="11" name="Group 10">
              <a:extLst>
                <a:ext uri="{FF2B5EF4-FFF2-40B4-BE49-F238E27FC236}">
                  <a16:creationId xmlns:a16="http://schemas.microsoft.com/office/drawing/2014/main" id="{63B00817-CED9-63C6-5A81-1C156455C4F5}"/>
                </a:ext>
              </a:extLst>
            </p:cNvPr>
            <p:cNvGrpSpPr/>
            <p:nvPr userDrawn="1"/>
          </p:nvGrpSpPr>
          <p:grpSpPr>
            <a:xfrm>
              <a:off x="12442019" y="198485"/>
              <a:ext cx="382660" cy="2882942"/>
              <a:chOff x="12742785" y="3716048"/>
              <a:chExt cx="316248" cy="3171236"/>
            </a:xfrm>
          </p:grpSpPr>
          <p:sp>
            <p:nvSpPr>
              <p:cNvPr id="13" name="Rectangle 12">
                <a:extLst>
                  <a:ext uri="{FF2B5EF4-FFF2-40B4-BE49-F238E27FC236}">
                    <a16:creationId xmlns:a16="http://schemas.microsoft.com/office/drawing/2014/main" id="{08E38D2A-2371-25F1-961D-5B13ECB8D1A0}"/>
                  </a:ext>
                </a:extLst>
              </p:cNvPr>
              <p:cNvSpPr/>
              <p:nvPr userDrawn="1"/>
            </p:nvSpPr>
            <p:spPr>
              <a:xfrm rot="5400000">
                <a:off x="12774315" y="6602566"/>
                <a:ext cx="253188" cy="316248"/>
              </a:xfrm>
              <a:prstGeom prst="rect">
                <a:avLst/>
              </a:prstGeom>
              <a:solidFill>
                <a:srgbClr val="BFD6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15" name="Rectangle 14">
                <a:extLst>
                  <a:ext uri="{FF2B5EF4-FFF2-40B4-BE49-F238E27FC236}">
                    <a16:creationId xmlns:a16="http://schemas.microsoft.com/office/drawing/2014/main" id="{080E8441-8B04-B105-BBAD-9E2CB8346583}"/>
                  </a:ext>
                </a:extLst>
              </p:cNvPr>
              <p:cNvSpPr/>
              <p:nvPr userDrawn="1"/>
            </p:nvSpPr>
            <p:spPr>
              <a:xfrm rot="5400000">
                <a:off x="12774315" y="4981430"/>
                <a:ext cx="253188" cy="316248"/>
              </a:xfrm>
              <a:prstGeom prst="rect">
                <a:avLst/>
              </a:prstGeom>
              <a:solidFill>
                <a:srgbClr val="D25F7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19" name="Rectangle 18">
                <a:extLst>
                  <a:ext uri="{FF2B5EF4-FFF2-40B4-BE49-F238E27FC236}">
                    <a16:creationId xmlns:a16="http://schemas.microsoft.com/office/drawing/2014/main" id="{08334DA5-141C-E368-0D8C-4E18EDEDF311}"/>
                  </a:ext>
                </a:extLst>
              </p:cNvPr>
              <p:cNvSpPr/>
              <p:nvPr userDrawn="1"/>
            </p:nvSpPr>
            <p:spPr>
              <a:xfrm rot="5400000">
                <a:off x="12774315" y="5305658"/>
                <a:ext cx="253188" cy="316248"/>
              </a:xfrm>
              <a:prstGeom prst="rect">
                <a:avLst/>
              </a:prstGeom>
              <a:solidFill>
                <a:srgbClr val="C6480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20" name="Rectangle 19">
                <a:extLst>
                  <a:ext uri="{FF2B5EF4-FFF2-40B4-BE49-F238E27FC236}">
                    <a16:creationId xmlns:a16="http://schemas.microsoft.com/office/drawing/2014/main" id="{D4B682A3-81EE-D0CE-733D-0539DE54B750}"/>
                  </a:ext>
                </a:extLst>
              </p:cNvPr>
              <p:cNvSpPr/>
              <p:nvPr userDrawn="1"/>
            </p:nvSpPr>
            <p:spPr>
              <a:xfrm rot="5400000">
                <a:off x="12774315" y="5629886"/>
                <a:ext cx="253188" cy="316248"/>
              </a:xfrm>
              <a:prstGeom prst="rect">
                <a:avLst/>
              </a:prstGeom>
              <a:solidFill>
                <a:srgbClr val="BA016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21" name="Rectangle 20">
                <a:extLst>
                  <a:ext uri="{FF2B5EF4-FFF2-40B4-BE49-F238E27FC236}">
                    <a16:creationId xmlns:a16="http://schemas.microsoft.com/office/drawing/2014/main" id="{DC6AD825-E7B2-8E6D-CE1F-7822D4685629}"/>
                  </a:ext>
                </a:extLst>
              </p:cNvPr>
              <p:cNvSpPr/>
              <p:nvPr userDrawn="1"/>
            </p:nvSpPr>
            <p:spPr>
              <a:xfrm rot="5400000">
                <a:off x="12774315" y="3684518"/>
                <a:ext cx="253188" cy="316248"/>
              </a:xfrm>
              <a:prstGeom prst="rect">
                <a:avLst/>
              </a:prstGeom>
              <a:solidFill>
                <a:srgbClr val="005E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22" name="Rectangle 21">
                <a:extLst>
                  <a:ext uri="{FF2B5EF4-FFF2-40B4-BE49-F238E27FC236}">
                    <a16:creationId xmlns:a16="http://schemas.microsoft.com/office/drawing/2014/main" id="{C3F44E15-C22A-2D33-424B-603220CEA69C}"/>
                  </a:ext>
                </a:extLst>
              </p:cNvPr>
              <p:cNvSpPr/>
              <p:nvPr userDrawn="1"/>
            </p:nvSpPr>
            <p:spPr>
              <a:xfrm rot="5400000">
                <a:off x="12774315" y="4008746"/>
                <a:ext cx="253188" cy="316248"/>
              </a:xfrm>
              <a:prstGeom prst="rect">
                <a:avLst/>
              </a:prstGeom>
              <a:solidFill>
                <a:srgbClr val="5EB6B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23" name="Rectangle 22">
                <a:extLst>
                  <a:ext uri="{FF2B5EF4-FFF2-40B4-BE49-F238E27FC236}">
                    <a16:creationId xmlns:a16="http://schemas.microsoft.com/office/drawing/2014/main" id="{6B20C11D-BF0B-88B8-097D-3B2AEE1F018C}"/>
                  </a:ext>
                </a:extLst>
              </p:cNvPr>
              <p:cNvSpPr/>
              <p:nvPr userDrawn="1"/>
            </p:nvSpPr>
            <p:spPr>
              <a:xfrm rot="5400000">
                <a:off x="12774315" y="4332974"/>
                <a:ext cx="253188" cy="316248"/>
              </a:xfrm>
              <a:prstGeom prst="rect">
                <a:avLst/>
              </a:prstGeom>
              <a:solidFill>
                <a:srgbClr val="C7AB2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24" name="Rectangle 23">
                <a:extLst>
                  <a:ext uri="{FF2B5EF4-FFF2-40B4-BE49-F238E27FC236}">
                    <a16:creationId xmlns:a16="http://schemas.microsoft.com/office/drawing/2014/main" id="{8375746F-A4AE-44CE-3769-8174AC9D320E}"/>
                  </a:ext>
                </a:extLst>
              </p:cNvPr>
              <p:cNvSpPr/>
              <p:nvPr userDrawn="1"/>
            </p:nvSpPr>
            <p:spPr>
              <a:xfrm rot="5400000">
                <a:off x="12774315" y="4657202"/>
                <a:ext cx="253188" cy="316248"/>
              </a:xfrm>
              <a:prstGeom prst="rect">
                <a:avLst/>
              </a:prstGeom>
              <a:solidFill>
                <a:srgbClr val="5C068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25" name="Rectangle 24">
                <a:extLst>
                  <a:ext uri="{FF2B5EF4-FFF2-40B4-BE49-F238E27FC236}">
                    <a16:creationId xmlns:a16="http://schemas.microsoft.com/office/drawing/2014/main" id="{89B1D554-51B8-2842-8EC4-3CE24F61DC53}"/>
                  </a:ext>
                </a:extLst>
              </p:cNvPr>
              <p:cNvSpPr/>
              <p:nvPr userDrawn="1"/>
            </p:nvSpPr>
            <p:spPr>
              <a:xfrm rot="5400000">
                <a:off x="12774315" y="5954114"/>
                <a:ext cx="253188" cy="316248"/>
              </a:xfrm>
              <a:prstGeom prst="rect">
                <a:avLst/>
              </a:prstGeom>
              <a:solidFill>
                <a:srgbClr val="2A431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26" name="Rectangle 25">
                <a:extLst>
                  <a:ext uri="{FF2B5EF4-FFF2-40B4-BE49-F238E27FC236}">
                    <a16:creationId xmlns:a16="http://schemas.microsoft.com/office/drawing/2014/main" id="{FAD1671F-23B3-73A8-7BE9-D5782F154F4B}"/>
                  </a:ext>
                </a:extLst>
              </p:cNvPr>
              <p:cNvSpPr/>
              <p:nvPr userDrawn="1"/>
            </p:nvSpPr>
            <p:spPr>
              <a:xfrm rot="5400000">
                <a:off x="12774315" y="6278342"/>
                <a:ext cx="253188" cy="316248"/>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grpSp>
        <p:sp>
          <p:nvSpPr>
            <p:cNvPr id="12" name="TextBox 11">
              <a:extLst>
                <a:ext uri="{FF2B5EF4-FFF2-40B4-BE49-F238E27FC236}">
                  <a16:creationId xmlns:a16="http://schemas.microsoft.com/office/drawing/2014/main" id="{0FC668ED-CE30-584E-3DED-A8E84FA3F08E}"/>
                </a:ext>
              </a:extLst>
            </p:cNvPr>
            <p:cNvSpPr txBox="1"/>
            <p:nvPr userDrawn="1"/>
          </p:nvSpPr>
          <p:spPr>
            <a:xfrm rot="16200000">
              <a:off x="12574270" y="5173406"/>
              <a:ext cx="960199" cy="118559"/>
            </a:xfrm>
            <a:prstGeom prst="rect">
              <a:avLst/>
            </a:prstGeom>
            <a:noFill/>
          </p:spPr>
          <p:txBody>
            <a:bodyPr wrap="none" lIns="0" tIns="0" rIns="0" bIns="0" rtlCol="0">
              <a:spAutoFit/>
            </a:bodyPr>
            <a:lstStyle/>
            <a:p>
              <a:pPr algn="l">
                <a:lnSpc>
                  <a:spcPct val="101000"/>
                </a:lnSpc>
                <a:spcAft>
                  <a:spcPts val="600"/>
                </a:spcAft>
              </a:pPr>
              <a:r>
                <a:rPr lang="en-CR" sz="800" b="1">
                  <a:solidFill>
                    <a:srgbClr val="000000"/>
                  </a:solidFill>
                  <a:latin typeface="GT America Regular"/>
                  <a:ea typeface="GT America Regular" charset="0"/>
                  <a:cs typeface="GT America Regular" charset="0"/>
                </a:rPr>
                <a:t>ON MOODY´S BLUE</a:t>
              </a:r>
              <a:endParaRPr kumimoji="0" lang="en-CR" sz="800" b="1" i="0" u="none" strike="noStrike" kern="1200" cap="none" spc="0" normalizeH="0" baseline="0" noProof="0" err="1">
                <a:ln>
                  <a:noFill/>
                </a:ln>
                <a:solidFill>
                  <a:srgbClr val="000000"/>
                </a:solidFill>
                <a:effectLst/>
                <a:uLnTx/>
                <a:uFillTx/>
                <a:latin typeface="GT America Regular"/>
                <a:ea typeface="GT America Regular" charset="0"/>
                <a:cs typeface="GT America Regular" charset="0"/>
              </a:endParaRPr>
            </a:p>
          </p:txBody>
        </p:sp>
      </p:grpSp>
      <p:sp>
        <p:nvSpPr>
          <p:cNvPr id="37" name="TextBox 36">
            <a:extLst>
              <a:ext uri="{FF2B5EF4-FFF2-40B4-BE49-F238E27FC236}">
                <a16:creationId xmlns:a16="http://schemas.microsoft.com/office/drawing/2014/main" id="{1591443C-C95F-8831-F633-81C071166C5A}"/>
              </a:ext>
            </a:extLst>
          </p:cNvPr>
          <p:cNvSpPr txBox="1"/>
          <p:nvPr userDrawn="1"/>
        </p:nvSpPr>
        <p:spPr>
          <a:xfrm>
            <a:off x="12356815" y="3377042"/>
            <a:ext cx="807913" cy="118559"/>
          </a:xfrm>
          <a:prstGeom prst="rect">
            <a:avLst/>
          </a:prstGeom>
          <a:noFill/>
        </p:spPr>
        <p:txBody>
          <a:bodyPr wrap="none" lIns="0" tIns="0" rIns="0" bIns="0" rtlCol="0">
            <a:spAutoFit/>
          </a:bodyPr>
          <a:lstStyle/>
          <a:p>
            <a:pPr algn="l">
              <a:lnSpc>
                <a:spcPct val="101000"/>
              </a:lnSpc>
              <a:spcAft>
                <a:spcPts val="600"/>
              </a:spcAft>
            </a:pPr>
            <a:r>
              <a:rPr kumimoji="0" lang="en-US" sz="800" b="1" i="0" u="none" strike="noStrike" kern="1200" cap="none" spc="0" normalizeH="0" baseline="0" noProof="0" dirty="0">
                <a:ln>
                  <a:noFill/>
                </a:ln>
                <a:solidFill>
                  <a:srgbClr val="000000"/>
                </a:solidFill>
                <a:effectLst/>
                <a:uLnTx/>
                <a:uFillTx/>
                <a:ea typeface="GT America Regular" charset="0"/>
                <a:cs typeface="GT America Regular" charset="0"/>
              </a:rPr>
              <a:t>For charts ONLY</a:t>
            </a:r>
            <a:endParaRPr kumimoji="0" lang="en-CR" sz="800" b="1" i="0" u="none" strike="noStrike" kern="1200" cap="none" spc="0" normalizeH="0" baseline="0" noProof="0">
              <a:ln>
                <a:noFill/>
              </a:ln>
              <a:solidFill>
                <a:srgbClr val="000000"/>
              </a:solidFill>
              <a:effectLst/>
              <a:uLnTx/>
              <a:uFillTx/>
              <a:ea typeface="GT America Regular" charset="0"/>
              <a:cs typeface="GT America Regular" charset="0"/>
            </a:endParaRPr>
          </a:p>
        </p:txBody>
      </p:sp>
    </p:spTree>
    <p:extLst>
      <p:ext uri="{BB962C8B-B14F-4D97-AF65-F5344CB8AC3E}">
        <p14:creationId xmlns:p14="http://schemas.microsoft.com/office/powerpoint/2010/main" val="3757323494"/>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2 Column, Split Left - Subhead">
    <p:spTree>
      <p:nvGrpSpPr>
        <p:cNvPr id="1" name=""/>
        <p:cNvGrpSpPr/>
        <p:nvPr/>
      </p:nvGrpSpPr>
      <p:grpSpPr>
        <a:xfrm>
          <a:off x="0" y="0"/>
          <a:ext cx="0" cy="0"/>
          <a:chOff x="0" y="0"/>
          <a:chExt cx="0" cy="0"/>
        </a:xfrm>
      </p:grpSpPr>
      <p:sp>
        <p:nvSpPr>
          <p:cNvPr id="8" name="Footer Placeholder 7">
            <a:extLst>
              <a:ext uri="{FF2B5EF4-FFF2-40B4-BE49-F238E27FC236}">
                <a16:creationId xmlns:a16="http://schemas.microsoft.com/office/drawing/2014/main" id="{0E2ADB5F-BB7A-E503-6385-47B7F4A752C0}"/>
              </a:ext>
            </a:extLst>
          </p:cNvPr>
          <p:cNvSpPr>
            <a:spLocks noGrp="1"/>
          </p:cNvSpPr>
          <p:nvPr>
            <p:ph type="ftr" sz="quarter" idx="11"/>
          </p:nvPr>
        </p:nvSpPr>
        <p:spPr/>
        <p:txBody>
          <a:bodyPr/>
          <a:lstStyle/>
          <a:p>
            <a:r>
              <a:rPr lang="en-US"/>
              <a:t>See slide 12 for instructions on how to update footer</a:t>
            </a:r>
          </a:p>
        </p:txBody>
      </p:sp>
      <p:sp>
        <p:nvSpPr>
          <p:cNvPr id="9" name="Slide Number Placeholder 8">
            <a:extLst>
              <a:ext uri="{FF2B5EF4-FFF2-40B4-BE49-F238E27FC236}">
                <a16:creationId xmlns:a16="http://schemas.microsoft.com/office/drawing/2014/main" id="{CCA8152B-F410-5052-DF3D-06C6DD4D2381}"/>
              </a:ext>
            </a:extLst>
          </p:cNvPr>
          <p:cNvSpPr>
            <a:spLocks noGrp="1"/>
          </p:cNvSpPr>
          <p:nvPr>
            <p:ph type="sldNum" sz="quarter" idx="12"/>
          </p:nvPr>
        </p:nvSpPr>
        <p:spPr/>
        <p:txBody>
          <a:bodyPr/>
          <a:lstStyle/>
          <a:p>
            <a:fld id="{862A5111-985B-C14D-9115-5787026182A8}" type="slidenum">
              <a:rPr lang="en-US" smtClean="0"/>
              <a:t>‹#›</a:t>
            </a:fld>
            <a:endParaRPr lang="en-US"/>
          </a:p>
        </p:txBody>
      </p:sp>
      <p:sp>
        <p:nvSpPr>
          <p:cNvPr id="5" name="Title 4">
            <a:extLst>
              <a:ext uri="{FF2B5EF4-FFF2-40B4-BE49-F238E27FC236}">
                <a16:creationId xmlns:a16="http://schemas.microsoft.com/office/drawing/2014/main" id="{B6E166BE-0A53-7F77-1DCC-AD1A78C2EB77}"/>
              </a:ext>
            </a:extLst>
          </p:cNvPr>
          <p:cNvSpPr>
            <a:spLocks noGrp="1"/>
          </p:cNvSpPr>
          <p:nvPr>
            <p:ph type="title"/>
          </p:nvPr>
        </p:nvSpPr>
        <p:spPr>
          <a:xfrm>
            <a:off x="546100" y="552450"/>
            <a:ext cx="11091862" cy="434975"/>
          </a:xfrm>
        </p:spPr>
        <p:txBody>
          <a:bodyPr/>
          <a:lstStyle/>
          <a:p>
            <a:r>
              <a:rPr lang="en-US"/>
              <a:t>Click to edit Master title style</a:t>
            </a:r>
            <a:endParaRPr lang="en-US" dirty="0"/>
          </a:p>
        </p:txBody>
      </p:sp>
      <p:sp>
        <p:nvSpPr>
          <p:cNvPr id="4" name="Freeform 5">
            <a:extLst>
              <a:ext uri="{FF2B5EF4-FFF2-40B4-BE49-F238E27FC236}">
                <a16:creationId xmlns:a16="http://schemas.microsoft.com/office/drawing/2014/main" id="{D5B0B17B-3FAA-1710-3603-FB4FC3C89648}"/>
              </a:ext>
            </a:extLst>
          </p:cNvPr>
          <p:cNvSpPr/>
          <p:nvPr userDrawn="1"/>
        </p:nvSpPr>
        <p:spPr bwMode="black">
          <a:xfrm>
            <a:off x="554038" y="6469335"/>
            <a:ext cx="678511" cy="112440"/>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chemeClr val="tx2"/>
          </a:solidFill>
          <a:ln w="0" cap="flat">
            <a:noFill/>
            <a:prstDash val="solid"/>
            <a:miter/>
          </a:ln>
        </p:spPr>
        <p:txBody>
          <a:bodyPr rtlCol="0" anchor="ctr"/>
          <a:lstStyle/>
          <a:p>
            <a:endParaRPr lang="en-US"/>
          </a:p>
        </p:txBody>
      </p:sp>
      <p:sp>
        <p:nvSpPr>
          <p:cNvPr id="12" name="Text Placeholder 11">
            <a:extLst>
              <a:ext uri="{FF2B5EF4-FFF2-40B4-BE49-F238E27FC236}">
                <a16:creationId xmlns:a16="http://schemas.microsoft.com/office/drawing/2014/main" id="{39956789-A368-206C-891C-9234628518A9}"/>
              </a:ext>
            </a:extLst>
          </p:cNvPr>
          <p:cNvSpPr>
            <a:spLocks noGrp="1"/>
          </p:cNvSpPr>
          <p:nvPr>
            <p:ph type="body" sz="quarter" idx="21"/>
          </p:nvPr>
        </p:nvSpPr>
        <p:spPr>
          <a:xfrm>
            <a:off x="546100" y="1127125"/>
            <a:ext cx="11097579" cy="295275"/>
          </a:xfrm>
        </p:spPr>
        <p:txBody>
          <a:bodyPr>
            <a:noAutofit/>
          </a:bodyPr>
          <a:lstStyle>
            <a:lvl1pPr marL="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1pPr>
            <a:lvl2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2pPr>
            <a:lvl3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3pPr>
            <a:lvl4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4pPr>
            <a:lvl5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5pPr>
            <a:lvl6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6pPr>
            <a:lvl7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7pPr>
            <a:lvl8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8pPr>
            <a:lvl9pPr marL="0" indent="0" algn="l" defTabSz="914400" rtl="0" eaLnBrk="1" latinLnBrk="0" hangingPunct="1">
              <a:lnSpc>
                <a:spcPct val="80000"/>
              </a:lnSpc>
              <a:spcBef>
                <a:spcPts val="0"/>
              </a:spcBef>
              <a:spcAft>
                <a:spcPts val="0"/>
              </a:spcAft>
              <a:buNone/>
              <a:defRPr lang="en-US" sz="2400" b="0" i="0" kern="1200" dirty="0">
                <a:solidFill>
                  <a:schemeClr val="accent1"/>
                </a:solidFill>
                <a:latin typeface="+mj-lt"/>
                <a:ea typeface="GT America Regular" charset="0"/>
                <a:cs typeface="GT America Regular" charset="0"/>
              </a:defRPr>
            </a:lvl9pPr>
          </a:lstStyle>
          <a:p>
            <a:pPr lvl="0"/>
            <a:r>
              <a:rPr lang="en-US"/>
              <a:t>Click to edit Master text styles</a:t>
            </a:r>
          </a:p>
        </p:txBody>
      </p:sp>
      <p:sp>
        <p:nvSpPr>
          <p:cNvPr id="13" name="Text Placeholder 13">
            <a:extLst>
              <a:ext uri="{FF2B5EF4-FFF2-40B4-BE49-F238E27FC236}">
                <a16:creationId xmlns:a16="http://schemas.microsoft.com/office/drawing/2014/main" id="{28027E45-9CB5-7484-0F70-49F140E7FA05}"/>
              </a:ext>
            </a:extLst>
          </p:cNvPr>
          <p:cNvSpPr>
            <a:spLocks noGrp="1"/>
          </p:cNvSpPr>
          <p:nvPr>
            <p:ph type="body" sz="quarter" idx="22"/>
          </p:nvPr>
        </p:nvSpPr>
        <p:spPr>
          <a:xfrm>
            <a:off x="546100" y="6019801"/>
            <a:ext cx="6851650" cy="292100"/>
          </a:xfrm>
        </p:spPr>
        <p:txBody>
          <a:bodyPr anchor="b">
            <a:noAutofit/>
          </a:bodyPr>
          <a:lstStyle>
            <a:lvl1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1pPr>
            <a:lvl2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2pPr>
            <a:lvl3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3pPr>
            <a:lvl4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4pPr>
            <a:lvl5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5pPr>
            <a:lvl6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6pPr>
            <a:lvl7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7pPr>
            <a:lvl8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8pPr>
            <a:lvl9pPr marL="0" indent="0" algn="l" defTabSz="914400" rtl="0" eaLnBrk="1" latinLnBrk="0" hangingPunct="1">
              <a:lnSpc>
                <a:spcPct val="101000"/>
              </a:lnSpc>
              <a:spcBef>
                <a:spcPts val="0"/>
              </a:spcBef>
              <a:spcAft>
                <a:spcPts val="600"/>
              </a:spcAft>
              <a:buNone/>
              <a:defRPr lang="en-US" sz="600" b="0" i="0" kern="1200" dirty="0">
                <a:solidFill>
                  <a:srgbClr val="75787B"/>
                </a:solidFill>
                <a:latin typeface="+mn-lt"/>
                <a:ea typeface="GT America Regular" charset="0"/>
                <a:cs typeface="GT America Regular" charset="0"/>
              </a:defRPr>
            </a:lvl9pPr>
          </a:lstStyle>
          <a:p>
            <a:pPr lvl="0"/>
            <a:r>
              <a:rPr lang="en-US"/>
              <a:t>Click to edit Master text styles</a:t>
            </a:r>
          </a:p>
        </p:txBody>
      </p:sp>
      <p:sp>
        <p:nvSpPr>
          <p:cNvPr id="14" name="Content Placeholder 29">
            <a:extLst>
              <a:ext uri="{FF2B5EF4-FFF2-40B4-BE49-F238E27FC236}">
                <a16:creationId xmlns:a16="http://schemas.microsoft.com/office/drawing/2014/main" id="{E8BB7705-DC57-1434-CECD-5A495C790A47}"/>
              </a:ext>
            </a:extLst>
          </p:cNvPr>
          <p:cNvSpPr>
            <a:spLocks noGrp="1"/>
          </p:cNvSpPr>
          <p:nvPr>
            <p:ph sz="quarter" idx="27"/>
          </p:nvPr>
        </p:nvSpPr>
        <p:spPr>
          <a:xfrm>
            <a:off x="546100" y="2425700"/>
            <a:ext cx="7296912" cy="34417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5" name="Content Placeholder 31">
            <a:extLst>
              <a:ext uri="{FF2B5EF4-FFF2-40B4-BE49-F238E27FC236}">
                <a16:creationId xmlns:a16="http://schemas.microsoft.com/office/drawing/2014/main" id="{8B3C491F-A7C8-D685-6EB7-47ED1AE90D2A}"/>
              </a:ext>
            </a:extLst>
          </p:cNvPr>
          <p:cNvSpPr>
            <a:spLocks noGrp="1"/>
          </p:cNvSpPr>
          <p:nvPr>
            <p:ph sz="quarter" idx="28"/>
          </p:nvPr>
        </p:nvSpPr>
        <p:spPr>
          <a:xfrm>
            <a:off x="8046719" y="2425700"/>
            <a:ext cx="3591241" cy="34417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6" name="Text Placeholder 33">
            <a:extLst>
              <a:ext uri="{FF2B5EF4-FFF2-40B4-BE49-F238E27FC236}">
                <a16:creationId xmlns:a16="http://schemas.microsoft.com/office/drawing/2014/main" id="{78775353-37B3-D36C-8C56-73152F79587F}"/>
              </a:ext>
            </a:extLst>
          </p:cNvPr>
          <p:cNvSpPr>
            <a:spLocks noGrp="1"/>
          </p:cNvSpPr>
          <p:nvPr>
            <p:ph type="body" sz="quarter" idx="29"/>
          </p:nvPr>
        </p:nvSpPr>
        <p:spPr>
          <a:xfrm>
            <a:off x="546100" y="1849436"/>
            <a:ext cx="7296912" cy="296861"/>
          </a:xfrm>
        </p:spPr>
        <p:txBody>
          <a:bodyPr anchor="b">
            <a:noAutofit/>
          </a:bodyPr>
          <a:lstStyle>
            <a:lvl1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1pPr>
            <a:lvl2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2pPr>
            <a:lvl3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3pPr>
            <a:lvl4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4pPr>
            <a:lvl5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5pPr>
            <a:lvl6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6pPr>
            <a:lvl7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7pPr>
            <a:lvl8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8pPr>
            <a:lvl9pPr marL="0" indent="0" algn="l" defTabSz="914400" rtl="0" eaLnBrk="1" latinLnBrk="0" hangingPunct="1">
              <a:lnSpc>
                <a:spcPct val="101000"/>
              </a:lnSpc>
              <a:spcBef>
                <a:spcPts val="0"/>
              </a:spcBef>
              <a:spcAft>
                <a:spcPts val="600"/>
              </a:spcAft>
              <a:buNone/>
              <a:defRPr lang="en-US" sz="2000" b="0" i="0" kern="1200" dirty="0">
                <a:solidFill>
                  <a:schemeClr val="tx2"/>
                </a:solidFill>
                <a:latin typeface="+mj-lt"/>
                <a:ea typeface="GT America Regular" charset="0"/>
                <a:cs typeface="GT America Regular" charset="0"/>
              </a:defRPr>
            </a:lvl9pPr>
          </a:lstStyle>
          <a:p>
            <a:pPr lvl="0"/>
            <a:r>
              <a:rPr lang="en-US"/>
              <a:t>Click to edit Master text styles</a:t>
            </a:r>
          </a:p>
        </p:txBody>
      </p:sp>
      <p:sp>
        <p:nvSpPr>
          <p:cNvPr id="18" name="Text Placeholder 35">
            <a:extLst>
              <a:ext uri="{FF2B5EF4-FFF2-40B4-BE49-F238E27FC236}">
                <a16:creationId xmlns:a16="http://schemas.microsoft.com/office/drawing/2014/main" id="{CAD770A7-7B91-4C3E-F63A-402DD01A2466}"/>
              </a:ext>
            </a:extLst>
          </p:cNvPr>
          <p:cNvSpPr>
            <a:spLocks noGrp="1"/>
          </p:cNvSpPr>
          <p:nvPr>
            <p:ph type="body" sz="quarter" idx="30"/>
          </p:nvPr>
        </p:nvSpPr>
        <p:spPr>
          <a:xfrm>
            <a:off x="8046720" y="1849436"/>
            <a:ext cx="3591240" cy="296862"/>
          </a:xfrm>
        </p:spPr>
        <p:txBody>
          <a:bodyPr anchor="b">
            <a:noAutofit/>
          </a:bodyPr>
          <a:lstStyle>
            <a:lvl1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1pPr>
            <a:lvl2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2pPr>
            <a:lvl3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3pPr>
            <a:lvl4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4pPr>
            <a:lvl5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5pPr>
            <a:lvl6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6pPr>
            <a:lvl7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7pPr>
            <a:lvl8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8pPr>
            <a:lvl9pPr marL="0" indent="0" algn="l" defTabSz="914400" rtl="0" eaLnBrk="1" latinLnBrk="0" hangingPunct="1">
              <a:lnSpc>
                <a:spcPct val="101000"/>
              </a:lnSpc>
              <a:spcBef>
                <a:spcPts val="0"/>
              </a:spcBef>
              <a:spcAft>
                <a:spcPts val="600"/>
              </a:spcAft>
              <a:buNone/>
              <a:defRPr lang="en-US" sz="2000" b="0" i="0" kern="1200" dirty="0">
                <a:solidFill>
                  <a:schemeClr val="tx2"/>
                </a:solidFill>
                <a:latin typeface="+mj-lt"/>
                <a:ea typeface="GT America Regular" charset="0"/>
                <a:cs typeface="GT America Regular" charset="0"/>
              </a:defRPr>
            </a:lvl9pPr>
          </a:lstStyle>
          <a:p>
            <a:pPr lvl="0"/>
            <a:r>
              <a:rPr lang="en-US"/>
              <a:t>Click to edit Master text styles</a:t>
            </a:r>
          </a:p>
        </p:txBody>
      </p:sp>
      <p:grpSp>
        <p:nvGrpSpPr>
          <p:cNvPr id="2" name="Group 1">
            <a:extLst>
              <a:ext uri="{FF2B5EF4-FFF2-40B4-BE49-F238E27FC236}">
                <a16:creationId xmlns:a16="http://schemas.microsoft.com/office/drawing/2014/main" id="{6A87FB7E-38A0-36C4-3394-365358E71AC1}"/>
              </a:ext>
            </a:extLst>
          </p:cNvPr>
          <p:cNvGrpSpPr/>
          <p:nvPr userDrawn="1"/>
        </p:nvGrpSpPr>
        <p:grpSpPr>
          <a:xfrm>
            <a:off x="12356815" y="0"/>
            <a:ext cx="756834" cy="6872642"/>
            <a:chOff x="12356815" y="0"/>
            <a:chExt cx="756834" cy="6872642"/>
          </a:xfrm>
        </p:grpSpPr>
        <p:sp>
          <p:nvSpPr>
            <p:cNvPr id="3" name="Rectangle 2">
              <a:extLst>
                <a:ext uri="{FF2B5EF4-FFF2-40B4-BE49-F238E27FC236}">
                  <a16:creationId xmlns:a16="http://schemas.microsoft.com/office/drawing/2014/main" id="{667A327D-C550-E31E-957A-E9F3C257C7B6}"/>
                </a:ext>
              </a:extLst>
            </p:cNvPr>
            <p:cNvSpPr/>
            <p:nvPr userDrawn="1"/>
          </p:nvSpPr>
          <p:spPr>
            <a:xfrm>
              <a:off x="12356815" y="0"/>
              <a:ext cx="553069" cy="3279913"/>
            </a:xfrm>
            <a:prstGeom prst="rect">
              <a:avLst/>
            </a:prstGeom>
            <a:solidFill>
              <a:schemeClr val="bg1">
                <a:lumMod val="95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a:p>
          </p:txBody>
        </p:sp>
        <p:sp>
          <p:nvSpPr>
            <p:cNvPr id="6" name="TextBox 5">
              <a:extLst>
                <a:ext uri="{FF2B5EF4-FFF2-40B4-BE49-F238E27FC236}">
                  <a16:creationId xmlns:a16="http://schemas.microsoft.com/office/drawing/2014/main" id="{A49CB67D-35DE-1DAF-6B4B-2A140F26DB87}"/>
                </a:ext>
              </a:extLst>
            </p:cNvPr>
            <p:cNvSpPr txBox="1"/>
            <p:nvPr userDrawn="1"/>
          </p:nvSpPr>
          <p:spPr>
            <a:xfrm rot="16200000">
              <a:off x="12332216" y="1580677"/>
              <a:ext cx="1444306" cy="118559"/>
            </a:xfrm>
            <a:prstGeom prst="rect">
              <a:avLst/>
            </a:prstGeom>
            <a:noFill/>
          </p:spPr>
          <p:txBody>
            <a:bodyPr wrap="none" lIns="0" tIns="0" rIns="0" bIns="0" rtlCol="0">
              <a:spAutoFit/>
            </a:bodyPr>
            <a:lstStyle/>
            <a:p>
              <a:pPr algn="l">
                <a:lnSpc>
                  <a:spcPct val="101000"/>
                </a:lnSpc>
                <a:spcAft>
                  <a:spcPts val="600"/>
                </a:spcAft>
              </a:pPr>
              <a:r>
                <a:rPr kumimoji="0" lang="en-CR" sz="800" b="1" i="0" u="none" strike="noStrike" kern="1200" cap="none" spc="0" normalizeH="0" baseline="0" noProof="0">
                  <a:ln>
                    <a:noFill/>
                  </a:ln>
                  <a:solidFill>
                    <a:srgbClr val="000000"/>
                  </a:solidFill>
                  <a:effectLst/>
                  <a:uLnTx/>
                  <a:uFillTx/>
                  <a:ea typeface="GT America Regular" charset="0"/>
                  <a:cs typeface="GT America Regular" charset="0"/>
                </a:rPr>
                <a:t>ON LIGHT AND EXTRA LIGHT</a:t>
              </a:r>
            </a:p>
          </p:txBody>
        </p:sp>
        <p:sp>
          <p:nvSpPr>
            <p:cNvPr id="7" name="Rectangle 6">
              <a:extLst>
                <a:ext uri="{FF2B5EF4-FFF2-40B4-BE49-F238E27FC236}">
                  <a16:creationId xmlns:a16="http://schemas.microsoft.com/office/drawing/2014/main" id="{7353BDCA-8C66-C5BF-B381-B0DFA63BC904}"/>
                </a:ext>
              </a:extLst>
            </p:cNvPr>
            <p:cNvSpPr/>
            <p:nvPr userDrawn="1"/>
          </p:nvSpPr>
          <p:spPr>
            <a:xfrm>
              <a:off x="12356815" y="3592729"/>
              <a:ext cx="553069" cy="3279913"/>
            </a:xfrm>
            <a:prstGeom prst="rect">
              <a:avLst/>
            </a:prstGeom>
            <a:solidFill>
              <a:schemeClr val="tx2"/>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a:p>
          </p:txBody>
        </p:sp>
        <p:grpSp>
          <p:nvGrpSpPr>
            <p:cNvPr id="10" name="Group 9">
              <a:extLst>
                <a:ext uri="{FF2B5EF4-FFF2-40B4-BE49-F238E27FC236}">
                  <a16:creationId xmlns:a16="http://schemas.microsoft.com/office/drawing/2014/main" id="{DD2A7468-C375-8754-9CFF-F4A64481F148}"/>
                </a:ext>
              </a:extLst>
            </p:cNvPr>
            <p:cNvGrpSpPr/>
            <p:nvPr userDrawn="1"/>
          </p:nvGrpSpPr>
          <p:grpSpPr>
            <a:xfrm>
              <a:off x="12442019" y="3791214"/>
              <a:ext cx="382660" cy="2882942"/>
              <a:chOff x="14001569" y="3716048"/>
              <a:chExt cx="316248" cy="3171236"/>
            </a:xfrm>
          </p:grpSpPr>
          <p:sp>
            <p:nvSpPr>
              <p:cNvPr id="29" name="Rectangle 28">
                <a:extLst>
                  <a:ext uri="{FF2B5EF4-FFF2-40B4-BE49-F238E27FC236}">
                    <a16:creationId xmlns:a16="http://schemas.microsoft.com/office/drawing/2014/main" id="{FCCDA3C3-0F15-E1D3-4459-303E9B695DBB}"/>
                  </a:ext>
                </a:extLst>
              </p:cNvPr>
              <p:cNvSpPr/>
              <p:nvPr userDrawn="1"/>
            </p:nvSpPr>
            <p:spPr>
              <a:xfrm rot="5400000">
                <a:off x="14033099" y="5954114"/>
                <a:ext cx="253188" cy="316248"/>
              </a:xfrm>
              <a:prstGeom prst="rect">
                <a:avLst/>
              </a:prstGeom>
              <a:solidFill>
                <a:srgbClr val="005E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30" name="Rectangle 29">
                <a:extLst>
                  <a:ext uri="{FF2B5EF4-FFF2-40B4-BE49-F238E27FC236}">
                    <a16:creationId xmlns:a16="http://schemas.microsoft.com/office/drawing/2014/main" id="{FDE17B10-FFE3-929E-55B2-72A03E59CC14}"/>
                  </a:ext>
                </a:extLst>
              </p:cNvPr>
              <p:cNvSpPr/>
              <p:nvPr userDrawn="1"/>
            </p:nvSpPr>
            <p:spPr>
              <a:xfrm rot="5400000">
                <a:off x="14033099" y="6278342"/>
                <a:ext cx="253188" cy="316248"/>
              </a:xfrm>
              <a:prstGeom prst="rect">
                <a:avLst/>
              </a:prstGeom>
              <a:solidFill>
                <a:srgbClr val="B8B9D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31" name="Rectangle 30">
                <a:extLst>
                  <a:ext uri="{FF2B5EF4-FFF2-40B4-BE49-F238E27FC236}">
                    <a16:creationId xmlns:a16="http://schemas.microsoft.com/office/drawing/2014/main" id="{319E6791-7D3F-7909-D591-F78FA9021056}"/>
                  </a:ext>
                </a:extLst>
              </p:cNvPr>
              <p:cNvSpPr/>
              <p:nvPr userDrawn="1"/>
            </p:nvSpPr>
            <p:spPr>
              <a:xfrm rot="5400000">
                <a:off x="14033099" y="6602566"/>
                <a:ext cx="253188" cy="316248"/>
              </a:xfrm>
              <a:prstGeom prst="rect">
                <a:avLst/>
              </a:prstGeom>
              <a:solidFill>
                <a:srgbClr val="FBE6D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32" name="Rectangle 31">
                <a:extLst>
                  <a:ext uri="{FF2B5EF4-FFF2-40B4-BE49-F238E27FC236}">
                    <a16:creationId xmlns:a16="http://schemas.microsoft.com/office/drawing/2014/main" id="{D83EDCF4-8C88-0B9D-58AB-C0C12454D62C}"/>
                  </a:ext>
                </a:extLst>
              </p:cNvPr>
              <p:cNvSpPr/>
              <p:nvPr userDrawn="1"/>
            </p:nvSpPr>
            <p:spPr>
              <a:xfrm rot="5400000">
                <a:off x="14033099" y="4981430"/>
                <a:ext cx="253188" cy="316248"/>
              </a:xfrm>
              <a:prstGeom prst="rect">
                <a:avLst/>
              </a:prstGeom>
              <a:solidFill>
                <a:srgbClr val="BCE09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33" name="Rectangle 32">
                <a:extLst>
                  <a:ext uri="{FF2B5EF4-FFF2-40B4-BE49-F238E27FC236}">
                    <a16:creationId xmlns:a16="http://schemas.microsoft.com/office/drawing/2014/main" id="{96C390B5-7C9C-6912-1B63-27C833C0DD00}"/>
                  </a:ext>
                </a:extLst>
              </p:cNvPr>
              <p:cNvSpPr/>
              <p:nvPr userDrawn="1"/>
            </p:nvSpPr>
            <p:spPr>
              <a:xfrm rot="5400000">
                <a:off x="14033099" y="5305658"/>
                <a:ext cx="253188" cy="316248"/>
              </a:xfrm>
              <a:prstGeom prst="rect">
                <a:avLst/>
              </a:prstGeom>
              <a:solidFill>
                <a:srgbClr val="E9783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34" name="Rectangle 33">
                <a:extLst>
                  <a:ext uri="{FF2B5EF4-FFF2-40B4-BE49-F238E27FC236}">
                    <a16:creationId xmlns:a16="http://schemas.microsoft.com/office/drawing/2014/main" id="{80F50011-9C75-5F74-1E72-303E532E5F95}"/>
                  </a:ext>
                </a:extLst>
              </p:cNvPr>
              <p:cNvSpPr/>
              <p:nvPr userDrawn="1"/>
            </p:nvSpPr>
            <p:spPr>
              <a:xfrm rot="5400000">
                <a:off x="14033099" y="5629886"/>
                <a:ext cx="253188" cy="316248"/>
              </a:xfrm>
              <a:prstGeom prst="rect">
                <a:avLst/>
              </a:prstGeom>
              <a:solidFill>
                <a:srgbClr val="B9056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35" name="Rectangle 34">
                <a:extLst>
                  <a:ext uri="{FF2B5EF4-FFF2-40B4-BE49-F238E27FC236}">
                    <a16:creationId xmlns:a16="http://schemas.microsoft.com/office/drawing/2014/main" id="{C387350D-40B1-B498-88D7-608B476D276A}"/>
                  </a:ext>
                </a:extLst>
              </p:cNvPr>
              <p:cNvSpPr/>
              <p:nvPr userDrawn="1"/>
            </p:nvSpPr>
            <p:spPr>
              <a:xfrm rot="5400000">
                <a:off x="14033099" y="3684518"/>
                <a:ext cx="253188" cy="316248"/>
              </a:xfrm>
              <a:prstGeom prst="rect">
                <a:avLst/>
              </a:prstGeom>
              <a:solidFill>
                <a:srgbClr val="9DC2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36" name="Rectangle 35">
                <a:extLst>
                  <a:ext uri="{FF2B5EF4-FFF2-40B4-BE49-F238E27FC236}">
                    <a16:creationId xmlns:a16="http://schemas.microsoft.com/office/drawing/2014/main" id="{A46474D6-AFF1-F88C-DC70-DC82DB5C262E}"/>
                  </a:ext>
                </a:extLst>
              </p:cNvPr>
              <p:cNvSpPr/>
              <p:nvPr userDrawn="1"/>
            </p:nvSpPr>
            <p:spPr>
              <a:xfrm rot="5400000">
                <a:off x="14033099" y="4008746"/>
                <a:ext cx="253188" cy="316248"/>
              </a:xfrm>
              <a:prstGeom prst="rect">
                <a:avLst/>
              </a:prstGeom>
              <a:solidFill>
                <a:srgbClr val="309DA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37" name="Rectangle 36">
                <a:extLst>
                  <a:ext uri="{FF2B5EF4-FFF2-40B4-BE49-F238E27FC236}">
                    <a16:creationId xmlns:a16="http://schemas.microsoft.com/office/drawing/2014/main" id="{3D597F18-7924-F52C-11DB-CF87E67DC671}"/>
                  </a:ext>
                </a:extLst>
              </p:cNvPr>
              <p:cNvSpPr/>
              <p:nvPr userDrawn="1"/>
            </p:nvSpPr>
            <p:spPr>
              <a:xfrm rot="5400000">
                <a:off x="14033099" y="4332974"/>
                <a:ext cx="253188" cy="316248"/>
              </a:xfrm>
              <a:prstGeom prst="rect">
                <a:avLst/>
              </a:prstGeom>
              <a:solidFill>
                <a:srgbClr val="E2C22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38" name="Rectangle 37">
                <a:extLst>
                  <a:ext uri="{FF2B5EF4-FFF2-40B4-BE49-F238E27FC236}">
                    <a16:creationId xmlns:a16="http://schemas.microsoft.com/office/drawing/2014/main" id="{23694C51-399A-A6BA-4EFE-24A3A239B521}"/>
                  </a:ext>
                </a:extLst>
              </p:cNvPr>
              <p:cNvSpPr/>
              <p:nvPr userDrawn="1"/>
            </p:nvSpPr>
            <p:spPr>
              <a:xfrm rot="5400000">
                <a:off x="14033099" y="4657202"/>
                <a:ext cx="253188" cy="316248"/>
              </a:xfrm>
              <a:prstGeom prst="rect">
                <a:avLst/>
              </a:prstGeom>
              <a:solidFill>
                <a:srgbClr val="9158B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grpSp>
        <p:grpSp>
          <p:nvGrpSpPr>
            <p:cNvPr id="11" name="Group 10">
              <a:extLst>
                <a:ext uri="{FF2B5EF4-FFF2-40B4-BE49-F238E27FC236}">
                  <a16:creationId xmlns:a16="http://schemas.microsoft.com/office/drawing/2014/main" id="{2418CE11-F383-0884-83EB-D2DDCFA24541}"/>
                </a:ext>
              </a:extLst>
            </p:cNvPr>
            <p:cNvGrpSpPr/>
            <p:nvPr userDrawn="1"/>
          </p:nvGrpSpPr>
          <p:grpSpPr>
            <a:xfrm>
              <a:off x="12442019" y="198485"/>
              <a:ext cx="382660" cy="2882942"/>
              <a:chOff x="12742785" y="3716048"/>
              <a:chExt cx="316248" cy="3171236"/>
            </a:xfrm>
          </p:grpSpPr>
          <p:sp>
            <p:nvSpPr>
              <p:cNvPr id="19" name="Rectangle 18">
                <a:extLst>
                  <a:ext uri="{FF2B5EF4-FFF2-40B4-BE49-F238E27FC236}">
                    <a16:creationId xmlns:a16="http://schemas.microsoft.com/office/drawing/2014/main" id="{C590C66E-D6C8-2CB2-B4D2-765E163087EF}"/>
                  </a:ext>
                </a:extLst>
              </p:cNvPr>
              <p:cNvSpPr/>
              <p:nvPr userDrawn="1"/>
            </p:nvSpPr>
            <p:spPr>
              <a:xfrm rot="5400000">
                <a:off x="12774315" y="6602566"/>
                <a:ext cx="253188" cy="316248"/>
              </a:xfrm>
              <a:prstGeom prst="rect">
                <a:avLst/>
              </a:prstGeom>
              <a:solidFill>
                <a:srgbClr val="BFD6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20" name="Rectangle 19">
                <a:extLst>
                  <a:ext uri="{FF2B5EF4-FFF2-40B4-BE49-F238E27FC236}">
                    <a16:creationId xmlns:a16="http://schemas.microsoft.com/office/drawing/2014/main" id="{476EF1D7-6A2F-BB7E-34AB-70E6803B1E82}"/>
                  </a:ext>
                </a:extLst>
              </p:cNvPr>
              <p:cNvSpPr/>
              <p:nvPr userDrawn="1"/>
            </p:nvSpPr>
            <p:spPr>
              <a:xfrm rot="5400000">
                <a:off x="12774315" y="4981430"/>
                <a:ext cx="253188" cy="316248"/>
              </a:xfrm>
              <a:prstGeom prst="rect">
                <a:avLst/>
              </a:prstGeom>
              <a:solidFill>
                <a:srgbClr val="D25F7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21" name="Rectangle 20">
                <a:extLst>
                  <a:ext uri="{FF2B5EF4-FFF2-40B4-BE49-F238E27FC236}">
                    <a16:creationId xmlns:a16="http://schemas.microsoft.com/office/drawing/2014/main" id="{7882A683-276F-A64B-DA55-37ACD2E1B0F1}"/>
                  </a:ext>
                </a:extLst>
              </p:cNvPr>
              <p:cNvSpPr/>
              <p:nvPr userDrawn="1"/>
            </p:nvSpPr>
            <p:spPr>
              <a:xfrm rot="5400000">
                <a:off x="12774315" y="5305658"/>
                <a:ext cx="253188" cy="316248"/>
              </a:xfrm>
              <a:prstGeom prst="rect">
                <a:avLst/>
              </a:prstGeom>
              <a:solidFill>
                <a:srgbClr val="C6480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22" name="Rectangle 21">
                <a:extLst>
                  <a:ext uri="{FF2B5EF4-FFF2-40B4-BE49-F238E27FC236}">
                    <a16:creationId xmlns:a16="http://schemas.microsoft.com/office/drawing/2014/main" id="{FC556AD1-F346-9D4A-9962-F87250576F40}"/>
                  </a:ext>
                </a:extLst>
              </p:cNvPr>
              <p:cNvSpPr/>
              <p:nvPr userDrawn="1"/>
            </p:nvSpPr>
            <p:spPr>
              <a:xfrm rot="5400000">
                <a:off x="12774315" y="5629886"/>
                <a:ext cx="253188" cy="316248"/>
              </a:xfrm>
              <a:prstGeom prst="rect">
                <a:avLst/>
              </a:prstGeom>
              <a:solidFill>
                <a:srgbClr val="BA016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23" name="Rectangle 22">
                <a:extLst>
                  <a:ext uri="{FF2B5EF4-FFF2-40B4-BE49-F238E27FC236}">
                    <a16:creationId xmlns:a16="http://schemas.microsoft.com/office/drawing/2014/main" id="{B25EF1D8-D0E4-39B1-F6D5-E21517470A2F}"/>
                  </a:ext>
                </a:extLst>
              </p:cNvPr>
              <p:cNvSpPr/>
              <p:nvPr userDrawn="1"/>
            </p:nvSpPr>
            <p:spPr>
              <a:xfrm rot="5400000">
                <a:off x="12774315" y="3684518"/>
                <a:ext cx="253188" cy="316248"/>
              </a:xfrm>
              <a:prstGeom prst="rect">
                <a:avLst/>
              </a:prstGeom>
              <a:solidFill>
                <a:srgbClr val="005E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24" name="Rectangle 23">
                <a:extLst>
                  <a:ext uri="{FF2B5EF4-FFF2-40B4-BE49-F238E27FC236}">
                    <a16:creationId xmlns:a16="http://schemas.microsoft.com/office/drawing/2014/main" id="{C8383F49-830A-16BD-C1AF-3A111DF6AEB5}"/>
                  </a:ext>
                </a:extLst>
              </p:cNvPr>
              <p:cNvSpPr/>
              <p:nvPr userDrawn="1"/>
            </p:nvSpPr>
            <p:spPr>
              <a:xfrm rot="5400000">
                <a:off x="12774315" y="4008746"/>
                <a:ext cx="253188" cy="316248"/>
              </a:xfrm>
              <a:prstGeom prst="rect">
                <a:avLst/>
              </a:prstGeom>
              <a:solidFill>
                <a:srgbClr val="5EB6B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25" name="Rectangle 24">
                <a:extLst>
                  <a:ext uri="{FF2B5EF4-FFF2-40B4-BE49-F238E27FC236}">
                    <a16:creationId xmlns:a16="http://schemas.microsoft.com/office/drawing/2014/main" id="{D12CE47D-6685-AD18-0A7C-56AF107EEFC9}"/>
                  </a:ext>
                </a:extLst>
              </p:cNvPr>
              <p:cNvSpPr/>
              <p:nvPr userDrawn="1"/>
            </p:nvSpPr>
            <p:spPr>
              <a:xfrm rot="5400000">
                <a:off x="12774315" y="4332974"/>
                <a:ext cx="253188" cy="316248"/>
              </a:xfrm>
              <a:prstGeom prst="rect">
                <a:avLst/>
              </a:prstGeom>
              <a:solidFill>
                <a:srgbClr val="C7AB2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26" name="Rectangle 25">
                <a:extLst>
                  <a:ext uri="{FF2B5EF4-FFF2-40B4-BE49-F238E27FC236}">
                    <a16:creationId xmlns:a16="http://schemas.microsoft.com/office/drawing/2014/main" id="{62B7293D-1B06-8B79-4A85-BD02FC1992E7}"/>
                  </a:ext>
                </a:extLst>
              </p:cNvPr>
              <p:cNvSpPr/>
              <p:nvPr userDrawn="1"/>
            </p:nvSpPr>
            <p:spPr>
              <a:xfrm rot="5400000">
                <a:off x="12774315" y="4657202"/>
                <a:ext cx="253188" cy="316248"/>
              </a:xfrm>
              <a:prstGeom prst="rect">
                <a:avLst/>
              </a:prstGeom>
              <a:solidFill>
                <a:srgbClr val="5C068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27" name="Rectangle 26">
                <a:extLst>
                  <a:ext uri="{FF2B5EF4-FFF2-40B4-BE49-F238E27FC236}">
                    <a16:creationId xmlns:a16="http://schemas.microsoft.com/office/drawing/2014/main" id="{7425DD62-08A9-2F72-F263-D225D8BDDC07}"/>
                  </a:ext>
                </a:extLst>
              </p:cNvPr>
              <p:cNvSpPr/>
              <p:nvPr userDrawn="1"/>
            </p:nvSpPr>
            <p:spPr>
              <a:xfrm rot="5400000">
                <a:off x="12774315" y="5954114"/>
                <a:ext cx="253188" cy="316248"/>
              </a:xfrm>
              <a:prstGeom prst="rect">
                <a:avLst/>
              </a:prstGeom>
              <a:solidFill>
                <a:srgbClr val="2A431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28" name="Rectangle 27">
                <a:extLst>
                  <a:ext uri="{FF2B5EF4-FFF2-40B4-BE49-F238E27FC236}">
                    <a16:creationId xmlns:a16="http://schemas.microsoft.com/office/drawing/2014/main" id="{09F4FEF9-EBCD-32CB-1D6F-803900CB56E4}"/>
                  </a:ext>
                </a:extLst>
              </p:cNvPr>
              <p:cNvSpPr/>
              <p:nvPr userDrawn="1"/>
            </p:nvSpPr>
            <p:spPr>
              <a:xfrm rot="5400000">
                <a:off x="12774315" y="6278342"/>
                <a:ext cx="253188" cy="316248"/>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grpSp>
        <p:sp>
          <p:nvSpPr>
            <p:cNvPr id="17" name="TextBox 16">
              <a:extLst>
                <a:ext uri="{FF2B5EF4-FFF2-40B4-BE49-F238E27FC236}">
                  <a16:creationId xmlns:a16="http://schemas.microsoft.com/office/drawing/2014/main" id="{F1D06A5B-A962-2B36-D509-23171BAA53A9}"/>
                </a:ext>
              </a:extLst>
            </p:cNvPr>
            <p:cNvSpPr txBox="1"/>
            <p:nvPr userDrawn="1"/>
          </p:nvSpPr>
          <p:spPr>
            <a:xfrm rot="16200000">
              <a:off x="12574270" y="5173406"/>
              <a:ext cx="960199" cy="118559"/>
            </a:xfrm>
            <a:prstGeom prst="rect">
              <a:avLst/>
            </a:prstGeom>
            <a:noFill/>
          </p:spPr>
          <p:txBody>
            <a:bodyPr wrap="none" lIns="0" tIns="0" rIns="0" bIns="0" rtlCol="0">
              <a:spAutoFit/>
            </a:bodyPr>
            <a:lstStyle/>
            <a:p>
              <a:pPr algn="l">
                <a:lnSpc>
                  <a:spcPct val="101000"/>
                </a:lnSpc>
                <a:spcAft>
                  <a:spcPts val="600"/>
                </a:spcAft>
              </a:pPr>
              <a:r>
                <a:rPr lang="en-CR" sz="800" b="1">
                  <a:solidFill>
                    <a:srgbClr val="000000"/>
                  </a:solidFill>
                  <a:latin typeface="GT America Regular"/>
                  <a:ea typeface="GT America Regular" charset="0"/>
                  <a:cs typeface="GT America Regular" charset="0"/>
                </a:rPr>
                <a:t>ON MOODY´S BLUE</a:t>
              </a:r>
              <a:endParaRPr kumimoji="0" lang="en-CR" sz="800" b="1" i="0" u="none" strike="noStrike" kern="1200" cap="none" spc="0" normalizeH="0" baseline="0" noProof="0" err="1">
                <a:ln>
                  <a:noFill/>
                </a:ln>
                <a:solidFill>
                  <a:srgbClr val="000000"/>
                </a:solidFill>
                <a:effectLst/>
                <a:uLnTx/>
                <a:uFillTx/>
                <a:latin typeface="GT America Regular"/>
                <a:ea typeface="GT America Regular" charset="0"/>
                <a:cs typeface="GT America Regular" charset="0"/>
              </a:endParaRPr>
            </a:p>
          </p:txBody>
        </p:sp>
      </p:grpSp>
      <p:sp>
        <p:nvSpPr>
          <p:cNvPr id="39" name="TextBox 38">
            <a:extLst>
              <a:ext uri="{FF2B5EF4-FFF2-40B4-BE49-F238E27FC236}">
                <a16:creationId xmlns:a16="http://schemas.microsoft.com/office/drawing/2014/main" id="{F36EF224-6BCE-FDB0-239C-B9C282775CC6}"/>
              </a:ext>
            </a:extLst>
          </p:cNvPr>
          <p:cNvSpPr txBox="1"/>
          <p:nvPr userDrawn="1"/>
        </p:nvSpPr>
        <p:spPr>
          <a:xfrm>
            <a:off x="12356815" y="3377042"/>
            <a:ext cx="807913" cy="118559"/>
          </a:xfrm>
          <a:prstGeom prst="rect">
            <a:avLst/>
          </a:prstGeom>
          <a:noFill/>
        </p:spPr>
        <p:txBody>
          <a:bodyPr wrap="none" lIns="0" tIns="0" rIns="0" bIns="0" rtlCol="0">
            <a:spAutoFit/>
          </a:bodyPr>
          <a:lstStyle/>
          <a:p>
            <a:pPr algn="l">
              <a:lnSpc>
                <a:spcPct val="101000"/>
              </a:lnSpc>
              <a:spcAft>
                <a:spcPts val="600"/>
              </a:spcAft>
            </a:pPr>
            <a:r>
              <a:rPr kumimoji="0" lang="en-US" sz="800" b="1" i="0" u="none" strike="noStrike" kern="1200" cap="none" spc="0" normalizeH="0" baseline="0" noProof="0" dirty="0">
                <a:ln>
                  <a:noFill/>
                </a:ln>
                <a:solidFill>
                  <a:srgbClr val="000000"/>
                </a:solidFill>
                <a:effectLst/>
                <a:uLnTx/>
                <a:uFillTx/>
                <a:ea typeface="GT America Regular" charset="0"/>
                <a:cs typeface="GT America Regular" charset="0"/>
              </a:rPr>
              <a:t>For charts ONLY</a:t>
            </a:r>
            <a:endParaRPr kumimoji="0" lang="en-CR" sz="800" b="1" i="0" u="none" strike="noStrike" kern="1200" cap="none" spc="0" normalizeH="0" baseline="0" noProof="0">
              <a:ln>
                <a:noFill/>
              </a:ln>
              <a:solidFill>
                <a:srgbClr val="000000"/>
              </a:solidFill>
              <a:effectLst/>
              <a:uLnTx/>
              <a:uFillTx/>
              <a:ea typeface="GT America Regular" charset="0"/>
              <a:cs typeface="GT America Regular" charset="0"/>
            </a:endParaRPr>
          </a:p>
        </p:txBody>
      </p:sp>
    </p:spTree>
    <p:extLst>
      <p:ext uri="{BB962C8B-B14F-4D97-AF65-F5344CB8AC3E}">
        <p14:creationId xmlns:p14="http://schemas.microsoft.com/office/powerpoint/2010/main" val="631846609"/>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3 Column">
    <p:spTree>
      <p:nvGrpSpPr>
        <p:cNvPr id="1" name=""/>
        <p:cNvGrpSpPr/>
        <p:nvPr/>
      </p:nvGrpSpPr>
      <p:grpSpPr>
        <a:xfrm>
          <a:off x="0" y="0"/>
          <a:ext cx="0" cy="0"/>
          <a:chOff x="0" y="0"/>
          <a:chExt cx="0" cy="0"/>
        </a:xfrm>
      </p:grpSpPr>
      <p:sp>
        <p:nvSpPr>
          <p:cNvPr id="8" name="Footer Placeholder 7">
            <a:extLst>
              <a:ext uri="{FF2B5EF4-FFF2-40B4-BE49-F238E27FC236}">
                <a16:creationId xmlns:a16="http://schemas.microsoft.com/office/drawing/2014/main" id="{0E2ADB5F-BB7A-E503-6385-47B7F4A752C0}"/>
              </a:ext>
            </a:extLst>
          </p:cNvPr>
          <p:cNvSpPr>
            <a:spLocks noGrp="1"/>
          </p:cNvSpPr>
          <p:nvPr>
            <p:ph type="ftr" sz="quarter" idx="11"/>
          </p:nvPr>
        </p:nvSpPr>
        <p:spPr/>
        <p:txBody>
          <a:bodyPr/>
          <a:lstStyle/>
          <a:p>
            <a:r>
              <a:rPr lang="en-US"/>
              <a:t>See slide 12 for instructions on how to update footer</a:t>
            </a:r>
          </a:p>
        </p:txBody>
      </p:sp>
      <p:sp>
        <p:nvSpPr>
          <p:cNvPr id="9" name="Slide Number Placeholder 8">
            <a:extLst>
              <a:ext uri="{FF2B5EF4-FFF2-40B4-BE49-F238E27FC236}">
                <a16:creationId xmlns:a16="http://schemas.microsoft.com/office/drawing/2014/main" id="{CCA8152B-F410-5052-DF3D-06C6DD4D2381}"/>
              </a:ext>
            </a:extLst>
          </p:cNvPr>
          <p:cNvSpPr>
            <a:spLocks noGrp="1"/>
          </p:cNvSpPr>
          <p:nvPr>
            <p:ph type="sldNum" sz="quarter" idx="12"/>
          </p:nvPr>
        </p:nvSpPr>
        <p:spPr/>
        <p:txBody>
          <a:bodyPr/>
          <a:lstStyle/>
          <a:p>
            <a:fld id="{862A5111-985B-C14D-9115-5787026182A8}" type="slidenum">
              <a:rPr lang="en-US" smtClean="0"/>
              <a:t>‹#›</a:t>
            </a:fld>
            <a:endParaRPr lang="en-US"/>
          </a:p>
        </p:txBody>
      </p:sp>
      <p:sp>
        <p:nvSpPr>
          <p:cNvPr id="5" name="Title 4">
            <a:extLst>
              <a:ext uri="{FF2B5EF4-FFF2-40B4-BE49-F238E27FC236}">
                <a16:creationId xmlns:a16="http://schemas.microsoft.com/office/drawing/2014/main" id="{4AAF8DFA-0F14-8785-78EE-DD8DD1562C33}"/>
              </a:ext>
            </a:extLst>
          </p:cNvPr>
          <p:cNvSpPr>
            <a:spLocks noGrp="1"/>
          </p:cNvSpPr>
          <p:nvPr>
            <p:ph type="title"/>
          </p:nvPr>
        </p:nvSpPr>
        <p:spPr>
          <a:xfrm>
            <a:off x="546100" y="552450"/>
            <a:ext cx="11091861" cy="434975"/>
          </a:xfrm>
        </p:spPr>
        <p:txBody>
          <a:bodyPr/>
          <a:lstStyle/>
          <a:p>
            <a:r>
              <a:rPr lang="en-US"/>
              <a:t>Click to edit Master title style</a:t>
            </a:r>
            <a:endParaRPr lang="en-US" dirty="0"/>
          </a:p>
        </p:txBody>
      </p:sp>
      <p:sp>
        <p:nvSpPr>
          <p:cNvPr id="4" name="Freeform 5">
            <a:extLst>
              <a:ext uri="{FF2B5EF4-FFF2-40B4-BE49-F238E27FC236}">
                <a16:creationId xmlns:a16="http://schemas.microsoft.com/office/drawing/2014/main" id="{EECD8680-6F2A-3CCE-4560-C8BE364FA7D1}"/>
              </a:ext>
            </a:extLst>
          </p:cNvPr>
          <p:cNvSpPr/>
          <p:nvPr userDrawn="1"/>
        </p:nvSpPr>
        <p:spPr bwMode="black">
          <a:xfrm>
            <a:off x="554038" y="6469335"/>
            <a:ext cx="678511" cy="112440"/>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chemeClr val="tx2"/>
          </a:solidFill>
          <a:ln w="0" cap="flat">
            <a:noFill/>
            <a:prstDash val="solid"/>
            <a:miter/>
          </a:ln>
        </p:spPr>
        <p:txBody>
          <a:bodyPr rtlCol="0" anchor="ctr"/>
          <a:lstStyle/>
          <a:p>
            <a:endParaRPr lang="en-US"/>
          </a:p>
        </p:txBody>
      </p:sp>
      <p:sp>
        <p:nvSpPr>
          <p:cNvPr id="16" name="Text Placeholder 10">
            <a:extLst>
              <a:ext uri="{FF2B5EF4-FFF2-40B4-BE49-F238E27FC236}">
                <a16:creationId xmlns:a16="http://schemas.microsoft.com/office/drawing/2014/main" id="{4521AD86-38BC-F263-3ED6-1AB6299844D4}"/>
              </a:ext>
            </a:extLst>
          </p:cNvPr>
          <p:cNvSpPr>
            <a:spLocks noGrp="1"/>
          </p:cNvSpPr>
          <p:nvPr>
            <p:ph type="body" sz="quarter" idx="21"/>
          </p:nvPr>
        </p:nvSpPr>
        <p:spPr>
          <a:xfrm>
            <a:off x="546101" y="1127125"/>
            <a:ext cx="11094212" cy="295275"/>
          </a:xfrm>
        </p:spPr>
        <p:txBody>
          <a:bodyPr>
            <a:noAutofit/>
          </a:bodyPr>
          <a:lstStyle>
            <a:lvl1pPr marL="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1pPr>
            <a:lvl2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2pPr>
            <a:lvl3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3pPr>
            <a:lvl4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4pPr>
            <a:lvl5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5pPr>
            <a:lvl6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6pPr>
            <a:lvl7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7pPr>
            <a:lvl8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8pPr>
            <a:lvl9pPr marL="0" indent="0" algn="l" defTabSz="914400" rtl="0" eaLnBrk="1" latinLnBrk="0" hangingPunct="1">
              <a:lnSpc>
                <a:spcPct val="80000"/>
              </a:lnSpc>
              <a:spcBef>
                <a:spcPts val="0"/>
              </a:spcBef>
              <a:spcAft>
                <a:spcPts val="0"/>
              </a:spcAft>
              <a:buNone/>
              <a:defRPr lang="en-US" sz="2400" b="0" i="0" kern="1200" dirty="0">
                <a:solidFill>
                  <a:schemeClr val="accent1"/>
                </a:solidFill>
                <a:latin typeface="+mj-lt"/>
                <a:ea typeface="GT America Regular" charset="0"/>
                <a:cs typeface="GT America Regular" charset="0"/>
              </a:defRPr>
            </a:lvl9pPr>
          </a:lstStyle>
          <a:p>
            <a:pPr lvl="0"/>
            <a:r>
              <a:rPr lang="en-US"/>
              <a:t>Click to edit Master text styles</a:t>
            </a:r>
          </a:p>
        </p:txBody>
      </p:sp>
      <p:sp>
        <p:nvSpPr>
          <p:cNvPr id="17" name="Text Placeholder 15">
            <a:extLst>
              <a:ext uri="{FF2B5EF4-FFF2-40B4-BE49-F238E27FC236}">
                <a16:creationId xmlns:a16="http://schemas.microsoft.com/office/drawing/2014/main" id="{12FE50E3-7513-9736-28AF-9A454F8B04F6}"/>
              </a:ext>
            </a:extLst>
          </p:cNvPr>
          <p:cNvSpPr>
            <a:spLocks noGrp="1"/>
          </p:cNvSpPr>
          <p:nvPr>
            <p:ph type="body" sz="quarter" idx="22"/>
          </p:nvPr>
        </p:nvSpPr>
        <p:spPr>
          <a:xfrm>
            <a:off x="546100" y="6019800"/>
            <a:ext cx="6851650" cy="289560"/>
          </a:xfrm>
        </p:spPr>
        <p:txBody>
          <a:bodyPr anchor="b" anchorCtr="0">
            <a:noAutofit/>
          </a:bodyPr>
          <a:lstStyle>
            <a:lvl1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1pPr>
            <a:lvl2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2pPr>
            <a:lvl3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3pPr>
            <a:lvl4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4pPr>
            <a:lvl5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5pPr>
            <a:lvl6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6pPr>
            <a:lvl7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7pPr>
            <a:lvl8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8pPr>
            <a:lvl9pPr marL="0" indent="0" algn="l" defTabSz="914400" rtl="0" eaLnBrk="1" latinLnBrk="0" hangingPunct="1">
              <a:lnSpc>
                <a:spcPct val="101000"/>
              </a:lnSpc>
              <a:spcBef>
                <a:spcPts val="0"/>
              </a:spcBef>
              <a:spcAft>
                <a:spcPts val="600"/>
              </a:spcAft>
              <a:buNone/>
              <a:defRPr lang="en-US" sz="600" b="0" i="0" kern="1200" dirty="0">
                <a:solidFill>
                  <a:srgbClr val="75787B"/>
                </a:solidFill>
                <a:latin typeface="+mn-lt"/>
                <a:ea typeface="GT America Regular" charset="0"/>
                <a:cs typeface="GT America Regular" charset="0"/>
              </a:defRPr>
            </a:lvl9pPr>
          </a:lstStyle>
          <a:p>
            <a:pPr lvl="0"/>
            <a:r>
              <a:rPr lang="en-US"/>
              <a:t>Click to edit Master text styles</a:t>
            </a:r>
          </a:p>
        </p:txBody>
      </p:sp>
      <p:sp>
        <p:nvSpPr>
          <p:cNvPr id="18" name="Content Placeholder 22">
            <a:extLst>
              <a:ext uri="{FF2B5EF4-FFF2-40B4-BE49-F238E27FC236}">
                <a16:creationId xmlns:a16="http://schemas.microsoft.com/office/drawing/2014/main" id="{DCF97E64-8DB2-6198-B460-E350D96243ED}"/>
              </a:ext>
            </a:extLst>
          </p:cNvPr>
          <p:cNvSpPr>
            <a:spLocks noGrp="1"/>
          </p:cNvSpPr>
          <p:nvPr>
            <p:ph sz="quarter" idx="23"/>
          </p:nvPr>
        </p:nvSpPr>
        <p:spPr>
          <a:xfrm>
            <a:off x="546100" y="1849438"/>
            <a:ext cx="3524249" cy="401796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9" name="Content Placeholder 24">
            <a:extLst>
              <a:ext uri="{FF2B5EF4-FFF2-40B4-BE49-F238E27FC236}">
                <a16:creationId xmlns:a16="http://schemas.microsoft.com/office/drawing/2014/main" id="{4C915BCD-3D1D-852B-25D7-EEA4860AA307}"/>
              </a:ext>
            </a:extLst>
          </p:cNvPr>
          <p:cNvSpPr>
            <a:spLocks noGrp="1"/>
          </p:cNvSpPr>
          <p:nvPr>
            <p:ph sz="quarter" idx="24"/>
          </p:nvPr>
        </p:nvSpPr>
        <p:spPr>
          <a:xfrm>
            <a:off x="4334891" y="1849438"/>
            <a:ext cx="3520440" cy="401796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1" name="Content Placeholder 20">
            <a:extLst>
              <a:ext uri="{FF2B5EF4-FFF2-40B4-BE49-F238E27FC236}">
                <a16:creationId xmlns:a16="http://schemas.microsoft.com/office/drawing/2014/main" id="{EAE08981-1E40-ECE5-28D7-BC196D49B683}"/>
              </a:ext>
            </a:extLst>
          </p:cNvPr>
          <p:cNvSpPr>
            <a:spLocks noGrp="1"/>
          </p:cNvSpPr>
          <p:nvPr>
            <p:ph sz="quarter" idx="25"/>
          </p:nvPr>
        </p:nvSpPr>
        <p:spPr>
          <a:xfrm>
            <a:off x="8119873" y="1849439"/>
            <a:ext cx="3520440" cy="401796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grpSp>
        <p:nvGrpSpPr>
          <p:cNvPr id="2" name="Group 1">
            <a:extLst>
              <a:ext uri="{FF2B5EF4-FFF2-40B4-BE49-F238E27FC236}">
                <a16:creationId xmlns:a16="http://schemas.microsoft.com/office/drawing/2014/main" id="{CEEFE481-4F99-4C10-2AD8-D94383CB4697}"/>
              </a:ext>
            </a:extLst>
          </p:cNvPr>
          <p:cNvGrpSpPr/>
          <p:nvPr userDrawn="1"/>
        </p:nvGrpSpPr>
        <p:grpSpPr>
          <a:xfrm>
            <a:off x="12356815" y="0"/>
            <a:ext cx="756834" cy="6872642"/>
            <a:chOff x="12356815" y="0"/>
            <a:chExt cx="756834" cy="6872642"/>
          </a:xfrm>
        </p:grpSpPr>
        <p:sp>
          <p:nvSpPr>
            <p:cNvPr id="3" name="Rectangle 2">
              <a:extLst>
                <a:ext uri="{FF2B5EF4-FFF2-40B4-BE49-F238E27FC236}">
                  <a16:creationId xmlns:a16="http://schemas.microsoft.com/office/drawing/2014/main" id="{A6680E74-7C34-C11B-17E1-D98D5D373970}"/>
                </a:ext>
              </a:extLst>
            </p:cNvPr>
            <p:cNvSpPr/>
            <p:nvPr userDrawn="1"/>
          </p:nvSpPr>
          <p:spPr>
            <a:xfrm>
              <a:off x="12356815" y="0"/>
              <a:ext cx="553069" cy="3279913"/>
            </a:xfrm>
            <a:prstGeom prst="rect">
              <a:avLst/>
            </a:prstGeom>
            <a:solidFill>
              <a:schemeClr val="bg1">
                <a:lumMod val="95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a:p>
          </p:txBody>
        </p:sp>
        <p:sp>
          <p:nvSpPr>
            <p:cNvPr id="6" name="TextBox 5">
              <a:extLst>
                <a:ext uri="{FF2B5EF4-FFF2-40B4-BE49-F238E27FC236}">
                  <a16:creationId xmlns:a16="http://schemas.microsoft.com/office/drawing/2014/main" id="{DD789006-6E17-789E-2348-A8D773F19D6B}"/>
                </a:ext>
              </a:extLst>
            </p:cNvPr>
            <p:cNvSpPr txBox="1"/>
            <p:nvPr userDrawn="1"/>
          </p:nvSpPr>
          <p:spPr>
            <a:xfrm rot="16200000">
              <a:off x="12332216" y="1580677"/>
              <a:ext cx="1444306" cy="118559"/>
            </a:xfrm>
            <a:prstGeom prst="rect">
              <a:avLst/>
            </a:prstGeom>
            <a:noFill/>
          </p:spPr>
          <p:txBody>
            <a:bodyPr wrap="none" lIns="0" tIns="0" rIns="0" bIns="0" rtlCol="0">
              <a:spAutoFit/>
            </a:bodyPr>
            <a:lstStyle/>
            <a:p>
              <a:pPr algn="l">
                <a:lnSpc>
                  <a:spcPct val="101000"/>
                </a:lnSpc>
                <a:spcAft>
                  <a:spcPts val="600"/>
                </a:spcAft>
              </a:pPr>
              <a:r>
                <a:rPr kumimoji="0" lang="en-CR" sz="800" b="1" i="0" u="none" strike="noStrike" kern="1200" cap="none" spc="0" normalizeH="0" baseline="0" noProof="0">
                  <a:ln>
                    <a:noFill/>
                  </a:ln>
                  <a:solidFill>
                    <a:srgbClr val="000000"/>
                  </a:solidFill>
                  <a:effectLst/>
                  <a:uLnTx/>
                  <a:uFillTx/>
                  <a:ea typeface="GT America Regular" charset="0"/>
                  <a:cs typeface="GT America Regular" charset="0"/>
                </a:rPr>
                <a:t>ON LIGHT AND EXTRA LIGHT</a:t>
              </a:r>
            </a:p>
          </p:txBody>
        </p:sp>
        <p:sp>
          <p:nvSpPr>
            <p:cNvPr id="7" name="Rectangle 6">
              <a:extLst>
                <a:ext uri="{FF2B5EF4-FFF2-40B4-BE49-F238E27FC236}">
                  <a16:creationId xmlns:a16="http://schemas.microsoft.com/office/drawing/2014/main" id="{6A43DC20-24A4-F5B7-89C0-B1460EEF0C12}"/>
                </a:ext>
              </a:extLst>
            </p:cNvPr>
            <p:cNvSpPr/>
            <p:nvPr userDrawn="1"/>
          </p:nvSpPr>
          <p:spPr>
            <a:xfrm>
              <a:off x="12356815" y="3592729"/>
              <a:ext cx="553069" cy="3279913"/>
            </a:xfrm>
            <a:prstGeom prst="rect">
              <a:avLst/>
            </a:prstGeom>
            <a:solidFill>
              <a:schemeClr val="tx2"/>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a:p>
          </p:txBody>
        </p:sp>
        <p:grpSp>
          <p:nvGrpSpPr>
            <p:cNvPr id="10" name="Group 9">
              <a:extLst>
                <a:ext uri="{FF2B5EF4-FFF2-40B4-BE49-F238E27FC236}">
                  <a16:creationId xmlns:a16="http://schemas.microsoft.com/office/drawing/2014/main" id="{B4515E65-18FE-12ED-590D-9335E642AFE2}"/>
                </a:ext>
              </a:extLst>
            </p:cNvPr>
            <p:cNvGrpSpPr/>
            <p:nvPr userDrawn="1"/>
          </p:nvGrpSpPr>
          <p:grpSpPr>
            <a:xfrm>
              <a:off x="12442019" y="3791214"/>
              <a:ext cx="382660" cy="2882942"/>
              <a:chOff x="14001569" y="3716048"/>
              <a:chExt cx="316248" cy="3171236"/>
            </a:xfrm>
          </p:grpSpPr>
          <p:sp>
            <p:nvSpPr>
              <p:cNvPr id="28" name="Rectangle 27">
                <a:extLst>
                  <a:ext uri="{FF2B5EF4-FFF2-40B4-BE49-F238E27FC236}">
                    <a16:creationId xmlns:a16="http://schemas.microsoft.com/office/drawing/2014/main" id="{C1A4B43F-18E2-B346-C7B0-0D200E648EC8}"/>
                  </a:ext>
                </a:extLst>
              </p:cNvPr>
              <p:cNvSpPr/>
              <p:nvPr userDrawn="1"/>
            </p:nvSpPr>
            <p:spPr>
              <a:xfrm rot="5400000">
                <a:off x="14033099" y="5954114"/>
                <a:ext cx="253188" cy="316248"/>
              </a:xfrm>
              <a:prstGeom prst="rect">
                <a:avLst/>
              </a:prstGeom>
              <a:solidFill>
                <a:srgbClr val="005E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29" name="Rectangle 28">
                <a:extLst>
                  <a:ext uri="{FF2B5EF4-FFF2-40B4-BE49-F238E27FC236}">
                    <a16:creationId xmlns:a16="http://schemas.microsoft.com/office/drawing/2014/main" id="{E825AC70-0876-74A6-BE83-B06084480AFA}"/>
                  </a:ext>
                </a:extLst>
              </p:cNvPr>
              <p:cNvSpPr/>
              <p:nvPr userDrawn="1"/>
            </p:nvSpPr>
            <p:spPr>
              <a:xfrm rot="5400000">
                <a:off x="14033099" y="6278342"/>
                <a:ext cx="253188" cy="316248"/>
              </a:xfrm>
              <a:prstGeom prst="rect">
                <a:avLst/>
              </a:prstGeom>
              <a:solidFill>
                <a:srgbClr val="B8B9D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30" name="Rectangle 29">
                <a:extLst>
                  <a:ext uri="{FF2B5EF4-FFF2-40B4-BE49-F238E27FC236}">
                    <a16:creationId xmlns:a16="http://schemas.microsoft.com/office/drawing/2014/main" id="{D7B0E988-3B30-CD18-76DA-9CE4A3A7C330}"/>
                  </a:ext>
                </a:extLst>
              </p:cNvPr>
              <p:cNvSpPr/>
              <p:nvPr userDrawn="1"/>
            </p:nvSpPr>
            <p:spPr>
              <a:xfrm rot="5400000">
                <a:off x="14033099" y="6602566"/>
                <a:ext cx="253188" cy="316248"/>
              </a:xfrm>
              <a:prstGeom prst="rect">
                <a:avLst/>
              </a:prstGeom>
              <a:solidFill>
                <a:srgbClr val="FBE6D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31" name="Rectangle 30">
                <a:extLst>
                  <a:ext uri="{FF2B5EF4-FFF2-40B4-BE49-F238E27FC236}">
                    <a16:creationId xmlns:a16="http://schemas.microsoft.com/office/drawing/2014/main" id="{293AD607-C075-E907-6D5A-095823F7F326}"/>
                  </a:ext>
                </a:extLst>
              </p:cNvPr>
              <p:cNvSpPr/>
              <p:nvPr userDrawn="1"/>
            </p:nvSpPr>
            <p:spPr>
              <a:xfrm rot="5400000">
                <a:off x="14033099" y="4981430"/>
                <a:ext cx="253188" cy="316248"/>
              </a:xfrm>
              <a:prstGeom prst="rect">
                <a:avLst/>
              </a:prstGeom>
              <a:solidFill>
                <a:srgbClr val="BCE09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32" name="Rectangle 31">
                <a:extLst>
                  <a:ext uri="{FF2B5EF4-FFF2-40B4-BE49-F238E27FC236}">
                    <a16:creationId xmlns:a16="http://schemas.microsoft.com/office/drawing/2014/main" id="{2A1E7AB9-6F50-DA30-2204-56D4FE6EB51D}"/>
                  </a:ext>
                </a:extLst>
              </p:cNvPr>
              <p:cNvSpPr/>
              <p:nvPr userDrawn="1"/>
            </p:nvSpPr>
            <p:spPr>
              <a:xfrm rot="5400000">
                <a:off x="14033099" y="5305658"/>
                <a:ext cx="253188" cy="316248"/>
              </a:xfrm>
              <a:prstGeom prst="rect">
                <a:avLst/>
              </a:prstGeom>
              <a:solidFill>
                <a:srgbClr val="E9783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33" name="Rectangle 32">
                <a:extLst>
                  <a:ext uri="{FF2B5EF4-FFF2-40B4-BE49-F238E27FC236}">
                    <a16:creationId xmlns:a16="http://schemas.microsoft.com/office/drawing/2014/main" id="{148F8FB7-C28B-9226-26A1-4AB117339C6C}"/>
                  </a:ext>
                </a:extLst>
              </p:cNvPr>
              <p:cNvSpPr/>
              <p:nvPr userDrawn="1"/>
            </p:nvSpPr>
            <p:spPr>
              <a:xfrm rot="5400000">
                <a:off x="14033099" y="5629886"/>
                <a:ext cx="253188" cy="316248"/>
              </a:xfrm>
              <a:prstGeom prst="rect">
                <a:avLst/>
              </a:prstGeom>
              <a:solidFill>
                <a:srgbClr val="B9056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34" name="Rectangle 33">
                <a:extLst>
                  <a:ext uri="{FF2B5EF4-FFF2-40B4-BE49-F238E27FC236}">
                    <a16:creationId xmlns:a16="http://schemas.microsoft.com/office/drawing/2014/main" id="{2994BBA4-18FE-81C6-DBF2-331FE6716758}"/>
                  </a:ext>
                </a:extLst>
              </p:cNvPr>
              <p:cNvSpPr/>
              <p:nvPr userDrawn="1"/>
            </p:nvSpPr>
            <p:spPr>
              <a:xfrm rot="5400000">
                <a:off x="14033099" y="3684518"/>
                <a:ext cx="253188" cy="316248"/>
              </a:xfrm>
              <a:prstGeom prst="rect">
                <a:avLst/>
              </a:prstGeom>
              <a:solidFill>
                <a:srgbClr val="9DC2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35" name="Rectangle 34">
                <a:extLst>
                  <a:ext uri="{FF2B5EF4-FFF2-40B4-BE49-F238E27FC236}">
                    <a16:creationId xmlns:a16="http://schemas.microsoft.com/office/drawing/2014/main" id="{BF355292-E77C-C9D7-CF8A-5BCC8F5D20A0}"/>
                  </a:ext>
                </a:extLst>
              </p:cNvPr>
              <p:cNvSpPr/>
              <p:nvPr userDrawn="1"/>
            </p:nvSpPr>
            <p:spPr>
              <a:xfrm rot="5400000">
                <a:off x="14033099" y="4008746"/>
                <a:ext cx="253188" cy="316248"/>
              </a:xfrm>
              <a:prstGeom prst="rect">
                <a:avLst/>
              </a:prstGeom>
              <a:solidFill>
                <a:srgbClr val="309DA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36" name="Rectangle 35">
                <a:extLst>
                  <a:ext uri="{FF2B5EF4-FFF2-40B4-BE49-F238E27FC236}">
                    <a16:creationId xmlns:a16="http://schemas.microsoft.com/office/drawing/2014/main" id="{589C66AD-1F02-9DED-1726-ADD92127FAA6}"/>
                  </a:ext>
                </a:extLst>
              </p:cNvPr>
              <p:cNvSpPr/>
              <p:nvPr userDrawn="1"/>
            </p:nvSpPr>
            <p:spPr>
              <a:xfrm rot="5400000">
                <a:off x="14033099" y="4332974"/>
                <a:ext cx="253188" cy="316248"/>
              </a:xfrm>
              <a:prstGeom prst="rect">
                <a:avLst/>
              </a:prstGeom>
              <a:solidFill>
                <a:srgbClr val="E2C22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37" name="Rectangle 36">
                <a:extLst>
                  <a:ext uri="{FF2B5EF4-FFF2-40B4-BE49-F238E27FC236}">
                    <a16:creationId xmlns:a16="http://schemas.microsoft.com/office/drawing/2014/main" id="{AF6D3025-CA44-8A8F-9AC2-0859BCB8AA18}"/>
                  </a:ext>
                </a:extLst>
              </p:cNvPr>
              <p:cNvSpPr/>
              <p:nvPr userDrawn="1"/>
            </p:nvSpPr>
            <p:spPr>
              <a:xfrm rot="5400000">
                <a:off x="14033099" y="4657202"/>
                <a:ext cx="253188" cy="316248"/>
              </a:xfrm>
              <a:prstGeom prst="rect">
                <a:avLst/>
              </a:prstGeom>
              <a:solidFill>
                <a:srgbClr val="9158B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grpSp>
        <p:grpSp>
          <p:nvGrpSpPr>
            <p:cNvPr id="11" name="Group 10">
              <a:extLst>
                <a:ext uri="{FF2B5EF4-FFF2-40B4-BE49-F238E27FC236}">
                  <a16:creationId xmlns:a16="http://schemas.microsoft.com/office/drawing/2014/main" id="{3FC8EB8F-2D27-0729-BFAC-0B8C73F07584}"/>
                </a:ext>
              </a:extLst>
            </p:cNvPr>
            <p:cNvGrpSpPr/>
            <p:nvPr userDrawn="1"/>
          </p:nvGrpSpPr>
          <p:grpSpPr>
            <a:xfrm>
              <a:off x="12442019" y="198485"/>
              <a:ext cx="382660" cy="2882942"/>
              <a:chOff x="12742785" y="3716048"/>
              <a:chExt cx="316248" cy="3171236"/>
            </a:xfrm>
          </p:grpSpPr>
          <p:sp>
            <p:nvSpPr>
              <p:cNvPr id="13" name="Rectangle 12">
                <a:extLst>
                  <a:ext uri="{FF2B5EF4-FFF2-40B4-BE49-F238E27FC236}">
                    <a16:creationId xmlns:a16="http://schemas.microsoft.com/office/drawing/2014/main" id="{325D61AE-7C86-1EE4-B610-FFCE4580B5F7}"/>
                  </a:ext>
                </a:extLst>
              </p:cNvPr>
              <p:cNvSpPr/>
              <p:nvPr userDrawn="1"/>
            </p:nvSpPr>
            <p:spPr>
              <a:xfrm rot="5400000">
                <a:off x="12774315" y="6602566"/>
                <a:ext cx="253188" cy="316248"/>
              </a:xfrm>
              <a:prstGeom prst="rect">
                <a:avLst/>
              </a:prstGeom>
              <a:solidFill>
                <a:srgbClr val="BFD6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14" name="Rectangle 13">
                <a:extLst>
                  <a:ext uri="{FF2B5EF4-FFF2-40B4-BE49-F238E27FC236}">
                    <a16:creationId xmlns:a16="http://schemas.microsoft.com/office/drawing/2014/main" id="{90CD2D99-9411-3B06-D002-C0CA73189CF2}"/>
                  </a:ext>
                </a:extLst>
              </p:cNvPr>
              <p:cNvSpPr/>
              <p:nvPr userDrawn="1"/>
            </p:nvSpPr>
            <p:spPr>
              <a:xfrm rot="5400000">
                <a:off x="12774315" y="4981430"/>
                <a:ext cx="253188" cy="316248"/>
              </a:xfrm>
              <a:prstGeom prst="rect">
                <a:avLst/>
              </a:prstGeom>
              <a:solidFill>
                <a:srgbClr val="D25F7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15" name="Rectangle 14">
                <a:extLst>
                  <a:ext uri="{FF2B5EF4-FFF2-40B4-BE49-F238E27FC236}">
                    <a16:creationId xmlns:a16="http://schemas.microsoft.com/office/drawing/2014/main" id="{A84F3E5A-2F86-1F05-12C2-0A5EBC61A627}"/>
                  </a:ext>
                </a:extLst>
              </p:cNvPr>
              <p:cNvSpPr/>
              <p:nvPr userDrawn="1"/>
            </p:nvSpPr>
            <p:spPr>
              <a:xfrm rot="5400000">
                <a:off x="12774315" y="5305658"/>
                <a:ext cx="253188" cy="316248"/>
              </a:xfrm>
              <a:prstGeom prst="rect">
                <a:avLst/>
              </a:prstGeom>
              <a:solidFill>
                <a:srgbClr val="C6480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20" name="Rectangle 19">
                <a:extLst>
                  <a:ext uri="{FF2B5EF4-FFF2-40B4-BE49-F238E27FC236}">
                    <a16:creationId xmlns:a16="http://schemas.microsoft.com/office/drawing/2014/main" id="{8FE7E92E-80EA-A667-04D6-553608F0A3CF}"/>
                  </a:ext>
                </a:extLst>
              </p:cNvPr>
              <p:cNvSpPr/>
              <p:nvPr userDrawn="1"/>
            </p:nvSpPr>
            <p:spPr>
              <a:xfrm rot="5400000">
                <a:off x="12774315" y="5629886"/>
                <a:ext cx="253188" cy="316248"/>
              </a:xfrm>
              <a:prstGeom prst="rect">
                <a:avLst/>
              </a:prstGeom>
              <a:solidFill>
                <a:srgbClr val="BA016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22" name="Rectangle 21">
                <a:extLst>
                  <a:ext uri="{FF2B5EF4-FFF2-40B4-BE49-F238E27FC236}">
                    <a16:creationId xmlns:a16="http://schemas.microsoft.com/office/drawing/2014/main" id="{A3A93D49-2753-CEEE-C7BA-F79062852C43}"/>
                  </a:ext>
                </a:extLst>
              </p:cNvPr>
              <p:cNvSpPr/>
              <p:nvPr userDrawn="1"/>
            </p:nvSpPr>
            <p:spPr>
              <a:xfrm rot="5400000">
                <a:off x="12774315" y="3684518"/>
                <a:ext cx="253188" cy="316248"/>
              </a:xfrm>
              <a:prstGeom prst="rect">
                <a:avLst/>
              </a:prstGeom>
              <a:solidFill>
                <a:srgbClr val="005E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23" name="Rectangle 22">
                <a:extLst>
                  <a:ext uri="{FF2B5EF4-FFF2-40B4-BE49-F238E27FC236}">
                    <a16:creationId xmlns:a16="http://schemas.microsoft.com/office/drawing/2014/main" id="{26B0A025-ABB9-20E5-9C6C-C4493CAEEA4A}"/>
                  </a:ext>
                </a:extLst>
              </p:cNvPr>
              <p:cNvSpPr/>
              <p:nvPr userDrawn="1"/>
            </p:nvSpPr>
            <p:spPr>
              <a:xfrm rot="5400000">
                <a:off x="12774315" y="4008746"/>
                <a:ext cx="253188" cy="316248"/>
              </a:xfrm>
              <a:prstGeom prst="rect">
                <a:avLst/>
              </a:prstGeom>
              <a:solidFill>
                <a:srgbClr val="5EB6B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24" name="Rectangle 23">
                <a:extLst>
                  <a:ext uri="{FF2B5EF4-FFF2-40B4-BE49-F238E27FC236}">
                    <a16:creationId xmlns:a16="http://schemas.microsoft.com/office/drawing/2014/main" id="{D9D071D0-07C9-8D79-B6DD-773B0FD6FE40}"/>
                  </a:ext>
                </a:extLst>
              </p:cNvPr>
              <p:cNvSpPr/>
              <p:nvPr userDrawn="1"/>
            </p:nvSpPr>
            <p:spPr>
              <a:xfrm rot="5400000">
                <a:off x="12774315" y="4332974"/>
                <a:ext cx="253188" cy="316248"/>
              </a:xfrm>
              <a:prstGeom prst="rect">
                <a:avLst/>
              </a:prstGeom>
              <a:solidFill>
                <a:srgbClr val="C7AB2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25" name="Rectangle 24">
                <a:extLst>
                  <a:ext uri="{FF2B5EF4-FFF2-40B4-BE49-F238E27FC236}">
                    <a16:creationId xmlns:a16="http://schemas.microsoft.com/office/drawing/2014/main" id="{DC7A7748-02EC-8693-0365-78745E3A15C4}"/>
                  </a:ext>
                </a:extLst>
              </p:cNvPr>
              <p:cNvSpPr/>
              <p:nvPr userDrawn="1"/>
            </p:nvSpPr>
            <p:spPr>
              <a:xfrm rot="5400000">
                <a:off x="12774315" y="4657202"/>
                <a:ext cx="253188" cy="316248"/>
              </a:xfrm>
              <a:prstGeom prst="rect">
                <a:avLst/>
              </a:prstGeom>
              <a:solidFill>
                <a:srgbClr val="5C068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26" name="Rectangle 25">
                <a:extLst>
                  <a:ext uri="{FF2B5EF4-FFF2-40B4-BE49-F238E27FC236}">
                    <a16:creationId xmlns:a16="http://schemas.microsoft.com/office/drawing/2014/main" id="{34515124-C682-CD41-9063-58B2F85DB883}"/>
                  </a:ext>
                </a:extLst>
              </p:cNvPr>
              <p:cNvSpPr/>
              <p:nvPr userDrawn="1"/>
            </p:nvSpPr>
            <p:spPr>
              <a:xfrm rot="5400000">
                <a:off x="12774315" y="5954114"/>
                <a:ext cx="253188" cy="316248"/>
              </a:xfrm>
              <a:prstGeom prst="rect">
                <a:avLst/>
              </a:prstGeom>
              <a:solidFill>
                <a:srgbClr val="2A431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27" name="Rectangle 26">
                <a:extLst>
                  <a:ext uri="{FF2B5EF4-FFF2-40B4-BE49-F238E27FC236}">
                    <a16:creationId xmlns:a16="http://schemas.microsoft.com/office/drawing/2014/main" id="{E4D093FA-17DA-C82D-2B3A-E07D6516BA3A}"/>
                  </a:ext>
                </a:extLst>
              </p:cNvPr>
              <p:cNvSpPr/>
              <p:nvPr userDrawn="1"/>
            </p:nvSpPr>
            <p:spPr>
              <a:xfrm rot="5400000">
                <a:off x="12774315" y="6278342"/>
                <a:ext cx="253188" cy="316248"/>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grpSp>
        <p:sp>
          <p:nvSpPr>
            <p:cNvPr id="12" name="TextBox 11">
              <a:extLst>
                <a:ext uri="{FF2B5EF4-FFF2-40B4-BE49-F238E27FC236}">
                  <a16:creationId xmlns:a16="http://schemas.microsoft.com/office/drawing/2014/main" id="{CEFF2A09-8F49-0C89-9205-3F5C2DF3A254}"/>
                </a:ext>
              </a:extLst>
            </p:cNvPr>
            <p:cNvSpPr txBox="1"/>
            <p:nvPr userDrawn="1"/>
          </p:nvSpPr>
          <p:spPr>
            <a:xfrm rot="16200000">
              <a:off x="12574270" y="5173406"/>
              <a:ext cx="960199" cy="118559"/>
            </a:xfrm>
            <a:prstGeom prst="rect">
              <a:avLst/>
            </a:prstGeom>
            <a:noFill/>
          </p:spPr>
          <p:txBody>
            <a:bodyPr wrap="none" lIns="0" tIns="0" rIns="0" bIns="0" rtlCol="0">
              <a:spAutoFit/>
            </a:bodyPr>
            <a:lstStyle/>
            <a:p>
              <a:pPr algn="l">
                <a:lnSpc>
                  <a:spcPct val="101000"/>
                </a:lnSpc>
                <a:spcAft>
                  <a:spcPts val="600"/>
                </a:spcAft>
              </a:pPr>
              <a:r>
                <a:rPr lang="en-CR" sz="800" b="1">
                  <a:solidFill>
                    <a:srgbClr val="000000"/>
                  </a:solidFill>
                  <a:latin typeface="GT America Regular"/>
                  <a:ea typeface="GT America Regular" charset="0"/>
                  <a:cs typeface="GT America Regular" charset="0"/>
                </a:rPr>
                <a:t>ON MOODY´S BLUE</a:t>
              </a:r>
              <a:endParaRPr kumimoji="0" lang="en-CR" sz="800" b="1" i="0" u="none" strike="noStrike" kern="1200" cap="none" spc="0" normalizeH="0" baseline="0" noProof="0" err="1">
                <a:ln>
                  <a:noFill/>
                </a:ln>
                <a:solidFill>
                  <a:srgbClr val="000000"/>
                </a:solidFill>
                <a:effectLst/>
                <a:uLnTx/>
                <a:uFillTx/>
                <a:latin typeface="GT America Regular"/>
                <a:ea typeface="GT America Regular" charset="0"/>
                <a:cs typeface="GT America Regular" charset="0"/>
              </a:endParaRPr>
            </a:p>
          </p:txBody>
        </p:sp>
      </p:grpSp>
      <p:sp>
        <p:nvSpPr>
          <p:cNvPr id="38" name="TextBox 37">
            <a:extLst>
              <a:ext uri="{FF2B5EF4-FFF2-40B4-BE49-F238E27FC236}">
                <a16:creationId xmlns:a16="http://schemas.microsoft.com/office/drawing/2014/main" id="{CBF30BE1-26FB-BE94-58B6-05D135B775F0}"/>
              </a:ext>
            </a:extLst>
          </p:cNvPr>
          <p:cNvSpPr txBox="1"/>
          <p:nvPr userDrawn="1"/>
        </p:nvSpPr>
        <p:spPr>
          <a:xfrm>
            <a:off x="12356815" y="3377042"/>
            <a:ext cx="807913" cy="118559"/>
          </a:xfrm>
          <a:prstGeom prst="rect">
            <a:avLst/>
          </a:prstGeom>
          <a:noFill/>
        </p:spPr>
        <p:txBody>
          <a:bodyPr wrap="none" lIns="0" tIns="0" rIns="0" bIns="0" rtlCol="0">
            <a:spAutoFit/>
          </a:bodyPr>
          <a:lstStyle/>
          <a:p>
            <a:pPr algn="l">
              <a:lnSpc>
                <a:spcPct val="101000"/>
              </a:lnSpc>
              <a:spcAft>
                <a:spcPts val="600"/>
              </a:spcAft>
            </a:pPr>
            <a:r>
              <a:rPr kumimoji="0" lang="en-US" sz="800" b="1" i="0" u="none" strike="noStrike" kern="1200" cap="none" spc="0" normalizeH="0" baseline="0" noProof="0" dirty="0">
                <a:ln>
                  <a:noFill/>
                </a:ln>
                <a:solidFill>
                  <a:srgbClr val="000000"/>
                </a:solidFill>
                <a:effectLst/>
                <a:uLnTx/>
                <a:uFillTx/>
                <a:ea typeface="GT America Regular" charset="0"/>
                <a:cs typeface="GT America Regular" charset="0"/>
              </a:rPr>
              <a:t>For charts ONLY</a:t>
            </a:r>
            <a:endParaRPr kumimoji="0" lang="en-CR" sz="800" b="1" i="0" u="none" strike="noStrike" kern="1200" cap="none" spc="0" normalizeH="0" baseline="0" noProof="0">
              <a:ln>
                <a:noFill/>
              </a:ln>
              <a:solidFill>
                <a:srgbClr val="000000"/>
              </a:solidFill>
              <a:effectLst/>
              <a:uLnTx/>
              <a:uFillTx/>
              <a:ea typeface="GT America Regular" charset="0"/>
              <a:cs typeface="GT America Regular" charset="0"/>
            </a:endParaRPr>
          </a:p>
        </p:txBody>
      </p:sp>
    </p:spTree>
    <p:extLst>
      <p:ext uri="{BB962C8B-B14F-4D97-AF65-F5344CB8AC3E}">
        <p14:creationId xmlns:p14="http://schemas.microsoft.com/office/powerpoint/2010/main" val="3808933182"/>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3 Column - Subhead">
    <p:spTree>
      <p:nvGrpSpPr>
        <p:cNvPr id="1" name=""/>
        <p:cNvGrpSpPr/>
        <p:nvPr/>
      </p:nvGrpSpPr>
      <p:grpSpPr>
        <a:xfrm>
          <a:off x="0" y="0"/>
          <a:ext cx="0" cy="0"/>
          <a:chOff x="0" y="0"/>
          <a:chExt cx="0" cy="0"/>
        </a:xfrm>
      </p:grpSpPr>
      <p:sp>
        <p:nvSpPr>
          <p:cNvPr id="8" name="Footer Placeholder 7">
            <a:extLst>
              <a:ext uri="{FF2B5EF4-FFF2-40B4-BE49-F238E27FC236}">
                <a16:creationId xmlns:a16="http://schemas.microsoft.com/office/drawing/2014/main" id="{0E2ADB5F-BB7A-E503-6385-47B7F4A752C0}"/>
              </a:ext>
            </a:extLst>
          </p:cNvPr>
          <p:cNvSpPr>
            <a:spLocks noGrp="1"/>
          </p:cNvSpPr>
          <p:nvPr>
            <p:ph type="ftr" sz="quarter" idx="11"/>
          </p:nvPr>
        </p:nvSpPr>
        <p:spPr/>
        <p:txBody>
          <a:bodyPr/>
          <a:lstStyle/>
          <a:p>
            <a:r>
              <a:rPr lang="en-US"/>
              <a:t>See slide 12 for instructions on how to update footer</a:t>
            </a:r>
          </a:p>
        </p:txBody>
      </p:sp>
      <p:sp>
        <p:nvSpPr>
          <p:cNvPr id="9" name="Slide Number Placeholder 8">
            <a:extLst>
              <a:ext uri="{FF2B5EF4-FFF2-40B4-BE49-F238E27FC236}">
                <a16:creationId xmlns:a16="http://schemas.microsoft.com/office/drawing/2014/main" id="{CCA8152B-F410-5052-DF3D-06C6DD4D2381}"/>
              </a:ext>
            </a:extLst>
          </p:cNvPr>
          <p:cNvSpPr>
            <a:spLocks noGrp="1"/>
          </p:cNvSpPr>
          <p:nvPr>
            <p:ph type="sldNum" sz="quarter" idx="12"/>
          </p:nvPr>
        </p:nvSpPr>
        <p:spPr/>
        <p:txBody>
          <a:bodyPr/>
          <a:lstStyle/>
          <a:p>
            <a:fld id="{862A5111-985B-C14D-9115-5787026182A8}" type="slidenum">
              <a:rPr lang="en-US" smtClean="0"/>
              <a:t>‹#›</a:t>
            </a:fld>
            <a:endParaRPr lang="en-US"/>
          </a:p>
        </p:txBody>
      </p:sp>
      <p:sp>
        <p:nvSpPr>
          <p:cNvPr id="5" name="Title 4">
            <a:extLst>
              <a:ext uri="{FF2B5EF4-FFF2-40B4-BE49-F238E27FC236}">
                <a16:creationId xmlns:a16="http://schemas.microsoft.com/office/drawing/2014/main" id="{4D3A07AB-930B-F509-FF11-FF7EA66F18A9}"/>
              </a:ext>
            </a:extLst>
          </p:cNvPr>
          <p:cNvSpPr>
            <a:spLocks noGrp="1"/>
          </p:cNvSpPr>
          <p:nvPr>
            <p:ph type="title"/>
          </p:nvPr>
        </p:nvSpPr>
        <p:spPr>
          <a:xfrm>
            <a:off x="546100" y="552450"/>
            <a:ext cx="11091862" cy="434975"/>
          </a:xfrm>
        </p:spPr>
        <p:txBody>
          <a:bodyPr/>
          <a:lstStyle/>
          <a:p>
            <a:r>
              <a:rPr lang="en-US"/>
              <a:t>Click to edit Master title style</a:t>
            </a:r>
            <a:endParaRPr lang="en-US" dirty="0"/>
          </a:p>
        </p:txBody>
      </p:sp>
      <p:sp>
        <p:nvSpPr>
          <p:cNvPr id="4" name="Freeform 5">
            <a:extLst>
              <a:ext uri="{FF2B5EF4-FFF2-40B4-BE49-F238E27FC236}">
                <a16:creationId xmlns:a16="http://schemas.microsoft.com/office/drawing/2014/main" id="{8B69F93D-EF0B-4D4E-BBE4-C724E821A90D}"/>
              </a:ext>
            </a:extLst>
          </p:cNvPr>
          <p:cNvSpPr/>
          <p:nvPr userDrawn="1"/>
        </p:nvSpPr>
        <p:spPr bwMode="black">
          <a:xfrm>
            <a:off x="554038" y="6469335"/>
            <a:ext cx="678511" cy="112440"/>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chemeClr val="tx2"/>
          </a:solidFill>
          <a:ln w="0" cap="flat">
            <a:noFill/>
            <a:prstDash val="solid"/>
            <a:miter/>
          </a:ln>
        </p:spPr>
        <p:txBody>
          <a:bodyPr rtlCol="0" anchor="ctr"/>
          <a:lstStyle/>
          <a:p>
            <a:endParaRPr lang="en-US"/>
          </a:p>
        </p:txBody>
      </p:sp>
      <p:sp>
        <p:nvSpPr>
          <p:cNvPr id="12" name="Text Placeholder 10">
            <a:extLst>
              <a:ext uri="{FF2B5EF4-FFF2-40B4-BE49-F238E27FC236}">
                <a16:creationId xmlns:a16="http://schemas.microsoft.com/office/drawing/2014/main" id="{E7C5C99F-2E27-32AA-A2BB-FD22347F3EE1}"/>
              </a:ext>
            </a:extLst>
          </p:cNvPr>
          <p:cNvSpPr>
            <a:spLocks noGrp="1"/>
          </p:cNvSpPr>
          <p:nvPr>
            <p:ph type="body" sz="quarter" idx="21"/>
          </p:nvPr>
        </p:nvSpPr>
        <p:spPr>
          <a:xfrm>
            <a:off x="546100" y="1127125"/>
            <a:ext cx="11094211" cy="296861"/>
          </a:xfrm>
        </p:spPr>
        <p:txBody>
          <a:bodyPr>
            <a:noAutofit/>
          </a:bodyPr>
          <a:lstStyle>
            <a:lvl1pPr marL="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1pPr>
            <a:lvl2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2pPr>
            <a:lvl3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3pPr>
            <a:lvl4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4pPr>
            <a:lvl5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5pPr>
            <a:lvl6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6pPr>
            <a:lvl7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7pPr>
            <a:lvl8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8pPr>
            <a:lvl9pPr marL="0" indent="0" algn="l" defTabSz="914400" rtl="0" eaLnBrk="1" latinLnBrk="0" hangingPunct="1">
              <a:lnSpc>
                <a:spcPct val="80000"/>
              </a:lnSpc>
              <a:spcBef>
                <a:spcPts val="0"/>
              </a:spcBef>
              <a:spcAft>
                <a:spcPts val="0"/>
              </a:spcAft>
              <a:buNone/>
              <a:defRPr lang="en-US" sz="2400" b="0" i="0" kern="1200" dirty="0">
                <a:solidFill>
                  <a:schemeClr val="accent1"/>
                </a:solidFill>
                <a:latin typeface="+mj-lt"/>
                <a:ea typeface="GT America Regular" charset="0"/>
                <a:cs typeface="GT America Regular" charset="0"/>
              </a:defRPr>
            </a:lvl9pPr>
          </a:lstStyle>
          <a:p>
            <a:pPr lvl="0"/>
            <a:r>
              <a:rPr lang="en-US"/>
              <a:t>Click to edit Master text styles</a:t>
            </a:r>
          </a:p>
        </p:txBody>
      </p:sp>
      <p:sp>
        <p:nvSpPr>
          <p:cNvPr id="13" name="Text Placeholder 15">
            <a:extLst>
              <a:ext uri="{FF2B5EF4-FFF2-40B4-BE49-F238E27FC236}">
                <a16:creationId xmlns:a16="http://schemas.microsoft.com/office/drawing/2014/main" id="{D7FBEDD3-5B7A-AD55-B261-024183A617D5}"/>
              </a:ext>
            </a:extLst>
          </p:cNvPr>
          <p:cNvSpPr>
            <a:spLocks noGrp="1"/>
          </p:cNvSpPr>
          <p:nvPr>
            <p:ph type="body" sz="quarter" idx="22"/>
          </p:nvPr>
        </p:nvSpPr>
        <p:spPr>
          <a:xfrm>
            <a:off x="546100" y="6019800"/>
            <a:ext cx="6851650" cy="289560"/>
          </a:xfrm>
        </p:spPr>
        <p:txBody>
          <a:bodyPr anchor="b" anchorCtr="0">
            <a:noAutofit/>
          </a:bodyPr>
          <a:lstStyle>
            <a:lvl1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1pPr>
            <a:lvl2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2pPr>
            <a:lvl3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3pPr>
            <a:lvl4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4pPr>
            <a:lvl5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5pPr>
            <a:lvl6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6pPr>
            <a:lvl7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7pPr>
            <a:lvl8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8pPr>
            <a:lvl9pPr marL="0" indent="0" algn="l" defTabSz="914400" rtl="0" eaLnBrk="1" latinLnBrk="0" hangingPunct="1">
              <a:lnSpc>
                <a:spcPct val="101000"/>
              </a:lnSpc>
              <a:spcBef>
                <a:spcPts val="0"/>
              </a:spcBef>
              <a:spcAft>
                <a:spcPts val="600"/>
              </a:spcAft>
              <a:buNone/>
              <a:defRPr lang="en-US" sz="600" b="0" i="0" kern="1200" dirty="0">
                <a:solidFill>
                  <a:srgbClr val="75787B"/>
                </a:solidFill>
                <a:latin typeface="+mn-lt"/>
                <a:ea typeface="GT America Regular" charset="0"/>
                <a:cs typeface="GT America Regular" charset="0"/>
              </a:defRPr>
            </a:lvl9pPr>
          </a:lstStyle>
          <a:p>
            <a:pPr lvl="0"/>
            <a:r>
              <a:rPr lang="en-US"/>
              <a:t>Click to edit Master text styles</a:t>
            </a:r>
          </a:p>
        </p:txBody>
      </p:sp>
      <p:sp>
        <p:nvSpPr>
          <p:cNvPr id="14" name="Content Placeholder 22">
            <a:extLst>
              <a:ext uri="{FF2B5EF4-FFF2-40B4-BE49-F238E27FC236}">
                <a16:creationId xmlns:a16="http://schemas.microsoft.com/office/drawing/2014/main" id="{C12BF8D2-A9C1-A94F-0BD2-3090AFC52369}"/>
              </a:ext>
            </a:extLst>
          </p:cNvPr>
          <p:cNvSpPr>
            <a:spLocks noGrp="1"/>
          </p:cNvSpPr>
          <p:nvPr>
            <p:ph sz="quarter" idx="23"/>
          </p:nvPr>
        </p:nvSpPr>
        <p:spPr>
          <a:xfrm>
            <a:off x="546100" y="2425700"/>
            <a:ext cx="3524249" cy="34417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5" name="Content Placeholder 24">
            <a:extLst>
              <a:ext uri="{FF2B5EF4-FFF2-40B4-BE49-F238E27FC236}">
                <a16:creationId xmlns:a16="http://schemas.microsoft.com/office/drawing/2014/main" id="{9CD544D2-832B-F777-218B-C0F2BDC73B8C}"/>
              </a:ext>
            </a:extLst>
          </p:cNvPr>
          <p:cNvSpPr>
            <a:spLocks noGrp="1"/>
          </p:cNvSpPr>
          <p:nvPr>
            <p:ph sz="quarter" idx="24"/>
          </p:nvPr>
        </p:nvSpPr>
        <p:spPr>
          <a:xfrm>
            <a:off x="4333715" y="2425700"/>
            <a:ext cx="3520440" cy="34417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6" name="Content Placeholder 20">
            <a:extLst>
              <a:ext uri="{FF2B5EF4-FFF2-40B4-BE49-F238E27FC236}">
                <a16:creationId xmlns:a16="http://schemas.microsoft.com/office/drawing/2014/main" id="{65B5C789-A5F1-EB2A-667A-4B57F4569728}"/>
              </a:ext>
            </a:extLst>
          </p:cNvPr>
          <p:cNvSpPr>
            <a:spLocks noGrp="1"/>
          </p:cNvSpPr>
          <p:nvPr>
            <p:ph sz="quarter" idx="25"/>
          </p:nvPr>
        </p:nvSpPr>
        <p:spPr>
          <a:xfrm>
            <a:off x="8117522" y="2425701"/>
            <a:ext cx="3520440" cy="344169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7" name="Text Placeholder 33">
            <a:extLst>
              <a:ext uri="{FF2B5EF4-FFF2-40B4-BE49-F238E27FC236}">
                <a16:creationId xmlns:a16="http://schemas.microsoft.com/office/drawing/2014/main" id="{72BCF22D-7BA9-AFDD-8C6C-56F01183A358}"/>
              </a:ext>
            </a:extLst>
          </p:cNvPr>
          <p:cNvSpPr>
            <a:spLocks noGrp="1"/>
          </p:cNvSpPr>
          <p:nvPr>
            <p:ph type="body" sz="quarter" idx="29"/>
          </p:nvPr>
        </p:nvSpPr>
        <p:spPr>
          <a:xfrm>
            <a:off x="546100" y="1849436"/>
            <a:ext cx="3524249" cy="296861"/>
          </a:xfrm>
        </p:spPr>
        <p:txBody>
          <a:bodyPr anchor="b">
            <a:noAutofit/>
          </a:bodyPr>
          <a:lstStyle>
            <a:lvl1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1pPr>
            <a:lvl2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2pPr>
            <a:lvl3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3pPr>
            <a:lvl4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4pPr>
            <a:lvl5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5pPr>
            <a:lvl6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6pPr>
            <a:lvl7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7pPr>
            <a:lvl8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8pPr>
            <a:lvl9pPr marL="0" indent="0" algn="l" defTabSz="914400" rtl="0" eaLnBrk="1" latinLnBrk="0" hangingPunct="1">
              <a:lnSpc>
                <a:spcPct val="101000"/>
              </a:lnSpc>
              <a:spcBef>
                <a:spcPts val="0"/>
              </a:spcBef>
              <a:spcAft>
                <a:spcPts val="600"/>
              </a:spcAft>
              <a:buNone/>
              <a:defRPr lang="en-US" sz="2000" b="0" i="0" kern="1200" dirty="0">
                <a:solidFill>
                  <a:schemeClr val="tx2"/>
                </a:solidFill>
                <a:latin typeface="+mj-lt"/>
                <a:ea typeface="GT America Regular" charset="0"/>
                <a:cs typeface="GT America Regular" charset="0"/>
              </a:defRPr>
            </a:lvl9pPr>
          </a:lstStyle>
          <a:p>
            <a:pPr lvl="0"/>
            <a:r>
              <a:rPr lang="en-US"/>
              <a:t>Click to edit Master text styles</a:t>
            </a:r>
          </a:p>
        </p:txBody>
      </p:sp>
      <p:sp>
        <p:nvSpPr>
          <p:cNvPr id="18" name="Text Placeholder 35">
            <a:extLst>
              <a:ext uri="{FF2B5EF4-FFF2-40B4-BE49-F238E27FC236}">
                <a16:creationId xmlns:a16="http://schemas.microsoft.com/office/drawing/2014/main" id="{57D9938D-921A-98B4-2E9A-9625F5D4F3CA}"/>
              </a:ext>
            </a:extLst>
          </p:cNvPr>
          <p:cNvSpPr>
            <a:spLocks noGrp="1"/>
          </p:cNvSpPr>
          <p:nvPr>
            <p:ph type="body" sz="quarter" idx="30"/>
          </p:nvPr>
        </p:nvSpPr>
        <p:spPr>
          <a:xfrm>
            <a:off x="4333715" y="1849436"/>
            <a:ext cx="3520440" cy="296862"/>
          </a:xfrm>
        </p:spPr>
        <p:txBody>
          <a:bodyPr anchor="b">
            <a:noAutofit/>
          </a:bodyPr>
          <a:lstStyle>
            <a:lvl1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1pPr>
            <a:lvl2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2pPr>
            <a:lvl3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3pPr>
            <a:lvl4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4pPr>
            <a:lvl5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5pPr>
            <a:lvl6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6pPr>
            <a:lvl7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7pPr>
            <a:lvl8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8pPr>
            <a:lvl9pPr marL="0" indent="0" algn="l" defTabSz="914400" rtl="0" eaLnBrk="1" latinLnBrk="0" hangingPunct="1">
              <a:lnSpc>
                <a:spcPct val="101000"/>
              </a:lnSpc>
              <a:spcBef>
                <a:spcPts val="0"/>
              </a:spcBef>
              <a:spcAft>
                <a:spcPts val="600"/>
              </a:spcAft>
              <a:buNone/>
              <a:defRPr lang="en-US" sz="2000" b="0" i="0" kern="1200" dirty="0">
                <a:solidFill>
                  <a:schemeClr val="tx2"/>
                </a:solidFill>
                <a:latin typeface="+mj-lt"/>
                <a:ea typeface="GT America Regular" charset="0"/>
                <a:cs typeface="GT America Regular" charset="0"/>
              </a:defRPr>
            </a:lvl9pPr>
          </a:lstStyle>
          <a:p>
            <a:pPr lvl="0"/>
            <a:r>
              <a:rPr lang="en-US"/>
              <a:t>Click to edit Master text styles</a:t>
            </a:r>
          </a:p>
        </p:txBody>
      </p:sp>
      <p:sp>
        <p:nvSpPr>
          <p:cNvPr id="27" name="Text Placeholder 26">
            <a:extLst>
              <a:ext uri="{FF2B5EF4-FFF2-40B4-BE49-F238E27FC236}">
                <a16:creationId xmlns:a16="http://schemas.microsoft.com/office/drawing/2014/main" id="{447DAA16-0F93-6662-9A40-3E39052A6110}"/>
              </a:ext>
            </a:extLst>
          </p:cNvPr>
          <p:cNvSpPr>
            <a:spLocks noGrp="1"/>
          </p:cNvSpPr>
          <p:nvPr>
            <p:ph type="body" sz="quarter" idx="31"/>
          </p:nvPr>
        </p:nvSpPr>
        <p:spPr>
          <a:xfrm>
            <a:off x="8117522" y="1849436"/>
            <a:ext cx="3520440" cy="296862"/>
          </a:xfrm>
        </p:spPr>
        <p:txBody>
          <a:bodyPr anchor="b">
            <a:noAutofit/>
          </a:bodyPr>
          <a:lstStyle>
            <a:lvl1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1pPr>
            <a:lvl2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2pPr>
            <a:lvl3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3pPr>
            <a:lvl4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4pPr>
            <a:lvl5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5pPr>
            <a:lvl6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6pPr>
            <a:lvl7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7pPr>
            <a:lvl8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8pPr>
            <a:lvl9pPr marL="0" indent="0" algn="l" defTabSz="914400" rtl="0" eaLnBrk="1" latinLnBrk="0" hangingPunct="1">
              <a:lnSpc>
                <a:spcPct val="101000"/>
              </a:lnSpc>
              <a:spcBef>
                <a:spcPts val="0"/>
              </a:spcBef>
              <a:spcAft>
                <a:spcPts val="600"/>
              </a:spcAft>
              <a:buNone/>
              <a:defRPr lang="en-US" sz="2000" b="0" i="0" kern="1200" dirty="0">
                <a:solidFill>
                  <a:schemeClr val="tx2"/>
                </a:solidFill>
                <a:latin typeface="+mj-lt"/>
                <a:ea typeface="GT America Regular" charset="0"/>
                <a:cs typeface="GT America Regular" charset="0"/>
              </a:defRPr>
            </a:lvl9pPr>
          </a:lstStyle>
          <a:p>
            <a:pPr lvl="0"/>
            <a:r>
              <a:rPr lang="en-US"/>
              <a:t>Click to edit Master text styles</a:t>
            </a:r>
          </a:p>
        </p:txBody>
      </p:sp>
      <p:grpSp>
        <p:nvGrpSpPr>
          <p:cNvPr id="2" name="Group 1">
            <a:extLst>
              <a:ext uri="{FF2B5EF4-FFF2-40B4-BE49-F238E27FC236}">
                <a16:creationId xmlns:a16="http://schemas.microsoft.com/office/drawing/2014/main" id="{07091254-58E5-444D-AD6A-1BED661A5762}"/>
              </a:ext>
            </a:extLst>
          </p:cNvPr>
          <p:cNvGrpSpPr/>
          <p:nvPr userDrawn="1"/>
        </p:nvGrpSpPr>
        <p:grpSpPr>
          <a:xfrm>
            <a:off x="12356815" y="0"/>
            <a:ext cx="756834" cy="6872642"/>
            <a:chOff x="12356815" y="0"/>
            <a:chExt cx="756834" cy="6872642"/>
          </a:xfrm>
        </p:grpSpPr>
        <p:sp>
          <p:nvSpPr>
            <p:cNvPr id="3" name="Rectangle 2">
              <a:extLst>
                <a:ext uri="{FF2B5EF4-FFF2-40B4-BE49-F238E27FC236}">
                  <a16:creationId xmlns:a16="http://schemas.microsoft.com/office/drawing/2014/main" id="{7114F508-3E37-95E3-088C-F9960DE45B47}"/>
                </a:ext>
              </a:extLst>
            </p:cNvPr>
            <p:cNvSpPr/>
            <p:nvPr userDrawn="1"/>
          </p:nvSpPr>
          <p:spPr>
            <a:xfrm>
              <a:off x="12356815" y="0"/>
              <a:ext cx="553069" cy="3279913"/>
            </a:xfrm>
            <a:prstGeom prst="rect">
              <a:avLst/>
            </a:prstGeom>
            <a:solidFill>
              <a:schemeClr val="bg1">
                <a:lumMod val="95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a:p>
          </p:txBody>
        </p:sp>
        <p:sp>
          <p:nvSpPr>
            <p:cNvPr id="6" name="TextBox 5">
              <a:extLst>
                <a:ext uri="{FF2B5EF4-FFF2-40B4-BE49-F238E27FC236}">
                  <a16:creationId xmlns:a16="http://schemas.microsoft.com/office/drawing/2014/main" id="{B25746CA-DA96-62C9-F0DD-081B99925AEF}"/>
                </a:ext>
              </a:extLst>
            </p:cNvPr>
            <p:cNvSpPr txBox="1"/>
            <p:nvPr userDrawn="1"/>
          </p:nvSpPr>
          <p:spPr>
            <a:xfrm rot="16200000">
              <a:off x="12332216" y="1580677"/>
              <a:ext cx="1444306" cy="118559"/>
            </a:xfrm>
            <a:prstGeom prst="rect">
              <a:avLst/>
            </a:prstGeom>
            <a:noFill/>
          </p:spPr>
          <p:txBody>
            <a:bodyPr wrap="none" lIns="0" tIns="0" rIns="0" bIns="0" rtlCol="0">
              <a:spAutoFit/>
            </a:bodyPr>
            <a:lstStyle/>
            <a:p>
              <a:pPr algn="l">
                <a:lnSpc>
                  <a:spcPct val="101000"/>
                </a:lnSpc>
                <a:spcAft>
                  <a:spcPts val="600"/>
                </a:spcAft>
              </a:pPr>
              <a:r>
                <a:rPr kumimoji="0" lang="en-CR" sz="800" b="1" i="0" u="none" strike="noStrike" kern="1200" cap="none" spc="0" normalizeH="0" baseline="0" noProof="0">
                  <a:ln>
                    <a:noFill/>
                  </a:ln>
                  <a:solidFill>
                    <a:srgbClr val="000000"/>
                  </a:solidFill>
                  <a:effectLst/>
                  <a:uLnTx/>
                  <a:uFillTx/>
                  <a:ea typeface="GT America Regular" charset="0"/>
                  <a:cs typeface="GT America Regular" charset="0"/>
                </a:rPr>
                <a:t>ON LIGHT AND EXTRA LIGHT</a:t>
              </a:r>
            </a:p>
          </p:txBody>
        </p:sp>
        <p:sp>
          <p:nvSpPr>
            <p:cNvPr id="7" name="Rectangle 6">
              <a:extLst>
                <a:ext uri="{FF2B5EF4-FFF2-40B4-BE49-F238E27FC236}">
                  <a16:creationId xmlns:a16="http://schemas.microsoft.com/office/drawing/2014/main" id="{B2846A7A-B692-6686-652C-4AC2215BFA42}"/>
                </a:ext>
              </a:extLst>
            </p:cNvPr>
            <p:cNvSpPr/>
            <p:nvPr userDrawn="1"/>
          </p:nvSpPr>
          <p:spPr>
            <a:xfrm>
              <a:off x="12356815" y="3592729"/>
              <a:ext cx="553069" cy="3279913"/>
            </a:xfrm>
            <a:prstGeom prst="rect">
              <a:avLst/>
            </a:prstGeom>
            <a:solidFill>
              <a:schemeClr val="tx2"/>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a:p>
          </p:txBody>
        </p:sp>
        <p:grpSp>
          <p:nvGrpSpPr>
            <p:cNvPr id="10" name="Group 9">
              <a:extLst>
                <a:ext uri="{FF2B5EF4-FFF2-40B4-BE49-F238E27FC236}">
                  <a16:creationId xmlns:a16="http://schemas.microsoft.com/office/drawing/2014/main" id="{80484757-C7C7-CD0F-A1B4-E41C54D41146}"/>
                </a:ext>
              </a:extLst>
            </p:cNvPr>
            <p:cNvGrpSpPr/>
            <p:nvPr userDrawn="1"/>
          </p:nvGrpSpPr>
          <p:grpSpPr>
            <a:xfrm>
              <a:off x="12442019" y="3791214"/>
              <a:ext cx="382660" cy="2882942"/>
              <a:chOff x="14001569" y="3716048"/>
              <a:chExt cx="316248" cy="3171236"/>
            </a:xfrm>
          </p:grpSpPr>
          <p:sp>
            <p:nvSpPr>
              <p:cNvPr id="31" name="Rectangle 30">
                <a:extLst>
                  <a:ext uri="{FF2B5EF4-FFF2-40B4-BE49-F238E27FC236}">
                    <a16:creationId xmlns:a16="http://schemas.microsoft.com/office/drawing/2014/main" id="{3335443E-130C-0412-9F38-8FEE0F200659}"/>
                  </a:ext>
                </a:extLst>
              </p:cNvPr>
              <p:cNvSpPr/>
              <p:nvPr userDrawn="1"/>
            </p:nvSpPr>
            <p:spPr>
              <a:xfrm rot="5400000">
                <a:off x="14033099" y="5954114"/>
                <a:ext cx="253188" cy="316248"/>
              </a:xfrm>
              <a:prstGeom prst="rect">
                <a:avLst/>
              </a:prstGeom>
              <a:solidFill>
                <a:srgbClr val="005E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32" name="Rectangle 31">
                <a:extLst>
                  <a:ext uri="{FF2B5EF4-FFF2-40B4-BE49-F238E27FC236}">
                    <a16:creationId xmlns:a16="http://schemas.microsoft.com/office/drawing/2014/main" id="{D5FDC3D9-955D-E0E5-F303-61EA4A9D93A3}"/>
                  </a:ext>
                </a:extLst>
              </p:cNvPr>
              <p:cNvSpPr/>
              <p:nvPr userDrawn="1"/>
            </p:nvSpPr>
            <p:spPr>
              <a:xfrm rot="5400000">
                <a:off x="14033099" y="6278342"/>
                <a:ext cx="253188" cy="316248"/>
              </a:xfrm>
              <a:prstGeom prst="rect">
                <a:avLst/>
              </a:prstGeom>
              <a:solidFill>
                <a:srgbClr val="B8B9D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33" name="Rectangle 32">
                <a:extLst>
                  <a:ext uri="{FF2B5EF4-FFF2-40B4-BE49-F238E27FC236}">
                    <a16:creationId xmlns:a16="http://schemas.microsoft.com/office/drawing/2014/main" id="{8CF6330A-DCF5-7D96-7BE0-F3C35D58B6E3}"/>
                  </a:ext>
                </a:extLst>
              </p:cNvPr>
              <p:cNvSpPr/>
              <p:nvPr userDrawn="1"/>
            </p:nvSpPr>
            <p:spPr>
              <a:xfrm rot="5400000">
                <a:off x="14033099" y="6602566"/>
                <a:ext cx="253188" cy="316248"/>
              </a:xfrm>
              <a:prstGeom prst="rect">
                <a:avLst/>
              </a:prstGeom>
              <a:solidFill>
                <a:srgbClr val="FBE6D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34" name="Rectangle 33">
                <a:extLst>
                  <a:ext uri="{FF2B5EF4-FFF2-40B4-BE49-F238E27FC236}">
                    <a16:creationId xmlns:a16="http://schemas.microsoft.com/office/drawing/2014/main" id="{BF83C898-F671-4DAE-7BD4-5D13B8810514}"/>
                  </a:ext>
                </a:extLst>
              </p:cNvPr>
              <p:cNvSpPr/>
              <p:nvPr userDrawn="1"/>
            </p:nvSpPr>
            <p:spPr>
              <a:xfrm rot="5400000">
                <a:off x="14033099" y="4981430"/>
                <a:ext cx="253188" cy="316248"/>
              </a:xfrm>
              <a:prstGeom prst="rect">
                <a:avLst/>
              </a:prstGeom>
              <a:solidFill>
                <a:srgbClr val="BCE09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35" name="Rectangle 34">
                <a:extLst>
                  <a:ext uri="{FF2B5EF4-FFF2-40B4-BE49-F238E27FC236}">
                    <a16:creationId xmlns:a16="http://schemas.microsoft.com/office/drawing/2014/main" id="{4D161A5B-8742-D3D4-B7E7-F33ED946F85A}"/>
                  </a:ext>
                </a:extLst>
              </p:cNvPr>
              <p:cNvSpPr/>
              <p:nvPr userDrawn="1"/>
            </p:nvSpPr>
            <p:spPr>
              <a:xfrm rot="5400000">
                <a:off x="14033099" y="5305658"/>
                <a:ext cx="253188" cy="316248"/>
              </a:xfrm>
              <a:prstGeom prst="rect">
                <a:avLst/>
              </a:prstGeom>
              <a:solidFill>
                <a:srgbClr val="E9783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36" name="Rectangle 35">
                <a:extLst>
                  <a:ext uri="{FF2B5EF4-FFF2-40B4-BE49-F238E27FC236}">
                    <a16:creationId xmlns:a16="http://schemas.microsoft.com/office/drawing/2014/main" id="{5DF4B052-DF33-6540-EC6E-381B75F6A3D8}"/>
                  </a:ext>
                </a:extLst>
              </p:cNvPr>
              <p:cNvSpPr/>
              <p:nvPr userDrawn="1"/>
            </p:nvSpPr>
            <p:spPr>
              <a:xfrm rot="5400000">
                <a:off x="14033099" y="5629886"/>
                <a:ext cx="253188" cy="316248"/>
              </a:xfrm>
              <a:prstGeom prst="rect">
                <a:avLst/>
              </a:prstGeom>
              <a:solidFill>
                <a:srgbClr val="B9056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37" name="Rectangle 36">
                <a:extLst>
                  <a:ext uri="{FF2B5EF4-FFF2-40B4-BE49-F238E27FC236}">
                    <a16:creationId xmlns:a16="http://schemas.microsoft.com/office/drawing/2014/main" id="{6CA93AE2-9A17-493A-A203-B2A2504E1F22}"/>
                  </a:ext>
                </a:extLst>
              </p:cNvPr>
              <p:cNvSpPr/>
              <p:nvPr userDrawn="1"/>
            </p:nvSpPr>
            <p:spPr>
              <a:xfrm rot="5400000">
                <a:off x="14033099" y="3684518"/>
                <a:ext cx="253188" cy="316248"/>
              </a:xfrm>
              <a:prstGeom prst="rect">
                <a:avLst/>
              </a:prstGeom>
              <a:solidFill>
                <a:srgbClr val="9DC2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38" name="Rectangle 37">
                <a:extLst>
                  <a:ext uri="{FF2B5EF4-FFF2-40B4-BE49-F238E27FC236}">
                    <a16:creationId xmlns:a16="http://schemas.microsoft.com/office/drawing/2014/main" id="{E0E98AA6-46B4-42A6-E60D-01A415804FEF}"/>
                  </a:ext>
                </a:extLst>
              </p:cNvPr>
              <p:cNvSpPr/>
              <p:nvPr userDrawn="1"/>
            </p:nvSpPr>
            <p:spPr>
              <a:xfrm rot="5400000">
                <a:off x="14033099" y="4008746"/>
                <a:ext cx="253188" cy="316248"/>
              </a:xfrm>
              <a:prstGeom prst="rect">
                <a:avLst/>
              </a:prstGeom>
              <a:solidFill>
                <a:srgbClr val="309DA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39" name="Rectangle 38">
                <a:extLst>
                  <a:ext uri="{FF2B5EF4-FFF2-40B4-BE49-F238E27FC236}">
                    <a16:creationId xmlns:a16="http://schemas.microsoft.com/office/drawing/2014/main" id="{71458AF1-462A-0E1A-9713-F84E435AF6B4}"/>
                  </a:ext>
                </a:extLst>
              </p:cNvPr>
              <p:cNvSpPr/>
              <p:nvPr userDrawn="1"/>
            </p:nvSpPr>
            <p:spPr>
              <a:xfrm rot="5400000">
                <a:off x="14033099" y="4332974"/>
                <a:ext cx="253188" cy="316248"/>
              </a:xfrm>
              <a:prstGeom prst="rect">
                <a:avLst/>
              </a:prstGeom>
              <a:solidFill>
                <a:srgbClr val="E2C22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40" name="Rectangle 39">
                <a:extLst>
                  <a:ext uri="{FF2B5EF4-FFF2-40B4-BE49-F238E27FC236}">
                    <a16:creationId xmlns:a16="http://schemas.microsoft.com/office/drawing/2014/main" id="{EB8AD765-A513-52FA-D49F-518A2F22DC18}"/>
                  </a:ext>
                </a:extLst>
              </p:cNvPr>
              <p:cNvSpPr/>
              <p:nvPr userDrawn="1"/>
            </p:nvSpPr>
            <p:spPr>
              <a:xfrm rot="5400000">
                <a:off x="14033099" y="4657202"/>
                <a:ext cx="253188" cy="316248"/>
              </a:xfrm>
              <a:prstGeom prst="rect">
                <a:avLst/>
              </a:prstGeom>
              <a:solidFill>
                <a:srgbClr val="9158B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grpSp>
        <p:grpSp>
          <p:nvGrpSpPr>
            <p:cNvPr id="11" name="Group 10">
              <a:extLst>
                <a:ext uri="{FF2B5EF4-FFF2-40B4-BE49-F238E27FC236}">
                  <a16:creationId xmlns:a16="http://schemas.microsoft.com/office/drawing/2014/main" id="{86366CE9-4F0E-496F-EBD8-0566644EBD32}"/>
                </a:ext>
              </a:extLst>
            </p:cNvPr>
            <p:cNvGrpSpPr/>
            <p:nvPr userDrawn="1"/>
          </p:nvGrpSpPr>
          <p:grpSpPr>
            <a:xfrm>
              <a:off x="12442019" y="198485"/>
              <a:ext cx="382660" cy="2882942"/>
              <a:chOff x="12742785" y="3716048"/>
              <a:chExt cx="316248" cy="3171236"/>
            </a:xfrm>
          </p:grpSpPr>
          <p:sp>
            <p:nvSpPr>
              <p:cNvPr id="20" name="Rectangle 19">
                <a:extLst>
                  <a:ext uri="{FF2B5EF4-FFF2-40B4-BE49-F238E27FC236}">
                    <a16:creationId xmlns:a16="http://schemas.microsoft.com/office/drawing/2014/main" id="{9CE7C6BA-8A25-7EC0-A2DD-27CAF44E778C}"/>
                  </a:ext>
                </a:extLst>
              </p:cNvPr>
              <p:cNvSpPr/>
              <p:nvPr userDrawn="1"/>
            </p:nvSpPr>
            <p:spPr>
              <a:xfrm rot="5400000">
                <a:off x="12774315" y="6602566"/>
                <a:ext cx="253188" cy="316248"/>
              </a:xfrm>
              <a:prstGeom prst="rect">
                <a:avLst/>
              </a:prstGeom>
              <a:solidFill>
                <a:srgbClr val="BFD6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21" name="Rectangle 20">
                <a:extLst>
                  <a:ext uri="{FF2B5EF4-FFF2-40B4-BE49-F238E27FC236}">
                    <a16:creationId xmlns:a16="http://schemas.microsoft.com/office/drawing/2014/main" id="{05E53B06-6AFA-D06D-4B22-F9B372721817}"/>
                  </a:ext>
                </a:extLst>
              </p:cNvPr>
              <p:cNvSpPr/>
              <p:nvPr userDrawn="1"/>
            </p:nvSpPr>
            <p:spPr>
              <a:xfrm rot="5400000">
                <a:off x="12774315" y="4981430"/>
                <a:ext cx="253188" cy="316248"/>
              </a:xfrm>
              <a:prstGeom prst="rect">
                <a:avLst/>
              </a:prstGeom>
              <a:solidFill>
                <a:srgbClr val="D25F7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22" name="Rectangle 21">
                <a:extLst>
                  <a:ext uri="{FF2B5EF4-FFF2-40B4-BE49-F238E27FC236}">
                    <a16:creationId xmlns:a16="http://schemas.microsoft.com/office/drawing/2014/main" id="{E46675B7-3A27-A0CC-7B0C-2332FEEE5EC0}"/>
                  </a:ext>
                </a:extLst>
              </p:cNvPr>
              <p:cNvSpPr/>
              <p:nvPr userDrawn="1"/>
            </p:nvSpPr>
            <p:spPr>
              <a:xfrm rot="5400000">
                <a:off x="12774315" y="5305658"/>
                <a:ext cx="253188" cy="316248"/>
              </a:xfrm>
              <a:prstGeom prst="rect">
                <a:avLst/>
              </a:prstGeom>
              <a:solidFill>
                <a:srgbClr val="C6480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23" name="Rectangle 22">
                <a:extLst>
                  <a:ext uri="{FF2B5EF4-FFF2-40B4-BE49-F238E27FC236}">
                    <a16:creationId xmlns:a16="http://schemas.microsoft.com/office/drawing/2014/main" id="{739BCF76-4284-6FB2-8EB8-8E8266119554}"/>
                  </a:ext>
                </a:extLst>
              </p:cNvPr>
              <p:cNvSpPr/>
              <p:nvPr userDrawn="1"/>
            </p:nvSpPr>
            <p:spPr>
              <a:xfrm rot="5400000">
                <a:off x="12774315" y="5629886"/>
                <a:ext cx="253188" cy="316248"/>
              </a:xfrm>
              <a:prstGeom prst="rect">
                <a:avLst/>
              </a:prstGeom>
              <a:solidFill>
                <a:srgbClr val="BA016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24" name="Rectangle 23">
                <a:extLst>
                  <a:ext uri="{FF2B5EF4-FFF2-40B4-BE49-F238E27FC236}">
                    <a16:creationId xmlns:a16="http://schemas.microsoft.com/office/drawing/2014/main" id="{B165F0A5-E61A-1092-A6DB-52E65A9AAF5B}"/>
                  </a:ext>
                </a:extLst>
              </p:cNvPr>
              <p:cNvSpPr/>
              <p:nvPr userDrawn="1"/>
            </p:nvSpPr>
            <p:spPr>
              <a:xfrm rot="5400000">
                <a:off x="12774315" y="3684518"/>
                <a:ext cx="253188" cy="316248"/>
              </a:xfrm>
              <a:prstGeom prst="rect">
                <a:avLst/>
              </a:prstGeom>
              <a:solidFill>
                <a:srgbClr val="005E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25" name="Rectangle 24">
                <a:extLst>
                  <a:ext uri="{FF2B5EF4-FFF2-40B4-BE49-F238E27FC236}">
                    <a16:creationId xmlns:a16="http://schemas.microsoft.com/office/drawing/2014/main" id="{368DD811-8188-42DB-1851-B316D7611A51}"/>
                  </a:ext>
                </a:extLst>
              </p:cNvPr>
              <p:cNvSpPr/>
              <p:nvPr userDrawn="1"/>
            </p:nvSpPr>
            <p:spPr>
              <a:xfrm rot="5400000">
                <a:off x="12774315" y="4008746"/>
                <a:ext cx="253188" cy="316248"/>
              </a:xfrm>
              <a:prstGeom prst="rect">
                <a:avLst/>
              </a:prstGeom>
              <a:solidFill>
                <a:srgbClr val="5EB6B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26" name="Rectangle 25">
                <a:extLst>
                  <a:ext uri="{FF2B5EF4-FFF2-40B4-BE49-F238E27FC236}">
                    <a16:creationId xmlns:a16="http://schemas.microsoft.com/office/drawing/2014/main" id="{F228A597-90C0-284B-7733-ACB7CFD9A7AA}"/>
                  </a:ext>
                </a:extLst>
              </p:cNvPr>
              <p:cNvSpPr/>
              <p:nvPr userDrawn="1"/>
            </p:nvSpPr>
            <p:spPr>
              <a:xfrm rot="5400000">
                <a:off x="12774315" y="4332974"/>
                <a:ext cx="253188" cy="316248"/>
              </a:xfrm>
              <a:prstGeom prst="rect">
                <a:avLst/>
              </a:prstGeom>
              <a:solidFill>
                <a:srgbClr val="C7AB2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28" name="Rectangle 27">
                <a:extLst>
                  <a:ext uri="{FF2B5EF4-FFF2-40B4-BE49-F238E27FC236}">
                    <a16:creationId xmlns:a16="http://schemas.microsoft.com/office/drawing/2014/main" id="{755AFCEB-8A9F-3580-E2D1-C4DFCE2E83FF}"/>
                  </a:ext>
                </a:extLst>
              </p:cNvPr>
              <p:cNvSpPr/>
              <p:nvPr userDrawn="1"/>
            </p:nvSpPr>
            <p:spPr>
              <a:xfrm rot="5400000">
                <a:off x="12774315" y="4657202"/>
                <a:ext cx="253188" cy="316248"/>
              </a:xfrm>
              <a:prstGeom prst="rect">
                <a:avLst/>
              </a:prstGeom>
              <a:solidFill>
                <a:srgbClr val="5C068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29" name="Rectangle 28">
                <a:extLst>
                  <a:ext uri="{FF2B5EF4-FFF2-40B4-BE49-F238E27FC236}">
                    <a16:creationId xmlns:a16="http://schemas.microsoft.com/office/drawing/2014/main" id="{2C7C2E2D-9ECF-A243-ED07-BCBE30ECB7D1}"/>
                  </a:ext>
                </a:extLst>
              </p:cNvPr>
              <p:cNvSpPr/>
              <p:nvPr userDrawn="1"/>
            </p:nvSpPr>
            <p:spPr>
              <a:xfrm rot="5400000">
                <a:off x="12774315" y="5954114"/>
                <a:ext cx="253188" cy="316248"/>
              </a:xfrm>
              <a:prstGeom prst="rect">
                <a:avLst/>
              </a:prstGeom>
              <a:solidFill>
                <a:srgbClr val="2A431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30" name="Rectangle 29">
                <a:extLst>
                  <a:ext uri="{FF2B5EF4-FFF2-40B4-BE49-F238E27FC236}">
                    <a16:creationId xmlns:a16="http://schemas.microsoft.com/office/drawing/2014/main" id="{0F667791-5B02-2699-C0A5-DE14500454E2}"/>
                  </a:ext>
                </a:extLst>
              </p:cNvPr>
              <p:cNvSpPr/>
              <p:nvPr userDrawn="1"/>
            </p:nvSpPr>
            <p:spPr>
              <a:xfrm rot="5400000">
                <a:off x="12774315" y="6278342"/>
                <a:ext cx="253188" cy="316248"/>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grpSp>
        <p:sp>
          <p:nvSpPr>
            <p:cNvPr id="19" name="TextBox 18">
              <a:extLst>
                <a:ext uri="{FF2B5EF4-FFF2-40B4-BE49-F238E27FC236}">
                  <a16:creationId xmlns:a16="http://schemas.microsoft.com/office/drawing/2014/main" id="{4A5FD6BA-744A-9F52-295E-512D34E9510A}"/>
                </a:ext>
              </a:extLst>
            </p:cNvPr>
            <p:cNvSpPr txBox="1"/>
            <p:nvPr userDrawn="1"/>
          </p:nvSpPr>
          <p:spPr>
            <a:xfrm rot="16200000">
              <a:off x="12574270" y="5173406"/>
              <a:ext cx="960199" cy="118559"/>
            </a:xfrm>
            <a:prstGeom prst="rect">
              <a:avLst/>
            </a:prstGeom>
            <a:noFill/>
          </p:spPr>
          <p:txBody>
            <a:bodyPr wrap="none" lIns="0" tIns="0" rIns="0" bIns="0" rtlCol="0">
              <a:spAutoFit/>
            </a:bodyPr>
            <a:lstStyle/>
            <a:p>
              <a:pPr algn="l">
                <a:lnSpc>
                  <a:spcPct val="101000"/>
                </a:lnSpc>
                <a:spcAft>
                  <a:spcPts val="600"/>
                </a:spcAft>
              </a:pPr>
              <a:r>
                <a:rPr lang="en-CR" sz="800" b="1">
                  <a:solidFill>
                    <a:srgbClr val="000000"/>
                  </a:solidFill>
                  <a:latin typeface="GT America Regular"/>
                  <a:ea typeface="GT America Regular" charset="0"/>
                  <a:cs typeface="GT America Regular" charset="0"/>
                </a:rPr>
                <a:t>ON MOODY´S BLUE</a:t>
              </a:r>
              <a:endParaRPr kumimoji="0" lang="en-CR" sz="800" b="1" i="0" u="none" strike="noStrike" kern="1200" cap="none" spc="0" normalizeH="0" baseline="0" noProof="0" err="1">
                <a:ln>
                  <a:noFill/>
                </a:ln>
                <a:solidFill>
                  <a:srgbClr val="000000"/>
                </a:solidFill>
                <a:effectLst/>
                <a:uLnTx/>
                <a:uFillTx/>
                <a:latin typeface="GT America Regular"/>
                <a:ea typeface="GT America Regular" charset="0"/>
                <a:cs typeface="GT America Regular" charset="0"/>
              </a:endParaRPr>
            </a:p>
          </p:txBody>
        </p:sp>
      </p:grpSp>
      <p:sp>
        <p:nvSpPr>
          <p:cNvPr id="41" name="TextBox 40">
            <a:extLst>
              <a:ext uri="{FF2B5EF4-FFF2-40B4-BE49-F238E27FC236}">
                <a16:creationId xmlns:a16="http://schemas.microsoft.com/office/drawing/2014/main" id="{0CA064A6-689D-FD3B-4844-615968DB76D2}"/>
              </a:ext>
            </a:extLst>
          </p:cNvPr>
          <p:cNvSpPr txBox="1"/>
          <p:nvPr userDrawn="1"/>
        </p:nvSpPr>
        <p:spPr>
          <a:xfrm>
            <a:off x="12356815" y="3377042"/>
            <a:ext cx="807913" cy="118559"/>
          </a:xfrm>
          <a:prstGeom prst="rect">
            <a:avLst/>
          </a:prstGeom>
          <a:noFill/>
        </p:spPr>
        <p:txBody>
          <a:bodyPr wrap="none" lIns="0" tIns="0" rIns="0" bIns="0" rtlCol="0">
            <a:spAutoFit/>
          </a:bodyPr>
          <a:lstStyle/>
          <a:p>
            <a:pPr algn="l">
              <a:lnSpc>
                <a:spcPct val="101000"/>
              </a:lnSpc>
              <a:spcAft>
                <a:spcPts val="600"/>
              </a:spcAft>
            </a:pPr>
            <a:r>
              <a:rPr kumimoji="0" lang="en-US" sz="800" b="1" i="0" u="none" strike="noStrike" kern="1200" cap="none" spc="0" normalizeH="0" baseline="0" noProof="0" dirty="0">
                <a:ln>
                  <a:noFill/>
                </a:ln>
                <a:solidFill>
                  <a:srgbClr val="000000"/>
                </a:solidFill>
                <a:effectLst/>
                <a:uLnTx/>
                <a:uFillTx/>
                <a:ea typeface="GT America Regular" charset="0"/>
                <a:cs typeface="GT America Regular" charset="0"/>
              </a:rPr>
              <a:t>For charts ONLY</a:t>
            </a:r>
            <a:endParaRPr kumimoji="0" lang="en-CR" sz="800" b="1" i="0" u="none" strike="noStrike" kern="1200" cap="none" spc="0" normalizeH="0" baseline="0" noProof="0">
              <a:ln>
                <a:noFill/>
              </a:ln>
              <a:solidFill>
                <a:srgbClr val="000000"/>
              </a:solidFill>
              <a:effectLst/>
              <a:uLnTx/>
              <a:uFillTx/>
              <a:ea typeface="GT America Regular" charset="0"/>
              <a:cs typeface="GT America Regular" charset="0"/>
            </a:endParaRPr>
          </a:p>
        </p:txBody>
      </p:sp>
    </p:spTree>
    <p:extLst>
      <p:ext uri="{BB962C8B-B14F-4D97-AF65-F5344CB8AC3E}">
        <p14:creationId xmlns:p14="http://schemas.microsoft.com/office/powerpoint/2010/main" val="4294675442"/>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4 Column">
    <p:spTree>
      <p:nvGrpSpPr>
        <p:cNvPr id="1" name=""/>
        <p:cNvGrpSpPr/>
        <p:nvPr/>
      </p:nvGrpSpPr>
      <p:grpSpPr>
        <a:xfrm>
          <a:off x="0" y="0"/>
          <a:ext cx="0" cy="0"/>
          <a:chOff x="0" y="0"/>
          <a:chExt cx="0" cy="0"/>
        </a:xfrm>
      </p:grpSpPr>
      <p:sp>
        <p:nvSpPr>
          <p:cNvPr id="8" name="Footer Placeholder 7">
            <a:extLst>
              <a:ext uri="{FF2B5EF4-FFF2-40B4-BE49-F238E27FC236}">
                <a16:creationId xmlns:a16="http://schemas.microsoft.com/office/drawing/2014/main" id="{0E2ADB5F-BB7A-E503-6385-47B7F4A752C0}"/>
              </a:ext>
            </a:extLst>
          </p:cNvPr>
          <p:cNvSpPr>
            <a:spLocks noGrp="1"/>
          </p:cNvSpPr>
          <p:nvPr>
            <p:ph type="ftr" sz="quarter" idx="11"/>
          </p:nvPr>
        </p:nvSpPr>
        <p:spPr/>
        <p:txBody>
          <a:bodyPr/>
          <a:lstStyle/>
          <a:p>
            <a:r>
              <a:rPr lang="en-US"/>
              <a:t>See slide 12 for instructions on how to update footer</a:t>
            </a:r>
          </a:p>
        </p:txBody>
      </p:sp>
      <p:sp>
        <p:nvSpPr>
          <p:cNvPr id="9" name="Slide Number Placeholder 8">
            <a:extLst>
              <a:ext uri="{FF2B5EF4-FFF2-40B4-BE49-F238E27FC236}">
                <a16:creationId xmlns:a16="http://schemas.microsoft.com/office/drawing/2014/main" id="{CCA8152B-F410-5052-DF3D-06C6DD4D2381}"/>
              </a:ext>
            </a:extLst>
          </p:cNvPr>
          <p:cNvSpPr>
            <a:spLocks noGrp="1"/>
          </p:cNvSpPr>
          <p:nvPr>
            <p:ph type="sldNum" sz="quarter" idx="12"/>
          </p:nvPr>
        </p:nvSpPr>
        <p:spPr/>
        <p:txBody>
          <a:bodyPr/>
          <a:lstStyle/>
          <a:p>
            <a:fld id="{862A5111-985B-C14D-9115-5787026182A8}" type="slidenum">
              <a:rPr lang="en-US" smtClean="0"/>
              <a:t>‹#›</a:t>
            </a:fld>
            <a:endParaRPr lang="en-US"/>
          </a:p>
        </p:txBody>
      </p:sp>
      <p:sp>
        <p:nvSpPr>
          <p:cNvPr id="5" name="Title 4">
            <a:extLst>
              <a:ext uri="{FF2B5EF4-FFF2-40B4-BE49-F238E27FC236}">
                <a16:creationId xmlns:a16="http://schemas.microsoft.com/office/drawing/2014/main" id="{85784134-256C-0D0A-56EB-9B8FA18EDBBE}"/>
              </a:ext>
            </a:extLst>
          </p:cNvPr>
          <p:cNvSpPr>
            <a:spLocks noGrp="1"/>
          </p:cNvSpPr>
          <p:nvPr>
            <p:ph type="title"/>
          </p:nvPr>
        </p:nvSpPr>
        <p:spPr>
          <a:xfrm>
            <a:off x="546100" y="552451"/>
            <a:ext cx="11091861" cy="434974"/>
          </a:xfrm>
        </p:spPr>
        <p:txBody>
          <a:bodyPr/>
          <a:lstStyle/>
          <a:p>
            <a:r>
              <a:rPr lang="en-US"/>
              <a:t>Click to edit Master title style</a:t>
            </a:r>
            <a:endParaRPr lang="en-US" dirty="0"/>
          </a:p>
        </p:txBody>
      </p:sp>
      <p:sp>
        <p:nvSpPr>
          <p:cNvPr id="4" name="Freeform 5">
            <a:extLst>
              <a:ext uri="{FF2B5EF4-FFF2-40B4-BE49-F238E27FC236}">
                <a16:creationId xmlns:a16="http://schemas.microsoft.com/office/drawing/2014/main" id="{A236F864-CE71-6DCB-9217-F14F9E1405A9}"/>
              </a:ext>
            </a:extLst>
          </p:cNvPr>
          <p:cNvSpPr/>
          <p:nvPr userDrawn="1"/>
        </p:nvSpPr>
        <p:spPr bwMode="black">
          <a:xfrm>
            <a:off x="554038" y="6469335"/>
            <a:ext cx="678511" cy="112440"/>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chemeClr val="tx2"/>
          </a:solidFill>
          <a:ln w="0" cap="flat">
            <a:noFill/>
            <a:prstDash val="solid"/>
            <a:miter/>
          </a:ln>
        </p:spPr>
        <p:txBody>
          <a:bodyPr rtlCol="0" anchor="ctr"/>
          <a:lstStyle/>
          <a:p>
            <a:endParaRPr lang="en-US"/>
          </a:p>
        </p:txBody>
      </p:sp>
      <p:sp>
        <p:nvSpPr>
          <p:cNvPr id="17" name="Text Placeholder 10">
            <a:extLst>
              <a:ext uri="{FF2B5EF4-FFF2-40B4-BE49-F238E27FC236}">
                <a16:creationId xmlns:a16="http://schemas.microsoft.com/office/drawing/2014/main" id="{FDFED583-30F4-021C-4B0E-446E8B03BA98}"/>
              </a:ext>
            </a:extLst>
          </p:cNvPr>
          <p:cNvSpPr>
            <a:spLocks noGrp="1"/>
          </p:cNvSpPr>
          <p:nvPr>
            <p:ph type="body" sz="quarter" idx="21"/>
          </p:nvPr>
        </p:nvSpPr>
        <p:spPr>
          <a:xfrm>
            <a:off x="546100" y="1127125"/>
            <a:ext cx="11094211" cy="295275"/>
          </a:xfrm>
        </p:spPr>
        <p:txBody>
          <a:bodyPr>
            <a:noAutofit/>
          </a:bodyPr>
          <a:lstStyle>
            <a:lvl1pPr marL="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1pPr>
            <a:lvl2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2pPr>
            <a:lvl3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3pPr>
            <a:lvl4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4pPr>
            <a:lvl5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5pPr>
            <a:lvl6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6pPr>
            <a:lvl7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7pPr>
            <a:lvl8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8pPr>
            <a:lvl9pPr marL="0" indent="0" algn="l" defTabSz="914400" rtl="0" eaLnBrk="1" latinLnBrk="0" hangingPunct="1">
              <a:lnSpc>
                <a:spcPct val="80000"/>
              </a:lnSpc>
              <a:spcBef>
                <a:spcPts val="0"/>
              </a:spcBef>
              <a:spcAft>
                <a:spcPts val="0"/>
              </a:spcAft>
              <a:buNone/>
              <a:defRPr lang="en-US" sz="2400" b="0" i="0" kern="1200" dirty="0">
                <a:solidFill>
                  <a:schemeClr val="accent1"/>
                </a:solidFill>
                <a:latin typeface="+mj-lt"/>
                <a:ea typeface="GT America Regular" charset="0"/>
                <a:cs typeface="GT America Regular" charset="0"/>
              </a:defRPr>
            </a:lvl9pPr>
          </a:lstStyle>
          <a:p>
            <a:pPr lvl="0"/>
            <a:r>
              <a:rPr lang="en-US"/>
              <a:t>Click to edit Master text styles</a:t>
            </a:r>
          </a:p>
        </p:txBody>
      </p:sp>
      <p:sp>
        <p:nvSpPr>
          <p:cNvPr id="18" name="Text Placeholder 15">
            <a:extLst>
              <a:ext uri="{FF2B5EF4-FFF2-40B4-BE49-F238E27FC236}">
                <a16:creationId xmlns:a16="http://schemas.microsoft.com/office/drawing/2014/main" id="{329AC388-4A5D-40CE-9F94-924EEC9F04BB}"/>
              </a:ext>
            </a:extLst>
          </p:cNvPr>
          <p:cNvSpPr>
            <a:spLocks noGrp="1"/>
          </p:cNvSpPr>
          <p:nvPr>
            <p:ph type="body" sz="quarter" idx="22"/>
          </p:nvPr>
        </p:nvSpPr>
        <p:spPr>
          <a:xfrm>
            <a:off x="546100" y="6019800"/>
            <a:ext cx="6851650" cy="289560"/>
          </a:xfrm>
        </p:spPr>
        <p:txBody>
          <a:bodyPr anchor="b" anchorCtr="0">
            <a:noAutofit/>
          </a:bodyPr>
          <a:lstStyle>
            <a:lvl1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1pPr>
            <a:lvl2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2pPr>
            <a:lvl3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3pPr>
            <a:lvl4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4pPr>
            <a:lvl5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5pPr>
            <a:lvl6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6pPr>
            <a:lvl7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7pPr>
            <a:lvl8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8pPr>
            <a:lvl9pPr marL="0" indent="0" algn="l" defTabSz="914400" rtl="0" eaLnBrk="1" latinLnBrk="0" hangingPunct="1">
              <a:lnSpc>
                <a:spcPct val="101000"/>
              </a:lnSpc>
              <a:spcBef>
                <a:spcPts val="0"/>
              </a:spcBef>
              <a:spcAft>
                <a:spcPts val="600"/>
              </a:spcAft>
              <a:buNone/>
              <a:defRPr lang="en-US" sz="600" b="0" i="0" kern="1200" dirty="0">
                <a:solidFill>
                  <a:srgbClr val="75787B"/>
                </a:solidFill>
                <a:latin typeface="+mn-lt"/>
                <a:ea typeface="GT America Regular" charset="0"/>
                <a:cs typeface="GT America Regular" charset="0"/>
              </a:defRPr>
            </a:lvl9pPr>
          </a:lstStyle>
          <a:p>
            <a:pPr lvl="0"/>
            <a:r>
              <a:rPr lang="en-US"/>
              <a:t>Click to edit Master text styles</a:t>
            </a:r>
          </a:p>
        </p:txBody>
      </p:sp>
      <p:sp>
        <p:nvSpPr>
          <p:cNvPr id="19" name="Content Placeholder 22">
            <a:extLst>
              <a:ext uri="{FF2B5EF4-FFF2-40B4-BE49-F238E27FC236}">
                <a16:creationId xmlns:a16="http://schemas.microsoft.com/office/drawing/2014/main" id="{FF54BDBD-731D-CB8C-D47B-CA629E8069CD}"/>
              </a:ext>
            </a:extLst>
          </p:cNvPr>
          <p:cNvSpPr>
            <a:spLocks noGrp="1"/>
          </p:cNvSpPr>
          <p:nvPr>
            <p:ph sz="quarter" idx="23"/>
          </p:nvPr>
        </p:nvSpPr>
        <p:spPr>
          <a:xfrm>
            <a:off x="546100" y="1849438"/>
            <a:ext cx="2619375" cy="401796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0" name="Content Placeholder 24">
            <a:extLst>
              <a:ext uri="{FF2B5EF4-FFF2-40B4-BE49-F238E27FC236}">
                <a16:creationId xmlns:a16="http://schemas.microsoft.com/office/drawing/2014/main" id="{C8E9ABC3-F6D2-BACA-257F-94E800767689}"/>
              </a:ext>
            </a:extLst>
          </p:cNvPr>
          <p:cNvSpPr>
            <a:spLocks noGrp="1"/>
          </p:cNvSpPr>
          <p:nvPr>
            <p:ph sz="quarter" idx="24"/>
          </p:nvPr>
        </p:nvSpPr>
        <p:spPr>
          <a:xfrm>
            <a:off x="3367088" y="1849438"/>
            <a:ext cx="2624137" cy="401796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1" name="Content Placeholder 20">
            <a:extLst>
              <a:ext uri="{FF2B5EF4-FFF2-40B4-BE49-F238E27FC236}">
                <a16:creationId xmlns:a16="http://schemas.microsoft.com/office/drawing/2014/main" id="{81EFF807-BC6D-4436-06F4-FC320A023745}"/>
              </a:ext>
            </a:extLst>
          </p:cNvPr>
          <p:cNvSpPr>
            <a:spLocks noGrp="1"/>
          </p:cNvSpPr>
          <p:nvPr>
            <p:ph sz="quarter" idx="25"/>
          </p:nvPr>
        </p:nvSpPr>
        <p:spPr>
          <a:xfrm>
            <a:off x="6189664" y="1849439"/>
            <a:ext cx="2624136" cy="401796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3" name="Content Placeholder 22">
            <a:extLst>
              <a:ext uri="{FF2B5EF4-FFF2-40B4-BE49-F238E27FC236}">
                <a16:creationId xmlns:a16="http://schemas.microsoft.com/office/drawing/2014/main" id="{32FD5E28-DACE-C0A6-698B-E77424A9EBBA}"/>
              </a:ext>
            </a:extLst>
          </p:cNvPr>
          <p:cNvSpPr>
            <a:spLocks noGrp="1"/>
          </p:cNvSpPr>
          <p:nvPr>
            <p:ph sz="quarter" idx="26"/>
          </p:nvPr>
        </p:nvSpPr>
        <p:spPr>
          <a:xfrm>
            <a:off x="9015414" y="1849439"/>
            <a:ext cx="2622548" cy="40179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grpSp>
        <p:nvGrpSpPr>
          <p:cNvPr id="2" name="Group 1">
            <a:extLst>
              <a:ext uri="{FF2B5EF4-FFF2-40B4-BE49-F238E27FC236}">
                <a16:creationId xmlns:a16="http://schemas.microsoft.com/office/drawing/2014/main" id="{D390DEB5-29E2-6772-5EB4-D7751337E47E}"/>
              </a:ext>
            </a:extLst>
          </p:cNvPr>
          <p:cNvGrpSpPr/>
          <p:nvPr userDrawn="1"/>
        </p:nvGrpSpPr>
        <p:grpSpPr>
          <a:xfrm>
            <a:off x="12356815" y="0"/>
            <a:ext cx="756834" cy="6872642"/>
            <a:chOff x="12356815" y="0"/>
            <a:chExt cx="756834" cy="6872642"/>
          </a:xfrm>
        </p:grpSpPr>
        <p:sp>
          <p:nvSpPr>
            <p:cNvPr id="3" name="Rectangle 2">
              <a:extLst>
                <a:ext uri="{FF2B5EF4-FFF2-40B4-BE49-F238E27FC236}">
                  <a16:creationId xmlns:a16="http://schemas.microsoft.com/office/drawing/2014/main" id="{5B9DB2D8-83A7-CFC3-E346-934BD5F48CF0}"/>
                </a:ext>
              </a:extLst>
            </p:cNvPr>
            <p:cNvSpPr/>
            <p:nvPr userDrawn="1"/>
          </p:nvSpPr>
          <p:spPr>
            <a:xfrm>
              <a:off x="12356815" y="0"/>
              <a:ext cx="553069" cy="3279913"/>
            </a:xfrm>
            <a:prstGeom prst="rect">
              <a:avLst/>
            </a:prstGeom>
            <a:solidFill>
              <a:schemeClr val="bg1">
                <a:lumMod val="95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a:p>
          </p:txBody>
        </p:sp>
        <p:sp>
          <p:nvSpPr>
            <p:cNvPr id="6" name="TextBox 5">
              <a:extLst>
                <a:ext uri="{FF2B5EF4-FFF2-40B4-BE49-F238E27FC236}">
                  <a16:creationId xmlns:a16="http://schemas.microsoft.com/office/drawing/2014/main" id="{C8F1536C-01B4-9650-3CA9-1D1FB64CA691}"/>
                </a:ext>
              </a:extLst>
            </p:cNvPr>
            <p:cNvSpPr txBox="1"/>
            <p:nvPr userDrawn="1"/>
          </p:nvSpPr>
          <p:spPr>
            <a:xfrm rot="16200000">
              <a:off x="12332216" y="1580677"/>
              <a:ext cx="1444306" cy="118559"/>
            </a:xfrm>
            <a:prstGeom prst="rect">
              <a:avLst/>
            </a:prstGeom>
            <a:noFill/>
          </p:spPr>
          <p:txBody>
            <a:bodyPr wrap="none" lIns="0" tIns="0" rIns="0" bIns="0" rtlCol="0">
              <a:spAutoFit/>
            </a:bodyPr>
            <a:lstStyle/>
            <a:p>
              <a:pPr algn="l">
                <a:lnSpc>
                  <a:spcPct val="101000"/>
                </a:lnSpc>
                <a:spcAft>
                  <a:spcPts val="600"/>
                </a:spcAft>
              </a:pPr>
              <a:r>
                <a:rPr kumimoji="0" lang="en-CR" sz="800" b="1" i="0" u="none" strike="noStrike" kern="1200" cap="none" spc="0" normalizeH="0" baseline="0" noProof="0">
                  <a:ln>
                    <a:noFill/>
                  </a:ln>
                  <a:solidFill>
                    <a:srgbClr val="000000"/>
                  </a:solidFill>
                  <a:effectLst/>
                  <a:uLnTx/>
                  <a:uFillTx/>
                  <a:ea typeface="GT America Regular" charset="0"/>
                  <a:cs typeface="GT America Regular" charset="0"/>
                </a:rPr>
                <a:t>ON LIGHT AND EXTRA LIGHT</a:t>
              </a:r>
            </a:p>
          </p:txBody>
        </p:sp>
        <p:sp>
          <p:nvSpPr>
            <p:cNvPr id="7" name="Rectangle 6">
              <a:extLst>
                <a:ext uri="{FF2B5EF4-FFF2-40B4-BE49-F238E27FC236}">
                  <a16:creationId xmlns:a16="http://schemas.microsoft.com/office/drawing/2014/main" id="{E7408998-8576-7E4D-BB97-1A4C2B126753}"/>
                </a:ext>
              </a:extLst>
            </p:cNvPr>
            <p:cNvSpPr/>
            <p:nvPr userDrawn="1"/>
          </p:nvSpPr>
          <p:spPr>
            <a:xfrm>
              <a:off x="12356815" y="3592729"/>
              <a:ext cx="553069" cy="3279913"/>
            </a:xfrm>
            <a:prstGeom prst="rect">
              <a:avLst/>
            </a:prstGeom>
            <a:solidFill>
              <a:schemeClr val="tx2"/>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a:p>
          </p:txBody>
        </p:sp>
        <p:grpSp>
          <p:nvGrpSpPr>
            <p:cNvPr id="10" name="Group 9">
              <a:extLst>
                <a:ext uri="{FF2B5EF4-FFF2-40B4-BE49-F238E27FC236}">
                  <a16:creationId xmlns:a16="http://schemas.microsoft.com/office/drawing/2014/main" id="{CE66C8DB-872E-EDEB-9A8B-83532427528C}"/>
                </a:ext>
              </a:extLst>
            </p:cNvPr>
            <p:cNvGrpSpPr/>
            <p:nvPr userDrawn="1"/>
          </p:nvGrpSpPr>
          <p:grpSpPr>
            <a:xfrm>
              <a:off x="12442019" y="3791214"/>
              <a:ext cx="382660" cy="2882942"/>
              <a:chOff x="14001569" y="3716048"/>
              <a:chExt cx="316248" cy="3171236"/>
            </a:xfrm>
          </p:grpSpPr>
          <p:sp>
            <p:nvSpPr>
              <p:cNvPr id="29" name="Rectangle 28">
                <a:extLst>
                  <a:ext uri="{FF2B5EF4-FFF2-40B4-BE49-F238E27FC236}">
                    <a16:creationId xmlns:a16="http://schemas.microsoft.com/office/drawing/2014/main" id="{4B587F64-5F3E-A3B9-E356-74A65F733A36}"/>
                  </a:ext>
                </a:extLst>
              </p:cNvPr>
              <p:cNvSpPr/>
              <p:nvPr userDrawn="1"/>
            </p:nvSpPr>
            <p:spPr>
              <a:xfrm rot="5400000">
                <a:off x="14033099" y="5954114"/>
                <a:ext cx="253188" cy="316248"/>
              </a:xfrm>
              <a:prstGeom prst="rect">
                <a:avLst/>
              </a:prstGeom>
              <a:solidFill>
                <a:srgbClr val="005E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30" name="Rectangle 29">
                <a:extLst>
                  <a:ext uri="{FF2B5EF4-FFF2-40B4-BE49-F238E27FC236}">
                    <a16:creationId xmlns:a16="http://schemas.microsoft.com/office/drawing/2014/main" id="{7BF65407-5638-E1E1-27DB-3521DEE110E2}"/>
                  </a:ext>
                </a:extLst>
              </p:cNvPr>
              <p:cNvSpPr/>
              <p:nvPr userDrawn="1"/>
            </p:nvSpPr>
            <p:spPr>
              <a:xfrm rot="5400000">
                <a:off x="14033099" y="6278342"/>
                <a:ext cx="253188" cy="316248"/>
              </a:xfrm>
              <a:prstGeom prst="rect">
                <a:avLst/>
              </a:prstGeom>
              <a:solidFill>
                <a:srgbClr val="B8B9D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31" name="Rectangle 30">
                <a:extLst>
                  <a:ext uri="{FF2B5EF4-FFF2-40B4-BE49-F238E27FC236}">
                    <a16:creationId xmlns:a16="http://schemas.microsoft.com/office/drawing/2014/main" id="{9C708A40-472D-6862-8CB0-79F82834582E}"/>
                  </a:ext>
                </a:extLst>
              </p:cNvPr>
              <p:cNvSpPr/>
              <p:nvPr userDrawn="1"/>
            </p:nvSpPr>
            <p:spPr>
              <a:xfrm rot="5400000">
                <a:off x="14033099" y="6602566"/>
                <a:ext cx="253188" cy="316248"/>
              </a:xfrm>
              <a:prstGeom prst="rect">
                <a:avLst/>
              </a:prstGeom>
              <a:solidFill>
                <a:srgbClr val="FBE6D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32" name="Rectangle 31">
                <a:extLst>
                  <a:ext uri="{FF2B5EF4-FFF2-40B4-BE49-F238E27FC236}">
                    <a16:creationId xmlns:a16="http://schemas.microsoft.com/office/drawing/2014/main" id="{7564FFEB-799C-2871-0C6E-A896FE7AD752}"/>
                  </a:ext>
                </a:extLst>
              </p:cNvPr>
              <p:cNvSpPr/>
              <p:nvPr userDrawn="1"/>
            </p:nvSpPr>
            <p:spPr>
              <a:xfrm rot="5400000">
                <a:off x="14033099" y="4981430"/>
                <a:ext cx="253188" cy="316248"/>
              </a:xfrm>
              <a:prstGeom prst="rect">
                <a:avLst/>
              </a:prstGeom>
              <a:solidFill>
                <a:srgbClr val="BCE09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33" name="Rectangle 32">
                <a:extLst>
                  <a:ext uri="{FF2B5EF4-FFF2-40B4-BE49-F238E27FC236}">
                    <a16:creationId xmlns:a16="http://schemas.microsoft.com/office/drawing/2014/main" id="{CB56E1D2-4B0D-B5EF-12CB-3FA5FF57764B}"/>
                  </a:ext>
                </a:extLst>
              </p:cNvPr>
              <p:cNvSpPr/>
              <p:nvPr userDrawn="1"/>
            </p:nvSpPr>
            <p:spPr>
              <a:xfrm rot="5400000">
                <a:off x="14033099" y="5305658"/>
                <a:ext cx="253188" cy="316248"/>
              </a:xfrm>
              <a:prstGeom prst="rect">
                <a:avLst/>
              </a:prstGeom>
              <a:solidFill>
                <a:srgbClr val="E9783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34" name="Rectangle 33">
                <a:extLst>
                  <a:ext uri="{FF2B5EF4-FFF2-40B4-BE49-F238E27FC236}">
                    <a16:creationId xmlns:a16="http://schemas.microsoft.com/office/drawing/2014/main" id="{39900C34-1255-0A34-7105-92ABE5D447C9}"/>
                  </a:ext>
                </a:extLst>
              </p:cNvPr>
              <p:cNvSpPr/>
              <p:nvPr userDrawn="1"/>
            </p:nvSpPr>
            <p:spPr>
              <a:xfrm rot="5400000">
                <a:off x="14033099" y="5629886"/>
                <a:ext cx="253188" cy="316248"/>
              </a:xfrm>
              <a:prstGeom prst="rect">
                <a:avLst/>
              </a:prstGeom>
              <a:solidFill>
                <a:srgbClr val="B9056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35" name="Rectangle 34">
                <a:extLst>
                  <a:ext uri="{FF2B5EF4-FFF2-40B4-BE49-F238E27FC236}">
                    <a16:creationId xmlns:a16="http://schemas.microsoft.com/office/drawing/2014/main" id="{659CC613-5F2A-1924-4E2A-318D41FE22A6}"/>
                  </a:ext>
                </a:extLst>
              </p:cNvPr>
              <p:cNvSpPr/>
              <p:nvPr userDrawn="1"/>
            </p:nvSpPr>
            <p:spPr>
              <a:xfrm rot="5400000">
                <a:off x="14033099" y="3684518"/>
                <a:ext cx="253188" cy="316248"/>
              </a:xfrm>
              <a:prstGeom prst="rect">
                <a:avLst/>
              </a:prstGeom>
              <a:solidFill>
                <a:srgbClr val="9DC2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36" name="Rectangle 35">
                <a:extLst>
                  <a:ext uri="{FF2B5EF4-FFF2-40B4-BE49-F238E27FC236}">
                    <a16:creationId xmlns:a16="http://schemas.microsoft.com/office/drawing/2014/main" id="{6CF15CB2-54B4-AF28-C77A-5216DFCC01AE}"/>
                  </a:ext>
                </a:extLst>
              </p:cNvPr>
              <p:cNvSpPr/>
              <p:nvPr userDrawn="1"/>
            </p:nvSpPr>
            <p:spPr>
              <a:xfrm rot="5400000">
                <a:off x="14033099" y="4008746"/>
                <a:ext cx="253188" cy="316248"/>
              </a:xfrm>
              <a:prstGeom prst="rect">
                <a:avLst/>
              </a:prstGeom>
              <a:solidFill>
                <a:srgbClr val="309DA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37" name="Rectangle 36">
                <a:extLst>
                  <a:ext uri="{FF2B5EF4-FFF2-40B4-BE49-F238E27FC236}">
                    <a16:creationId xmlns:a16="http://schemas.microsoft.com/office/drawing/2014/main" id="{DAA5FBEC-4EBC-26FA-2E13-9EB80B129044}"/>
                  </a:ext>
                </a:extLst>
              </p:cNvPr>
              <p:cNvSpPr/>
              <p:nvPr userDrawn="1"/>
            </p:nvSpPr>
            <p:spPr>
              <a:xfrm rot="5400000">
                <a:off x="14033099" y="4332974"/>
                <a:ext cx="253188" cy="316248"/>
              </a:xfrm>
              <a:prstGeom prst="rect">
                <a:avLst/>
              </a:prstGeom>
              <a:solidFill>
                <a:srgbClr val="E2C22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38" name="Rectangle 37">
                <a:extLst>
                  <a:ext uri="{FF2B5EF4-FFF2-40B4-BE49-F238E27FC236}">
                    <a16:creationId xmlns:a16="http://schemas.microsoft.com/office/drawing/2014/main" id="{2F4F74C9-E1BC-3F3C-67B7-4664D25D1C67}"/>
                  </a:ext>
                </a:extLst>
              </p:cNvPr>
              <p:cNvSpPr/>
              <p:nvPr userDrawn="1"/>
            </p:nvSpPr>
            <p:spPr>
              <a:xfrm rot="5400000">
                <a:off x="14033099" y="4657202"/>
                <a:ext cx="253188" cy="316248"/>
              </a:xfrm>
              <a:prstGeom prst="rect">
                <a:avLst/>
              </a:prstGeom>
              <a:solidFill>
                <a:srgbClr val="9158B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grpSp>
        <p:grpSp>
          <p:nvGrpSpPr>
            <p:cNvPr id="11" name="Group 10">
              <a:extLst>
                <a:ext uri="{FF2B5EF4-FFF2-40B4-BE49-F238E27FC236}">
                  <a16:creationId xmlns:a16="http://schemas.microsoft.com/office/drawing/2014/main" id="{5366610A-0723-A113-F345-5992ECF94402}"/>
                </a:ext>
              </a:extLst>
            </p:cNvPr>
            <p:cNvGrpSpPr/>
            <p:nvPr userDrawn="1"/>
          </p:nvGrpSpPr>
          <p:grpSpPr>
            <a:xfrm>
              <a:off x="12442019" y="198485"/>
              <a:ext cx="382660" cy="2882942"/>
              <a:chOff x="12742785" y="3716048"/>
              <a:chExt cx="316248" cy="3171236"/>
            </a:xfrm>
          </p:grpSpPr>
          <p:sp>
            <p:nvSpPr>
              <p:cNvPr id="13" name="Rectangle 12">
                <a:extLst>
                  <a:ext uri="{FF2B5EF4-FFF2-40B4-BE49-F238E27FC236}">
                    <a16:creationId xmlns:a16="http://schemas.microsoft.com/office/drawing/2014/main" id="{46ABB763-E47B-1306-ABF8-52CD19D9F806}"/>
                  </a:ext>
                </a:extLst>
              </p:cNvPr>
              <p:cNvSpPr/>
              <p:nvPr userDrawn="1"/>
            </p:nvSpPr>
            <p:spPr>
              <a:xfrm rot="5400000">
                <a:off x="12774315" y="6602566"/>
                <a:ext cx="253188" cy="316248"/>
              </a:xfrm>
              <a:prstGeom prst="rect">
                <a:avLst/>
              </a:prstGeom>
              <a:solidFill>
                <a:srgbClr val="BFD6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14" name="Rectangle 13">
                <a:extLst>
                  <a:ext uri="{FF2B5EF4-FFF2-40B4-BE49-F238E27FC236}">
                    <a16:creationId xmlns:a16="http://schemas.microsoft.com/office/drawing/2014/main" id="{28FBEAEB-7FB9-3015-0634-813CF41429AB}"/>
                  </a:ext>
                </a:extLst>
              </p:cNvPr>
              <p:cNvSpPr/>
              <p:nvPr userDrawn="1"/>
            </p:nvSpPr>
            <p:spPr>
              <a:xfrm rot="5400000">
                <a:off x="12774315" y="4981430"/>
                <a:ext cx="253188" cy="316248"/>
              </a:xfrm>
              <a:prstGeom prst="rect">
                <a:avLst/>
              </a:prstGeom>
              <a:solidFill>
                <a:srgbClr val="D25F7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15" name="Rectangle 14">
                <a:extLst>
                  <a:ext uri="{FF2B5EF4-FFF2-40B4-BE49-F238E27FC236}">
                    <a16:creationId xmlns:a16="http://schemas.microsoft.com/office/drawing/2014/main" id="{B1F10344-D8A7-FDBA-B3EA-8192047116CD}"/>
                  </a:ext>
                </a:extLst>
              </p:cNvPr>
              <p:cNvSpPr/>
              <p:nvPr userDrawn="1"/>
            </p:nvSpPr>
            <p:spPr>
              <a:xfrm rot="5400000">
                <a:off x="12774315" y="5305658"/>
                <a:ext cx="253188" cy="316248"/>
              </a:xfrm>
              <a:prstGeom prst="rect">
                <a:avLst/>
              </a:prstGeom>
              <a:solidFill>
                <a:srgbClr val="C6480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16" name="Rectangle 15">
                <a:extLst>
                  <a:ext uri="{FF2B5EF4-FFF2-40B4-BE49-F238E27FC236}">
                    <a16:creationId xmlns:a16="http://schemas.microsoft.com/office/drawing/2014/main" id="{FB11E786-B52F-313A-3710-56D58A130A4F}"/>
                  </a:ext>
                </a:extLst>
              </p:cNvPr>
              <p:cNvSpPr/>
              <p:nvPr userDrawn="1"/>
            </p:nvSpPr>
            <p:spPr>
              <a:xfrm rot="5400000">
                <a:off x="12774315" y="5629886"/>
                <a:ext cx="253188" cy="316248"/>
              </a:xfrm>
              <a:prstGeom prst="rect">
                <a:avLst/>
              </a:prstGeom>
              <a:solidFill>
                <a:srgbClr val="BA016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22" name="Rectangle 21">
                <a:extLst>
                  <a:ext uri="{FF2B5EF4-FFF2-40B4-BE49-F238E27FC236}">
                    <a16:creationId xmlns:a16="http://schemas.microsoft.com/office/drawing/2014/main" id="{FB61E8D3-C57E-0E43-7100-A2E3E03BD56D}"/>
                  </a:ext>
                </a:extLst>
              </p:cNvPr>
              <p:cNvSpPr/>
              <p:nvPr userDrawn="1"/>
            </p:nvSpPr>
            <p:spPr>
              <a:xfrm rot="5400000">
                <a:off x="12774315" y="3684518"/>
                <a:ext cx="253188" cy="316248"/>
              </a:xfrm>
              <a:prstGeom prst="rect">
                <a:avLst/>
              </a:prstGeom>
              <a:solidFill>
                <a:srgbClr val="005E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24" name="Rectangle 23">
                <a:extLst>
                  <a:ext uri="{FF2B5EF4-FFF2-40B4-BE49-F238E27FC236}">
                    <a16:creationId xmlns:a16="http://schemas.microsoft.com/office/drawing/2014/main" id="{32D4900F-0805-82E7-1213-AB9F87277B14}"/>
                  </a:ext>
                </a:extLst>
              </p:cNvPr>
              <p:cNvSpPr/>
              <p:nvPr userDrawn="1"/>
            </p:nvSpPr>
            <p:spPr>
              <a:xfrm rot="5400000">
                <a:off x="12774315" y="4008746"/>
                <a:ext cx="253188" cy="316248"/>
              </a:xfrm>
              <a:prstGeom prst="rect">
                <a:avLst/>
              </a:prstGeom>
              <a:solidFill>
                <a:srgbClr val="5EB6B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25" name="Rectangle 24">
                <a:extLst>
                  <a:ext uri="{FF2B5EF4-FFF2-40B4-BE49-F238E27FC236}">
                    <a16:creationId xmlns:a16="http://schemas.microsoft.com/office/drawing/2014/main" id="{74F74314-EC69-7712-628A-97351CC762E8}"/>
                  </a:ext>
                </a:extLst>
              </p:cNvPr>
              <p:cNvSpPr/>
              <p:nvPr userDrawn="1"/>
            </p:nvSpPr>
            <p:spPr>
              <a:xfrm rot="5400000">
                <a:off x="12774315" y="4332974"/>
                <a:ext cx="253188" cy="316248"/>
              </a:xfrm>
              <a:prstGeom prst="rect">
                <a:avLst/>
              </a:prstGeom>
              <a:solidFill>
                <a:srgbClr val="C7AB2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26" name="Rectangle 25">
                <a:extLst>
                  <a:ext uri="{FF2B5EF4-FFF2-40B4-BE49-F238E27FC236}">
                    <a16:creationId xmlns:a16="http://schemas.microsoft.com/office/drawing/2014/main" id="{B5314C1A-9557-BE11-59E5-3A6D43C91C93}"/>
                  </a:ext>
                </a:extLst>
              </p:cNvPr>
              <p:cNvSpPr/>
              <p:nvPr userDrawn="1"/>
            </p:nvSpPr>
            <p:spPr>
              <a:xfrm rot="5400000">
                <a:off x="12774315" y="4657202"/>
                <a:ext cx="253188" cy="316248"/>
              </a:xfrm>
              <a:prstGeom prst="rect">
                <a:avLst/>
              </a:prstGeom>
              <a:solidFill>
                <a:srgbClr val="5C068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27" name="Rectangle 26">
                <a:extLst>
                  <a:ext uri="{FF2B5EF4-FFF2-40B4-BE49-F238E27FC236}">
                    <a16:creationId xmlns:a16="http://schemas.microsoft.com/office/drawing/2014/main" id="{E3C7B088-D88F-02BA-2CEB-2A3E10BACC80}"/>
                  </a:ext>
                </a:extLst>
              </p:cNvPr>
              <p:cNvSpPr/>
              <p:nvPr userDrawn="1"/>
            </p:nvSpPr>
            <p:spPr>
              <a:xfrm rot="5400000">
                <a:off x="12774315" y="5954114"/>
                <a:ext cx="253188" cy="316248"/>
              </a:xfrm>
              <a:prstGeom prst="rect">
                <a:avLst/>
              </a:prstGeom>
              <a:solidFill>
                <a:srgbClr val="2A431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28" name="Rectangle 27">
                <a:extLst>
                  <a:ext uri="{FF2B5EF4-FFF2-40B4-BE49-F238E27FC236}">
                    <a16:creationId xmlns:a16="http://schemas.microsoft.com/office/drawing/2014/main" id="{A5B941EE-CE1E-B122-A187-F4C8C6AF183E}"/>
                  </a:ext>
                </a:extLst>
              </p:cNvPr>
              <p:cNvSpPr/>
              <p:nvPr userDrawn="1"/>
            </p:nvSpPr>
            <p:spPr>
              <a:xfrm rot="5400000">
                <a:off x="12774315" y="6278342"/>
                <a:ext cx="253188" cy="316248"/>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grpSp>
        <p:sp>
          <p:nvSpPr>
            <p:cNvPr id="12" name="TextBox 11">
              <a:extLst>
                <a:ext uri="{FF2B5EF4-FFF2-40B4-BE49-F238E27FC236}">
                  <a16:creationId xmlns:a16="http://schemas.microsoft.com/office/drawing/2014/main" id="{35EA72A1-A686-C1D9-82B6-5B69EA936135}"/>
                </a:ext>
              </a:extLst>
            </p:cNvPr>
            <p:cNvSpPr txBox="1"/>
            <p:nvPr userDrawn="1"/>
          </p:nvSpPr>
          <p:spPr>
            <a:xfrm rot="16200000">
              <a:off x="12574270" y="5173406"/>
              <a:ext cx="960199" cy="118559"/>
            </a:xfrm>
            <a:prstGeom prst="rect">
              <a:avLst/>
            </a:prstGeom>
            <a:noFill/>
          </p:spPr>
          <p:txBody>
            <a:bodyPr wrap="none" lIns="0" tIns="0" rIns="0" bIns="0" rtlCol="0">
              <a:spAutoFit/>
            </a:bodyPr>
            <a:lstStyle/>
            <a:p>
              <a:pPr algn="l">
                <a:lnSpc>
                  <a:spcPct val="101000"/>
                </a:lnSpc>
                <a:spcAft>
                  <a:spcPts val="600"/>
                </a:spcAft>
              </a:pPr>
              <a:r>
                <a:rPr lang="en-CR" sz="800" b="1">
                  <a:solidFill>
                    <a:srgbClr val="000000"/>
                  </a:solidFill>
                  <a:latin typeface="GT America Regular"/>
                  <a:ea typeface="GT America Regular" charset="0"/>
                  <a:cs typeface="GT America Regular" charset="0"/>
                </a:rPr>
                <a:t>ON MOODY´S BLUE</a:t>
              </a:r>
              <a:endParaRPr kumimoji="0" lang="en-CR" sz="800" b="1" i="0" u="none" strike="noStrike" kern="1200" cap="none" spc="0" normalizeH="0" baseline="0" noProof="0" err="1">
                <a:ln>
                  <a:noFill/>
                </a:ln>
                <a:solidFill>
                  <a:srgbClr val="000000"/>
                </a:solidFill>
                <a:effectLst/>
                <a:uLnTx/>
                <a:uFillTx/>
                <a:latin typeface="GT America Regular"/>
                <a:ea typeface="GT America Regular" charset="0"/>
                <a:cs typeface="GT America Regular" charset="0"/>
              </a:endParaRPr>
            </a:p>
          </p:txBody>
        </p:sp>
      </p:grpSp>
      <p:sp>
        <p:nvSpPr>
          <p:cNvPr id="39" name="TextBox 38">
            <a:extLst>
              <a:ext uri="{FF2B5EF4-FFF2-40B4-BE49-F238E27FC236}">
                <a16:creationId xmlns:a16="http://schemas.microsoft.com/office/drawing/2014/main" id="{5A55C7F0-8655-07D5-2308-2469114506DF}"/>
              </a:ext>
            </a:extLst>
          </p:cNvPr>
          <p:cNvSpPr txBox="1"/>
          <p:nvPr userDrawn="1"/>
        </p:nvSpPr>
        <p:spPr>
          <a:xfrm>
            <a:off x="12356815" y="3377042"/>
            <a:ext cx="807913" cy="118559"/>
          </a:xfrm>
          <a:prstGeom prst="rect">
            <a:avLst/>
          </a:prstGeom>
          <a:noFill/>
        </p:spPr>
        <p:txBody>
          <a:bodyPr wrap="none" lIns="0" tIns="0" rIns="0" bIns="0" rtlCol="0">
            <a:spAutoFit/>
          </a:bodyPr>
          <a:lstStyle/>
          <a:p>
            <a:pPr algn="l">
              <a:lnSpc>
                <a:spcPct val="101000"/>
              </a:lnSpc>
              <a:spcAft>
                <a:spcPts val="600"/>
              </a:spcAft>
            </a:pPr>
            <a:r>
              <a:rPr kumimoji="0" lang="en-US" sz="800" b="1" i="0" u="none" strike="noStrike" kern="1200" cap="none" spc="0" normalizeH="0" baseline="0" noProof="0" dirty="0">
                <a:ln>
                  <a:noFill/>
                </a:ln>
                <a:solidFill>
                  <a:srgbClr val="000000"/>
                </a:solidFill>
                <a:effectLst/>
                <a:uLnTx/>
                <a:uFillTx/>
                <a:ea typeface="GT America Regular" charset="0"/>
                <a:cs typeface="GT America Regular" charset="0"/>
              </a:rPr>
              <a:t>For charts ONLY</a:t>
            </a:r>
            <a:endParaRPr kumimoji="0" lang="en-CR" sz="800" b="1" i="0" u="none" strike="noStrike" kern="1200" cap="none" spc="0" normalizeH="0" baseline="0" noProof="0">
              <a:ln>
                <a:noFill/>
              </a:ln>
              <a:solidFill>
                <a:srgbClr val="000000"/>
              </a:solidFill>
              <a:effectLst/>
              <a:uLnTx/>
              <a:uFillTx/>
              <a:ea typeface="GT America Regular" charset="0"/>
              <a:cs typeface="GT America Regular" charset="0"/>
            </a:endParaRPr>
          </a:p>
        </p:txBody>
      </p:sp>
    </p:spTree>
    <p:extLst>
      <p:ext uri="{BB962C8B-B14F-4D97-AF65-F5344CB8AC3E}">
        <p14:creationId xmlns:p14="http://schemas.microsoft.com/office/powerpoint/2010/main" val="1323285309"/>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4 Column - Subhead">
    <p:spTree>
      <p:nvGrpSpPr>
        <p:cNvPr id="1" name=""/>
        <p:cNvGrpSpPr/>
        <p:nvPr/>
      </p:nvGrpSpPr>
      <p:grpSpPr>
        <a:xfrm>
          <a:off x="0" y="0"/>
          <a:ext cx="0" cy="0"/>
          <a:chOff x="0" y="0"/>
          <a:chExt cx="0" cy="0"/>
        </a:xfrm>
      </p:grpSpPr>
      <p:sp>
        <p:nvSpPr>
          <p:cNvPr id="8" name="Footer Placeholder 7">
            <a:extLst>
              <a:ext uri="{FF2B5EF4-FFF2-40B4-BE49-F238E27FC236}">
                <a16:creationId xmlns:a16="http://schemas.microsoft.com/office/drawing/2014/main" id="{0E2ADB5F-BB7A-E503-6385-47B7F4A752C0}"/>
              </a:ext>
            </a:extLst>
          </p:cNvPr>
          <p:cNvSpPr>
            <a:spLocks noGrp="1"/>
          </p:cNvSpPr>
          <p:nvPr>
            <p:ph type="ftr" sz="quarter" idx="11"/>
          </p:nvPr>
        </p:nvSpPr>
        <p:spPr/>
        <p:txBody>
          <a:bodyPr/>
          <a:lstStyle/>
          <a:p>
            <a:r>
              <a:rPr lang="en-US"/>
              <a:t>See slide 12 for instructions on how to update footer</a:t>
            </a:r>
          </a:p>
        </p:txBody>
      </p:sp>
      <p:sp>
        <p:nvSpPr>
          <p:cNvPr id="9" name="Slide Number Placeholder 8">
            <a:extLst>
              <a:ext uri="{FF2B5EF4-FFF2-40B4-BE49-F238E27FC236}">
                <a16:creationId xmlns:a16="http://schemas.microsoft.com/office/drawing/2014/main" id="{CCA8152B-F410-5052-DF3D-06C6DD4D2381}"/>
              </a:ext>
            </a:extLst>
          </p:cNvPr>
          <p:cNvSpPr>
            <a:spLocks noGrp="1"/>
          </p:cNvSpPr>
          <p:nvPr>
            <p:ph type="sldNum" sz="quarter" idx="12"/>
          </p:nvPr>
        </p:nvSpPr>
        <p:spPr/>
        <p:txBody>
          <a:bodyPr/>
          <a:lstStyle/>
          <a:p>
            <a:fld id="{862A5111-985B-C14D-9115-5787026182A8}" type="slidenum">
              <a:rPr lang="en-US" smtClean="0"/>
              <a:t>‹#›</a:t>
            </a:fld>
            <a:endParaRPr lang="en-US"/>
          </a:p>
        </p:txBody>
      </p:sp>
      <p:sp>
        <p:nvSpPr>
          <p:cNvPr id="15" name="Title 14">
            <a:extLst>
              <a:ext uri="{FF2B5EF4-FFF2-40B4-BE49-F238E27FC236}">
                <a16:creationId xmlns:a16="http://schemas.microsoft.com/office/drawing/2014/main" id="{EAD91B94-EA98-484A-C309-7B941BD49803}"/>
              </a:ext>
            </a:extLst>
          </p:cNvPr>
          <p:cNvSpPr>
            <a:spLocks noGrp="1"/>
          </p:cNvSpPr>
          <p:nvPr>
            <p:ph type="title"/>
          </p:nvPr>
        </p:nvSpPr>
        <p:spPr>
          <a:xfrm>
            <a:off x="546101" y="552450"/>
            <a:ext cx="11091862" cy="434975"/>
          </a:xfrm>
        </p:spPr>
        <p:txBody>
          <a:bodyPr/>
          <a:lstStyle/>
          <a:p>
            <a:r>
              <a:rPr lang="en-US"/>
              <a:t>Click to edit Master title style</a:t>
            </a:r>
            <a:endParaRPr lang="en-US" dirty="0"/>
          </a:p>
        </p:txBody>
      </p:sp>
      <p:sp>
        <p:nvSpPr>
          <p:cNvPr id="3" name="Freeform 5">
            <a:extLst>
              <a:ext uri="{FF2B5EF4-FFF2-40B4-BE49-F238E27FC236}">
                <a16:creationId xmlns:a16="http://schemas.microsoft.com/office/drawing/2014/main" id="{5C3F480E-7787-3C79-2F28-2BD141C8A6B3}"/>
              </a:ext>
            </a:extLst>
          </p:cNvPr>
          <p:cNvSpPr/>
          <p:nvPr userDrawn="1"/>
        </p:nvSpPr>
        <p:spPr bwMode="black">
          <a:xfrm>
            <a:off x="554038" y="6469335"/>
            <a:ext cx="678511" cy="112440"/>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chemeClr val="tx2"/>
          </a:solidFill>
          <a:ln w="0" cap="flat">
            <a:noFill/>
            <a:prstDash val="solid"/>
            <a:miter/>
          </a:ln>
        </p:spPr>
        <p:txBody>
          <a:bodyPr rtlCol="0" anchor="ctr"/>
          <a:lstStyle/>
          <a:p>
            <a:endParaRPr lang="en-US"/>
          </a:p>
        </p:txBody>
      </p:sp>
      <p:sp>
        <p:nvSpPr>
          <p:cNvPr id="20" name="Text Placeholder 10">
            <a:extLst>
              <a:ext uri="{FF2B5EF4-FFF2-40B4-BE49-F238E27FC236}">
                <a16:creationId xmlns:a16="http://schemas.microsoft.com/office/drawing/2014/main" id="{E816675F-4CFF-1424-BC2E-EB168984C8A9}"/>
              </a:ext>
            </a:extLst>
          </p:cNvPr>
          <p:cNvSpPr>
            <a:spLocks noGrp="1"/>
          </p:cNvSpPr>
          <p:nvPr>
            <p:ph type="body" sz="quarter" idx="21"/>
          </p:nvPr>
        </p:nvSpPr>
        <p:spPr>
          <a:xfrm>
            <a:off x="546100" y="1127125"/>
            <a:ext cx="11094211" cy="295275"/>
          </a:xfrm>
        </p:spPr>
        <p:txBody>
          <a:bodyPr>
            <a:noAutofit/>
          </a:bodyPr>
          <a:lstStyle>
            <a:lvl1pPr marL="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1pPr>
            <a:lvl2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2pPr>
            <a:lvl3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3pPr>
            <a:lvl4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4pPr>
            <a:lvl5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5pPr>
            <a:lvl6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6pPr>
            <a:lvl7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7pPr>
            <a:lvl8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8pPr>
            <a:lvl9pPr marL="0" indent="0" algn="l" defTabSz="914400" rtl="0" eaLnBrk="1" latinLnBrk="0" hangingPunct="1">
              <a:lnSpc>
                <a:spcPct val="80000"/>
              </a:lnSpc>
              <a:spcBef>
                <a:spcPts val="0"/>
              </a:spcBef>
              <a:spcAft>
                <a:spcPts val="0"/>
              </a:spcAft>
              <a:buNone/>
              <a:defRPr lang="en-US" sz="2400" b="0" i="0" kern="1200" dirty="0">
                <a:solidFill>
                  <a:schemeClr val="accent1"/>
                </a:solidFill>
                <a:latin typeface="+mj-lt"/>
                <a:ea typeface="GT America Regular" charset="0"/>
                <a:cs typeface="GT America Regular" charset="0"/>
              </a:defRPr>
            </a:lvl9pPr>
          </a:lstStyle>
          <a:p>
            <a:pPr lvl="0"/>
            <a:r>
              <a:rPr lang="en-US"/>
              <a:t>Click to edit Master text styles</a:t>
            </a:r>
          </a:p>
        </p:txBody>
      </p:sp>
      <p:sp>
        <p:nvSpPr>
          <p:cNvPr id="21" name="Text Placeholder 15">
            <a:extLst>
              <a:ext uri="{FF2B5EF4-FFF2-40B4-BE49-F238E27FC236}">
                <a16:creationId xmlns:a16="http://schemas.microsoft.com/office/drawing/2014/main" id="{5ABFA4E5-EE7C-B181-6613-2BCBB984ABF8}"/>
              </a:ext>
            </a:extLst>
          </p:cNvPr>
          <p:cNvSpPr>
            <a:spLocks noGrp="1"/>
          </p:cNvSpPr>
          <p:nvPr>
            <p:ph type="body" sz="quarter" idx="22"/>
          </p:nvPr>
        </p:nvSpPr>
        <p:spPr>
          <a:xfrm>
            <a:off x="546100" y="6019800"/>
            <a:ext cx="6851650" cy="289560"/>
          </a:xfrm>
        </p:spPr>
        <p:txBody>
          <a:bodyPr anchor="b" anchorCtr="0">
            <a:noAutofit/>
          </a:bodyPr>
          <a:lstStyle>
            <a:lvl1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1pPr>
            <a:lvl2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2pPr>
            <a:lvl3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3pPr>
            <a:lvl4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4pPr>
            <a:lvl5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5pPr>
            <a:lvl6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6pPr>
            <a:lvl7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7pPr>
            <a:lvl8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8pPr>
            <a:lvl9pPr marL="0" indent="0" algn="l" defTabSz="914400" rtl="0" eaLnBrk="1" latinLnBrk="0" hangingPunct="1">
              <a:lnSpc>
                <a:spcPct val="101000"/>
              </a:lnSpc>
              <a:spcBef>
                <a:spcPts val="0"/>
              </a:spcBef>
              <a:spcAft>
                <a:spcPts val="600"/>
              </a:spcAft>
              <a:buNone/>
              <a:defRPr lang="en-US" sz="600" b="0" i="0" kern="1200" dirty="0">
                <a:solidFill>
                  <a:srgbClr val="75787B"/>
                </a:solidFill>
                <a:latin typeface="+mn-lt"/>
                <a:ea typeface="GT America Regular" charset="0"/>
                <a:cs typeface="GT America Regular" charset="0"/>
              </a:defRPr>
            </a:lvl9pPr>
          </a:lstStyle>
          <a:p>
            <a:pPr lvl="0"/>
            <a:r>
              <a:rPr lang="en-US"/>
              <a:t>Click to edit Master text styles</a:t>
            </a:r>
          </a:p>
        </p:txBody>
      </p:sp>
      <p:sp>
        <p:nvSpPr>
          <p:cNvPr id="22" name="Content Placeholder 22">
            <a:extLst>
              <a:ext uri="{FF2B5EF4-FFF2-40B4-BE49-F238E27FC236}">
                <a16:creationId xmlns:a16="http://schemas.microsoft.com/office/drawing/2014/main" id="{13CECA2D-47BD-D0C9-FDDA-04E397E25899}"/>
              </a:ext>
            </a:extLst>
          </p:cNvPr>
          <p:cNvSpPr>
            <a:spLocks noGrp="1"/>
          </p:cNvSpPr>
          <p:nvPr>
            <p:ph sz="quarter" idx="23"/>
          </p:nvPr>
        </p:nvSpPr>
        <p:spPr>
          <a:xfrm>
            <a:off x="546101" y="2425700"/>
            <a:ext cx="2619374" cy="34417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3" name="Content Placeholder 24">
            <a:extLst>
              <a:ext uri="{FF2B5EF4-FFF2-40B4-BE49-F238E27FC236}">
                <a16:creationId xmlns:a16="http://schemas.microsoft.com/office/drawing/2014/main" id="{662EF311-9306-5498-F3D9-6F3991FF1E09}"/>
              </a:ext>
            </a:extLst>
          </p:cNvPr>
          <p:cNvSpPr>
            <a:spLocks noGrp="1"/>
          </p:cNvSpPr>
          <p:nvPr>
            <p:ph sz="quarter" idx="24"/>
          </p:nvPr>
        </p:nvSpPr>
        <p:spPr>
          <a:xfrm>
            <a:off x="3367088" y="2425700"/>
            <a:ext cx="2625725" cy="34417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4" name="Content Placeholder 20">
            <a:extLst>
              <a:ext uri="{FF2B5EF4-FFF2-40B4-BE49-F238E27FC236}">
                <a16:creationId xmlns:a16="http://schemas.microsoft.com/office/drawing/2014/main" id="{3A80FA08-2EA7-E26E-1786-7FC321C07BC6}"/>
              </a:ext>
            </a:extLst>
          </p:cNvPr>
          <p:cNvSpPr>
            <a:spLocks noGrp="1"/>
          </p:cNvSpPr>
          <p:nvPr>
            <p:ph sz="quarter" idx="25"/>
          </p:nvPr>
        </p:nvSpPr>
        <p:spPr>
          <a:xfrm>
            <a:off x="6194426" y="2425701"/>
            <a:ext cx="2619375" cy="344169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5" name="Text Placeholder 33">
            <a:extLst>
              <a:ext uri="{FF2B5EF4-FFF2-40B4-BE49-F238E27FC236}">
                <a16:creationId xmlns:a16="http://schemas.microsoft.com/office/drawing/2014/main" id="{6F3D1EEF-0D0B-1B3D-790A-E903BCE7629F}"/>
              </a:ext>
            </a:extLst>
          </p:cNvPr>
          <p:cNvSpPr>
            <a:spLocks noGrp="1"/>
          </p:cNvSpPr>
          <p:nvPr>
            <p:ph type="body" sz="quarter" idx="29"/>
          </p:nvPr>
        </p:nvSpPr>
        <p:spPr>
          <a:xfrm>
            <a:off x="546100" y="1849436"/>
            <a:ext cx="2619375" cy="296861"/>
          </a:xfrm>
        </p:spPr>
        <p:txBody>
          <a:bodyPr anchor="b" anchorCtr="0">
            <a:noAutofit/>
          </a:bodyPr>
          <a:lstStyle>
            <a:lvl1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1pPr>
            <a:lvl2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2pPr>
            <a:lvl3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3pPr>
            <a:lvl4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4pPr>
            <a:lvl5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5pPr>
            <a:lvl6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6pPr>
            <a:lvl7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7pPr>
            <a:lvl8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8pPr>
            <a:lvl9pPr marL="0" indent="0" algn="l" defTabSz="914400" rtl="0" eaLnBrk="1" latinLnBrk="0" hangingPunct="1">
              <a:lnSpc>
                <a:spcPct val="101000"/>
              </a:lnSpc>
              <a:spcBef>
                <a:spcPts val="0"/>
              </a:spcBef>
              <a:spcAft>
                <a:spcPts val="600"/>
              </a:spcAft>
              <a:buNone/>
              <a:defRPr lang="en-US" sz="2000" b="0" i="0" kern="1200" dirty="0">
                <a:solidFill>
                  <a:schemeClr val="tx2"/>
                </a:solidFill>
                <a:latin typeface="+mj-lt"/>
                <a:ea typeface="GT America Regular" charset="0"/>
                <a:cs typeface="GT America Regular" charset="0"/>
              </a:defRPr>
            </a:lvl9pPr>
          </a:lstStyle>
          <a:p>
            <a:pPr lvl="0"/>
            <a:r>
              <a:rPr lang="en-US"/>
              <a:t>Click to edit Master text styles</a:t>
            </a:r>
          </a:p>
        </p:txBody>
      </p:sp>
      <p:sp>
        <p:nvSpPr>
          <p:cNvPr id="36" name="Text Placeholder 35">
            <a:extLst>
              <a:ext uri="{FF2B5EF4-FFF2-40B4-BE49-F238E27FC236}">
                <a16:creationId xmlns:a16="http://schemas.microsoft.com/office/drawing/2014/main" id="{F3E66951-696C-1D73-0C63-711EFABB807E}"/>
              </a:ext>
            </a:extLst>
          </p:cNvPr>
          <p:cNvSpPr>
            <a:spLocks noGrp="1"/>
          </p:cNvSpPr>
          <p:nvPr>
            <p:ph type="body" sz="quarter" idx="30"/>
          </p:nvPr>
        </p:nvSpPr>
        <p:spPr>
          <a:xfrm>
            <a:off x="3367089" y="1849438"/>
            <a:ext cx="2625725" cy="296860"/>
          </a:xfrm>
        </p:spPr>
        <p:txBody>
          <a:bodyPr anchor="b" anchorCtr="0">
            <a:noAutofit/>
          </a:bodyPr>
          <a:lstStyle>
            <a:lvl1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1pPr>
            <a:lvl2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2pPr>
            <a:lvl3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3pPr>
            <a:lvl4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4pPr>
            <a:lvl5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5pPr>
            <a:lvl6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6pPr>
            <a:lvl7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7pPr>
            <a:lvl8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8pPr>
            <a:lvl9pPr marL="0" indent="0" algn="l" defTabSz="914400" rtl="0" eaLnBrk="1" latinLnBrk="0" hangingPunct="1">
              <a:lnSpc>
                <a:spcPct val="101000"/>
              </a:lnSpc>
              <a:spcBef>
                <a:spcPts val="0"/>
              </a:spcBef>
              <a:spcAft>
                <a:spcPts val="600"/>
              </a:spcAft>
              <a:buNone/>
              <a:defRPr lang="en-US" sz="2000" b="0" i="0" kern="1200" dirty="0">
                <a:solidFill>
                  <a:schemeClr val="tx2"/>
                </a:solidFill>
                <a:latin typeface="+mj-lt"/>
                <a:ea typeface="GT America Regular" charset="0"/>
                <a:cs typeface="GT America Regular" charset="0"/>
              </a:defRPr>
            </a:lvl9pPr>
          </a:lstStyle>
          <a:p>
            <a:pPr lvl="0"/>
            <a:r>
              <a:rPr lang="en-US"/>
              <a:t>Click to edit Master text styles</a:t>
            </a:r>
          </a:p>
        </p:txBody>
      </p:sp>
      <p:sp>
        <p:nvSpPr>
          <p:cNvPr id="37" name="Text Placeholder 26">
            <a:extLst>
              <a:ext uri="{FF2B5EF4-FFF2-40B4-BE49-F238E27FC236}">
                <a16:creationId xmlns:a16="http://schemas.microsoft.com/office/drawing/2014/main" id="{22CCB024-1C7A-358D-17AA-DB143CC33E1A}"/>
              </a:ext>
            </a:extLst>
          </p:cNvPr>
          <p:cNvSpPr>
            <a:spLocks noGrp="1"/>
          </p:cNvSpPr>
          <p:nvPr>
            <p:ph type="body" sz="quarter" idx="31"/>
          </p:nvPr>
        </p:nvSpPr>
        <p:spPr>
          <a:xfrm>
            <a:off x="6194426" y="1849438"/>
            <a:ext cx="2619375" cy="296860"/>
          </a:xfrm>
        </p:spPr>
        <p:txBody>
          <a:bodyPr anchor="b" anchorCtr="0">
            <a:noAutofit/>
          </a:bodyPr>
          <a:lstStyle>
            <a:lvl1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1pPr>
            <a:lvl2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2pPr>
            <a:lvl3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3pPr>
            <a:lvl4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4pPr>
            <a:lvl5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5pPr>
            <a:lvl6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6pPr>
            <a:lvl7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7pPr>
            <a:lvl8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8pPr>
            <a:lvl9pPr marL="0" indent="0" algn="l" defTabSz="914400" rtl="0" eaLnBrk="1" latinLnBrk="0" hangingPunct="1">
              <a:lnSpc>
                <a:spcPct val="101000"/>
              </a:lnSpc>
              <a:spcBef>
                <a:spcPts val="0"/>
              </a:spcBef>
              <a:spcAft>
                <a:spcPts val="600"/>
              </a:spcAft>
              <a:buNone/>
              <a:defRPr lang="en-US" sz="2000" b="0" i="0" kern="1200" dirty="0">
                <a:solidFill>
                  <a:schemeClr val="tx2"/>
                </a:solidFill>
                <a:latin typeface="+mj-lt"/>
                <a:ea typeface="GT America Regular" charset="0"/>
                <a:cs typeface="GT America Regular" charset="0"/>
              </a:defRPr>
            </a:lvl9pPr>
          </a:lstStyle>
          <a:p>
            <a:pPr lvl="0"/>
            <a:r>
              <a:rPr lang="en-US"/>
              <a:t>Click to edit Master text styles</a:t>
            </a:r>
          </a:p>
        </p:txBody>
      </p:sp>
      <p:sp>
        <p:nvSpPr>
          <p:cNvPr id="39" name="Content Placeholder 38">
            <a:extLst>
              <a:ext uri="{FF2B5EF4-FFF2-40B4-BE49-F238E27FC236}">
                <a16:creationId xmlns:a16="http://schemas.microsoft.com/office/drawing/2014/main" id="{4C336508-10E1-4F40-6089-6E416628EAAC}"/>
              </a:ext>
            </a:extLst>
          </p:cNvPr>
          <p:cNvSpPr>
            <a:spLocks noGrp="1"/>
          </p:cNvSpPr>
          <p:nvPr>
            <p:ph sz="quarter" idx="32"/>
          </p:nvPr>
        </p:nvSpPr>
        <p:spPr>
          <a:xfrm>
            <a:off x="9015415" y="2425700"/>
            <a:ext cx="2622548" cy="34417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1" name="Text Placeholder 40">
            <a:extLst>
              <a:ext uri="{FF2B5EF4-FFF2-40B4-BE49-F238E27FC236}">
                <a16:creationId xmlns:a16="http://schemas.microsoft.com/office/drawing/2014/main" id="{53BBD7EF-C3BF-D4E8-EF2B-6BC68E04ACCA}"/>
              </a:ext>
            </a:extLst>
          </p:cNvPr>
          <p:cNvSpPr>
            <a:spLocks noGrp="1"/>
          </p:cNvSpPr>
          <p:nvPr>
            <p:ph type="body" sz="quarter" idx="33"/>
          </p:nvPr>
        </p:nvSpPr>
        <p:spPr>
          <a:xfrm>
            <a:off x="9015412" y="1849436"/>
            <a:ext cx="2622549" cy="296862"/>
          </a:xfrm>
        </p:spPr>
        <p:txBody>
          <a:bodyPr anchor="b" anchorCtr="0">
            <a:noAutofit/>
          </a:bodyPr>
          <a:lstStyle>
            <a:lvl1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1pPr>
            <a:lvl2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2pPr>
            <a:lvl3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3pPr>
            <a:lvl4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4pPr>
            <a:lvl5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5pPr>
            <a:lvl6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6pPr>
            <a:lvl7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7pPr>
            <a:lvl8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8pPr>
            <a:lvl9pPr marL="0" indent="0" algn="l" defTabSz="914400" rtl="0" eaLnBrk="1" latinLnBrk="0" hangingPunct="1">
              <a:lnSpc>
                <a:spcPct val="101000"/>
              </a:lnSpc>
              <a:spcBef>
                <a:spcPts val="0"/>
              </a:spcBef>
              <a:spcAft>
                <a:spcPts val="600"/>
              </a:spcAft>
              <a:buNone/>
              <a:defRPr lang="en-US" sz="2000" b="0" i="0" kern="1200" dirty="0">
                <a:solidFill>
                  <a:schemeClr val="tx2"/>
                </a:solidFill>
                <a:latin typeface="+mj-lt"/>
                <a:ea typeface="GT America Regular" charset="0"/>
                <a:cs typeface="GT America Regular" charset="0"/>
              </a:defRPr>
            </a:lvl9pPr>
          </a:lstStyle>
          <a:p>
            <a:pPr lvl="0"/>
            <a:r>
              <a:rPr lang="en-US"/>
              <a:t>Click to edit Master text styles</a:t>
            </a:r>
          </a:p>
        </p:txBody>
      </p:sp>
      <p:grpSp>
        <p:nvGrpSpPr>
          <p:cNvPr id="2" name="Group 1">
            <a:extLst>
              <a:ext uri="{FF2B5EF4-FFF2-40B4-BE49-F238E27FC236}">
                <a16:creationId xmlns:a16="http://schemas.microsoft.com/office/drawing/2014/main" id="{31508F31-FF7C-431E-8840-F90A9D6D6BB7}"/>
              </a:ext>
            </a:extLst>
          </p:cNvPr>
          <p:cNvGrpSpPr/>
          <p:nvPr userDrawn="1"/>
        </p:nvGrpSpPr>
        <p:grpSpPr>
          <a:xfrm>
            <a:off x="12356815" y="0"/>
            <a:ext cx="756834" cy="6872642"/>
            <a:chOff x="12356815" y="0"/>
            <a:chExt cx="756834" cy="6872642"/>
          </a:xfrm>
        </p:grpSpPr>
        <p:sp>
          <p:nvSpPr>
            <p:cNvPr id="4" name="Rectangle 3">
              <a:extLst>
                <a:ext uri="{FF2B5EF4-FFF2-40B4-BE49-F238E27FC236}">
                  <a16:creationId xmlns:a16="http://schemas.microsoft.com/office/drawing/2014/main" id="{20F324AF-4604-BC68-DF52-9173D16B2F9A}"/>
                </a:ext>
              </a:extLst>
            </p:cNvPr>
            <p:cNvSpPr/>
            <p:nvPr userDrawn="1"/>
          </p:nvSpPr>
          <p:spPr>
            <a:xfrm>
              <a:off x="12356815" y="0"/>
              <a:ext cx="553069" cy="3279913"/>
            </a:xfrm>
            <a:prstGeom prst="rect">
              <a:avLst/>
            </a:prstGeom>
            <a:solidFill>
              <a:schemeClr val="bg1">
                <a:lumMod val="95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a:p>
          </p:txBody>
        </p:sp>
        <p:sp>
          <p:nvSpPr>
            <p:cNvPr id="5" name="TextBox 4">
              <a:extLst>
                <a:ext uri="{FF2B5EF4-FFF2-40B4-BE49-F238E27FC236}">
                  <a16:creationId xmlns:a16="http://schemas.microsoft.com/office/drawing/2014/main" id="{A195C87C-A8C1-EF0F-E54A-86C6A126B59E}"/>
                </a:ext>
              </a:extLst>
            </p:cNvPr>
            <p:cNvSpPr txBox="1"/>
            <p:nvPr userDrawn="1"/>
          </p:nvSpPr>
          <p:spPr>
            <a:xfrm rot="16200000">
              <a:off x="12332216" y="1580677"/>
              <a:ext cx="1444306" cy="118559"/>
            </a:xfrm>
            <a:prstGeom prst="rect">
              <a:avLst/>
            </a:prstGeom>
            <a:noFill/>
          </p:spPr>
          <p:txBody>
            <a:bodyPr wrap="none" lIns="0" tIns="0" rIns="0" bIns="0" rtlCol="0">
              <a:spAutoFit/>
            </a:bodyPr>
            <a:lstStyle/>
            <a:p>
              <a:pPr algn="l">
                <a:lnSpc>
                  <a:spcPct val="101000"/>
                </a:lnSpc>
                <a:spcAft>
                  <a:spcPts val="600"/>
                </a:spcAft>
              </a:pPr>
              <a:r>
                <a:rPr kumimoji="0" lang="en-CR" sz="800" b="1" i="0" u="none" strike="noStrike" kern="1200" cap="none" spc="0" normalizeH="0" baseline="0" noProof="0">
                  <a:ln>
                    <a:noFill/>
                  </a:ln>
                  <a:solidFill>
                    <a:srgbClr val="000000"/>
                  </a:solidFill>
                  <a:effectLst/>
                  <a:uLnTx/>
                  <a:uFillTx/>
                  <a:ea typeface="GT America Regular" charset="0"/>
                  <a:cs typeface="GT America Regular" charset="0"/>
                </a:rPr>
                <a:t>ON LIGHT AND EXTRA LIGHT</a:t>
              </a:r>
            </a:p>
          </p:txBody>
        </p:sp>
        <p:sp>
          <p:nvSpPr>
            <p:cNvPr id="6" name="Rectangle 5">
              <a:extLst>
                <a:ext uri="{FF2B5EF4-FFF2-40B4-BE49-F238E27FC236}">
                  <a16:creationId xmlns:a16="http://schemas.microsoft.com/office/drawing/2014/main" id="{BB18765C-6428-8BC5-0F7F-AC227EF0A74D}"/>
                </a:ext>
              </a:extLst>
            </p:cNvPr>
            <p:cNvSpPr/>
            <p:nvPr userDrawn="1"/>
          </p:nvSpPr>
          <p:spPr>
            <a:xfrm>
              <a:off x="12356815" y="3592729"/>
              <a:ext cx="553069" cy="3279913"/>
            </a:xfrm>
            <a:prstGeom prst="rect">
              <a:avLst/>
            </a:prstGeom>
            <a:solidFill>
              <a:schemeClr val="tx2"/>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a:p>
          </p:txBody>
        </p:sp>
        <p:grpSp>
          <p:nvGrpSpPr>
            <p:cNvPr id="7" name="Group 6">
              <a:extLst>
                <a:ext uri="{FF2B5EF4-FFF2-40B4-BE49-F238E27FC236}">
                  <a16:creationId xmlns:a16="http://schemas.microsoft.com/office/drawing/2014/main" id="{F59345F0-BAC3-4CFD-1E56-D68E766C8EA0}"/>
                </a:ext>
              </a:extLst>
            </p:cNvPr>
            <p:cNvGrpSpPr/>
            <p:nvPr userDrawn="1"/>
          </p:nvGrpSpPr>
          <p:grpSpPr>
            <a:xfrm>
              <a:off x="12442019" y="3791214"/>
              <a:ext cx="382660" cy="2882942"/>
              <a:chOff x="14001569" y="3716048"/>
              <a:chExt cx="316248" cy="3171236"/>
            </a:xfrm>
          </p:grpSpPr>
          <p:sp>
            <p:nvSpPr>
              <p:cNvPr id="28" name="Rectangle 27">
                <a:extLst>
                  <a:ext uri="{FF2B5EF4-FFF2-40B4-BE49-F238E27FC236}">
                    <a16:creationId xmlns:a16="http://schemas.microsoft.com/office/drawing/2014/main" id="{C2E13A71-D7CF-FC90-C382-E29EE484D60D}"/>
                  </a:ext>
                </a:extLst>
              </p:cNvPr>
              <p:cNvSpPr/>
              <p:nvPr userDrawn="1"/>
            </p:nvSpPr>
            <p:spPr>
              <a:xfrm rot="5400000">
                <a:off x="14033099" y="5954114"/>
                <a:ext cx="253188" cy="316248"/>
              </a:xfrm>
              <a:prstGeom prst="rect">
                <a:avLst/>
              </a:prstGeom>
              <a:solidFill>
                <a:srgbClr val="005E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29" name="Rectangle 28">
                <a:extLst>
                  <a:ext uri="{FF2B5EF4-FFF2-40B4-BE49-F238E27FC236}">
                    <a16:creationId xmlns:a16="http://schemas.microsoft.com/office/drawing/2014/main" id="{B098EA7C-4CB8-5294-0E3D-DA3DDA751D33}"/>
                  </a:ext>
                </a:extLst>
              </p:cNvPr>
              <p:cNvSpPr/>
              <p:nvPr userDrawn="1"/>
            </p:nvSpPr>
            <p:spPr>
              <a:xfrm rot="5400000">
                <a:off x="14033099" y="6278342"/>
                <a:ext cx="253188" cy="316248"/>
              </a:xfrm>
              <a:prstGeom prst="rect">
                <a:avLst/>
              </a:prstGeom>
              <a:solidFill>
                <a:srgbClr val="B8B9D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30" name="Rectangle 29">
                <a:extLst>
                  <a:ext uri="{FF2B5EF4-FFF2-40B4-BE49-F238E27FC236}">
                    <a16:creationId xmlns:a16="http://schemas.microsoft.com/office/drawing/2014/main" id="{A598B527-9B86-D470-36F2-19EAB9D0B534}"/>
                  </a:ext>
                </a:extLst>
              </p:cNvPr>
              <p:cNvSpPr/>
              <p:nvPr userDrawn="1"/>
            </p:nvSpPr>
            <p:spPr>
              <a:xfrm rot="5400000">
                <a:off x="14033099" y="6602566"/>
                <a:ext cx="253188" cy="316248"/>
              </a:xfrm>
              <a:prstGeom prst="rect">
                <a:avLst/>
              </a:prstGeom>
              <a:solidFill>
                <a:srgbClr val="FBE6D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31" name="Rectangle 30">
                <a:extLst>
                  <a:ext uri="{FF2B5EF4-FFF2-40B4-BE49-F238E27FC236}">
                    <a16:creationId xmlns:a16="http://schemas.microsoft.com/office/drawing/2014/main" id="{302739A8-3AB5-BAF0-AA17-65CD5083E724}"/>
                  </a:ext>
                </a:extLst>
              </p:cNvPr>
              <p:cNvSpPr/>
              <p:nvPr userDrawn="1"/>
            </p:nvSpPr>
            <p:spPr>
              <a:xfrm rot="5400000">
                <a:off x="14033099" y="4981430"/>
                <a:ext cx="253188" cy="316248"/>
              </a:xfrm>
              <a:prstGeom prst="rect">
                <a:avLst/>
              </a:prstGeom>
              <a:solidFill>
                <a:srgbClr val="BCE09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32" name="Rectangle 31">
                <a:extLst>
                  <a:ext uri="{FF2B5EF4-FFF2-40B4-BE49-F238E27FC236}">
                    <a16:creationId xmlns:a16="http://schemas.microsoft.com/office/drawing/2014/main" id="{67C8C171-BE38-E529-E276-F9214A4F2803}"/>
                  </a:ext>
                </a:extLst>
              </p:cNvPr>
              <p:cNvSpPr/>
              <p:nvPr userDrawn="1"/>
            </p:nvSpPr>
            <p:spPr>
              <a:xfrm rot="5400000">
                <a:off x="14033099" y="5305658"/>
                <a:ext cx="253188" cy="316248"/>
              </a:xfrm>
              <a:prstGeom prst="rect">
                <a:avLst/>
              </a:prstGeom>
              <a:solidFill>
                <a:srgbClr val="E9783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33" name="Rectangle 32">
                <a:extLst>
                  <a:ext uri="{FF2B5EF4-FFF2-40B4-BE49-F238E27FC236}">
                    <a16:creationId xmlns:a16="http://schemas.microsoft.com/office/drawing/2014/main" id="{66EE2F7F-380C-FCB0-4B13-62851E0EACC8}"/>
                  </a:ext>
                </a:extLst>
              </p:cNvPr>
              <p:cNvSpPr/>
              <p:nvPr userDrawn="1"/>
            </p:nvSpPr>
            <p:spPr>
              <a:xfrm rot="5400000">
                <a:off x="14033099" y="5629886"/>
                <a:ext cx="253188" cy="316248"/>
              </a:xfrm>
              <a:prstGeom prst="rect">
                <a:avLst/>
              </a:prstGeom>
              <a:solidFill>
                <a:srgbClr val="B9056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34" name="Rectangle 33">
                <a:extLst>
                  <a:ext uri="{FF2B5EF4-FFF2-40B4-BE49-F238E27FC236}">
                    <a16:creationId xmlns:a16="http://schemas.microsoft.com/office/drawing/2014/main" id="{4B435196-5675-C73C-2A26-F03E4045E2E4}"/>
                  </a:ext>
                </a:extLst>
              </p:cNvPr>
              <p:cNvSpPr/>
              <p:nvPr userDrawn="1"/>
            </p:nvSpPr>
            <p:spPr>
              <a:xfrm rot="5400000">
                <a:off x="14033099" y="3684518"/>
                <a:ext cx="253188" cy="316248"/>
              </a:xfrm>
              <a:prstGeom prst="rect">
                <a:avLst/>
              </a:prstGeom>
              <a:solidFill>
                <a:srgbClr val="9DC2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38" name="Rectangle 37">
                <a:extLst>
                  <a:ext uri="{FF2B5EF4-FFF2-40B4-BE49-F238E27FC236}">
                    <a16:creationId xmlns:a16="http://schemas.microsoft.com/office/drawing/2014/main" id="{E08EB757-F7DA-269E-7344-91DC5FF92E75}"/>
                  </a:ext>
                </a:extLst>
              </p:cNvPr>
              <p:cNvSpPr/>
              <p:nvPr userDrawn="1"/>
            </p:nvSpPr>
            <p:spPr>
              <a:xfrm rot="5400000">
                <a:off x="14033099" y="4008746"/>
                <a:ext cx="253188" cy="316248"/>
              </a:xfrm>
              <a:prstGeom prst="rect">
                <a:avLst/>
              </a:prstGeom>
              <a:solidFill>
                <a:srgbClr val="309DA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40" name="Rectangle 39">
                <a:extLst>
                  <a:ext uri="{FF2B5EF4-FFF2-40B4-BE49-F238E27FC236}">
                    <a16:creationId xmlns:a16="http://schemas.microsoft.com/office/drawing/2014/main" id="{8F8526C6-1E24-7346-B993-85316AA11F34}"/>
                  </a:ext>
                </a:extLst>
              </p:cNvPr>
              <p:cNvSpPr/>
              <p:nvPr userDrawn="1"/>
            </p:nvSpPr>
            <p:spPr>
              <a:xfrm rot="5400000">
                <a:off x="14033099" y="4332974"/>
                <a:ext cx="253188" cy="316248"/>
              </a:xfrm>
              <a:prstGeom prst="rect">
                <a:avLst/>
              </a:prstGeom>
              <a:solidFill>
                <a:srgbClr val="E2C22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42" name="Rectangle 41">
                <a:extLst>
                  <a:ext uri="{FF2B5EF4-FFF2-40B4-BE49-F238E27FC236}">
                    <a16:creationId xmlns:a16="http://schemas.microsoft.com/office/drawing/2014/main" id="{6057C186-2F1E-C9FF-8481-4D3BB0848054}"/>
                  </a:ext>
                </a:extLst>
              </p:cNvPr>
              <p:cNvSpPr/>
              <p:nvPr userDrawn="1"/>
            </p:nvSpPr>
            <p:spPr>
              <a:xfrm rot="5400000">
                <a:off x="14033099" y="4657202"/>
                <a:ext cx="253188" cy="316248"/>
              </a:xfrm>
              <a:prstGeom prst="rect">
                <a:avLst/>
              </a:prstGeom>
              <a:solidFill>
                <a:srgbClr val="9158B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grpSp>
        <p:grpSp>
          <p:nvGrpSpPr>
            <p:cNvPr id="10" name="Group 9">
              <a:extLst>
                <a:ext uri="{FF2B5EF4-FFF2-40B4-BE49-F238E27FC236}">
                  <a16:creationId xmlns:a16="http://schemas.microsoft.com/office/drawing/2014/main" id="{CEFBF9E7-13D1-9178-0D42-BC7022197A5D}"/>
                </a:ext>
              </a:extLst>
            </p:cNvPr>
            <p:cNvGrpSpPr/>
            <p:nvPr userDrawn="1"/>
          </p:nvGrpSpPr>
          <p:grpSpPr>
            <a:xfrm>
              <a:off x="12442019" y="198485"/>
              <a:ext cx="382660" cy="2882942"/>
              <a:chOff x="12742785" y="3716048"/>
              <a:chExt cx="316248" cy="3171236"/>
            </a:xfrm>
          </p:grpSpPr>
          <p:sp>
            <p:nvSpPr>
              <p:cNvPr id="12" name="Rectangle 11">
                <a:extLst>
                  <a:ext uri="{FF2B5EF4-FFF2-40B4-BE49-F238E27FC236}">
                    <a16:creationId xmlns:a16="http://schemas.microsoft.com/office/drawing/2014/main" id="{F4BEB79C-198E-4439-D590-128300F9B6F8}"/>
                  </a:ext>
                </a:extLst>
              </p:cNvPr>
              <p:cNvSpPr/>
              <p:nvPr userDrawn="1"/>
            </p:nvSpPr>
            <p:spPr>
              <a:xfrm rot="5400000">
                <a:off x="12774315" y="6602566"/>
                <a:ext cx="253188" cy="316248"/>
              </a:xfrm>
              <a:prstGeom prst="rect">
                <a:avLst/>
              </a:prstGeom>
              <a:solidFill>
                <a:srgbClr val="BFD6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13" name="Rectangle 12">
                <a:extLst>
                  <a:ext uri="{FF2B5EF4-FFF2-40B4-BE49-F238E27FC236}">
                    <a16:creationId xmlns:a16="http://schemas.microsoft.com/office/drawing/2014/main" id="{5BD14EF4-3167-6143-A1AD-55A1B5CF05CE}"/>
                  </a:ext>
                </a:extLst>
              </p:cNvPr>
              <p:cNvSpPr/>
              <p:nvPr userDrawn="1"/>
            </p:nvSpPr>
            <p:spPr>
              <a:xfrm rot="5400000">
                <a:off x="12774315" y="4981430"/>
                <a:ext cx="253188" cy="316248"/>
              </a:xfrm>
              <a:prstGeom prst="rect">
                <a:avLst/>
              </a:prstGeom>
              <a:solidFill>
                <a:srgbClr val="D25F7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14" name="Rectangle 13">
                <a:extLst>
                  <a:ext uri="{FF2B5EF4-FFF2-40B4-BE49-F238E27FC236}">
                    <a16:creationId xmlns:a16="http://schemas.microsoft.com/office/drawing/2014/main" id="{6CDAC170-0DCF-50A1-3DED-FB8BBB48223F}"/>
                  </a:ext>
                </a:extLst>
              </p:cNvPr>
              <p:cNvSpPr/>
              <p:nvPr userDrawn="1"/>
            </p:nvSpPr>
            <p:spPr>
              <a:xfrm rot="5400000">
                <a:off x="12774315" y="5305658"/>
                <a:ext cx="253188" cy="316248"/>
              </a:xfrm>
              <a:prstGeom prst="rect">
                <a:avLst/>
              </a:prstGeom>
              <a:solidFill>
                <a:srgbClr val="C6480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16" name="Rectangle 15">
                <a:extLst>
                  <a:ext uri="{FF2B5EF4-FFF2-40B4-BE49-F238E27FC236}">
                    <a16:creationId xmlns:a16="http://schemas.microsoft.com/office/drawing/2014/main" id="{C7DFE751-77F4-4002-6123-7EFC77236499}"/>
                  </a:ext>
                </a:extLst>
              </p:cNvPr>
              <p:cNvSpPr/>
              <p:nvPr userDrawn="1"/>
            </p:nvSpPr>
            <p:spPr>
              <a:xfrm rot="5400000">
                <a:off x="12774315" y="5629886"/>
                <a:ext cx="253188" cy="316248"/>
              </a:xfrm>
              <a:prstGeom prst="rect">
                <a:avLst/>
              </a:prstGeom>
              <a:solidFill>
                <a:srgbClr val="BA016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17" name="Rectangle 16">
                <a:extLst>
                  <a:ext uri="{FF2B5EF4-FFF2-40B4-BE49-F238E27FC236}">
                    <a16:creationId xmlns:a16="http://schemas.microsoft.com/office/drawing/2014/main" id="{A1950836-7332-C3CA-EDF9-46A3C3D727AE}"/>
                  </a:ext>
                </a:extLst>
              </p:cNvPr>
              <p:cNvSpPr/>
              <p:nvPr userDrawn="1"/>
            </p:nvSpPr>
            <p:spPr>
              <a:xfrm rot="5400000">
                <a:off x="12774315" y="3684518"/>
                <a:ext cx="253188" cy="316248"/>
              </a:xfrm>
              <a:prstGeom prst="rect">
                <a:avLst/>
              </a:prstGeom>
              <a:solidFill>
                <a:srgbClr val="005E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18" name="Rectangle 17">
                <a:extLst>
                  <a:ext uri="{FF2B5EF4-FFF2-40B4-BE49-F238E27FC236}">
                    <a16:creationId xmlns:a16="http://schemas.microsoft.com/office/drawing/2014/main" id="{939ACAEE-003F-1B2F-661A-A7CDDA65349A}"/>
                  </a:ext>
                </a:extLst>
              </p:cNvPr>
              <p:cNvSpPr/>
              <p:nvPr userDrawn="1"/>
            </p:nvSpPr>
            <p:spPr>
              <a:xfrm rot="5400000">
                <a:off x="12774315" y="4008746"/>
                <a:ext cx="253188" cy="316248"/>
              </a:xfrm>
              <a:prstGeom prst="rect">
                <a:avLst/>
              </a:prstGeom>
              <a:solidFill>
                <a:srgbClr val="5EB6B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19" name="Rectangle 18">
                <a:extLst>
                  <a:ext uri="{FF2B5EF4-FFF2-40B4-BE49-F238E27FC236}">
                    <a16:creationId xmlns:a16="http://schemas.microsoft.com/office/drawing/2014/main" id="{B5FCEDCA-01D6-8229-81D8-9CA76C23E10C}"/>
                  </a:ext>
                </a:extLst>
              </p:cNvPr>
              <p:cNvSpPr/>
              <p:nvPr userDrawn="1"/>
            </p:nvSpPr>
            <p:spPr>
              <a:xfrm rot="5400000">
                <a:off x="12774315" y="4332974"/>
                <a:ext cx="253188" cy="316248"/>
              </a:xfrm>
              <a:prstGeom prst="rect">
                <a:avLst/>
              </a:prstGeom>
              <a:solidFill>
                <a:srgbClr val="C7AB2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25" name="Rectangle 24">
                <a:extLst>
                  <a:ext uri="{FF2B5EF4-FFF2-40B4-BE49-F238E27FC236}">
                    <a16:creationId xmlns:a16="http://schemas.microsoft.com/office/drawing/2014/main" id="{0287BE0D-385C-95E3-FA57-5AD0C5117986}"/>
                  </a:ext>
                </a:extLst>
              </p:cNvPr>
              <p:cNvSpPr/>
              <p:nvPr userDrawn="1"/>
            </p:nvSpPr>
            <p:spPr>
              <a:xfrm rot="5400000">
                <a:off x="12774315" y="4657202"/>
                <a:ext cx="253188" cy="316248"/>
              </a:xfrm>
              <a:prstGeom prst="rect">
                <a:avLst/>
              </a:prstGeom>
              <a:solidFill>
                <a:srgbClr val="5C068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26" name="Rectangle 25">
                <a:extLst>
                  <a:ext uri="{FF2B5EF4-FFF2-40B4-BE49-F238E27FC236}">
                    <a16:creationId xmlns:a16="http://schemas.microsoft.com/office/drawing/2014/main" id="{43F74E9E-9B57-D337-50A5-0C98A604EFB0}"/>
                  </a:ext>
                </a:extLst>
              </p:cNvPr>
              <p:cNvSpPr/>
              <p:nvPr userDrawn="1"/>
            </p:nvSpPr>
            <p:spPr>
              <a:xfrm rot="5400000">
                <a:off x="12774315" y="5954114"/>
                <a:ext cx="253188" cy="316248"/>
              </a:xfrm>
              <a:prstGeom prst="rect">
                <a:avLst/>
              </a:prstGeom>
              <a:solidFill>
                <a:srgbClr val="2A431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27" name="Rectangle 26">
                <a:extLst>
                  <a:ext uri="{FF2B5EF4-FFF2-40B4-BE49-F238E27FC236}">
                    <a16:creationId xmlns:a16="http://schemas.microsoft.com/office/drawing/2014/main" id="{5698BF97-ED86-B619-27CD-2B2C652AD204}"/>
                  </a:ext>
                </a:extLst>
              </p:cNvPr>
              <p:cNvSpPr/>
              <p:nvPr userDrawn="1"/>
            </p:nvSpPr>
            <p:spPr>
              <a:xfrm rot="5400000">
                <a:off x="12774315" y="6278342"/>
                <a:ext cx="253188" cy="316248"/>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grpSp>
        <p:sp>
          <p:nvSpPr>
            <p:cNvPr id="11" name="TextBox 10">
              <a:extLst>
                <a:ext uri="{FF2B5EF4-FFF2-40B4-BE49-F238E27FC236}">
                  <a16:creationId xmlns:a16="http://schemas.microsoft.com/office/drawing/2014/main" id="{F7B72D11-980B-780D-7EE9-949D721F63BE}"/>
                </a:ext>
              </a:extLst>
            </p:cNvPr>
            <p:cNvSpPr txBox="1"/>
            <p:nvPr userDrawn="1"/>
          </p:nvSpPr>
          <p:spPr>
            <a:xfrm rot="16200000">
              <a:off x="12574270" y="5173406"/>
              <a:ext cx="960199" cy="118559"/>
            </a:xfrm>
            <a:prstGeom prst="rect">
              <a:avLst/>
            </a:prstGeom>
            <a:noFill/>
          </p:spPr>
          <p:txBody>
            <a:bodyPr wrap="none" lIns="0" tIns="0" rIns="0" bIns="0" rtlCol="0">
              <a:spAutoFit/>
            </a:bodyPr>
            <a:lstStyle/>
            <a:p>
              <a:pPr algn="l">
                <a:lnSpc>
                  <a:spcPct val="101000"/>
                </a:lnSpc>
                <a:spcAft>
                  <a:spcPts val="600"/>
                </a:spcAft>
              </a:pPr>
              <a:r>
                <a:rPr lang="en-CR" sz="800" b="1">
                  <a:solidFill>
                    <a:srgbClr val="000000"/>
                  </a:solidFill>
                  <a:latin typeface="GT America Regular"/>
                  <a:ea typeface="GT America Regular" charset="0"/>
                  <a:cs typeface="GT America Regular" charset="0"/>
                </a:rPr>
                <a:t>ON MOODY´S BLUE</a:t>
              </a:r>
              <a:endParaRPr kumimoji="0" lang="en-CR" sz="800" b="1" i="0" u="none" strike="noStrike" kern="1200" cap="none" spc="0" normalizeH="0" baseline="0" noProof="0" err="1">
                <a:ln>
                  <a:noFill/>
                </a:ln>
                <a:solidFill>
                  <a:srgbClr val="000000"/>
                </a:solidFill>
                <a:effectLst/>
                <a:uLnTx/>
                <a:uFillTx/>
                <a:latin typeface="GT America Regular"/>
                <a:ea typeface="GT America Regular" charset="0"/>
                <a:cs typeface="GT America Regular" charset="0"/>
              </a:endParaRPr>
            </a:p>
          </p:txBody>
        </p:sp>
      </p:grpSp>
      <p:sp>
        <p:nvSpPr>
          <p:cNvPr id="43" name="TextBox 42">
            <a:extLst>
              <a:ext uri="{FF2B5EF4-FFF2-40B4-BE49-F238E27FC236}">
                <a16:creationId xmlns:a16="http://schemas.microsoft.com/office/drawing/2014/main" id="{81BEBAD7-6C04-D709-C868-28A410889007}"/>
              </a:ext>
            </a:extLst>
          </p:cNvPr>
          <p:cNvSpPr txBox="1"/>
          <p:nvPr userDrawn="1"/>
        </p:nvSpPr>
        <p:spPr>
          <a:xfrm>
            <a:off x="12356815" y="3377042"/>
            <a:ext cx="807913" cy="118559"/>
          </a:xfrm>
          <a:prstGeom prst="rect">
            <a:avLst/>
          </a:prstGeom>
          <a:noFill/>
        </p:spPr>
        <p:txBody>
          <a:bodyPr wrap="none" lIns="0" tIns="0" rIns="0" bIns="0" rtlCol="0">
            <a:spAutoFit/>
          </a:bodyPr>
          <a:lstStyle/>
          <a:p>
            <a:pPr algn="l">
              <a:lnSpc>
                <a:spcPct val="101000"/>
              </a:lnSpc>
              <a:spcAft>
                <a:spcPts val="600"/>
              </a:spcAft>
            </a:pPr>
            <a:r>
              <a:rPr kumimoji="0" lang="en-US" sz="800" b="1" i="0" u="none" strike="noStrike" kern="1200" cap="none" spc="0" normalizeH="0" baseline="0" noProof="0" dirty="0">
                <a:ln>
                  <a:noFill/>
                </a:ln>
                <a:solidFill>
                  <a:srgbClr val="000000"/>
                </a:solidFill>
                <a:effectLst/>
                <a:uLnTx/>
                <a:uFillTx/>
                <a:ea typeface="GT America Regular" charset="0"/>
                <a:cs typeface="GT America Regular" charset="0"/>
              </a:rPr>
              <a:t>For charts ONLY</a:t>
            </a:r>
            <a:endParaRPr kumimoji="0" lang="en-CR" sz="800" b="1" i="0" u="none" strike="noStrike" kern="1200" cap="none" spc="0" normalizeH="0" baseline="0" noProof="0">
              <a:ln>
                <a:noFill/>
              </a:ln>
              <a:solidFill>
                <a:srgbClr val="000000"/>
              </a:solidFill>
              <a:effectLst/>
              <a:uLnTx/>
              <a:uFillTx/>
              <a:ea typeface="GT America Regular" charset="0"/>
              <a:cs typeface="GT America Regular" charset="0"/>
            </a:endParaRPr>
          </a:p>
        </p:txBody>
      </p:sp>
    </p:spTree>
    <p:extLst>
      <p:ext uri="{BB962C8B-B14F-4D97-AF65-F5344CB8AC3E}">
        <p14:creationId xmlns:p14="http://schemas.microsoft.com/office/powerpoint/2010/main" val="2767496933"/>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2 Column with icons / Photo">
    <p:spTree>
      <p:nvGrpSpPr>
        <p:cNvPr id="1" name=""/>
        <p:cNvGrpSpPr/>
        <p:nvPr/>
      </p:nvGrpSpPr>
      <p:grpSpPr>
        <a:xfrm>
          <a:off x="0" y="0"/>
          <a:ext cx="0" cy="0"/>
          <a:chOff x="0" y="0"/>
          <a:chExt cx="0" cy="0"/>
        </a:xfrm>
      </p:grpSpPr>
      <p:sp>
        <p:nvSpPr>
          <p:cNvPr id="10" name="Picture Placeholder 9">
            <a:extLst>
              <a:ext uri="{FF2B5EF4-FFF2-40B4-BE49-F238E27FC236}">
                <a16:creationId xmlns:a16="http://schemas.microsoft.com/office/drawing/2014/main" id="{BE85ED21-179E-C2B7-89F1-D4AD14EEDA9A}"/>
              </a:ext>
            </a:extLst>
          </p:cNvPr>
          <p:cNvSpPr>
            <a:spLocks noGrp="1"/>
          </p:cNvSpPr>
          <p:nvPr>
            <p:ph type="pic" sz="quarter" idx="13"/>
          </p:nvPr>
        </p:nvSpPr>
        <p:spPr>
          <a:xfrm>
            <a:off x="6194424" y="0"/>
            <a:ext cx="5997575" cy="6858000"/>
          </a:xfrm>
          <a:solidFill>
            <a:schemeClr val="bg1">
              <a:lumMod val="65000"/>
            </a:schemeClr>
          </a:solidFill>
        </p:spPr>
        <p:txBody>
          <a:bodyPr anchor="ctr"/>
          <a:lstStyle>
            <a:lvl1pPr algn="ctr">
              <a:defRPr>
                <a:solidFill>
                  <a:schemeClr val="bg1"/>
                </a:solidFill>
              </a:defRPr>
            </a:lvl1pPr>
          </a:lstStyle>
          <a:p>
            <a:r>
              <a:rPr lang="en-US"/>
              <a:t>Click icon to add picture</a:t>
            </a:r>
            <a:endParaRPr lang="en-US" dirty="0"/>
          </a:p>
        </p:txBody>
      </p:sp>
      <p:sp>
        <p:nvSpPr>
          <p:cNvPr id="8" name="Footer Placeholder 7">
            <a:extLst>
              <a:ext uri="{FF2B5EF4-FFF2-40B4-BE49-F238E27FC236}">
                <a16:creationId xmlns:a16="http://schemas.microsoft.com/office/drawing/2014/main" id="{0E2ADB5F-BB7A-E503-6385-47B7F4A752C0}"/>
              </a:ext>
            </a:extLst>
          </p:cNvPr>
          <p:cNvSpPr>
            <a:spLocks noGrp="1"/>
          </p:cNvSpPr>
          <p:nvPr>
            <p:ph type="ftr" sz="quarter" idx="11"/>
          </p:nvPr>
        </p:nvSpPr>
        <p:spPr/>
        <p:txBody>
          <a:bodyPr/>
          <a:lstStyle>
            <a:lvl1pPr>
              <a:defRPr>
                <a:solidFill>
                  <a:schemeClr val="bg1"/>
                </a:solidFill>
              </a:defRPr>
            </a:lvl1pPr>
          </a:lstStyle>
          <a:p>
            <a:r>
              <a:rPr lang="en-US"/>
              <a:t>See slide 12 for instructions on how to update footer</a:t>
            </a:r>
            <a:endParaRPr lang="en-US" dirty="0"/>
          </a:p>
        </p:txBody>
      </p:sp>
      <p:sp>
        <p:nvSpPr>
          <p:cNvPr id="9" name="Slide Number Placeholder 8">
            <a:extLst>
              <a:ext uri="{FF2B5EF4-FFF2-40B4-BE49-F238E27FC236}">
                <a16:creationId xmlns:a16="http://schemas.microsoft.com/office/drawing/2014/main" id="{CCA8152B-F410-5052-DF3D-06C6DD4D2381}"/>
              </a:ext>
            </a:extLst>
          </p:cNvPr>
          <p:cNvSpPr>
            <a:spLocks noGrp="1"/>
          </p:cNvSpPr>
          <p:nvPr>
            <p:ph type="sldNum" sz="quarter" idx="12"/>
          </p:nvPr>
        </p:nvSpPr>
        <p:spPr/>
        <p:txBody>
          <a:bodyPr/>
          <a:lstStyle>
            <a:lvl1pPr>
              <a:defRPr>
                <a:solidFill>
                  <a:schemeClr val="bg1"/>
                </a:solidFill>
              </a:defRPr>
            </a:lvl1pPr>
          </a:lstStyle>
          <a:p>
            <a:fld id="{862A5111-985B-C14D-9115-5787026182A8}" type="slidenum">
              <a:rPr lang="en-US" smtClean="0"/>
              <a:pPr/>
              <a:t>‹#›</a:t>
            </a:fld>
            <a:endParaRPr lang="en-US" dirty="0"/>
          </a:p>
        </p:txBody>
      </p:sp>
      <p:sp>
        <p:nvSpPr>
          <p:cNvPr id="5" name="Title 4">
            <a:extLst>
              <a:ext uri="{FF2B5EF4-FFF2-40B4-BE49-F238E27FC236}">
                <a16:creationId xmlns:a16="http://schemas.microsoft.com/office/drawing/2014/main" id="{37E1B056-6E37-0195-3E1E-328A2FEFCC8B}"/>
              </a:ext>
            </a:extLst>
          </p:cNvPr>
          <p:cNvSpPr>
            <a:spLocks noGrp="1"/>
          </p:cNvSpPr>
          <p:nvPr>
            <p:ph type="title"/>
          </p:nvPr>
        </p:nvSpPr>
        <p:spPr>
          <a:xfrm>
            <a:off x="546100" y="552450"/>
            <a:ext cx="5443379" cy="434975"/>
          </a:xfrm>
        </p:spPr>
        <p:txBody>
          <a:bodyPr/>
          <a:lstStyle/>
          <a:p>
            <a:r>
              <a:rPr lang="en-US"/>
              <a:t>Click to edit Master title style</a:t>
            </a:r>
            <a:endParaRPr lang="en-US" dirty="0"/>
          </a:p>
        </p:txBody>
      </p:sp>
      <p:sp>
        <p:nvSpPr>
          <p:cNvPr id="3" name="Picture Placeholder 9">
            <a:extLst>
              <a:ext uri="{FF2B5EF4-FFF2-40B4-BE49-F238E27FC236}">
                <a16:creationId xmlns:a16="http://schemas.microsoft.com/office/drawing/2014/main" id="{071C30E2-10A6-5251-1FC6-8810B8777FFE}"/>
              </a:ext>
            </a:extLst>
          </p:cNvPr>
          <p:cNvSpPr>
            <a:spLocks noGrp="1"/>
          </p:cNvSpPr>
          <p:nvPr>
            <p:ph type="pic" sz="quarter" idx="37" hasCustomPrompt="1"/>
          </p:nvPr>
        </p:nvSpPr>
        <p:spPr>
          <a:xfrm>
            <a:off x="546100" y="1849438"/>
            <a:ext cx="722376" cy="720725"/>
          </a:xfrm>
          <a:noFill/>
          <a:ln>
            <a:noFill/>
          </a:ln>
        </p:spPr>
        <p:txBody>
          <a:bodyPr anchor="ctr"/>
          <a:lstStyle>
            <a:lvl1pPr algn="ctr">
              <a:defRPr>
                <a:solidFill>
                  <a:schemeClr val="tx1"/>
                </a:solidFill>
              </a:defRPr>
            </a:lvl1pPr>
          </a:lstStyle>
          <a:p>
            <a:r>
              <a:rPr lang="en-US" dirty="0"/>
              <a:t>Icon</a:t>
            </a:r>
          </a:p>
        </p:txBody>
      </p:sp>
      <p:sp>
        <p:nvSpPr>
          <p:cNvPr id="11" name="Picture Placeholder 9">
            <a:extLst>
              <a:ext uri="{FF2B5EF4-FFF2-40B4-BE49-F238E27FC236}">
                <a16:creationId xmlns:a16="http://schemas.microsoft.com/office/drawing/2014/main" id="{2779889F-8243-735B-D407-39B553561C4A}"/>
              </a:ext>
            </a:extLst>
          </p:cNvPr>
          <p:cNvSpPr>
            <a:spLocks noGrp="1" noChangeAspect="1"/>
          </p:cNvSpPr>
          <p:nvPr>
            <p:ph type="pic" sz="quarter" idx="38" hasCustomPrompt="1"/>
          </p:nvPr>
        </p:nvSpPr>
        <p:spPr>
          <a:xfrm>
            <a:off x="546100" y="3146426"/>
            <a:ext cx="723632" cy="692149"/>
          </a:xfrm>
          <a:noFill/>
          <a:ln>
            <a:noFill/>
          </a:ln>
        </p:spPr>
        <p:txBody>
          <a:bodyPr anchor="ctr"/>
          <a:lstStyle>
            <a:lvl1pPr algn="ctr">
              <a:defRPr>
                <a:solidFill>
                  <a:schemeClr val="tx1"/>
                </a:solidFill>
              </a:defRPr>
            </a:lvl1pPr>
          </a:lstStyle>
          <a:p>
            <a:r>
              <a:rPr lang="en-US" dirty="0"/>
              <a:t>Icon</a:t>
            </a:r>
          </a:p>
        </p:txBody>
      </p:sp>
      <p:sp>
        <p:nvSpPr>
          <p:cNvPr id="12" name="Picture Placeholder 9">
            <a:extLst>
              <a:ext uri="{FF2B5EF4-FFF2-40B4-BE49-F238E27FC236}">
                <a16:creationId xmlns:a16="http://schemas.microsoft.com/office/drawing/2014/main" id="{7E3BD4E3-4BCD-3C87-CEE7-D70639AB32E4}"/>
              </a:ext>
            </a:extLst>
          </p:cNvPr>
          <p:cNvSpPr>
            <a:spLocks noGrp="1"/>
          </p:cNvSpPr>
          <p:nvPr>
            <p:ph type="pic" sz="quarter" idx="39" hasCustomPrompt="1"/>
          </p:nvPr>
        </p:nvSpPr>
        <p:spPr>
          <a:xfrm>
            <a:off x="546100" y="4421188"/>
            <a:ext cx="722376" cy="730249"/>
          </a:xfrm>
          <a:noFill/>
          <a:ln>
            <a:noFill/>
          </a:ln>
        </p:spPr>
        <p:txBody>
          <a:bodyPr anchor="ctr"/>
          <a:lstStyle>
            <a:lvl1pPr algn="ctr">
              <a:defRPr>
                <a:solidFill>
                  <a:schemeClr val="tx1"/>
                </a:solidFill>
              </a:defRPr>
            </a:lvl1pPr>
          </a:lstStyle>
          <a:p>
            <a:r>
              <a:rPr lang="en-US" dirty="0"/>
              <a:t>Icon</a:t>
            </a:r>
          </a:p>
        </p:txBody>
      </p:sp>
      <p:sp>
        <p:nvSpPr>
          <p:cNvPr id="4" name="Freeform 5">
            <a:extLst>
              <a:ext uri="{FF2B5EF4-FFF2-40B4-BE49-F238E27FC236}">
                <a16:creationId xmlns:a16="http://schemas.microsoft.com/office/drawing/2014/main" id="{DC2B09DE-A1A4-4C35-6E17-FAA89478D0BB}"/>
              </a:ext>
            </a:extLst>
          </p:cNvPr>
          <p:cNvSpPr/>
          <p:nvPr userDrawn="1"/>
        </p:nvSpPr>
        <p:spPr bwMode="black">
          <a:xfrm>
            <a:off x="554038" y="6469335"/>
            <a:ext cx="678511" cy="112440"/>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chemeClr val="tx2"/>
          </a:solidFill>
          <a:ln w="0" cap="flat">
            <a:noFill/>
            <a:prstDash val="solid"/>
            <a:miter/>
          </a:ln>
        </p:spPr>
        <p:txBody>
          <a:bodyPr rtlCol="0" anchor="ctr"/>
          <a:lstStyle/>
          <a:p>
            <a:endParaRPr lang="en-US"/>
          </a:p>
        </p:txBody>
      </p:sp>
      <p:sp>
        <p:nvSpPr>
          <p:cNvPr id="30" name="Text Placeholder 10">
            <a:extLst>
              <a:ext uri="{FF2B5EF4-FFF2-40B4-BE49-F238E27FC236}">
                <a16:creationId xmlns:a16="http://schemas.microsoft.com/office/drawing/2014/main" id="{3CA37D90-0D74-AE2A-B25D-69FCBDEAD1C9}"/>
              </a:ext>
            </a:extLst>
          </p:cNvPr>
          <p:cNvSpPr>
            <a:spLocks noGrp="1"/>
          </p:cNvSpPr>
          <p:nvPr>
            <p:ph type="body" sz="quarter" idx="21"/>
          </p:nvPr>
        </p:nvSpPr>
        <p:spPr>
          <a:xfrm>
            <a:off x="546100" y="1127125"/>
            <a:ext cx="5445125" cy="296863"/>
          </a:xfrm>
        </p:spPr>
        <p:txBody>
          <a:bodyPr>
            <a:noAutofit/>
          </a:bodyPr>
          <a:lstStyle>
            <a:lvl1pPr marL="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1pPr>
            <a:lvl2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2pPr>
            <a:lvl3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3pPr>
            <a:lvl4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4pPr>
            <a:lvl5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5pPr>
            <a:lvl6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6pPr>
            <a:lvl7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7pPr>
            <a:lvl8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8pPr>
            <a:lvl9pPr marL="0" indent="0" algn="l" defTabSz="914400" rtl="0" eaLnBrk="1" latinLnBrk="0" hangingPunct="1">
              <a:lnSpc>
                <a:spcPct val="80000"/>
              </a:lnSpc>
              <a:spcBef>
                <a:spcPts val="0"/>
              </a:spcBef>
              <a:spcAft>
                <a:spcPts val="0"/>
              </a:spcAft>
              <a:buNone/>
              <a:defRPr lang="en-US" sz="2400" b="0" i="0" kern="1200" dirty="0">
                <a:solidFill>
                  <a:schemeClr val="accent1"/>
                </a:solidFill>
                <a:latin typeface="+mj-lt"/>
                <a:ea typeface="GT America Regular" charset="0"/>
                <a:cs typeface="GT America Regular" charset="0"/>
              </a:defRPr>
            </a:lvl9pPr>
          </a:lstStyle>
          <a:p>
            <a:pPr lvl="0"/>
            <a:r>
              <a:rPr lang="en-US"/>
              <a:t>Click to edit Master text styles</a:t>
            </a:r>
          </a:p>
        </p:txBody>
      </p:sp>
      <p:sp>
        <p:nvSpPr>
          <p:cNvPr id="31" name="Text Placeholder 15">
            <a:extLst>
              <a:ext uri="{FF2B5EF4-FFF2-40B4-BE49-F238E27FC236}">
                <a16:creationId xmlns:a16="http://schemas.microsoft.com/office/drawing/2014/main" id="{91CF4EAB-36B2-D655-23E6-0560D7AA1292}"/>
              </a:ext>
            </a:extLst>
          </p:cNvPr>
          <p:cNvSpPr>
            <a:spLocks noGrp="1"/>
          </p:cNvSpPr>
          <p:nvPr>
            <p:ph type="body" sz="quarter" idx="22"/>
          </p:nvPr>
        </p:nvSpPr>
        <p:spPr>
          <a:xfrm>
            <a:off x="546100" y="6019800"/>
            <a:ext cx="5445125" cy="289560"/>
          </a:xfrm>
        </p:spPr>
        <p:txBody>
          <a:bodyPr anchor="b" anchorCtr="0">
            <a:noAutofit/>
          </a:bodyPr>
          <a:lstStyle>
            <a:lvl1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1pPr>
            <a:lvl2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2pPr>
            <a:lvl3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3pPr>
            <a:lvl4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4pPr>
            <a:lvl5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5pPr>
            <a:lvl6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6pPr>
            <a:lvl7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7pPr>
            <a:lvl8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8pPr>
            <a:lvl9pPr marL="0" indent="0" algn="l" defTabSz="914400" rtl="0" eaLnBrk="1" latinLnBrk="0" hangingPunct="1">
              <a:lnSpc>
                <a:spcPct val="101000"/>
              </a:lnSpc>
              <a:spcBef>
                <a:spcPts val="0"/>
              </a:spcBef>
              <a:spcAft>
                <a:spcPts val="600"/>
              </a:spcAft>
              <a:buNone/>
              <a:defRPr lang="en-US" sz="600" b="0" i="0" kern="1200" dirty="0">
                <a:solidFill>
                  <a:srgbClr val="75787B"/>
                </a:solidFill>
                <a:latin typeface="+mn-lt"/>
                <a:ea typeface="GT America Regular" charset="0"/>
                <a:cs typeface="GT America Regular" charset="0"/>
              </a:defRPr>
            </a:lvl9pPr>
          </a:lstStyle>
          <a:p>
            <a:pPr lvl="0"/>
            <a:r>
              <a:rPr lang="en-US"/>
              <a:t>Click to edit Master text styles</a:t>
            </a:r>
          </a:p>
        </p:txBody>
      </p:sp>
      <p:sp>
        <p:nvSpPr>
          <p:cNvPr id="33" name="Content Placeholder 32">
            <a:extLst>
              <a:ext uri="{FF2B5EF4-FFF2-40B4-BE49-F238E27FC236}">
                <a16:creationId xmlns:a16="http://schemas.microsoft.com/office/drawing/2014/main" id="{F52E03F2-F72D-3919-6A71-4CEA2D954B96}"/>
              </a:ext>
            </a:extLst>
          </p:cNvPr>
          <p:cNvSpPr>
            <a:spLocks noGrp="1"/>
          </p:cNvSpPr>
          <p:nvPr>
            <p:ph sz="quarter" idx="40"/>
          </p:nvPr>
        </p:nvSpPr>
        <p:spPr>
          <a:xfrm>
            <a:off x="1485901" y="1849438"/>
            <a:ext cx="4505324" cy="998537"/>
          </a:xfrm>
        </p:spPr>
        <p:txBody>
          <a:bodyPr/>
          <a:lstStyle>
            <a:lvl1pPr>
              <a:defRPr lang="en-US" sz="2000" b="0" i="0" kern="1200" dirty="0" smtClean="0">
                <a:solidFill>
                  <a:schemeClr val="tx2"/>
                </a:solidFill>
                <a:latin typeface="+mj-lt"/>
                <a:ea typeface="GT America Regular" charset="0"/>
                <a:cs typeface="GT America Regular" charset="0"/>
              </a:defRPr>
            </a:lvl1pPr>
          </a:lstStyle>
          <a:p>
            <a:pPr marL="0" lvl="0" indent="0" algn="l" defTabSz="914400" rtl="0" eaLnBrk="1" latinLnBrk="0" hangingPunct="1">
              <a:lnSpc>
                <a:spcPct val="101000"/>
              </a:lnSpc>
              <a:spcBef>
                <a:spcPts val="0"/>
              </a:spcBef>
              <a:spcAft>
                <a:spcPts val="600"/>
              </a:spcAft>
              <a:buFont typeface="GT America Regular"/>
              <a:buNone/>
            </a:pPr>
            <a:r>
              <a:rPr lang="en-US"/>
              <a:t>Click to edit Master text styles</a:t>
            </a:r>
          </a:p>
          <a:p>
            <a:pPr marL="0" lvl="1" indent="0" algn="l" defTabSz="914400" rtl="0" eaLnBrk="1" latinLnBrk="0" hangingPunct="1">
              <a:lnSpc>
                <a:spcPct val="101000"/>
              </a:lnSpc>
              <a:spcBef>
                <a:spcPts val="0"/>
              </a:spcBef>
              <a:spcAft>
                <a:spcPts val="600"/>
              </a:spcAft>
              <a:buFont typeface="GT America Regular"/>
              <a:buNone/>
            </a:pPr>
            <a:r>
              <a:rPr lang="en-US"/>
              <a:t>Second level</a:t>
            </a:r>
          </a:p>
          <a:p>
            <a:pPr marL="0" lvl="2" indent="0" algn="l" defTabSz="914400" rtl="0" eaLnBrk="1" latinLnBrk="0" hangingPunct="1">
              <a:lnSpc>
                <a:spcPct val="101000"/>
              </a:lnSpc>
              <a:spcBef>
                <a:spcPts val="0"/>
              </a:spcBef>
              <a:spcAft>
                <a:spcPts val="600"/>
              </a:spcAft>
              <a:buFont typeface="GT America Regular"/>
              <a:buNone/>
            </a:pPr>
            <a:r>
              <a:rPr lang="en-US"/>
              <a:t>Third level</a:t>
            </a:r>
          </a:p>
        </p:txBody>
      </p:sp>
      <p:sp>
        <p:nvSpPr>
          <p:cNvPr id="35" name="Content Placeholder 34">
            <a:extLst>
              <a:ext uri="{FF2B5EF4-FFF2-40B4-BE49-F238E27FC236}">
                <a16:creationId xmlns:a16="http://schemas.microsoft.com/office/drawing/2014/main" id="{B626F10D-848A-E6CB-7D19-295563F81456}"/>
              </a:ext>
            </a:extLst>
          </p:cNvPr>
          <p:cNvSpPr>
            <a:spLocks noGrp="1"/>
          </p:cNvSpPr>
          <p:nvPr>
            <p:ph sz="quarter" idx="41"/>
          </p:nvPr>
        </p:nvSpPr>
        <p:spPr>
          <a:xfrm>
            <a:off x="1485900" y="3146426"/>
            <a:ext cx="4505325" cy="838200"/>
          </a:xfrm>
        </p:spPr>
        <p:txBody>
          <a:bodyPr/>
          <a:lstStyle>
            <a:lvl1pPr>
              <a:defRPr lang="en-US" sz="2000" b="0" i="0" kern="1200" dirty="0" smtClean="0">
                <a:solidFill>
                  <a:schemeClr val="tx2"/>
                </a:solidFill>
                <a:latin typeface="+mj-lt"/>
                <a:ea typeface="GT America Regular" charset="0"/>
                <a:cs typeface="GT America Regular" charset="0"/>
              </a:defRPr>
            </a:lvl1pPr>
          </a:lstStyle>
          <a:p>
            <a:pPr marL="0" lvl="0" indent="0" algn="l" defTabSz="914400" rtl="0" eaLnBrk="1" latinLnBrk="0" hangingPunct="1">
              <a:lnSpc>
                <a:spcPct val="101000"/>
              </a:lnSpc>
              <a:spcBef>
                <a:spcPts val="0"/>
              </a:spcBef>
              <a:spcAft>
                <a:spcPts val="600"/>
              </a:spcAft>
              <a:buFont typeface="GT America Regular"/>
              <a:buNone/>
            </a:pPr>
            <a:r>
              <a:rPr lang="en-US"/>
              <a:t>Click to edit Master text styles</a:t>
            </a:r>
          </a:p>
          <a:p>
            <a:pPr marL="0" lvl="1" indent="0" algn="l" defTabSz="914400" rtl="0" eaLnBrk="1" latinLnBrk="0" hangingPunct="1">
              <a:lnSpc>
                <a:spcPct val="101000"/>
              </a:lnSpc>
              <a:spcBef>
                <a:spcPts val="0"/>
              </a:spcBef>
              <a:spcAft>
                <a:spcPts val="600"/>
              </a:spcAft>
              <a:buFont typeface="GT America Regular"/>
              <a:buNone/>
            </a:pPr>
            <a:r>
              <a:rPr lang="en-US"/>
              <a:t>Second level</a:t>
            </a:r>
          </a:p>
          <a:p>
            <a:pPr marL="0" lvl="2" indent="0" algn="l" defTabSz="914400" rtl="0" eaLnBrk="1" latinLnBrk="0" hangingPunct="1">
              <a:lnSpc>
                <a:spcPct val="101000"/>
              </a:lnSpc>
              <a:spcBef>
                <a:spcPts val="0"/>
              </a:spcBef>
              <a:spcAft>
                <a:spcPts val="600"/>
              </a:spcAft>
              <a:buFont typeface="GT America Regular"/>
              <a:buNone/>
            </a:pPr>
            <a:r>
              <a:rPr lang="en-US"/>
              <a:t>Third level</a:t>
            </a:r>
          </a:p>
        </p:txBody>
      </p:sp>
      <p:sp>
        <p:nvSpPr>
          <p:cNvPr id="37" name="Content Placeholder 36">
            <a:extLst>
              <a:ext uri="{FF2B5EF4-FFF2-40B4-BE49-F238E27FC236}">
                <a16:creationId xmlns:a16="http://schemas.microsoft.com/office/drawing/2014/main" id="{FE10D5E1-C329-1061-FDA3-9EC5BE5ECB6F}"/>
              </a:ext>
            </a:extLst>
          </p:cNvPr>
          <p:cNvSpPr>
            <a:spLocks noGrp="1"/>
          </p:cNvSpPr>
          <p:nvPr>
            <p:ph sz="quarter" idx="42"/>
          </p:nvPr>
        </p:nvSpPr>
        <p:spPr>
          <a:xfrm>
            <a:off x="1485900" y="4421189"/>
            <a:ext cx="4505325" cy="1020762"/>
          </a:xfrm>
        </p:spPr>
        <p:txBody>
          <a:bodyPr/>
          <a:lstStyle>
            <a:lvl1pPr>
              <a:defRPr lang="en-US" sz="2000" b="0" i="0" kern="1200" dirty="0" smtClean="0">
                <a:solidFill>
                  <a:schemeClr val="tx2"/>
                </a:solidFill>
                <a:latin typeface="+mj-lt"/>
                <a:ea typeface="GT America Regular" charset="0"/>
                <a:cs typeface="GT America Regular" charset="0"/>
              </a:defRPr>
            </a:lvl1pPr>
          </a:lstStyle>
          <a:p>
            <a:pPr marL="0" lvl="0" indent="0" algn="l" defTabSz="914400" rtl="0" eaLnBrk="1" latinLnBrk="0" hangingPunct="1">
              <a:lnSpc>
                <a:spcPct val="101000"/>
              </a:lnSpc>
              <a:spcBef>
                <a:spcPts val="0"/>
              </a:spcBef>
              <a:spcAft>
                <a:spcPts val="600"/>
              </a:spcAft>
              <a:buFont typeface="GT America Regular"/>
              <a:buNone/>
            </a:pPr>
            <a:r>
              <a:rPr lang="en-US"/>
              <a:t>Click to edit Master text styles</a:t>
            </a:r>
          </a:p>
          <a:p>
            <a:pPr marL="0" lvl="1" indent="0" algn="l" defTabSz="914400" rtl="0" eaLnBrk="1" latinLnBrk="0" hangingPunct="1">
              <a:lnSpc>
                <a:spcPct val="101000"/>
              </a:lnSpc>
              <a:spcBef>
                <a:spcPts val="0"/>
              </a:spcBef>
              <a:spcAft>
                <a:spcPts val="600"/>
              </a:spcAft>
              <a:buFont typeface="GT America Regular"/>
              <a:buNone/>
            </a:pPr>
            <a:r>
              <a:rPr lang="en-US"/>
              <a:t>Second level</a:t>
            </a:r>
          </a:p>
          <a:p>
            <a:pPr marL="0" lvl="2" indent="0" algn="l" defTabSz="914400" rtl="0" eaLnBrk="1" latinLnBrk="0" hangingPunct="1">
              <a:lnSpc>
                <a:spcPct val="101000"/>
              </a:lnSpc>
              <a:spcBef>
                <a:spcPts val="0"/>
              </a:spcBef>
              <a:spcAft>
                <a:spcPts val="600"/>
              </a:spcAft>
              <a:buFont typeface="GT America Regular"/>
              <a:buNone/>
            </a:pPr>
            <a:r>
              <a:rPr lang="en-US"/>
              <a:t>Third level</a:t>
            </a:r>
          </a:p>
        </p:txBody>
      </p:sp>
      <p:grpSp>
        <p:nvGrpSpPr>
          <p:cNvPr id="2" name="Group 1">
            <a:extLst>
              <a:ext uri="{FF2B5EF4-FFF2-40B4-BE49-F238E27FC236}">
                <a16:creationId xmlns:a16="http://schemas.microsoft.com/office/drawing/2014/main" id="{64D7F97E-CFBB-57F2-6F2D-5DE1E45DD008}"/>
              </a:ext>
            </a:extLst>
          </p:cNvPr>
          <p:cNvGrpSpPr/>
          <p:nvPr userDrawn="1"/>
        </p:nvGrpSpPr>
        <p:grpSpPr>
          <a:xfrm>
            <a:off x="12356815" y="0"/>
            <a:ext cx="756834" cy="6872642"/>
            <a:chOff x="12356815" y="0"/>
            <a:chExt cx="756834" cy="6872642"/>
          </a:xfrm>
        </p:grpSpPr>
        <p:sp>
          <p:nvSpPr>
            <p:cNvPr id="6" name="Rectangle 5">
              <a:extLst>
                <a:ext uri="{FF2B5EF4-FFF2-40B4-BE49-F238E27FC236}">
                  <a16:creationId xmlns:a16="http://schemas.microsoft.com/office/drawing/2014/main" id="{5AA785B6-7011-CD36-1C15-7DFB015C0426}"/>
                </a:ext>
              </a:extLst>
            </p:cNvPr>
            <p:cNvSpPr/>
            <p:nvPr userDrawn="1"/>
          </p:nvSpPr>
          <p:spPr>
            <a:xfrm>
              <a:off x="12356815" y="0"/>
              <a:ext cx="553069" cy="3279913"/>
            </a:xfrm>
            <a:prstGeom prst="rect">
              <a:avLst/>
            </a:prstGeom>
            <a:solidFill>
              <a:schemeClr val="bg1">
                <a:lumMod val="95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a:p>
          </p:txBody>
        </p:sp>
        <p:sp>
          <p:nvSpPr>
            <p:cNvPr id="7" name="TextBox 6">
              <a:extLst>
                <a:ext uri="{FF2B5EF4-FFF2-40B4-BE49-F238E27FC236}">
                  <a16:creationId xmlns:a16="http://schemas.microsoft.com/office/drawing/2014/main" id="{DBDC9942-39F5-5CCF-E3EA-A0B493EEEFB2}"/>
                </a:ext>
              </a:extLst>
            </p:cNvPr>
            <p:cNvSpPr txBox="1"/>
            <p:nvPr userDrawn="1"/>
          </p:nvSpPr>
          <p:spPr>
            <a:xfrm rot="16200000">
              <a:off x="12332216" y="1580677"/>
              <a:ext cx="1444306" cy="118559"/>
            </a:xfrm>
            <a:prstGeom prst="rect">
              <a:avLst/>
            </a:prstGeom>
            <a:noFill/>
          </p:spPr>
          <p:txBody>
            <a:bodyPr wrap="none" lIns="0" tIns="0" rIns="0" bIns="0" rtlCol="0">
              <a:spAutoFit/>
            </a:bodyPr>
            <a:lstStyle/>
            <a:p>
              <a:pPr algn="l">
                <a:lnSpc>
                  <a:spcPct val="101000"/>
                </a:lnSpc>
                <a:spcAft>
                  <a:spcPts val="600"/>
                </a:spcAft>
              </a:pPr>
              <a:r>
                <a:rPr kumimoji="0" lang="en-CR" sz="800" b="1" i="0" u="none" strike="noStrike" kern="1200" cap="none" spc="0" normalizeH="0" baseline="0" noProof="0">
                  <a:ln>
                    <a:noFill/>
                  </a:ln>
                  <a:solidFill>
                    <a:srgbClr val="000000"/>
                  </a:solidFill>
                  <a:effectLst/>
                  <a:uLnTx/>
                  <a:uFillTx/>
                  <a:ea typeface="GT America Regular" charset="0"/>
                  <a:cs typeface="GT America Regular" charset="0"/>
                </a:rPr>
                <a:t>ON LIGHT AND EXTRA LIGHT</a:t>
              </a:r>
            </a:p>
          </p:txBody>
        </p:sp>
        <p:sp>
          <p:nvSpPr>
            <p:cNvPr id="13" name="Rectangle 12">
              <a:extLst>
                <a:ext uri="{FF2B5EF4-FFF2-40B4-BE49-F238E27FC236}">
                  <a16:creationId xmlns:a16="http://schemas.microsoft.com/office/drawing/2014/main" id="{43F0E191-81F1-80C5-A838-B97C2ACE6F7B}"/>
                </a:ext>
              </a:extLst>
            </p:cNvPr>
            <p:cNvSpPr/>
            <p:nvPr userDrawn="1"/>
          </p:nvSpPr>
          <p:spPr>
            <a:xfrm>
              <a:off x="12356815" y="3592729"/>
              <a:ext cx="553069" cy="3279913"/>
            </a:xfrm>
            <a:prstGeom prst="rect">
              <a:avLst/>
            </a:prstGeom>
            <a:solidFill>
              <a:schemeClr val="tx2"/>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a:p>
          </p:txBody>
        </p:sp>
        <p:grpSp>
          <p:nvGrpSpPr>
            <p:cNvPr id="14" name="Group 13">
              <a:extLst>
                <a:ext uri="{FF2B5EF4-FFF2-40B4-BE49-F238E27FC236}">
                  <a16:creationId xmlns:a16="http://schemas.microsoft.com/office/drawing/2014/main" id="{39E67DDD-1786-0734-6867-7615D6F61308}"/>
                </a:ext>
              </a:extLst>
            </p:cNvPr>
            <p:cNvGrpSpPr/>
            <p:nvPr userDrawn="1"/>
          </p:nvGrpSpPr>
          <p:grpSpPr>
            <a:xfrm>
              <a:off x="12442019" y="3791214"/>
              <a:ext cx="382660" cy="2882942"/>
              <a:chOff x="14001569" y="3716048"/>
              <a:chExt cx="316248" cy="3171236"/>
            </a:xfrm>
          </p:grpSpPr>
          <p:sp>
            <p:nvSpPr>
              <p:cNvPr id="27" name="Rectangle 26">
                <a:extLst>
                  <a:ext uri="{FF2B5EF4-FFF2-40B4-BE49-F238E27FC236}">
                    <a16:creationId xmlns:a16="http://schemas.microsoft.com/office/drawing/2014/main" id="{E8FB0802-7289-1838-2F92-8EF12C372D24}"/>
                  </a:ext>
                </a:extLst>
              </p:cNvPr>
              <p:cNvSpPr/>
              <p:nvPr userDrawn="1"/>
            </p:nvSpPr>
            <p:spPr>
              <a:xfrm rot="5400000">
                <a:off x="14033099" y="5954114"/>
                <a:ext cx="253188" cy="316248"/>
              </a:xfrm>
              <a:prstGeom prst="rect">
                <a:avLst/>
              </a:prstGeom>
              <a:solidFill>
                <a:srgbClr val="005E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28" name="Rectangle 27">
                <a:extLst>
                  <a:ext uri="{FF2B5EF4-FFF2-40B4-BE49-F238E27FC236}">
                    <a16:creationId xmlns:a16="http://schemas.microsoft.com/office/drawing/2014/main" id="{4612D53B-1F0C-D671-7CAF-C4D0B9FFF658}"/>
                  </a:ext>
                </a:extLst>
              </p:cNvPr>
              <p:cNvSpPr/>
              <p:nvPr userDrawn="1"/>
            </p:nvSpPr>
            <p:spPr>
              <a:xfrm rot="5400000">
                <a:off x="14033099" y="6278342"/>
                <a:ext cx="253188" cy="316248"/>
              </a:xfrm>
              <a:prstGeom prst="rect">
                <a:avLst/>
              </a:prstGeom>
              <a:solidFill>
                <a:srgbClr val="B8B9D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29" name="Rectangle 28">
                <a:extLst>
                  <a:ext uri="{FF2B5EF4-FFF2-40B4-BE49-F238E27FC236}">
                    <a16:creationId xmlns:a16="http://schemas.microsoft.com/office/drawing/2014/main" id="{4980F8FA-9426-6114-E745-EA2A8BF6D118}"/>
                  </a:ext>
                </a:extLst>
              </p:cNvPr>
              <p:cNvSpPr/>
              <p:nvPr userDrawn="1"/>
            </p:nvSpPr>
            <p:spPr>
              <a:xfrm rot="5400000">
                <a:off x="14033099" y="6602566"/>
                <a:ext cx="253188" cy="316248"/>
              </a:xfrm>
              <a:prstGeom prst="rect">
                <a:avLst/>
              </a:prstGeom>
              <a:solidFill>
                <a:srgbClr val="FBE6D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32" name="Rectangle 31">
                <a:extLst>
                  <a:ext uri="{FF2B5EF4-FFF2-40B4-BE49-F238E27FC236}">
                    <a16:creationId xmlns:a16="http://schemas.microsoft.com/office/drawing/2014/main" id="{0A85E03B-D1D2-EA6E-350A-FAE993BCA4C6}"/>
                  </a:ext>
                </a:extLst>
              </p:cNvPr>
              <p:cNvSpPr/>
              <p:nvPr userDrawn="1"/>
            </p:nvSpPr>
            <p:spPr>
              <a:xfrm rot="5400000">
                <a:off x="14033099" y="4981430"/>
                <a:ext cx="253188" cy="316248"/>
              </a:xfrm>
              <a:prstGeom prst="rect">
                <a:avLst/>
              </a:prstGeom>
              <a:solidFill>
                <a:srgbClr val="BCE09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34" name="Rectangle 33">
                <a:extLst>
                  <a:ext uri="{FF2B5EF4-FFF2-40B4-BE49-F238E27FC236}">
                    <a16:creationId xmlns:a16="http://schemas.microsoft.com/office/drawing/2014/main" id="{EB9351A8-0725-387F-9D4F-6B2BB7331AD7}"/>
                  </a:ext>
                </a:extLst>
              </p:cNvPr>
              <p:cNvSpPr/>
              <p:nvPr userDrawn="1"/>
            </p:nvSpPr>
            <p:spPr>
              <a:xfrm rot="5400000">
                <a:off x="14033099" y="5305658"/>
                <a:ext cx="253188" cy="316248"/>
              </a:xfrm>
              <a:prstGeom prst="rect">
                <a:avLst/>
              </a:prstGeom>
              <a:solidFill>
                <a:srgbClr val="E9783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36" name="Rectangle 35">
                <a:extLst>
                  <a:ext uri="{FF2B5EF4-FFF2-40B4-BE49-F238E27FC236}">
                    <a16:creationId xmlns:a16="http://schemas.microsoft.com/office/drawing/2014/main" id="{0207B51E-6BA4-E242-D289-F7642265012E}"/>
                  </a:ext>
                </a:extLst>
              </p:cNvPr>
              <p:cNvSpPr/>
              <p:nvPr userDrawn="1"/>
            </p:nvSpPr>
            <p:spPr>
              <a:xfrm rot="5400000">
                <a:off x="14033099" y="5629886"/>
                <a:ext cx="253188" cy="316248"/>
              </a:xfrm>
              <a:prstGeom prst="rect">
                <a:avLst/>
              </a:prstGeom>
              <a:solidFill>
                <a:srgbClr val="B9056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38" name="Rectangle 37">
                <a:extLst>
                  <a:ext uri="{FF2B5EF4-FFF2-40B4-BE49-F238E27FC236}">
                    <a16:creationId xmlns:a16="http://schemas.microsoft.com/office/drawing/2014/main" id="{7349BE1A-E034-AE24-5F78-ACCDA704E654}"/>
                  </a:ext>
                </a:extLst>
              </p:cNvPr>
              <p:cNvSpPr/>
              <p:nvPr userDrawn="1"/>
            </p:nvSpPr>
            <p:spPr>
              <a:xfrm rot="5400000">
                <a:off x="14033099" y="3684518"/>
                <a:ext cx="253188" cy="316248"/>
              </a:xfrm>
              <a:prstGeom prst="rect">
                <a:avLst/>
              </a:prstGeom>
              <a:solidFill>
                <a:srgbClr val="9DC2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39" name="Rectangle 38">
                <a:extLst>
                  <a:ext uri="{FF2B5EF4-FFF2-40B4-BE49-F238E27FC236}">
                    <a16:creationId xmlns:a16="http://schemas.microsoft.com/office/drawing/2014/main" id="{44E17DB5-90C6-ACA3-6C15-7A13AEE1D36B}"/>
                  </a:ext>
                </a:extLst>
              </p:cNvPr>
              <p:cNvSpPr/>
              <p:nvPr userDrawn="1"/>
            </p:nvSpPr>
            <p:spPr>
              <a:xfrm rot="5400000">
                <a:off x="14033099" y="4008746"/>
                <a:ext cx="253188" cy="316248"/>
              </a:xfrm>
              <a:prstGeom prst="rect">
                <a:avLst/>
              </a:prstGeom>
              <a:solidFill>
                <a:srgbClr val="309DA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40" name="Rectangle 39">
                <a:extLst>
                  <a:ext uri="{FF2B5EF4-FFF2-40B4-BE49-F238E27FC236}">
                    <a16:creationId xmlns:a16="http://schemas.microsoft.com/office/drawing/2014/main" id="{266BE422-479E-2D11-E9EE-3FEE123F6D6B}"/>
                  </a:ext>
                </a:extLst>
              </p:cNvPr>
              <p:cNvSpPr/>
              <p:nvPr userDrawn="1"/>
            </p:nvSpPr>
            <p:spPr>
              <a:xfrm rot="5400000">
                <a:off x="14033099" y="4332974"/>
                <a:ext cx="253188" cy="316248"/>
              </a:xfrm>
              <a:prstGeom prst="rect">
                <a:avLst/>
              </a:prstGeom>
              <a:solidFill>
                <a:srgbClr val="E2C22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41" name="Rectangle 40">
                <a:extLst>
                  <a:ext uri="{FF2B5EF4-FFF2-40B4-BE49-F238E27FC236}">
                    <a16:creationId xmlns:a16="http://schemas.microsoft.com/office/drawing/2014/main" id="{E67AD741-1BA4-F09A-330B-A7D3D8D513F0}"/>
                  </a:ext>
                </a:extLst>
              </p:cNvPr>
              <p:cNvSpPr/>
              <p:nvPr userDrawn="1"/>
            </p:nvSpPr>
            <p:spPr>
              <a:xfrm rot="5400000">
                <a:off x="14033099" y="4657202"/>
                <a:ext cx="253188" cy="316248"/>
              </a:xfrm>
              <a:prstGeom prst="rect">
                <a:avLst/>
              </a:prstGeom>
              <a:solidFill>
                <a:srgbClr val="9158B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grpSp>
        <p:grpSp>
          <p:nvGrpSpPr>
            <p:cNvPr id="15" name="Group 14">
              <a:extLst>
                <a:ext uri="{FF2B5EF4-FFF2-40B4-BE49-F238E27FC236}">
                  <a16:creationId xmlns:a16="http://schemas.microsoft.com/office/drawing/2014/main" id="{45DD5102-435D-0318-77BC-C3078D70E9C0}"/>
                </a:ext>
              </a:extLst>
            </p:cNvPr>
            <p:cNvGrpSpPr/>
            <p:nvPr userDrawn="1"/>
          </p:nvGrpSpPr>
          <p:grpSpPr>
            <a:xfrm>
              <a:off x="12442019" y="198485"/>
              <a:ext cx="382660" cy="2882942"/>
              <a:chOff x="12742785" y="3716048"/>
              <a:chExt cx="316248" cy="3171236"/>
            </a:xfrm>
          </p:grpSpPr>
          <p:sp>
            <p:nvSpPr>
              <p:cNvPr id="17" name="Rectangle 16">
                <a:extLst>
                  <a:ext uri="{FF2B5EF4-FFF2-40B4-BE49-F238E27FC236}">
                    <a16:creationId xmlns:a16="http://schemas.microsoft.com/office/drawing/2014/main" id="{393270AC-B8C1-E5ED-5410-5035DB172C27}"/>
                  </a:ext>
                </a:extLst>
              </p:cNvPr>
              <p:cNvSpPr/>
              <p:nvPr userDrawn="1"/>
            </p:nvSpPr>
            <p:spPr>
              <a:xfrm rot="5400000">
                <a:off x="12774315" y="6602566"/>
                <a:ext cx="253188" cy="316248"/>
              </a:xfrm>
              <a:prstGeom prst="rect">
                <a:avLst/>
              </a:prstGeom>
              <a:solidFill>
                <a:srgbClr val="BFD6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18" name="Rectangle 17">
                <a:extLst>
                  <a:ext uri="{FF2B5EF4-FFF2-40B4-BE49-F238E27FC236}">
                    <a16:creationId xmlns:a16="http://schemas.microsoft.com/office/drawing/2014/main" id="{50438286-72A0-3825-D887-929A01112127}"/>
                  </a:ext>
                </a:extLst>
              </p:cNvPr>
              <p:cNvSpPr/>
              <p:nvPr userDrawn="1"/>
            </p:nvSpPr>
            <p:spPr>
              <a:xfrm rot="5400000">
                <a:off x="12774315" y="4981430"/>
                <a:ext cx="253188" cy="316248"/>
              </a:xfrm>
              <a:prstGeom prst="rect">
                <a:avLst/>
              </a:prstGeom>
              <a:solidFill>
                <a:srgbClr val="D25F7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19" name="Rectangle 18">
                <a:extLst>
                  <a:ext uri="{FF2B5EF4-FFF2-40B4-BE49-F238E27FC236}">
                    <a16:creationId xmlns:a16="http://schemas.microsoft.com/office/drawing/2014/main" id="{7EE04E5E-6179-3570-1380-21BB30449DBE}"/>
                  </a:ext>
                </a:extLst>
              </p:cNvPr>
              <p:cNvSpPr/>
              <p:nvPr userDrawn="1"/>
            </p:nvSpPr>
            <p:spPr>
              <a:xfrm rot="5400000">
                <a:off x="12774315" y="5305658"/>
                <a:ext cx="253188" cy="316248"/>
              </a:xfrm>
              <a:prstGeom prst="rect">
                <a:avLst/>
              </a:prstGeom>
              <a:solidFill>
                <a:srgbClr val="C6480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20" name="Rectangle 19">
                <a:extLst>
                  <a:ext uri="{FF2B5EF4-FFF2-40B4-BE49-F238E27FC236}">
                    <a16:creationId xmlns:a16="http://schemas.microsoft.com/office/drawing/2014/main" id="{F15B6616-9A86-F2A4-AC91-430040141FC3}"/>
                  </a:ext>
                </a:extLst>
              </p:cNvPr>
              <p:cNvSpPr/>
              <p:nvPr userDrawn="1"/>
            </p:nvSpPr>
            <p:spPr>
              <a:xfrm rot="5400000">
                <a:off x="12774315" y="5629886"/>
                <a:ext cx="253188" cy="316248"/>
              </a:xfrm>
              <a:prstGeom prst="rect">
                <a:avLst/>
              </a:prstGeom>
              <a:solidFill>
                <a:srgbClr val="BA016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21" name="Rectangle 20">
                <a:extLst>
                  <a:ext uri="{FF2B5EF4-FFF2-40B4-BE49-F238E27FC236}">
                    <a16:creationId xmlns:a16="http://schemas.microsoft.com/office/drawing/2014/main" id="{0FCBB79C-56CF-85C1-5F6D-47B9D60AA179}"/>
                  </a:ext>
                </a:extLst>
              </p:cNvPr>
              <p:cNvSpPr/>
              <p:nvPr userDrawn="1"/>
            </p:nvSpPr>
            <p:spPr>
              <a:xfrm rot="5400000">
                <a:off x="12774315" y="3684518"/>
                <a:ext cx="253188" cy="316248"/>
              </a:xfrm>
              <a:prstGeom prst="rect">
                <a:avLst/>
              </a:prstGeom>
              <a:solidFill>
                <a:srgbClr val="005E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22" name="Rectangle 21">
                <a:extLst>
                  <a:ext uri="{FF2B5EF4-FFF2-40B4-BE49-F238E27FC236}">
                    <a16:creationId xmlns:a16="http://schemas.microsoft.com/office/drawing/2014/main" id="{C37A7971-72E9-FA6C-9E23-80E89B16F9B9}"/>
                  </a:ext>
                </a:extLst>
              </p:cNvPr>
              <p:cNvSpPr/>
              <p:nvPr userDrawn="1"/>
            </p:nvSpPr>
            <p:spPr>
              <a:xfrm rot="5400000">
                <a:off x="12774315" y="4008746"/>
                <a:ext cx="253188" cy="316248"/>
              </a:xfrm>
              <a:prstGeom prst="rect">
                <a:avLst/>
              </a:prstGeom>
              <a:solidFill>
                <a:srgbClr val="5EB6B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23" name="Rectangle 22">
                <a:extLst>
                  <a:ext uri="{FF2B5EF4-FFF2-40B4-BE49-F238E27FC236}">
                    <a16:creationId xmlns:a16="http://schemas.microsoft.com/office/drawing/2014/main" id="{B09EDED6-B002-143F-CF3C-BF0EB61B2861}"/>
                  </a:ext>
                </a:extLst>
              </p:cNvPr>
              <p:cNvSpPr/>
              <p:nvPr userDrawn="1"/>
            </p:nvSpPr>
            <p:spPr>
              <a:xfrm rot="5400000">
                <a:off x="12774315" y="4332974"/>
                <a:ext cx="253188" cy="316248"/>
              </a:xfrm>
              <a:prstGeom prst="rect">
                <a:avLst/>
              </a:prstGeom>
              <a:solidFill>
                <a:srgbClr val="C7AB2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24" name="Rectangle 23">
                <a:extLst>
                  <a:ext uri="{FF2B5EF4-FFF2-40B4-BE49-F238E27FC236}">
                    <a16:creationId xmlns:a16="http://schemas.microsoft.com/office/drawing/2014/main" id="{9BCAB37B-DEFF-D022-A82E-FF17B3A38669}"/>
                  </a:ext>
                </a:extLst>
              </p:cNvPr>
              <p:cNvSpPr/>
              <p:nvPr userDrawn="1"/>
            </p:nvSpPr>
            <p:spPr>
              <a:xfrm rot="5400000">
                <a:off x="12774315" y="4657202"/>
                <a:ext cx="253188" cy="316248"/>
              </a:xfrm>
              <a:prstGeom prst="rect">
                <a:avLst/>
              </a:prstGeom>
              <a:solidFill>
                <a:srgbClr val="5C068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25" name="Rectangle 24">
                <a:extLst>
                  <a:ext uri="{FF2B5EF4-FFF2-40B4-BE49-F238E27FC236}">
                    <a16:creationId xmlns:a16="http://schemas.microsoft.com/office/drawing/2014/main" id="{CA913CE9-BE4E-47F3-673B-896B51BE4348}"/>
                  </a:ext>
                </a:extLst>
              </p:cNvPr>
              <p:cNvSpPr/>
              <p:nvPr userDrawn="1"/>
            </p:nvSpPr>
            <p:spPr>
              <a:xfrm rot="5400000">
                <a:off x="12774315" y="5954114"/>
                <a:ext cx="253188" cy="316248"/>
              </a:xfrm>
              <a:prstGeom prst="rect">
                <a:avLst/>
              </a:prstGeom>
              <a:solidFill>
                <a:srgbClr val="2A431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26" name="Rectangle 25">
                <a:extLst>
                  <a:ext uri="{FF2B5EF4-FFF2-40B4-BE49-F238E27FC236}">
                    <a16:creationId xmlns:a16="http://schemas.microsoft.com/office/drawing/2014/main" id="{AD779FB3-9524-4724-C721-C9E5EFAAC01F}"/>
                  </a:ext>
                </a:extLst>
              </p:cNvPr>
              <p:cNvSpPr/>
              <p:nvPr userDrawn="1"/>
            </p:nvSpPr>
            <p:spPr>
              <a:xfrm rot="5400000">
                <a:off x="12774315" y="6278342"/>
                <a:ext cx="253188" cy="316248"/>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grpSp>
        <p:sp>
          <p:nvSpPr>
            <p:cNvPr id="16" name="TextBox 15">
              <a:extLst>
                <a:ext uri="{FF2B5EF4-FFF2-40B4-BE49-F238E27FC236}">
                  <a16:creationId xmlns:a16="http://schemas.microsoft.com/office/drawing/2014/main" id="{CD596707-EB9B-0B05-81C4-1A0C96947131}"/>
                </a:ext>
              </a:extLst>
            </p:cNvPr>
            <p:cNvSpPr txBox="1"/>
            <p:nvPr userDrawn="1"/>
          </p:nvSpPr>
          <p:spPr>
            <a:xfrm rot="16200000">
              <a:off x="12574270" y="5173406"/>
              <a:ext cx="960199" cy="118559"/>
            </a:xfrm>
            <a:prstGeom prst="rect">
              <a:avLst/>
            </a:prstGeom>
            <a:noFill/>
          </p:spPr>
          <p:txBody>
            <a:bodyPr wrap="none" lIns="0" tIns="0" rIns="0" bIns="0" rtlCol="0">
              <a:spAutoFit/>
            </a:bodyPr>
            <a:lstStyle/>
            <a:p>
              <a:pPr algn="l">
                <a:lnSpc>
                  <a:spcPct val="101000"/>
                </a:lnSpc>
                <a:spcAft>
                  <a:spcPts val="600"/>
                </a:spcAft>
              </a:pPr>
              <a:r>
                <a:rPr lang="en-CR" sz="800" b="1">
                  <a:solidFill>
                    <a:srgbClr val="000000"/>
                  </a:solidFill>
                  <a:latin typeface="GT America Regular"/>
                  <a:ea typeface="GT America Regular" charset="0"/>
                  <a:cs typeface="GT America Regular" charset="0"/>
                </a:rPr>
                <a:t>ON MOODY´S BLUE</a:t>
              </a:r>
              <a:endParaRPr kumimoji="0" lang="en-CR" sz="800" b="1" i="0" u="none" strike="noStrike" kern="1200" cap="none" spc="0" normalizeH="0" baseline="0" noProof="0" err="1">
                <a:ln>
                  <a:noFill/>
                </a:ln>
                <a:solidFill>
                  <a:srgbClr val="000000"/>
                </a:solidFill>
                <a:effectLst/>
                <a:uLnTx/>
                <a:uFillTx/>
                <a:latin typeface="GT America Regular"/>
                <a:ea typeface="GT America Regular" charset="0"/>
                <a:cs typeface="GT America Regular" charset="0"/>
              </a:endParaRPr>
            </a:p>
          </p:txBody>
        </p:sp>
      </p:grpSp>
      <p:sp>
        <p:nvSpPr>
          <p:cNvPr id="42" name="TextBox 41">
            <a:extLst>
              <a:ext uri="{FF2B5EF4-FFF2-40B4-BE49-F238E27FC236}">
                <a16:creationId xmlns:a16="http://schemas.microsoft.com/office/drawing/2014/main" id="{8AF5B983-0144-0605-41FD-5D8563034E1B}"/>
              </a:ext>
            </a:extLst>
          </p:cNvPr>
          <p:cNvSpPr txBox="1"/>
          <p:nvPr userDrawn="1"/>
        </p:nvSpPr>
        <p:spPr>
          <a:xfrm>
            <a:off x="12356815" y="3377042"/>
            <a:ext cx="807913" cy="118559"/>
          </a:xfrm>
          <a:prstGeom prst="rect">
            <a:avLst/>
          </a:prstGeom>
          <a:noFill/>
        </p:spPr>
        <p:txBody>
          <a:bodyPr wrap="none" lIns="0" tIns="0" rIns="0" bIns="0" rtlCol="0">
            <a:spAutoFit/>
          </a:bodyPr>
          <a:lstStyle/>
          <a:p>
            <a:pPr algn="l">
              <a:lnSpc>
                <a:spcPct val="101000"/>
              </a:lnSpc>
              <a:spcAft>
                <a:spcPts val="600"/>
              </a:spcAft>
            </a:pPr>
            <a:r>
              <a:rPr kumimoji="0" lang="en-US" sz="800" b="1" i="0" u="none" strike="noStrike" kern="1200" cap="none" spc="0" normalizeH="0" baseline="0" noProof="0" dirty="0">
                <a:ln>
                  <a:noFill/>
                </a:ln>
                <a:solidFill>
                  <a:srgbClr val="000000"/>
                </a:solidFill>
                <a:effectLst/>
                <a:uLnTx/>
                <a:uFillTx/>
                <a:ea typeface="GT America Regular" charset="0"/>
                <a:cs typeface="GT America Regular" charset="0"/>
              </a:rPr>
              <a:t>For charts ONLY</a:t>
            </a:r>
            <a:endParaRPr kumimoji="0" lang="en-CR" sz="800" b="1" i="0" u="none" strike="noStrike" kern="1200" cap="none" spc="0" normalizeH="0" baseline="0" noProof="0">
              <a:ln>
                <a:noFill/>
              </a:ln>
              <a:solidFill>
                <a:srgbClr val="000000"/>
              </a:solidFill>
              <a:effectLst/>
              <a:uLnTx/>
              <a:uFillTx/>
              <a:ea typeface="GT America Regular" charset="0"/>
              <a:cs typeface="GT America Regular" charset="0"/>
            </a:endParaRPr>
          </a:p>
        </p:txBody>
      </p:sp>
    </p:spTree>
    <p:extLst>
      <p:ext uri="{BB962C8B-B14F-4D97-AF65-F5344CB8AC3E}">
        <p14:creationId xmlns:p14="http://schemas.microsoft.com/office/powerpoint/2010/main" val="447881483"/>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2 Column, Photo">
    <p:spTree>
      <p:nvGrpSpPr>
        <p:cNvPr id="1" name=""/>
        <p:cNvGrpSpPr/>
        <p:nvPr/>
      </p:nvGrpSpPr>
      <p:grpSpPr>
        <a:xfrm>
          <a:off x="0" y="0"/>
          <a:ext cx="0" cy="0"/>
          <a:chOff x="0" y="0"/>
          <a:chExt cx="0" cy="0"/>
        </a:xfrm>
      </p:grpSpPr>
      <p:sp>
        <p:nvSpPr>
          <p:cNvPr id="10" name="Picture Placeholder 9">
            <a:extLst>
              <a:ext uri="{FF2B5EF4-FFF2-40B4-BE49-F238E27FC236}">
                <a16:creationId xmlns:a16="http://schemas.microsoft.com/office/drawing/2014/main" id="{BE85ED21-179E-C2B7-89F1-D4AD14EEDA9A}"/>
              </a:ext>
            </a:extLst>
          </p:cNvPr>
          <p:cNvSpPr>
            <a:spLocks noGrp="1"/>
          </p:cNvSpPr>
          <p:nvPr>
            <p:ph type="pic" sz="quarter" idx="13"/>
          </p:nvPr>
        </p:nvSpPr>
        <p:spPr>
          <a:xfrm>
            <a:off x="6191886" y="0"/>
            <a:ext cx="6000113" cy="6858000"/>
          </a:xfrm>
          <a:solidFill>
            <a:schemeClr val="bg1">
              <a:lumMod val="65000"/>
            </a:schemeClr>
          </a:solidFill>
        </p:spPr>
        <p:txBody>
          <a:bodyPr anchor="ctr"/>
          <a:lstStyle>
            <a:lvl1pPr algn="ctr">
              <a:defRPr>
                <a:solidFill>
                  <a:schemeClr val="bg1"/>
                </a:solidFill>
              </a:defRPr>
            </a:lvl1pPr>
          </a:lstStyle>
          <a:p>
            <a:r>
              <a:rPr lang="en-US"/>
              <a:t>Click icon to add picture</a:t>
            </a:r>
          </a:p>
        </p:txBody>
      </p:sp>
      <p:sp>
        <p:nvSpPr>
          <p:cNvPr id="8" name="Footer Placeholder 7">
            <a:extLst>
              <a:ext uri="{FF2B5EF4-FFF2-40B4-BE49-F238E27FC236}">
                <a16:creationId xmlns:a16="http://schemas.microsoft.com/office/drawing/2014/main" id="{0E2ADB5F-BB7A-E503-6385-47B7F4A752C0}"/>
              </a:ext>
            </a:extLst>
          </p:cNvPr>
          <p:cNvSpPr>
            <a:spLocks noGrp="1"/>
          </p:cNvSpPr>
          <p:nvPr>
            <p:ph type="ftr" sz="quarter" idx="11"/>
          </p:nvPr>
        </p:nvSpPr>
        <p:spPr/>
        <p:txBody>
          <a:bodyPr/>
          <a:lstStyle>
            <a:lvl1pPr>
              <a:defRPr>
                <a:solidFill>
                  <a:schemeClr val="bg1"/>
                </a:solidFill>
              </a:defRPr>
            </a:lvl1pPr>
          </a:lstStyle>
          <a:p>
            <a:r>
              <a:rPr lang="en-US"/>
              <a:t>See slide 12 for instructions on how to update footer</a:t>
            </a:r>
            <a:endParaRPr lang="en-US" dirty="0"/>
          </a:p>
        </p:txBody>
      </p:sp>
      <p:sp>
        <p:nvSpPr>
          <p:cNvPr id="9" name="Slide Number Placeholder 8">
            <a:extLst>
              <a:ext uri="{FF2B5EF4-FFF2-40B4-BE49-F238E27FC236}">
                <a16:creationId xmlns:a16="http://schemas.microsoft.com/office/drawing/2014/main" id="{CCA8152B-F410-5052-DF3D-06C6DD4D2381}"/>
              </a:ext>
            </a:extLst>
          </p:cNvPr>
          <p:cNvSpPr>
            <a:spLocks noGrp="1"/>
          </p:cNvSpPr>
          <p:nvPr>
            <p:ph type="sldNum" sz="quarter" idx="12"/>
          </p:nvPr>
        </p:nvSpPr>
        <p:spPr/>
        <p:txBody>
          <a:bodyPr/>
          <a:lstStyle>
            <a:lvl1pPr>
              <a:defRPr>
                <a:solidFill>
                  <a:schemeClr val="bg1"/>
                </a:solidFill>
              </a:defRPr>
            </a:lvl1pPr>
          </a:lstStyle>
          <a:p>
            <a:fld id="{862A5111-985B-C14D-9115-5787026182A8}" type="slidenum">
              <a:rPr lang="en-US" smtClean="0"/>
              <a:pPr/>
              <a:t>‹#›</a:t>
            </a:fld>
            <a:endParaRPr lang="en-US" dirty="0"/>
          </a:p>
        </p:txBody>
      </p:sp>
      <p:sp>
        <p:nvSpPr>
          <p:cNvPr id="5" name="Title 4">
            <a:extLst>
              <a:ext uri="{FF2B5EF4-FFF2-40B4-BE49-F238E27FC236}">
                <a16:creationId xmlns:a16="http://schemas.microsoft.com/office/drawing/2014/main" id="{37E1B056-6E37-0195-3E1E-328A2FEFCC8B}"/>
              </a:ext>
            </a:extLst>
          </p:cNvPr>
          <p:cNvSpPr>
            <a:spLocks noGrp="1"/>
          </p:cNvSpPr>
          <p:nvPr>
            <p:ph type="title"/>
          </p:nvPr>
        </p:nvSpPr>
        <p:spPr>
          <a:xfrm>
            <a:off x="546101" y="552450"/>
            <a:ext cx="5445124" cy="434975"/>
          </a:xfrm>
        </p:spPr>
        <p:txBody>
          <a:bodyPr/>
          <a:lstStyle/>
          <a:p>
            <a:r>
              <a:rPr lang="en-US"/>
              <a:t>Click to edit Master title style</a:t>
            </a:r>
            <a:endParaRPr lang="en-US" dirty="0"/>
          </a:p>
        </p:txBody>
      </p:sp>
      <p:sp>
        <p:nvSpPr>
          <p:cNvPr id="4" name="Freeform 5">
            <a:extLst>
              <a:ext uri="{FF2B5EF4-FFF2-40B4-BE49-F238E27FC236}">
                <a16:creationId xmlns:a16="http://schemas.microsoft.com/office/drawing/2014/main" id="{90FFE920-B320-B303-4558-0F631F476859}"/>
              </a:ext>
            </a:extLst>
          </p:cNvPr>
          <p:cNvSpPr/>
          <p:nvPr userDrawn="1"/>
        </p:nvSpPr>
        <p:spPr bwMode="black">
          <a:xfrm>
            <a:off x="554038" y="6469335"/>
            <a:ext cx="678511" cy="112440"/>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chemeClr val="tx2"/>
          </a:solidFill>
          <a:ln w="0" cap="flat">
            <a:noFill/>
            <a:prstDash val="solid"/>
            <a:miter/>
          </a:ln>
        </p:spPr>
        <p:txBody>
          <a:bodyPr rtlCol="0" anchor="ctr"/>
          <a:lstStyle/>
          <a:p>
            <a:endParaRPr lang="en-US"/>
          </a:p>
        </p:txBody>
      </p:sp>
      <p:sp>
        <p:nvSpPr>
          <p:cNvPr id="15" name="Text Placeholder 11">
            <a:extLst>
              <a:ext uri="{FF2B5EF4-FFF2-40B4-BE49-F238E27FC236}">
                <a16:creationId xmlns:a16="http://schemas.microsoft.com/office/drawing/2014/main" id="{5E92B4B8-6955-9D30-1BC3-A16EF74E8AD5}"/>
              </a:ext>
            </a:extLst>
          </p:cNvPr>
          <p:cNvSpPr>
            <a:spLocks noGrp="1"/>
          </p:cNvSpPr>
          <p:nvPr>
            <p:ph type="body" sz="quarter" idx="18"/>
          </p:nvPr>
        </p:nvSpPr>
        <p:spPr>
          <a:xfrm>
            <a:off x="546100" y="1127125"/>
            <a:ext cx="5445125" cy="295275"/>
          </a:xfrm>
        </p:spPr>
        <p:txBody>
          <a:bodyPr>
            <a:noAutofit/>
          </a:bodyPr>
          <a:lstStyle>
            <a:lvl1pPr marL="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1pPr>
            <a:lvl2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2pPr>
            <a:lvl3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3pPr>
            <a:lvl4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4pPr>
            <a:lvl5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5pPr>
            <a:lvl6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6pPr>
            <a:lvl7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7pPr>
            <a:lvl8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8pPr>
            <a:lvl9pPr marL="0" indent="0" algn="l" defTabSz="914400" rtl="0" eaLnBrk="1" latinLnBrk="0" hangingPunct="1">
              <a:lnSpc>
                <a:spcPct val="80000"/>
              </a:lnSpc>
              <a:spcBef>
                <a:spcPts val="0"/>
              </a:spcBef>
              <a:spcAft>
                <a:spcPts val="0"/>
              </a:spcAft>
              <a:buNone/>
              <a:defRPr lang="en-US" sz="2400" b="0" i="0" kern="1200" dirty="0">
                <a:solidFill>
                  <a:schemeClr val="accent1"/>
                </a:solidFill>
                <a:latin typeface="+mj-lt"/>
                <a:ea typeface="GT America Regular" charset="0"/>
                <a:cs typeface="GT America Regular" charset="0"/>
              </a:defRPr>
            </a:lvl9pPr>
          </a:lstStyle>
          <a:p>
            <a:pPr lvl="0"/>
            <a:r>
              <a:rPr lang="en-US"/>
              <a:t>Click to edit Master text styles</a:t>
            </a:r>
          </a:p>
        </p:txBody>
      </p:sp>
      <p:sp>
        <p:nvSpPr>
          <p:cNvPr id="16" name="Text Placeholder 15">
            <a:extLst>
              <a:ext uri="{FF2B5EF4-FFF2-40B4-BE49-F238E27FC236}">
                <a16:creationId xmlns:a16="http://schemas.microsoft.com/office/drawing/2014/main" id="{AA9F4984-857B-C872-E78B-8D7B49A19FCB}"/>
              </a:ext>
            </a:extLst>
          </p:cNvPr>
          <p:cNvSpPr>
            <a:spLocks noGrp="1"/>
          </p:cNvSpPr>
          <p:nvPr>
            <p:ph type="body" sz="quarter" idx="19" hasCustomPrompt="1"/>
          </p:nvPr>
        </p:nvSpPr>
        <p:spPr>
          <a:xfrm>
            <a:off x="546100" y="6019800"/>
            <a:ext cx="5445125" cy="292100"/>
          </a:xfrm>
        </p:spPr>
        <p:txBody>
          <a:bodyPr anchor="b">
            <a:noAutofit/>
          </a:bodyPr>
          <a:lstStyle>
            <a:lvl1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1pPr>
            <a:lvl2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2pPr>
            <a:lvl3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3pPr>
            <a:lvl4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4pPr>
            <a:lvl5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5pPr>
            <a:lvl6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6pPr>
            <a:lvl7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7pPr>
            <a:lvl8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8pPr>
            <a:lvl9pPr marL="0" indent="0" algn="l" defTabSz="914400" rtl="0" eaLnBrk="1" latinLnBrk="0" hangingPunct="1">
              <a:lnSpc>
                <a:spcPct val="101000"/>
              </a:lnSpc>
              <a:spcBef>
                <a:spcPts val="0"/>
              </a:spcBef>
              <a:spcAft>
                <a:spcPts val="600"/>
              </a:spcAft>
              <a:buNone/>
              <a:defRPr lang="en-US" sz="600" b="0" i="0" kern="1200" dirty="0">
                <a:solidFill>
                  <a:srgbClr val="75787B"/>
                </a:solidFill>
                <a:latin typeface="+mn-lt"/>
                <a:ea typeface="GT America Regular" charset="0"/>
                <a:cs typeface="GT America Regular" charset="0"/>
              </a:defRPr>
            </a:lvl9pPr>
          </a:lstStyle>
          <a:p>
            <a:pPr lvl="0"/>
            <a:r>
              <a:rPr lang="en-US" dirty="0"/>
              <a:t>Click to add footnotes or disclaimer information</a:t>
            </a:r>
          </a:p>
        </p:txBody>
      </p:sp>
      <p:sp>
        <p:nvSpPr>
          <p:cNvPr id="17" name="Content Placeholder 25">
            <a:extLst>
              <a:ext uri="{FF2B5EF4-FFF2-40B4-BE49-F238E27FC236}">
                <a16:creationId xmlns:a16="http://schemas.microsoft.com/office/drawing/2014/main" id="{5C8016BC-6435-33AA-70C0-6D27BA55395C}"/>
              </a:ext>
            </a:extLst>
          </p:cNvPr>
          <p:cNvSpPr>
            <a:spLocks noGrp="1"/>
          </p:cNvSpPr>
          <p:nvPr>
            <p:ph sz="quarter" idx="23"/>
          </p:nvPr>
        </p:nvSpPr>
        <p:spPr>
          <a:xfrm>
            <a:off x="546100" y="1849438"/>
            <a:ext cx="5445125" cy="401796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grpSp>
        <p:nvGrpSpPr>
          <p:cNvPr id="2" name="Group 1">
            <a:extLst>
              <a:ext uri="{FF2B5EF4-FFF2-40B4-BE49-F238E27FC236}">
                <a16:creationId xmlns:a16="http://schemas.microsoft.com/office/drawing/2014/main" id="{631995A3-0F61-07CF-245E-BDF60A36D978}"/>
              </a:ext>
            </a:extLst>
          </p:cNvPr>
          <p:cNvGrpSpPr/>
          <p:nvPr userDrawn="1"/>
        </p:nvGrpSpPr>
        <p:grpSpPr>
          <a:xfrm>
            <a:off x="12356815" y="0"/>
            <a:ext cx="756834" cy="6872642"/>
            <a:chOff x="12356815" y="0"/>
            <a:chExt cx="756834" cy="6872642"/>
          </a:xfrm>
        </p:grpSpPr>
        <p:sp>
          <p:nvSpPr>
            <p:cNvPr id="3" name="Rectangle 2">
              <a:extLst>
                <a:ext uri="{FF2B5EF4-FFF2-40B4-BE49-F238E27FC236}">
                  <a16:creationId xmlns:a16="http://schemas.microsoft.com/office/drawing/2014/main" id="{E8857D31-C651-FEBC-D4DE-E1521FA693A2}"/>
                </a:ext>
              </a:extLst>
            </p:cNvPr>
            <p:cNvSpPr/>
            <p:nvPr userDrawn="1"/>
          </p:nvSpPr>
          <p:spPr>
            <a:xfrm>
              <a:off x="12356815" y="0"/>
              <a:ext cx="553069" cy="3279913"/>
            </a:xfrm>
            <a:prstGeom prst="rect">
              <a:avLst/>
            </a:prstGeom>
            <a:solidFill>
              <a:schemeClr val="bg1">
                <a:lumMod val="95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a:p>
          </p:txBody>
        </p:sp>
        <p:sp>
          <p:nvSpPr>
            <p:cNvPr id="6" name="TextBox 5">
              <a:extLst>
                <a:ext uri="{FF2B5EF4-FFF2-40B4-BE49-F238E27FC236}">
                  <a16:creationId xmlns:a16="http://schemas.microsoft.com/office/drawing/2014/main" id="{36B7DFAB-55FF-B531-612E-2578C241329B}"/>
                </a:ext>
              </a:extLst>
            </p:cNvPr>
            <p:cNvSpPr txBox="1"/>
            <p:nvPr userDrawn="1"/>
          </p:nvSpPr>
          <p:spPr>
            <a:xfrm rot="16200000">
              <a:off x="12332216" y="1580677"/>
              <a:ext cx="1444306" cy="118559"/>
            </a:xfrm>
            <a:prstGeom prst="rect">
              <a:avLst/>
            </a:prstGeom>
            <a:noFill/>
          </p:spPr>
          <p:txBody>
            <a:bodyPr wrap="none" lIns="0" tIns="0" rIns="0" bIns="0" rtlCol="0">
              <a:spAutoFit/>
            </a:bodyPr>
            <a:lstStyle/>
            <a:p>
              <a:pPr algn="l">
                <a:lnSpc>
                  <a:spcPct val="101000"/>
                </a:lnSpc>
                <a:spcAft>
                  <a:spcPts val="600"/>
                </a:spcAft>
              </a:pPr>
              <a:r>
                <a:rPr kumimoji="0" lang="en-CR" sz="800" b="1" i="0" u="none" strike="noStrike" kern="1200" cap="none" spc="0" normalizeH="0" baseline="0" noProof="0">
                  <a:ln>
                    <a:noFill/>
                  </a:ln>
                  <a:solidFill>
                    <a:srgbClr val="000000"/>
                  </a:solidFill>
                  <a:effectLst/>
                  <a:uLnTx/>
                  <a:uFillTx/>
                  <a:ea typeface="GT America Regular" charset="0"/>
                  <a:cs typeface="GT America Regular" charset="0"/>
                </a:rPr>
                <a:t>ON LIGHT AND EXTRA LIGHT</a:t>
              </a:r>
            </a:p>
          </p:txBody>
        </p:sp>
        <p:sp>
          <p:nvSpPr>
            <p:cNvPr id="7" name="Rectangle 6">
              <a:extLst>
                <a:ext uri="{FF2B5EF4-FFF2-40B4-BE49-F238E27FC236}">
                  <a16:creationId xmlns:a16="http://schemas.microsoft.com/office/drawing/2014/main" id="{26249FEA-C95F-53A2-0478-3D637876E653}"/>
                </a:ext>
              </a:extLst>
            </p:cNvPr>
            <p:cNvSpPr/>
            <p:nvPr userDrawn="1"/>
          </p:nvSpPr>
          <p:spPr>
            <a:xfrm>
              <a:off x="12356815" y="3592729"/>
              <a:ext cx="553069" cy="3279913"/>
            </a:xfrm>
            <a:prstGeom prst="rect">
              <a:avLst/>
            </a:prstGeom>
            <a:solidFill>
              <a:schemeClr val="tx2"/>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a:p>
          </p:txBody>
        </p:sp>
        <p:grpSp>
          <p:nvGrpSpPr>
            <p:cNvPr id="11" name="Group 10">
              <a:extLst>
                <a:ext uri="{FF2B5EF4-FFF2-40B4-BE49-F238E27FC236}">
                  <a16:creationId xmlns:a16="http://schemas.microsoft.com/office/drawing/2014/main" id="{59AC1053-0774-5185-5E78-6EA9C427C63A}"/>
                </a:ext>
              </a:extLst>
            </p:cNvPr>
            <p:cNvGrpSpPr/>
            <p:nvPr userDrawn="1"/>
          </p:nvGrpSpPr>
          <p:grpSpPr>
            <a:xfrm>
              <a:off x="12442019" y="3791214"/>
              <a:ext cx="382660" cy="2882942"/>
              <a:chOff x="14001569" y="3716048"/>
              <a:chExt cx="316248" cy="3171236"/>
            </a:xfrm>
          </p:grpSpPr>
          <p:sp>
            <p:nvSpPr>
              <p:cNvPr id="27" name="Rectangle 26">
                <a:extLst>
                  <a:ext uri="{FF2B5EF4-FFF2-40B4-BE49-F238E27FC236}">
                    <a16:creationId xmlns:a16="http://schemas.microsoft.com/office/drawing/2014/main" id="{1DAB16AB-BE24-8AD4-DCC0-FD6636FAFB3C}"/>
                  </a:ext>
                </a:extLst>
              </p:cNvPr>
              <p:cNvSpPr/>
              <p:nvPr userDrawn="1"/>
            </p:nvSpPr>
            <p:spPr>
              <a:xfrm rot="5400000">
                <a:off x="14033099" y="5954114"/>
                <a:ext cx="253188" cy="316248"/>
              </a:xfrm>
              <a:prstGeom prst="rect">
                <a:avLst/>
              </a:prstGeom>
              <a:solidFill>
                <a:srgbClr val="005E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28" name="Rectangle 27">
                <a:extLst>
                  <a:ext uri="{FF2B5EF4-FFF2-40B4-BE49-F238E27FC236}">
                    <a16:creationId xmlns:a16="http://schemas.microsoft.com/office/drawing/2014/main" id="{4EE6DB92-CC9B-7A4C-3FA0-1CACF848AFED}"/>
                  </a:ext>
                </a:extLst>
              </p:cNvPr>
              <p:cNvSpPr/>
              <p:nvPr userDrawn="1"/>
            </p:nvSpPr>
            <p:spPr>
              <a:xfrm rot="5400000">
                <a:off x="14033099" y="6278342"/>
                <a:ext cx="253188" cy="316248"/>
              </a:xfrm>
              <a:prstGeom prst="rect">
                <a:avLst/>
              </a:prstGeom>
              <a:solidFill>
                <a:srgbClr val="B8B9D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29" name="Rectangle 28">
                <a:extLst>
                  <a:ext uri="{FF2B5EF4-FFF2-40B4-BE49-F238E27FC236}">
                    <a16:creationId xmlns:a16="http://schemas.microsoft.com/office/drawing/2014/main" id="{45AA3DE0-1272-434B-501C-B3B9124A0C79}"/>
                  </a:ext>
                </a:extLst>
              </p:cNvPr>
              <p:cNvSpPr/>
              <p:nvPr userDrawn="1"/>
            </p:nvSpPr>
            <p:spPr>
              <a:xfrm rot="5400000">
                <a:off x="14033099" y="6602566"/>
                <a:ext cx="253188" cy="316248"/>
              </a:xfrm>
              <a:prstGeom prst="rect">
                <a:avLst/>
              </a:prstGeom>
              <a:solidFill>
                <a:srgbClr val="FBE6D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30" name="Rectangle 29">
                <a:extLst>
                  <a:ext uri="{FF2B5EF4-FFF2-40B4-BE49-F238E27FC236}">
                    <a16:creationId xmlns:a16="http://schemas.microsoft.com/office/drawing/2014/main" id="{7962FB6B-BC46-F469-159D-352BD79674F9}"/>
                  </a:ext>
                </a:extLst>
              </p:cNvPr>
              <p:cNvSpPr/>
              <p:nvPr userDrawn="1"/>
            </p:nvSpPr>
            <p:spPr>
              <a:xfrm rot="5400000">
                <a:off x="14033099" y="4981430"/>
                <a:ext cx="253188" cy="316248"/>
              </a:xfrm>
              <a:prstGeom prst="rect">
                <a:avLst/>
              </a:prstGeom>
              <a:solidFill>
                <a:srgbClr val="BCE09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31" name="Rectangle 30">
                <a:extLst>
                  <a:ext uri="{FF2B5EF4-FFF2-40B4-BE49-F238E27FC236}">
                    <a16:creationId xmlns:a16="http://schemas.microsoft.com/office/drawing/2014/main" id="{5F44128D-9C1F-AEA0-A096-8FAE4B7E16D1}"/>
                  </a:ext>
                </a:extLst>
              </p:cNvPr>
              <p:cNvSpPr/>
              <p:nvPr userDrawn="1"/>
            </p:nvSpPr>
            <p:spPr>
              <a:xfrm rot="5400000">
                <a:off x="14033099" y="5305658"/>
                <a:ext cx="253188" cy="316248"/>
              </a:xfrm>
              <a:prstGeom prst="rect">
                <a:avLst/>
              </a:prstGeom>
              <a:solidFill>
                <a:srgbClr val="E9783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32" name="Rectangle 31">
                <a:extLst>
                  <a:ext uri="{FF2B5EF4-FFF2-40B4-BE49-F238E27FC236}">
                    <a16:creationId xmlns:a16="http://schemas.microsoft.com/office/drawing/2014/main" id="{7354219C-9DB4-6D73-C126-C029776FC9B0}"/>
                  </a:ext>
                </a:extLst>
              </p:cNvPr>
              <p:cNvSpPr/>
              <p:nvPr userDrawn="1"/>
            </p:nvSpPr>
            <p:spPr>
              <a:xfrm rot="5400000">
                <a:off x="14033099" y="5629886"/>
                <a:ext cx="253188" cy="316248"/>
              </a:xfrm>
              <a:prstGeom prst="rect">
                <a:avLst/>
              </a:prstGeom>
              <a:solidFill>
                <a:srgbClr val="B9056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33" name="Rectangle 32">
                <a:extLst>
                  <a:ext uri="{FF2B5EF4-FFF2-40B4-BE49-F238E27FC236}">
                    <a16:creationId xmlns:a16="http://schemas.microsoft.com/office/drawing/2014/main" id="{02E186C6-9FAC-89C0-2B2C-784E622F83DA}"/>
                  </a:ext>
                </a:extLst>
              </p:cNvPr>
              <p:cNvSpPr/>
              <p:nvPr userDrawn="1"/>
            </p:nvSpPr>
            <p:spPr>
              <a:xfrm rot="5400000">
                <a:off x="14033099" y="3684518"/>
                <a:ext cx="253188" cy="316248"/>
              </a:xfrm>
              <a:prstGeom prst="rect">
                <a:avLst/>
              </a:prstGeom>
              <a:solidFill>
                <a:srgbClr val="9DC2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34" name="Rectangle 33">
                <a:extLst>
                  <a:ext uri="{FF2B5EF4-FFF2-40B4-BE49-F238E27FC236}">
                    <a16:creationId xmlns:a16="http://schemas.microsoft.com/office/drawing/2014/main" id="{8207801B-FCAE-E332-8F78-33E29591CB08}"/>
                  </a:ext>
                </a:extLst>
              </p:cNvPr>
              <p:cNvSpPr/>
              <p:nvPr userDrawn="1"/>
            </p:nvSpPr>
            <p:spPr>
              <a:xfrm rot="5400000">
                <a:off x="14033099" y="4008746"/>
                <a:ext cx="253188" cy="316248"/>
              </a:xfrm>
              <a:prstGeom prst="rect">
                <a:avLst/>
              </a:prstGeom>
              <a:solidFill>
                <a:srgbClr val="309DA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35" name="Rectangle 34">
                <a:extLst>
                  <a:ext uri="{FF2B5EF4-FFF2-40B4-BE49-F238E27FC236}">
                    <a16:creationId xmlns:a16="http://schemas.microsoft.com/office/drawing/2014/main" id="{820CB441-6A03-6EF0-2658-F6811DADBA72}"/>
                  </a:ext>
                </a:extLst>
              </p:cNvPr>
              <p:cNvSpPr/>
              <p:nvPr userDrawn="1"/>
            </p:nvSpPr>
            <p:spPr>
              <a:xfrm rot="5400000">
                <a:off x="14033099" y="4332974"/>
                <a:ext cx="253188" cy="316248"/>
              </a:xfrm>
              <a:prstGeom prst="rect">
                <a:avLst/>
              </a:prstGeom>
              <a:solidFill>
                <a:srgbClr val="E2C22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36" name="Rectangle 35">
                <a:extLst>
                  <a:ext uri="{FF2B5EF4-FFF2-40B4-BE49-F238E27FC236}">
                    <a16:creationId xmlns:a16="http://schemas.microsoft.com/office/drawing/2014/main" id="{CFA17DDF-6BE8-5C10-EBCE-691AB4BF7C48}"/>
                  </a:ext>
                </a:extLst>
              </p:cNvPr>
              <p:cNvSpPr/>
              <p:nvPr userDrawn="1"/>
            </p:nvSpPr>
            <p:spPr>
              <a:xfrm rot="5400000">
                <a:off x="14033099" y="4657202"/>
                <a:ext cx="253188" cy="316248"/>
              </a:xfrm>
              <a:prstGeom prst="rect">
                <a:avLst/>
              </a:prstGeom>
              <a:solidFill>
                <a:srgbClr val="9158B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grpSp>
        <p:grpSp>
          <p:nvGrpSpPr>
            <p:cNvPr id="12" name="Group 11">
              <a:extLst>
                <a:ext uri="{FF2B5EF4-FFF2-40B4-BE49-F238E27FC236}">
                  <a16:creationId xmlns:a16="http://schemas.microsoft.com/office/drawing/2014/main" id="{0870A9E4-C38F-B871-1043-6F29F79D77E6}"/>
                </a:ext>
              </a:extLst>
            </p:cNvPr>
            <p:cNvGrpSpPr/>
            <p:nvPr userDrawn="1"/>
          </p:nvGrpSpPr>
          <p:grpSpPr>
            <a:xfrm>
              <a:off x="12442019" y="198485"/>
              <a:ext cx="382660" cy="2882942"/>
              <a:chOff x="12742785" y="3716048"/>
              <a:chExt cx="316248" cy="3171236"/>
            </a:xfrm>
          </p:grpSpPr>
          <p:sp>
            <p:nvSpPr>
              <p:cNvPr id="14" name="Rectangle 13">
                <a:extLst>
                  <a:ext uri="{FF2B5EF4-FFF2-40B4-BE49-F238E27FC236}">
                    <a16:creationId xmlns:a16="http://schemas.microsoft.com/office/drawing/2014/main" id="{2B50E069-505D-3220-106D-E30A7C7898E9}"/>
                  </a:ext>
                </a:extLst>
              </p:cNvPr>
              <p:cNvSpPr/>
              <p:nvPr userDrawn="1"/>
            </p:nvSpPr>
            <p:spPr>
              <a:xfrm rot="5400000">
                <a:off x="12774315" y="6602566"/>
                <a:ext cx="253188" cy="316248"/>
              </a:xfrm>
              <a:prstGeom prst="rect">
                <a:avLst/>
              </a:prstGeom>
              <a:solidFill>
                <a:srgbClr val="BFD6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18" name="Rectangle 17">
                <a:extLst>
                  <a:ext uri="{FF2B5EF4-FFF2-40B4-BE49-F238E27FC236}">
                    <a16:creationId xmlns:a16="http://schemas.microsoft.com/office/drawing/2014/main" id="{CB7629F2-F845-096B-A859-6C62F1EF9C1D}"/>
                  </a:ext>
                </a:extLst>
              </p:cNvPr>
              <p:cNvSpPr/>
              <p:nvPr userDrawn="1"/>
            </p:nvSpPr>
            <p:spPr>
              <a:xfrm rot="5400000">
                <a:off x="12774315" y="4981430"/>
                <a:ext cx="253188" cy="316248"/>
              </a:xfrm>
              <a:prstGeom prst="rect">
                <a:avLst/>
              </a:prstGeom>
              <a:solidFill>
                <a:srgbClr val="D25F7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19" name="Rectangle 18">
                <a:extLst>
                  <a:ext uri="{FF2B5EF4-FFF2-40B4-BE49-F238E27FC236}">
                    <a16:creationId xmlns:a16="http://schemas.microsoft.com/office/drawing/2014/main" id="{6C1B3BAE-920E-CF7B-07AB-D6CFE9DB3D24}"/>
                  </a:ext>
                </a:extLst>
              </p:cNvPr>
              <p:cNvSpPr/>
              <p:nvPr userDrawn="1"/>
            </p:nvSpPr>
            <p:spPr>
              <a:xfrm rot="5400000">
                <a:off x="12774315" y="5305658"/>
                <a:ext cx="253188" cy="316248"/>
              </a:xfrm>
              <a:prstGeom prst="rect">
                <a:avLst/>
              </a:prstGeom>
              <a:solidFill>
                <a:srgbClr val="C6480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20" name="Rectangle 19">
                <a:extLst>
                  <a:ext uri="{FF2B5EF4-FFF2-40B4-BE49-F238E27FC236}">
                    <a16:creationId xmlns:a16="http://schemas.microsoft.com/office/drawing/2014/main" id="{5BB2EE34-21CA-6E9A-70E0-D48BAAD53360}"/>
                  </a:ext>
                </a:extLst>
              </p:cNvPr>
              <p:cNvSpPr/>
              <p:nvPr userDrawn="1"/>
            </p:nvSpPr>
            <p:spPr>
              <a:xfrm rot="5400000">
                <a:off x="12774315" y="5629886"/>
                <a:ext cx="253188" cy="316248"/>
              </a:xfrm>
              <a:prstGeom prst="rect">
                <a:avLst/>
              </a:prstGeom>
              <a:solidFill>
                <a:srgbClr val="BA016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21" name="Rectangle 20">
                <a:extLst>
                  <a:ext uri="{FF2B5EF4-FFF2-40B4-BE49-F238E27FC236}">
                    <a16:creationId xmlns:a16="http://schemas.microsoft.com/office/drawing/2014/main" id="{00E7FCA9-1920-9A5C-EC43-7EBB3775B252}"/>
                  </a:ext>
                </a:extLst>
              </p:cNvPr>
              <p:cNvSpPr/>
              <p:nvPr userDrawn="1"/>
            </p:nvSpPr>
            <p:spPr>
              <a:xfrm rot="5400000">
                <a:off x="12774315" y="3684518"/>
                <a:ext cx="253188" cy="316248"/>
              </a:xfrm>
              <a:prstGeom prst="rect">
                <a:avLst/>
              </a:prstGeom>
              <a:solidFill>
                <a:srgbClr val="005E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22" name="Rectangle 21">
                <a:extLst>
                  <a:ext uri="{FF2B5EF4-FFF2-40B4-BE49-F238E27FC236}">
                    <a16:creationId xmlns:a16="http://schemas.microsoft.com/office/drawing/2014/main" id="{4B8084B3-520A-4693-CB68-BF26BB0847F2}"/>
                  </a:ext>
                </a:extLst>
              </p:cNvPr>
              <p:cNvSpPr/>
              <p:nvPr userDrawn="1"/>
            </p:nvSpPr>
            <p:spPr>
              <a:xfrm rot="5400000">
                <a:off x="12774315" y="4008746"/>
                <a:ext cx="253188" cy="316248"/>
              </a:xfrm>
              <a:prstGeom prst="rect">
                <a:avLst/>
              </a:prstGeom>
              <a:solidFill>
                <a:srgbClr val="5EB6B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23" name="Rectangle 22">
                <a:extLst>
                  <a:ext uri="{FF2B5EF4-FFF2-40B4-BE49-F238E27FC236}">
                    <a16:creationId xmlns:a16="http://schemas.microsoft.com/office/drawing/2014/main" id="{BFFC9CE0-FE32-0E48-14D3-D952B135208E}"/>
                  </a:ext>
                </a:extLst>
              </p:cNvPr>
              <p:cNvSpPr/>
              <p:nvPr userDrawn="1"/>
            </p:nvSpPr>
            <p:spPr>
              <a:xfrm rot="5400000">
                <a:off x="12774315" y="4332974"/>
                <a:ext cx="253188" cy="316248"/>
              </a:xfrm>
              <a:prstGeom prst="rect">
                <a:avLst/>
              </a:prstGeom>
              <a:solidFill>
                <a:srgbClr val="C7AB2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24" name="Rectangle 23">
                <a:extLst>
                  <a:ext uri="{FF2B5EF4-FFF2-40B4-BE49-F238E27FC236}">
                    <a16:creationId xmlns:a16="http://schemas.microsoft.com/office/drawing/2014/main" id="{DC766E05-1CFA-897F-A478-92B72DA69B0C}"/>
                  </a:ext>
                </a:extLst>
              </p:cNvPr>
              <p:cNvSpPr/>
              <p:nvPr userDrawn="1"/>
            </p:nvSpPr>
            <p:spPr>
              <a:xfrm rot="5400000">
                <a:off x="12774315" y="4657202"/>
                <a:ext cx="253188" cy="316248"/>
              </a:xfrm>
              <a:prstGeom prst="rect">
                <a:avLst/>
              </a:prstGeom>
              <a:solidFill>
                <a:srgbClr val="5C068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25" name="Rectangle 24">
                <a:extLst>
                  <a:ext uri="{FF2B5EF4-FFF2-40B4-BE49-F238E27FC236}">
                    <a16:creationId xmlns:a16="http://schemas.microsoft.com/office/drawing/2014/main" id="{0A9848C6-D65B-BBD3-9037-8E35F39F4280}"/>
                  </a:ext>
                </a:extLst>
              </p:cNvPr>
              <p:cNvSpPr/>
              <p:nvPr userDrawn="1"/>
            </p:nvSpPr>
            <p:spPr>
              <a:xfrm rot="5400000">
                <a:off x="12774315" y="5954114"/>
                <a:ext cx="253188" cy="316248"/>
              </a:xfrm>
              <a:prstGeom prst="rect">
                <a:avLst/>
              </a:prstGeom>
              <a:solidFill>
                <a:srgbClr val="2A431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26" name="Rectangle 25">
                <a:extLst>
                  <a:ext uri="{FF2B5EF4-FFF2-40B4-BE49-F238E27FC236}">
                    <a16:creationId xmlns:a16="http://schemas.microsoft.com/office/drawing/2014/main" id="{CDBE9933-F28A-6F88-2D9B-57DF01C27FE0}"/>
                  </a:ext>
                </a:extLst>
              </p:cNvPr>
              <p:cNvSpPr/>
              <p:nvPr userDrawn="1"/>
            </p:nvSpPr>
            <p:spPr>
              <a:xfrm rot="5400000">
                <a:off x="12774315" y="6278342"/>
                <a:ext cx="253188" cy="316248"/>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grpSp>
        <p:sp>
          <p:nvSpPr>
            <p:cNvPr id="13" name="TextBox 12">
              <a:extLst>
                <a:ext uri="{FF2B5EF4-FFF2-40B4-BE49-F238E27FC236}">
                  <a16:creationId xmlns:a16="http://schemas.microsoft.com/office/drawing/2014/main" id="{09F542D0-4E71-913A-38F7-22BDFB7E25BC}"/>
                </a:ext>
              </a:extLst>
            </p:cNvPr>
            <p:cNvSpPr txBox="1"/>
            <p:nvPr userDrawn="1"/>
          </p:nvSpPr>
          <p:spPr>
            <a:xfrm rot="16200000">
              <a:off x="12574270" y="5173406"/>
              <a:ext cx="960199" cy="118559"/>
            </a:xfrm>
            <a:prstGeom prst="rect">
              <a:avLst/>
            </a:prstGeom>
            <a:noFill/>
          </p:spPr>
          <p:txBody>
            <a:bodyPr wrap="none" lIns="0" tIns="0" rIns="0" bIns="0" rtlCol="0">
              <a:spAutoFit/>
            </a:bodyPr>
            <a:lstStyle/>
            <a:p>
              <a:pPr algn="l">
                <a:lnSpc>
                  <a:spcPct val="101000"/>
                </a:lnSpc>
                <a:spcAft>
                  <a:spcPts val="600"/>
                </a:spcAft>
              </a:pPr>
              <a:r>
                <a:rPr lang="en-CR" sz="800" b="1">
                  <a:solidFill>
                    <a:srgbClr val="000000"/>
                  </a:solidFill>
                  <a:latin typeface="GT America Regular"/>
                  <a:ea typeface="GT America Regular" charset="0"/>
                  <a:cs typeface="GT America Regular" charset="0"/>
                </a:rPr>
                <a:t>ON MOODY´S BLUE</a:t>
              </a:r>
              <a:endParaRPr kumimoji="0" lang="en-CR" sz="800" b="1" i="0" u="none" strike="noStrike" kern="1200" cap="none" spc="0" normalizeH="0" baseline="0" noProof="0" err="1">
                <a:ln>
                  <a:noFill/>
                </a:ln>
                <a:solidFill>
                  <a:srgbClr val="000000"/>
                </a:solidFill>
                <a:effectLst/>
                <a:uLnTx/>
                <a:uFillTx/>
                <a:latin typeface="GT America Regular"/>
                <a:ea typeface="GT America Regular" charset="0"/>
                <a:cs typeface="GT America Regular" charset="0"/>
              </a:endParaRPr>
            </a:p>
          </p:txBody>
        </p:sp>
      </p:grpSp>
      <p:sp>
        <p:nvSpPr>
          <p:cNvPr id="37" name="TextBox 36">
            <a:extLst>
              <a:ext uri="{FF2B5EF4-FFF2-40B4-BE49-F238E27FC236}">
                <a16:creationId xmlns:a16="http://schemas.microsoft.com/office/drawing/2014/main" id="{84179D5E-A2C1-D138-AC3A-2BD78AB57C41}"/>
              </a:ext>
            </a:extLst>
          </p:cNvPr>
          <p:cNvSpPr txBox="1"/>
          <p:nvPr userDrawn="1"/>
        </p:nvSpPr>
        <p:spPr>
          <a:xfrm>
            <a:off x="12356815" y="3377042"/>
            <a:ext cx="807913" cy="118559"/>
          </a:xfrm>
          <a:prstGeom prst="rect">
            <a:avLst/>
          </a:prstGeom>
          <a:noFill/>
        </p:spPr>
        <p:txBody>
          <a:bodyPr wrap="none" lIns="0" tIns="0" rIns="0" bIns="0" rtlCol="0">
            <a:spAutoFit/>
          </a:bodyPr>
          <a:lstStyle/>
          <a:p>
            <a:pPr algn="l">
              <a:lnSpc>
                <a:spcPct val="101000"/>
              </a:lnSpc>
              <a:spcAft>
                <a:spcPts val="600"/>
              </a:spcAft>
            </a:pPr>
            <a:r>
              <a:rPr kumimoji="0" lang="en-US" sz="800" b="1" i="0" u="none" strike="noStrike" kern="1200" cap="none" spc="0" normalizeH="0" baseline="0" noProof="0" dirty="0">
                <a:ln>
                  <a:noFill/>
                </a:ln>
                <a:solidFill>
                  <a:srgbClr val="000000"/>
                </a:solidFill>
                <a:effectLst/>
                <a:uLnTx/>
                <a:uFillTx/>
                <a:ea typeface="GT America Regular" charset="0"/>
                <a:cs typeface="GT America Regular" charset="0"/>
              </a:rPr>
              <a:t>For charts ONLY</a:t>
            </a:r>
            <a:endParaRPr kumimoji="0" lang="en-CR" sz="800" b="1" i="0" u="none" strike="noStrike" kern="1200" cap="none" spc="0" normalizeH="0" baseline="0" noProof="0">
              <a:ln>
                <a:noFill/>
              </a:ln>
              <a:solidFill>
                <a:srgbClr val="000000"/>
              </a:solidFill>
              <a:effectLst/>
              <a:uLnTx/>
              <a:uFillTx/>
              <a:ea typeface="GT America Regular" charset="0"/>
              <a:cs typeface="GT America Regular" charset="0"/>
            </a:endParaRPr>
          </a:p>
        </p:txBody>
      </p:sp>
    </p:spTree>
    <p:extLst>
      <p:ext uri="{BB962C8B-B14F-4D97-AF65-F5344CB8AC3E}">
        <p14:creationId xmlns:p14="http://schemas.microsoft.com/office/powerpoint/2010/main" val="1794034359"/>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2 Column, Photo - Subhead">
    <p:spTree>
      <p:nvGrpSpPr>
        <p:cNvPr id="1" name=""/>
        <p:cNvGrpSpPr/>
        <p:nvPr/>
      </p:nvGrpSpPr>
      <p:grpSpPr>
        <a:xfrm>
          <a:off x="0" y="0"/>
          <a:ext cx="0" cy="0"/>
          <a:chOff x="0" y="0"/>
          <a:chExt cx="0" cy="0"/>
        </a:xfrm>
      </p:grpSpPr>
      <p:sp>
        <p:nvSpPr>
          <p:cNvPr id="10" name="Picture Placeholder 9">
            <a:extLst>
              <a:ext uri="{FF2B5EF4-FFF2-40B4-BE49-F238E27FC236}">
                <a16:creationId xmlns:a16="http://schemas.microsoft.com/office/drawing/2014/main" id="{BE85ED21-179E-C2B7-89F1-D4AD14EEDA9A}"/>
              </a:ext>
            </a:extLst>
          </p:cNvPr>
          <p:cNvSpPr>
            <a:spLocks noGrp="1"/>
          </p:cNvSpPr>
          <p:nvPr>
            <p:ph type="pic" sz="quarter" idx="13"/>
          </p:nvPr>
        </p:nvSpPr>
        <p:spPr>
          <a:xfrm>
            <a:off x="6194424" y="0"/>
            <a:ext cx="5997575" cy="6858000"/>
          </a:xfrm>
          <a:solidFill>
            <a:schemeClr val="bg1">
              <a:lumMod val="65000"/>
            </a:schemeClr>
          </a:solidFill>
        </p:spPr>
        <p:txBody>
          <a:bodyPr anchor="ctr"/>
          <a:lstStyle>
            <a:lvl1pPr algn="ctr">
              <a:defRPr>
                <a:solidFill>
                  <a:schemeClr val="bg1"/>
                </a:solidFill>
              </a:defRPr>
            </a:lvl1pPr>
          </a:lstStyle>
          <a:p>
            <a:r>
              <a:rPr lang="en-US"/>
              <a:t>Click icon to add picture</a:t>
            </a:r>
          </a:p>
        </p:txBody>
      </p:sp>
      <p:sp>
        <p:nvSpPr>
          <p:cNvPr id="8" name="Footer Placeholder 7">
            <a:extLst>
              <a:ext uri="{FF2B5EF4-FFF2-40B4-BE49-F238E27FC236}">
                <a16:creationId xmlns:a16="http://schemas.microsoft.com/office/drawing/2014/main" id="{0E2ADB5F-BB7A-E503-6385-47B7F4A752C0}"/>
              </a:ext>
            </a:extLst>
          </p:cNvPr>
          <p:cNvSpPr>
            <a:spLocks noGrp="1"/>
          </p:cNvSpPr>
          <p:nvPr>
            <p:ph type="ftr" sz="quarter" idx="11"/>
          </p:nvPr>
        </p:nvSpPr>
        <p:spPr/>
        <p:txBody>
          <a:bodyPr/>
          <a:lstStyle>
            <a:lvl1pPr>
              <a:defRPr>
                <a:solidFill>
                  <a:schemeClr val="bg1"/>
                </a:solidFill>
              </a:defRPr>
            </a:lvl1pPr>
          </a:lstStyle>
          <a:p>
            <a:r>
              <a:rPr lang="en-US"/>
              <a:t>See slide 12 for instructions on how to update footer</a:t>
            </a:r>
            <a:endParaRPr lang="en-US" dirty="0"/>
          </a:p>
        </p:txBody>
      </p:sp>
      <p:sp>
        <p:nvSpPr>
          <p:cNvPr id="9" name="Slide Number Placeholder 8">
            <a:extLst>
              <a:ext uri="{FF2B5EF4-FFF2-40B4-BE49-F238E27FC236}">
                <a16:creationId xmlns:a16="http://schemas.microsoft.com/office/drawing/2014/main" id="{CCA8152B-F410-5052-DF3D-06C6DD4D2381}"/>
              </a:ext>
            </a:extLst>
          </p:cNvPr>
          <p:cNvSpPr>
            <a:spLocks noGrp="1"/>
          </p:cNvSpPr>
          <p:nvPr>
            <p:ph type="sldNum" sz="quarter" idx="12"/>
          </p:nvPr>
        </p:nvSpPr>
        <p:spPr/>
        <p:txBody>
          <a:bodyPr/>
          <a:lstStyle>
            <a:lvl1pPr>
              <a:defRPr>
                <a:solidFill>
                  <a:schemeClr val="bg1"/>
                </a:solidFill>
              </a:defRPr>
            </a:lvl1pPr>
          </a:lstStyle>
          <a:p>
            <a:fld id="{862A5111-985B-C14D-9115-5787026182A8}" type="slidenum">
              <a:rPr lang="en-US" smtClean="0"/>
              <a:pPr/>
              <a:t>‹#›</a:t>
            </a:fld>
            <a:endParaRPr lang="en-US" dirty="0"/>
          </a:p>
        </p:txBody>
      </p:sp>
      <p:sp>
        <p:nvSpPr>
          <p:cNvPr id="6" name="Title 5">
            <a:extLst>
              <a:ext uri="{FF2B5EF4-FFF2-40B4-BE49-F238E27FC236}">
                <a16:creationId xmlns:a16="http://schemas.microsoft.com/office/drawing/2014/main" id="{FA65A5E6-24CF-BD36-5E96-8042A9E0ECC7}"/>
              </a:ext>
            </a:extLst>
          </p:cNvPr>
          <p:cNvSpPr>
            <a:spLocks noGrp="1"/>
          </p:cNvSpPr>
          <p:nvPr>
            <p:ph type="title"/>
          </p:nvPr>
        </p:nvSpPr>
        <p:spPr>
          <a:xfrm>
            <a:off x="546100" y="552450"/>
            <a:ext cx="5444329" cy="434975"/>
          </a:xfrm>
        </p:spPr>
        <p:txBody>
          <a:bodyPr/>
          <a:lstStyle/>
          <a:p>
            <a:r>
              <a:rPr lang="en-US"/>
              <a:t>Click to edit Master title style</a:t>
            </a:r>
            <a:endParaRPr lang="en-US" dirty="0"/>
          </a:p>
        </p:txBody>
      </p:sp>
      <p:sp>
        <p:nvSpPr>
          <p:cNvPr id="4" name="Freeform 5">
            <a:extLst>
              <a:ext uri="{FF2B5EF4-FFF2-40B4-BE49-F238E27FC236}">
                <a16:creationId xmlns:a16="http://schemas.microsoft.com/office/drawing/2014/main" id="{83F80ED4-EB7B-394D-C29E-898DB0D61D00}"/>
              </a:ext>
            </a:extLst>
          </p:cNvPr>
          <p:cNvSpPr/>
          <p:nvPr userDrawn="1"/>
        </p:nvSpPr>
        <p:spPr bwMode="black">
          <a:xfrm>
            <a:off x="554038" y="6469335"/>
            <a:ext cx="678511" cy="112440"/>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chemeClr val="tx2"/>
          </a:solidFill>
          <a:ln w="0" cap="flat">
            <a:noFill/>
            <a:prstDash val="solid"/>
            <a:miter/>
          </a:ln>
        </p:spPr>
        <p:txBody>
          <a:bodyPr rtlCol="0" anchor="ctr"/>
          <a:lstStyle/>
          <a:p>
            <a:endParaRPr lang="en-US"/>
          </a:p>
        </p:txBody>
      </p:sp>
      <p:sp>
        <p:nvSpPr>
          <p:cNvPr id="16" name="Text Placeholder 11">
            <a:extLst>
              <a:ext uri="{FF2B5EF4-FFF2-40B4-BE49-F238E27FC236}">
                <a16:creationId xmlns:a16="http://schemas.microsoft.com/office/drawing/2014/main" id="{163054C7-C247-490C-C290-6EB0D4E9DC74}"/>
              </a:ext>
            </a:extLst>
          </p:cNvPr>
          <p:cNvSpPr>
            <a:spLocks noGrp="1"/>
          </p:cNvSpPr>
          <p:nvPr>
            <p:ph type="body" sz="quarter" idx="23"/>
          </p:nvPr>
        </p:nvSpPr>
        <p:spPr>
          <a:xfrm>
            <a:off x="546100" y="1127125"/>
            <a:ext cx="5445125" cy="292607"/>
          </a:xfrm>
        </p:spPr>
        <p:txBody>
          <a:bodyPr>
            <a:noAutofit/>
          </a:bodyPr>
          <a:lstStyle>
            <a:lvl1pPr marL="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1pPr>
            <a:lvl2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2pPr>
            <a:lvl3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3pPr>
            <a:lvl4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4pPr>
            <a:lvl5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5pPr>
            <a:lvl6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6pPr>
            <a:lvl7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7pPr>
            <a:lvl8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8pPr>
            <a:lvl9pPr marL="0" indent="0" algn="l" defTabSz="914400" rtl="0" eaLnBrk="1" latinLnBrk="0" hangingPunct="1">
              <a:lnSpc>
                <a:spcPct val="80000"/>
              </a:lnSpc>
              <a:spcBef>
                <a:spcPts val="0"/>
              </a:spcBef>
              <a:spcAft>
                <a:spcPts val="0"/>
              </a:spcAft>
              <a:buNone/>
              <a:defRPr lang="en-US" sz="2400" b="0" i="0" kern="1200" dirty="0">
                <a:solidFill>
                  <a:schemeClr val="accent1"/>
                </a:solidFill>
                <a:latin typeface="+mj-lt"/>
                <a:ea typeface="GT America Regular" charset="0"/>
                <a:cs typeface="GT America Regular" charset="0"/>
              </a:defRPr>
            </a:lvl9pPr>
          </a:lstStyle>
          <a:p>
            <a:pPr lvl="0"/>
            <a:r>
              <a:rPr lang="en-US"/>
              <a:t>Click to edit Master text styles</a:t>
            </a:r>
          </a:p>
        </p:txBody>
      </p:sp>
      <p:sp>
        <p:nvSpPr>
          <p:cNvPr id="17" name="Text Placeholder 13">
            <a:extLst>
              <a:ext uri="{FF2B5EF4-FFF2-40B4-BE49-F238E27FC236}">
                <a16:creationId xmlns:a16="http://schemas.microsoft.com/office/drawing/2014/main" id="{A96A9E9C-CF80-8438-5697-6A29008CD5FA}"/>
              </a:ext>
            </a:extLst>
          </p:cNvPr>
          <p:cNvSpPr>
            <a:spLocks noGrp="1"/>
          </p:cNvSpPr>
          <p:nvPr>
            <p:ph type="body" sz="quarter" idx="24"/>
          </p:nvPr>
        </p:nvSpPr>
        <p:spPr>
          <a:xfrm>
            <a:off x="546100" y="6019801"/>
            <a:ext cx="5445125" cy="292100"/>
          </a:xfrm>
        </p:spPr>
        <p:txBody>
          <a:bodyPr anchor="b">
            <a:noAutofit/>
          </a:bodyPr>
          <a:lstStyle>
            <a:lvl1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1pPr>
            <a:lvl2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2pPr>
            <a:lvl3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3pPr>
            <a:lvl4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4pPr>
            <a:lvl5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5pPr>
            <a:lvl6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6pPr>
            <a:lvl7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7pPr>
            <a:lvl8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8pPr>
            <a:lvl9pPr marL="0" indent="0" algn="l" defTabSz="914400" rtl="0" eaLnBrk="1" latinLnBrk="0" hangingPunct="1">
              <a:lnSpc>
                <a:spcPct val="101000"/>
              </a:lnSpc>
              <a:spcBef>
                <a:spcPts val="0"/>
              </a:spcBef>
              <a:spcAft>
                <a:spcPts val="600"/>
              </a:spcAft>
              <a:buNone/>
              <a:defRPr lang="en-US" sz="600" b="0" i="0" kern="1200" dirty="0">
                <a:solidFill>
                  <a:srgbClr val="75787B"/>
                </a:solidFill>
                <a:latin typeface="+mn-lt"/>
                <a:ea typeface="GT America Regular" charset="0"/>
                <a:cs typeface="GT America Regular" charset="0"/>
              </a:defRPr>
            </a:lvl9pPr>
          </a:lstStyle>
          <a:p>
            <a:pPr lvl="0"/>
            <a:r>
              <a:rPr lang="en-US"/>
              <a:t>Click to edit Master text styles</a:t>
            </a:r>
          </a:p>
        </p:txBody>
      </p:sp>
      <p:sp>
        <p:nvSpPr>
          <p:cNvPr id="18" name="Content Placeholder 29">
            <a:extLst>
              <a:ext uri="{FF2B5EF4-FFF2-40B4-BE49-F238E27FC236}">
                <a16:creationId xmlns:a16="http://schemas.microsoft.com/office/drawing/2014/main" id="{75ADEAFE-4009-A3BC-3F86-F58A050AF5C0}"/>
              </a:ext>
            </a:extLst>
          </p:cNvPr>
          <p:cNvSpPr>
            <a:spLocks noGrp="1"/>
          </p:cNvSpPr>
          <p:nvPr>
            <p:ph sz="quarter" idx="27"/>
          </p:nvPr>
        </p:nvSpPr>
        <p:spPr>
          <a:xfrm>
            <a:off x="546892" y="2425700"/>
            <a:ext cx="5444333" cy="34417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9" name="Text Placeholder 33">
            <a:extLst>
              <a:ext uri="{FF2B5EF4-FFF2-40B4-BE49-F238E27FC236}">
                <a16:creationId xmlns:a16="http://schemas.microsoft.com/office/drawing/2014/main" id="{C8FCEF29-492C-8F4E-A702-5AD89C03B6B4}"/>
              </a:ext>
            </a:extLst>
          </p:cNvPr>
          <p:cNvSpPr>
            <a:spLocks noGrp="1"/>
          </p:cNvSpPr>
          <p:nvPr>
            <p:ph type="body" sz="quarter" idx="29"/>
          </p:nvPr>
        </p:nvSpPr>
        <p:spPr>
          <a:xfrm>
            <a:off x="546893" y="1849437"/>
            <a:ext cx="5444332" cy="296861"/>
          </a:xfrm>
        </p:spPr>
        <p:txBody>
          <a:bodyPr>
            <a:noAutofit/>
          </a:bodyPr>
          <a:lstStyle>
            <a:lvl1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1pPr>
            <a:lvl2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2pPr>
            <a:lvl3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3pPr>
            <a:lvl4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4pPr>
            <a:lvl5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5pPr>
            <a:lvl6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6pPr>
            <a:lvl7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7pPr>
            <a:lvl8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8pPr>
            <a:lvl9pPr marL="0" indent="0" algn="l" defTabSz="914400" rtl="0" eaLnBrk="1" latinLnBrk="0" hangingPunct="1">
              <a:lnSpc>
                <a:spcPct val="101000"/>
              </a:lnSpc>
              <a:spcBef>
                <a:spcPts val="0"/>
              </a:spcBef>
              <a:spcAft>
                <a:spcPts val="600"/>
              </a:spcAft>
              <a:buNone/>
              <a:defRPr lang="en-US" sz="2000" b="0" i="0" kern="1200" dirty="0">
                <a:solidFill>
                  <a:schemeClr val="tx2"/>
                </a:solidFill>
                <a:latin typeface="+mj-lt"/>
                <a:ea typeface="GT America Regular" charset="0"/>
                <a:cs typeface="GT America Regular" charset="0"/>
              </a:defRPr>
            </a:lvl9pPr>
          </a:lstStyle>
          <a:p>
            <a:pPr lvl="0"/>
            <a:r>
              <a:rPr lang="en-US"/>
              <a:t>Click to edit Master text styles</a:t>
            </a:r>
          </a:p>
        </p:txBody>
      </p:sp>
      <p:grpSp>
        <p:nvGrpSpPr>
          <p:cNvPr id="2" name="Group 1">
            <a:extLst>
              <a:ext uri="{FF2B5EF4-FFF2-40B4-BE49-F238E27FC236}">
                <a16:creationId xmlns:a16="http://schemas.microsoft.com/office/drawing/2014/main" id="{45A07FDE-C5C4-C8EF-10FD-EC4E0CE084E3}"/>
              </a:ext>
            </a:extLst>
          </p:cNvPr>
          <p:cNvGrpSpPr/>
          <p:nvPr userDrawn="1"/>
        </p:nvGrpSpPr>
        <p:grpSpPr>
          <a:xfrm>
            <a:off x="12356815" y="0"/>
            <a:ext cx="756834" cy="6872642"/>
            <a:chOff x="12356815" y="0"/>
            <a:chExt cx="756834" cy="6872642"/>
          </a:xfrm>
        </p:grpSpPr>
        <p:sp>
          <p:nvSpPr>
            <p:cNvPr id="3" name="Rectangle 2">
              <a:extLst>
                <a:ext uri="{FF2B5EF4-FFF2-40B4-BE49-F238E27FC236}">
                  <a16:creationId xmlns:a16="http://schemas.microsoft.com/office/drawing/2014/main" id="{517F201F-4874-57A3-DA1A-6307DF3B0300}"/>
                </a:ext>
              </a:extLst>
            </p:cNvPr>
            <p:cNvSpPr/>
            <p:nvPr userDrawn="1"/>
          </p:nvSpPr>
          <p:spPr>
            <a:xfrm>
              <a:off x="12356815" y="0"/>
              <a:ext cx="553069" cy="3279913"/>
            </a:xfrm>
            <a:prstGeom prst="rect">
              <a:avLst/>
            </a:prstGeom>
            <a:solidFill>
              <a:schemeClr val="bg1">
                <a:lumMod val="95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a:p>
          </p:txBody>
        </p:sp>
        <p:sp>
          <p:nvSpPr>
            <p:cNvPr id="5" name="TextBox 4">
              <a:extLst>
                <a:ext uri="{FF2B5EF4-FFF2-40B4-BE49-F238E27FC236}">
                  <a16:creationId xmlns:a16="http://schemas.microsoft.com/office/drawing/2014/main" id="{D4A31D95-F26B-3873-D758-4ACE9E7C7B5A}"/>
                </a:ext>
              </a:extLst>
            </p:cNvPr>
            <p:cNvSpPr txBox="1"/>
            <p:nvPr userDrawn="1"/>
          </p:nvSpPr>
          <p:spPr>
            <a:xfrm rot="16200000">
              <a:off x="12332216" y="1580677"/>
              <a:ext cx="1444306" cy="118559"/>
            </a:xfrm>
            <a:prstGeom prst="rect">
              <a:avLst/>
            </a:prstGeom>
            <a:noFill/>
          </p:spPr>
          <p:txBody>
            <a:bodyPr wrap="none" lIns="0" tIns="0" rIns="0" bIns="0" rtlCol="0">
              <a:spAutoFit/>
            </a:bodyPr>
            <a:lstStyle/>
            <a:p>
              <a:pPr algn="l">
                <a:lnSpc>
                  <a:spcPct val="101000"/>
                </a:lnSpc>
                <a:spcAft>
                  <a:spcPts val="600"/>
                </a:spcAft>
              </a:pPr>
              <a:r>
                <a:rPr kumimoji="0" lang="en-CR" sz="800" b="1" i="0" u="none" strike="noStrike" kern="1200" cap="none" spc="0" normalizeH="0" baseline="0" noProof="0">
                  <a:ln>
                    <a:noFill/>
                  </a:ln>
                  <a:solidFill>
                    <a:srgbClr val="000000"/>
                  </a:solidFill>
                  <a:effectLst/>
                  <a:uLnTx/>
                  <a:uFillTx/>
                  <a:ea typeface="GT America Regular" charset="0"/>
                  <a:cs typeface="GT America Regular" charset="0"/>
                </a:rPr>
                <a:t>ON LIGHT AND EXTRA LIGHT</a:t>
              </a:r>
            </a:p>
          </p:txBody>
        </p:sp>
        <p:sp>
          <p:nvSpPr>
            <p:cNvPr id="7" name="Rectangle 6">
              <a:extLst>
                <a:ext uri="{FF2B5EF4-FFF2-40B4-BE49-F238E27FC236}">
                  <a16:creationId xmlns:a16="http://schemas.microsoft.com/office/drawing/2014/main" id="{340F168C-8776-9306-9275-D32FE23AB961}"/>
                </a:ext>
              </a:extLst>
            </p:cNvPr>
            <p:cNvSpPr/>
            <p:nvPr userDrawn="1"/>
          </p:nvSpPr>
          <p:spPr>
            <a:xfrm>
              <a:off x="12356815" y="3592729"/>
              <a:ext cx="553069" cy="3279913"/>
            </a:xfrm>
            <a:prstGeom prst="rect">
              <a:avLst/>
            </a:prstGeom>
            <a:solidFill>
              <a:schemeClr val="tx2"/>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a:p>
          </p:txBody>
        </p:sp>
        <p:grpSp>
          <p:nvGrpSpPr>
            <p:cNvPr id="11" name="Group 10">
              <a:extLst>
                <a:ext uri="{FF2B5EF4-FFF2-40B4-BE49-F238E27FC236}">
                  <a16:creationId xmlns:a16="http://schemas.microsoft.com/office/drawing/2014/main" id="{34C2D411-3255-7E96-4BFC-1981DE42C960}"/>
                </a:ext>
              </a:extLst>
            </p:cNvPr>
            <p:cNvGrpSpPr/>
            <p:nvPr userDrawn="1"/>
          </p:nvGrpSpPr>
          <p:grpSpPr>
            <a:xfrm>
              <a:off x="12442019" y="3791214"/>
              <a:ext cx="382660" cy="2882942"/>
              <a:chOff x="14001569" y="3716048"/>
              <a:chExt cx="316248" cy="3171236"/>
            </a:xfrm>
          </p:grpSpPr>
          <p:sp>
            <p:nvSpPr>
              <p:cNvPr id="28" name="Rectangle 27">
                <a:extLst>
                  <a:ext uri="{FF2B5EF4-FFF2-40B4-BE49-F238E27FC236}">
                    <a16:creationId xmlns:a16="http://schemas.microsoft.com/office/drawing/2014/main" id="{3FDD120E-B200-9024-AF20-E843141A8D66}"/>
                  </a:ext>
                </a:extLst>
              </p:cNvPr>
              <p:cNvSpPr/>
              <p:nvPr userDrawn="1"/>
            </p:nvSpPr>
            <p:spPr>
              <a:xfrm rot="5400000">
                <a:off x="14033099" y="5954114"/>
                <a:ext cx="253188" cy="316248"/>
              </a:xfrm>
              <a:prstGeom prst="rect">
                <a:avLst/>
              </a:prstGeom>
              <a:solidFill>
                <a:srgbClr val="005E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29" name="Rectangle 28">
                <a:extLst>
                  <a:ext uri="{FF2B5EF4-FFF2-40B4-BE49-F238E27FC236}">
                    <a16:creationId xmlns:a16="http://schemas.microsoft.com/office/drawing/2014/main" id="{326E9239-282D-3EE5-B89C-B167F351A93F}"/>
                  </a:ext>
                </a:extLst>
              </p:cNvPr>
              <p:cNvSpPr/>
              <p:nvPr userDrawn="1"/>
            </p:nvSpPr>
            <p:spPr>
              <a:xfrm rot="5400000">
                <a:off x="14033099" y="6278342"/>
                <a:ext cx="253188" cy="316248"/>
              </a:xfrm>
              <a:prstGeom prst="rect">
                <a:avLst/>
              </a:prstGeom>
              <a:solidFill>
                <a:srgbClr val="B8B9D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30" name="Rectangle 29">
                <a:extLst>
                  <a:ext uri="{FF2B5EF4-FFF2-40B4-BE49-F238E27FC236}">
                    <a16:creationId xmlns:a16="http://schemas.microsoft.com/office/drawing/2014/main" id="{A9729702-9260-E1CD-2AA8-869C4225F124}"/>
                  </a:ext>
                </a:extLst>
              </p:cNvPr>
              <p:cNvSpPr/>
              <p:nvPr userDrawn="1"/>
            </p:nvSpPr>
            <p:spPr>
              <a:xfrm rot="5400000">
                <a:off x="14033099" y="6602566"/>
                <a:ext cx="253188" cy="316248"/>
              </a:xfrm>
              <a:prstGeom prst="rect">
                <a:avLst/>
              </a:prstGeom>
              <a:solidFill>
                <a:srgbClr val="FBE6D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31" name="Rectangle 30">
                <a:extLst>
                  <a:ext uri="{FF2B5EF4-FFF2-40B4-BE49-F238E27FC236}">
                    <a16:creationId xmlns:a16="http://schemas.microsoft.com/office/drawing/2014/main" id="{CCD7ACB2-D5D6-0B4E-5520-42A2155FC22D}"/>
                  </a:ext>
                </a:extLst>
              </p:cNvPr>
              <p:cNvSpPr/>
              <p:nvPr userDrawn="1"/>
            </p:nvSpPr>
            <p:spPr>
              <a:xfrm rot="5400000">
                <a:off x="14033099" y="4981430"/>
                <a:ext cx="253188" cy="316248"/>
              </a:xfrm>
              <a:prstGeom prst="rect">
                <a:avLst/>
              </a:prstGeom>
              <a:solidFill>
                <a:srgbClr val="BCE09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32" name="Rectangle 31">
                <a:extLst>
                  <a:ext uri="{FF2B5EF4-FFF2-40B4-BE49-F238E27FC236}">
                    <a16:creationId xmlns:a16="http://schemas.microsoft.com/office/drawing/2014/main" id="{4DFE1790-706B-2333-2698-5A49D7B77B3F}"/>
                  </a:ext>
                </a:extLst>
              </p:cNvPr>
              <p:cNvSpPr/>
              <p:nvPr userDrawn="1"/>
            </p:nvSpPr>
            <p:spPr>
              <a:xfrm rot="5400000">
                <a:off x="14033099" y="5305658"/>
                <a:ext cx="253188" cy="316248"/>
              </a:xfrm>
              <a:prstGeom prst="rect">
                <a:avLst/>
              </a:prstGeom>
              <a:solidFill>
                <a:srgbClr val="E9783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33" name="Rectangle 32">
                <a:extLst>
                  <a:ext uri="{FF2B5EF4-FFF2-40B4-BE49-F238E27FC236}">
                    <a16:creationId xmlns:a16="http://schemas.microsoft.com/office/drawing/2014/main" id="{3627A716-0290-FD5E-0A8C-1A3204903BC1}"/>
                  </a:ext>
                </a:extLst>
              </p:cNvPr>
              <p:cNvSpPr/>
              <p:nvPr userDrawn="1"/>
            </p:nvSpPr>
            <p:spPr>
              <a:xfrm rot="5400000">
                <a:off x="14033099" y="5629886"/>
                <a:ext cx="253188" cy="316248"/>
              </a:xfrm>
              <a:prstGeom prst="rect">
                <a:avLst/>
              </a:prstGeom>
              <a:solidFill>
                <a:srgbClr val="B9056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34" name="Rectangle 33">
                <a:extLst>
                  <a:ext uri="{FF2B5EF4-FFF2-40B4-BE49-F238E27FC236}">
                    <a16:creationId xmlns:a16="http://schemas.microsoft.com/office/drawing/2014/main" id="{1785C142-AB26-3737-0D80-5F346C9C5367}"/>
                  </a:ext>
                </a:extLst>
              </p:cNvPr>
              <p:cNvSpPr/>
              <p:nvPr userDrawn="1"/>
            </p:nvSpPr>
            <p:spPr>
              <a:xfrm rot="5400000">
                <a:off x="14033099" y="3684518"/>
                <a:ext cx="253188" cy="316248"/>
              </a:xfrm>
              <a:prstGeom prst="rect">
                <a:avLst/>
              </a:prstGeom>
              <a:solidFill>
                <a:srgbClr val="9DC2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35" name="Rectangle 34">
                <a:extLst>
                  <a:ext uri="{FF2B5EF4-FFF2-40B4-BE49-F238E27FC236}">
                    <a16:creationId xmlns:a16="http://schemas.microsoft.com/office/drawing/2014/main" id="{550A49CD-7EF8-F766-8BC2-01BDCEEF8BBC}"/>
                  </a:ext>
                </a:extLst>
              </p:cNvPr>
              <p:cNvSpPr/>
              <p:nvPr userDrawn="1"/>
            </p:nvSpPr>
            <p:spPr>
              <a:xfrm rot="5400000">
                <a:off x="14033099" y="4008746"/>
                <a:ext cx="253188" cy="316248"/>
              </a:xfrm>
              <a:prstGeom prst="rect">
                <a:avLst/>
              </a:prstGeom>
              <a:solidFill>
                <a:srgbClr val="309DA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36" name="Rectangle 35">
                <a:extLst>
                  <a:ext uri="{FF2B5EF4-FFF2-40B4-BE49-F238E27FC236}">
                    <a16:creationId xmlns:a16="http://schemas.microsoft.com/office/drawing/2014/main" id="{370DA7BE-738F-0F22-FB20-ABC784198D15}"/>
                  </a:ext>
                </a:extLst>
              </p:cNvPr>
              <p:cNvSpPr/>
              <p:nvPr userDrawn="1"/>
            </p:nvSpPr>
            <p:spPr>
              <a:xfrm rot="5400000">
                <a:off x="14033099" y="4332974"/>
                <a:ext cx="253188" cy="316248"/>
              </a:xfrm>
              <a:prstGeom prst="rect">
                <a:avLst/>
              </a:prstGeom>
              <a:solidFill>
                <a:srgbClr val="E2C22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37" name="Rectangle 36">
                <a:extLst>
                  <a:ext uri="{FF2B5EF4-FFF2-40B4-BE49-F238E27FC236}">
                    <a16:creationId xmlns:a16="http://schemas.microsoft.com/office/drawing/2014/main" id="{9D855911-9F58-ACBD-43A0-0B89FAF3794B}"/>
                  </a:ext>
                </a:extLst>
              </p:cNvPr>
              <p:cNvSpPr/>
              <p:nvPr userDrawn="1"/>
            </p:nvSpPr>
            <p:spPr>
              <a:xfrm rot="5400000">
                <a:off x="14033099" y="4657202"/>
                <a:ext cx="253188" cy="316248"/>
              </a:xfrm>
              <a:prstGeom prst="rect">
                <a:avLst/>
              </a:prstGeom>
              <a:solidFill>
                <a:srgbClr val="9158B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grpSp>
        <p:grpSp>
          <p:nvGrpSpPr>
            <p:cNvPr id="12" name="Group 11">
              <a:extLst>
                <a:ext uri="{FF2B5EF4-FFF2-40B4-BE49-F238E27FC236}">
                  <a16:creationId xmlns:a16="http://schemas.microsoft.com/office/drawing/2014/main" id="{A598D3AC-77DB-3A4E-EF5D-3D09599C8668}"/>
                </a:ext>
              </a:extLst>
            </p:cNvPr>
            <p:cNvGrpSpPr/>
            <p:nvPr userDrawn="1"/>
          </p:nvGrpSpPr>
          <p:grpSpPr>
            <a:xfrm>
              <a:off x="12442019" y="198485"/>
              <a:ext cx="382660" cy="2882942"/>
              <a:chOff x="12742785" y="3716048"/>
              <a:chExt cx="316248" cy="3171236"/>
            </a:xfrm>
          </p:grpSpPr>
          <p:sp>
            <p:nvSpPr>
              <p:cNvPr id="14" name="Rectangle 13">
                <a:extLst>
                  <a:ext uri="{FF2B5EF4-FFF2-40B4-BE49-F238E27FC236}">
                    <a16:creationId xmlns:a16="http://schemas.microsoft.com/office/drawing/2014/main" id="{A6088CE2-2FC7-8F45-5ABA-4523F23F451C}"/>
                  </a:ext>
                </a:extLst>
              </p:cNvPr>
              <p:cNvSpPr/>
              <p:nvPr userDrawn="1"/>
            </p:nvSpPr>
            <p:spPr>
              <a:xfrm rot="5400000">
                <a:off x="12774315" y="6602566"/>
                <a:ext cx="253188" cy="316248"/>
              </a:xfrm>
              <a:prstGeom prst="rect">
                <a:avLst/>
              </a:prstGeom>
              <a:solidFill>
                <a:srgbClr val="BFD6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15" name="Rectangle 14">
                <a:extLst>
                  <a:ext uri="{FF2B5EF4-FFF2-40B4-BE49-F238E27FC236}">
                    <a16:creationId xmlns:a16="http://schemas.microsoft.com/office/drawing/2014/main" id="{2F7B4DD3-F5DD-22F1-C6AA-9D96E506FE70}"/>
                  </a:ext>
                </a:extLst>
              </p:cNvPr>
              <p:cNvSpPr/>
              <p:nvPr userDrawn="1"/>
            </p:nvSpPr>
            <p:spPr>
              <a:xfrm rot="5400000">
                <a:off x="12774315" y="4981430"/>
                <a:ext cx="253188" cy="316248"/>
              </a:xfrm>
              <a:prstGeom prst="rect">
                <a:avLst/>
              </a:prstGeom>
              <a:solidFill>
                <a:srgbClr val="D25F7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20" name="Rectangle 19">
                <a:extLst>
                  <a:ext uri="{FF2B5EF4-FFF2-40B4-BE49-F238E27FC236}">
                    <a16:creationId xmlns:a16="http://schemas.microsoft.com/office/drawing/2014/main" id="{D5391230-AC92-454E-6E4B-0C7F80C529DC}"/>
                  </a:ext>
                </a:extLst>
              </p:cNvPr>
              <p:cNvSpPr/>
              <p:nvPr userDrawn="1"/>
            </p:nvSpPr>
            <p:spPr>
              <a:xfrm rot="5400000">
                <a:off x="12774315" y="5305658"/>
                <a:ext cx="253188" cy="316248"/>
              </a:xfrm>
              <a:prstGeom prst="rect">
                <a:avLst/>
              </a:prstGeom>
              <a:solidFill>
                <a:srgbClr val="C6480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21" name="Rectangle 20">
                <a:extLst>
                  <a:ext uri="{FF2B5EF4-FFF2-40B4-BE49-F238E27FC236}">
                    <a16:creationId xmlns:a16="http://schemas.microsoft.com/office/drawing/2014/main" id="{D604D980-B993-E8FA-BDE3-DF6AB92FB97F}"/>
                  </a:ext>
                </a:extLst>
              </p:cNvPr>
              <p:cNvSpPr/>
              <p:nvPr userDrawn="1"/>
            </p:nvSpPr>
            <p:spPr>
              <a:xfrm rot="5400000">
                <a:off x="12774315" y="5629886"/>
                <a:ext cx="253188" cy="316248"/>
              </a:xfrm>
              <a:prstGeom prst="rect">
                <a:avLst/>
              </a:prstGeom>
              <a:solidFill>
                <a:srgbClr val="BA016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22" name="Rectangle 21">
                <a:extLst>
                  <a:ext uri="{FF2B5EF4-FFF2-40B4-BE49-F238E27FC236}">
                    <a16:creationId xmlns:a16="http://schemas.microsoft.com/office/drawing/2014/main" id="{18AE9499-43B7-3C3F-0275-55FFF666CC96}"/>
                  </a:ext>
                </a:extLst>
              </p:cNvPr>
              <p:cNvSpPr/>
              <p:nvPr userDrawn="1"/>
            </p:nvSpPr>
            <p:spPr>
              <a:xfrm rot="5400000">
                <a:off x="12774315" y="3684518"/>
                <a:ext cx="253188" cy="316248"/>
              </a:xfrm>
              <a:prstGeom prst="rect">
                <a:avLst/>
              </a:prstGeom>
              <a:solidFill>
                <a:srgbClr val="005E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23" name="Rectangle 22">
                <a:extLst>
                  <a:ext uri="{FF2B5EF4-FFF2-40B4-BE49-F238E27FC236}">
                    <a16:creationId xmlns:a16="http://schemas.microsoft.com/office/drawing/2014/main" id="{A0C7ED8D-4B6D-911D-4398-BF2C9C3B67FA}"/>
                  </a:ext>
                </a:extLst>
              </p:cNvPr>
              <p:cNvSpPr/>
              <p:nvPr userDrawn="1"/>
            </p:nvSpPr>
            <p:spPr>
              <a:xfrm rot="5400000">
                <a:off x="12774315" y="4008746"/>
                <a:ext cx="253188" cy="316248"/>
              </a:xfrm>
              <a:prstGeom prst="rect">
                <a:avLst/>
              </a:prstGeom>
              <a:solidFill>
                <a:srgbClr val="5EB6B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24" name="Rectangle 23">
                <a:extLst>
                  <a:ext uri="{FF2B5EF4-FFF2-40B4-BE49-F238E27FC236}">
                    <a16:creationId xmlns:a16="http://schemas.microsoft.com/office/drawing/2014/main" id="{F1FBE29D-6B72-6CF0-47D9-1ECAF45B01CB}"/>
                  </a:ext>
                </a:extLst>
              </p:cNvPr>
              <p:cNvSpPr/>
              <p:nvPr userDrawn="1"/>
            </p:nvSpPr>
            <p:spPr>
              <a:xfrm rot="5400000">
                <a:off x="12774315" y="4332974"/>
                <a:ext cx="253188" cy="316248"/>
              </a:xfrm>
              <a:prstGeom prst="rect">
                <a:avLst/>
              </a:prstGeom>
              <a:solidFill>
                <a:srgbClr val="C7AB2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25" name="Rectangle 24">
                <a:extLst>
                  <a:ext uri="{FF2B5EF4-FFF2-40B4-BE49-F238E27FC236}">
                    <a16:creationId xmlns:a16="http://schemas.microsoft.com/office/drawing/2014/main" id="{FD0210C5-7DE8-1AA8-131B-867C62B0805D}"/>
                  </a:ext>
                </a:extLst>
              </p:cNvPr>
              <p:cNvSpPr/>
              <p:nvPr userDrawn="1"/>
            </p:nvSpPr>
            <p:spPr>
              <a:xfrm rot="5400000">
                <a:off x="12774315" y="4657202"/>
                <a:ext cx="253188" cy="316248"/>
              </a:xfrm>
              <a:prstGeom prst="rect">
                <a:avLst/>
              </a:prstGeom>
              <a:solidFill>
                <a:srgbClr val="5C068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26" name="Rectangle 25">
                <a:extLst>
                  <a:ext uri="{FF2B5EF4-FFF2-40B4-BE49-F238E27FC236}">
                    <a16:creationId xmlns:a16="http://schemas.microsoft.com/office/drawing/2014/main" id="{59499FEC-7248-9A77-897B-E01CEDC8DF61}"/>
                  </a:ext>
                </a:extLst>
              </p:cNvPr>
              <p:cNvSpPr/>
              <p:nvPr userDrawn="1"/>
            </p:nvSpPr>
            <p:spPr>
              <a:xfrm rot="5400000">
                <a:off x="12774315" y="5954114"/>
                <a:ext cx="253188" cy="316248"/>
              </a:xfrm>
              <a:prstGeom prst="rect">
                <a:avLst/>
              </a:prstGeom>
              <a:solidFill>
                <a:srgbClr val="2A431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27" name="Rectangle 26">
                <a:extLst>
                  <a:ext uri="{FF2B5EF4-FFF2-40B4-BE49-F238E27FC236}">
                    <a16:creationId xmlns:a16="http://schemas.microsoft.com/office/drawing/2014/main" id="{D28D5AF1-DBEC-E632-42C6-564D9F3EC115}"/>
                  </a:ext>
                </a:extLst>
              </p:cNvPr>
              <p:cNvSpPr/>
              <p:nvPr userDrawn="1"/>
            </p:nvSpPr>
            <p:spPr>
              <a:xfrm rot="5400000">
                <a:off x="12774315" y="6278342"/>
                <a:ext cx="253188" cy="316248"/>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grpSp>
        <p:sp>
          <p:nvSpPr>
            <p:cNvPr id="13" name="TextBox 12">
              <a:extLst>
                <a:ext uri="{FF2B5EF4-FFF2-40B4-BE49-F238E27FC236}">
                  <a16:creationId xmlns:a16="http://schemas.microsoft.com/office/drawing/2014/main" id="{D0B1C5A3-99E9-CBB7-38A1-282CF8B688D7}"/>
                </a:ext>
              </a:extLst>
            </p:cNvPr>
            <p:cNvSpPr txBox="1"/>
            <p:nvPr userDrawn="1"/>
          </p:nvSpPr>
          <p:spPr>
            <a:xfrm rot="16200000">
              <a:off x="12574270" y="5173406"/>
              <a:ext cx="960199" cy="118559"/>
            </a:xfrm>
            <a:prstGeom prst="rect">
              <a:avLst/>
            </a:prstGeom>
            <a:noFill/>
          </p:spPr>
          <p:txBody>
            <a:bodyPr wrap="none" lIns="0" tIns="0" rIns="0" bIns="0" rtlCol="0">
              <a:spAutoFit/>
            </a:bodyPr>
            <a:lstStyle/>
            <a:p>
              <a:pPr algn="l">
                <a:lnSpc>
                  <a:spcPct val="101000"/>
                </a:lnSpc>
                <a:spcAft>
                  <a:spcPts val="600"/>
                </a:spcAft>
              </a:pPr>
              <a:r>
                <a:rPr lang="en-CR" sz="800" b="1">
                  <a:solidFill>
                    <a:srgbClr val="000000"/>
                  </a:solidFill>
                  <a:latin typeface="GT America Regular"/>
                  <a:ea typeface="GT America Regular" charset="0"/>
                  <a:cs typeface="GT America Regular" charset="0"/>
                </a:rPr>
                <a:t>ON MOODY´S BLUE</a:t>
              </a:r>
              <a:endParaRPr kumimoji="0" lang="en-CR" sz="800" b="1" i="0" u="none" strike="noStrike" kern="1200" cap="none" spc="0" normalizeH="0" baseline="0" noProof="0" err="1">
                <a:ln>
                  <a:noFill/>
                </a:ln>
                <a:solidFill>
                  <a:srgbClr val="000000"/>
                </a:solidFill>
                <a:effectLst/>
                <a:uLnTx/>
                <a:uFillTx/>
                <a:latin typeface="GT America Regular"/>
                <a:ea typeface="GT America Regular" charset="0"/>
                <a:cs typeface="GT America Regular" charset="0"/>
              </a:endParaRPr>
            </a:p>
          </p:txBody>
        </p:sp>
      </p:grpSp>
      <p:sp>
        <p:nvSpPr>
          <p:cNvPr id="38" name="TextBox 37">
            <a:extLst>
              <a:ext uri="{FF2B5EF4-FFF2-40B4-BE49-F238E27FC236}">
                <a16:creationId xmlns:a16="http://schemas.microsoft.com/office/drawing/2014/main" id="{5CEA9C6A-72F1-E719-D69B-9A4049C2EB56}"/>
              </a:ext>
            </a:extLst>
          </p:cNvPr>
          <p:cNvSpPr txBox="1"/>
          <p:nvPr userDrawn="1"/>
        </p:nvSpPr>
        <p:spPr>
          <a:xfrm>
            <a:off x="12356815" y="3377042"/>
            <a:ext cx="807913" cy="118559"/>
          </a:xfrm>
          <a:prstGeom prst="rect">
            <a:avLst/>
          </a:prstGeom>
          <a:noFill/>
        </p:spPr>
        <p:txBody>
          <a:bodyPr wrap="none" lIns="0" tIns="0" rIns="0" bIns="0" rtlCol="0">
            <a:spAutoFit/>
          </a:bodyPr>
          <a:lstStyle/>
          <a:p>
            <a:pPr algn="l">
              <a:lnSpc>
                <a:spcPct val="101000"/>
              </a:lnSpc>
              <a:spcAft>
                <a:spcPts val="600"/>
              </a:spcAft>
            </a:pPr>
            <a:r>
              <a:rPr kumimoji="0" lang="en-US" sz="800" b="1" i="0" u="none" strike="noStrike" kern="1200" cap="none" spc="0" normalizeH="0" baseline="0" noProof="0" dirty="0">
                <a:ln>
                  <a:noFill/>
                </a:ln>
                <a:solidFill>
                  <a:srgbClr val="000000"/>
                </a:solidFill>
                <a:effectLst/>
                <a:uLnTx/>
                <a:uFillTx/>
                <a:ea typeface="GT America Regular" charset="0"/>
                <a:cs typeface="GT America Regular" charset="0"/>
              </a:rPr>
              <a:t>For charts ONLY</a:t>
            </a:r>
            <a:endParaRPr kumimoji="0" lang="en-CR" sz="800" b="1" i="0" u="none" strike="noStrike" kern="1200" cap="none" spc="0" normalizeH="0" baseline="0" noProof="0">
              <a:ln>
                <a:noFill/>
              </a:ln>
              <a:solidFill>
                <a:srgbClr val="000000"/>
              </a:solidFill>
              <a:effectLst/>
              <a:uLnTx/>
              <a:uFillTx/>
              <a:ea typeface="GT America Regular" charset="0"/>
              <a:cs typeface="GT America Regular" charset="0"/>
            </a:endParaRPr>
          </a:p>
        </p:txBody>
      </p:sp>
    </p:spTree>
    <p:extLst>
      <p:ext uri="{BB962C8B-B14F-4D97-AF65-F5344CB8AC3E}">
        <p14:creationId xmlns:p14="http://schemas.microsoft.com/office/powerpoint/2010/main" val="4274626039"/>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Dynamic Slices 1 / Light">
    <p:spTree>
      <p:nvGrpSpPr>
        <p:cNvPr id="1" name=""/>
        <p:cNvGrpSpPr/>
        <p:nvPr/>
      </p:nvGrpSpPr>
      <p:grpSpPr>
        <a:xfrm>
          <a:off x="0" y="0"/>
          <a:ext cx="0" cy="0"/>
          <a:chOff x="0" y="0"/>
          <a:chExt cx="0" cy="0"/>
        </a:xfrm>
      </p:grpSpPr>
      <p:sp>
        <p:nvSpPr>
          <p:cNvPr id="10" name="Picture Placeholder 9">
            <a:extLst>
              <a:ext uri="{FF2B5EF4-FFF2-40B4-BE49-F238E27FC236}">
                <a16:creationId xmlns:a16="http://schemas.microsoft.com/office/drawing/2014/main" id="{BE85ED21-179E-C2B7-89F1-D4AD14EEDA9A}"/>
              </a:ext>
            </a:extLst>
          </p:cNvPr>
          <p:cNvSpPr>
            <a:spLocks noGrp="1"/>
          </p:cNvSpPr>
          <p:nvPr>
            <p:ph type="pic" sz="quarter" idx="13" hasCustomPrompt="1"/>
          </p:nvPr>
        </p:nvSpPr>
        <p:spPr>
          <a:xfrm>
            <a:off x="8142973" y="0"/>
            <a:ext cx="2029968" cy="6167438"/>
          </a:xfrm>
          <a:solidFill>
            <a:schemeClr val="bg1">
              <a:lumMod val="65000"/>
            </a:schemeClr>
          </a:solidFill>
        </p:spPr>
        <p:txBody>
          <a:bodyPr anchor="ctr"/>
          <a:lstStyle>
            <a:lvl1pPr algn="ctr">
              <a:defRPr b="0">
                <a:solidFill>
                  <a:schemeClr val="bg1"/>
                </a:solidFill>
                <a:latin typeface="+mn-lt"/>
              </a:defRPr>
            </a:lvl1pPr>
          </a:lstStyle>
          <a:p>
            <a:r>
              <a:rPr lang="en-US" dirty="0"/>
              <a:t>Dynamic slice crop 1</a:t>
            </a:r>
          </a:p>
        </p:txBody>
      </p:sp>
      <p:sp>
        <p:nvSpPr>
          <p:cNvPr id="8" name="Footer Placeholder 7">
            <a:extLst>
              <a:ext uri="{FF2B5EF4-FFF2-40B4-BE49-F238E27FC236}">
                <a16:creationId xmlns:a16="http://schemas.microsoft.com/office/drawing/2014/main" id="{0E2ADB5F-BB7A-E503-6385-47B7F4A752C0}"/>
              </a:ext>
            </a:extLst>
          </p:cNvPr>
          <p:cNvSpPr>
            <a:spLocks noGrp="1"/>
          </p:cNvSpPr>
          <p:nvPr>
            <p:ph type="ftr" sz="quarter" idx="11"/>
          </p:nvPr>
        </p:nvSpPr>
        <p:spPr/>
        <p:txBody>
          <a:bodyPr/>
          <a:lstStyle>
            <a:lvl1pPr>
              <a:defRPr>
                <a:solidFill>
                  <a:schemeClr val="tx1"/>
                </a:solidFill>
              </a:defRPr>
            </a:lvl1pPr>
          </a:lstStyle>
          <a:p>
            <a:r>
              <a:rPr lang="en-US"/>
              <a:t>See slide 12 for instructions on how to update footer</a:t>
            </a:r>
            <a:endParaRPr lang="en-US" dirty="0"/>
          </a:p>
        </p:txBody>
      </p:sp>
      <p:sp>
        <p:nvSpPr>
          <p:cNvPr id="9" name="Slide Number Placeholder 8">
            <a:extLst>
              <a:ext uri="{FF2B5EF4-FFF2-40B4-BE49-F238E27FC236}">
                <a16:creationId xmlns:a16="http://schemas.microsoft.com/office/drawing/2014/main" id="{CCA8152B-F410-5052-DF3D-06C6DD4D2381}"/>
              </a:ext>
            </a:extLst>
          </p:cNvPr>
          <p:cNvSpPr>
            <a:spLocks noGrp="1"/>
          </p:cNvSpPr>
          <p:nvPr>
            <p:ph type="sldNum" sz="quarter" idx="12"/>
          </p:nvPr>
        </p:nvSpPr>
        <p:spPr/>
        <p:txBody>
          <a:bodyPr/>
          <a:lstStyle>
            <a:lvl1pPr>
              <a:defRPr>
                <a:solidFill>
                  <a:schemeClr val="tx1"/>
                </a:solidFill>
              </a:defRPr>
            </a:lvl1pPr>
          </a:lstStyle>
          <a:p>
            <a:fld id="{862A5111-985B-C14D-9115-5787026182A8}" type="slidenum">
              <a:rPr lang="en-US" smtClean="0"/>
              <a:pPr/>
              <a:t>‹#›</a:t>
            </a:fld>
            <a:endParaRPr lang="en-US" dirty="0"/>
          </a:p>
        </p:txBody>
      </p:sp>
      <p:sp>
        <p:nvSpPr>
          <p:cNvPr id="6" name="Picture Placeholder 9">
            <a:extLst>
              <a:ext uri="{FF2B5EF4-FFF2-40B4-BE49-F238E27FC236}">
                <a16:creationId xmlns:a16="http://schemas.microsoft.com/office/drawing/2014/main" id="{76B8FFAA-4288-7A55-0BCC-B4A10908B32D}"/>
              </a:ext>
            </a:extLst>
          </p:cNvPr>
          <p:cNvSpPr>
            <a:spLocks noGrp="1"/>
          </p:cNvSpPr>
          <p:nvPr>
            <p:ph type="pic" sz="quarter" idx="14" hasCustomPrompt="1"/>
          </p:nvPr>
        </p:nvSpPr>
        <p:spPr>
          <a:xfrm>
            <a:off x="10162032" y="0"/>
            <a:ext cx="2029968" cy="3984625"/>
          </a:xfrm>
          <a:solidFill>
            <a:schemeClr val="bg1">
              <a:lumMod val="65000"/>
            </a:schemeClr>
          </a:solidFill>
        </p:spPr>
        <p:txBody>
          <a:bodyPr anchor="ctr"/>
          <a:lstStyle>
            <a:lvl1pPr algn="ctr">
              <a:defRPr b="0">
                <a:solidFill>
                  <a:schemeClr val="bg1"/>
                </a:solidFill>
                <a:latin typeface="+mn-lt"/>
              </a:defRPr>
            </a:lvl1pPr>
          </a:lstStyle>
          <a:p>
            <a:pPr marL="0" marR="0" lvl="0" indent="0" algn="ctr" defTabSz="914400" rtl="0" eaLnBrk="1" fontAlgn="auto" latinLnBrk="0" hangingPunct="1">
              <a:lnSpc>
                <a:spcPct val="101000"/>
              </a:lnSpc>
              <a:spcBef>
                <a:spcPts val="0"/>
              </a:spcBef>
              <a:spcAft>
                <a:spcPts val="600"/>
              </a:spcAft>
              <a:buClrTx/>
              <a:buSzTx/>
              <a:buFont typeface="GT America Regular"/>
              <a:buNone/>
              <a:tabLst/>
              <a:defRPr/>
            </a:pPr>
            <a:r>
              <a:rPr lang="en-US" dirty="0"/>
              <a:t>Dynamic slice crop 2</a:t>
            </a:r>
          </a:p>
        </p:txBody>
      </p:sp>
      <p:sp>
        <p:nvSpPr>
          <p:cNvPr id="5" name="Title 4">
            <a:extLst>
              <a:ext uri="{FF2B5EF4-FFF2-40B4-BE49-F238E27FC236}">
                <a16:creationId xmlns:a16="http://schemas.microsoft.com/office/drawing/2014/main" id="{B8ED52C6-CAF9-7CFB-3BBD-C28F1DD35377}"/>
              </a:ext>
            </a:extLst>
          </p:cNvPr>
          <p:cNvSpPr>
            <a:spLocks noGrp="1"/>
          </p:cNvSpPr>
          <p:nvPr>
            <p:ph type="title"/>
          </p:nvPr>
        </p:nvSpPr>
        <p:spPr>
          <a:xfrm>
            <a:off x="546541" y="552450"/>
            <a:ext cx="6851210" cy="434975"/>
          </a:xfrm>
        </p:spPr>
        <p:txBody>
          <a:bodyPr/>
          <a:lstStyle/>
          <a:p>
            <a:r>
              <a:rPr lang="en-US"/>
              <a:t>Click to edit Master title style</a:t>
            </a:r>
            <a:endParaRPr lang="en-US" dirty="0"/>
          </a:p>
        </p:txBody>
      </p:sp>
      <p:sp>
        <p:nvSpPr>
          <p:cNvPr id="2" name="Freeform 5">
            <a:extLst>
              <a:ext uri="{FF2B5EF4-FFF2-40B4-BE49-F238E27FC236}">
                <a16:creationId xmlns:a16="http://schemas.microsoft.com/office/drawing/2014/main" id="{C80AD849-5BBF-D879-E4D7-75E59F954929}"/>
              </a:ext>
            </a:extLst>
          </p:cNvPr>
          <p:cNvSpPr/>
          <p:nvPr userDrawn="1"/>
        </p:nvSpPr>
        <p:spPr bwMode="black">
          <a:xfrm>
            <a:off x="554038" y="6469335"/>
            <a:ext cx="678511" cy="112440"/>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chemeClr val="tx2"/>
          </a:solidFill>
          <a:ln w="0" cap="flat">
            <a:noFill/>
            <a:prstDash val="solid"/>
            <a:miter/>
          </a:ln>
        </p:spPr>
        <p:txBody>
          <a:bodyPr rtlCol="0" anchor="ctr"/>
          <a:lstStyle/>
          <a:p>
            <a:endParaRPr lang="en-US"/>
          </a:p>
        </p:txBody>
      </p:sp>
      <p:sp>
        <p:nvSpPr>
          <p:cNvPr id="16" name="Text Placeholder 11">
            <a:extLst>
              <a:ext uri="{FF2B5EF4-FFF2-40B4-BE49-F238E27FC236}">
                <a16:creationId xmlns:a16="http://schemas.microsoft.com/office/drawing/2014/main" id="{C6506391-3DB1-9F32-7688-9823C2B43230}"/>
              </a:ext>
            </a:extLst>
          </p:cNvPr>
          <p:cNvSpPr>
            <a:spLocks noGrp="1"/>
          </p:cNvSpPr>
          <p:nvPr>
            <p:ph type="body" sz="quarter" idx="18"/>
          </p:nvPr>
        </p:nvSpPr>
        <p:spPr>
          <a:xfrm>
            <a:off x="546540" y="1127126"/>
            <a:ext cx="6851210" cy="295274"/>
          </a:xfrm>
        </p:spPr>
        <p:txBody>
          <a:bodyPr>
            <a:noAutofit/>
          </a:bodyPr>
          <a:lstStyle>
            <a:lvl1pPr marL="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1pPr>
            <a:lvl2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2pPr>
            <a:lvl3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3pPr>
            <a:lvl4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4pPr>
            <a:lvl5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5pPr>
            <a:lvl6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6pPr>
            <a:lvl7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7pPr>
            <a:lvl8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8pPr>
            <a:lvl9pPr marL="0" indent="0" algn="l" defTabSz="914400" rtl="0" eaLnBrk="1" latinLnBrk="0" hangingPunct="1">
              <a:lnSpc>
                <a:spcPct val="80000"/>
              </a:lnSpc>
              <a:spcBef>
                <a:spcPts val="0"/>
              </a:spcBef>
              <a:spcAft>
                <a:spcPts val="0"/>
              </a:spcAft>
              <a:buNone/>
              <a:defRPr lang="en-US" sz="2400" b="0" i="0" kern="1200" dirty="0">
                <a:solidFill>
                  <a:schemeClr val="accent1"/>
                </a:solidFill>
                <a:latin typeface="+mj-lt"/>
                <a:ea typeface="GT America Regular" charset="0"/>
                <a:cs typeface="GT America Regular" charset="0"/>
              </a:defRPr>
            </a:lvl9pPr>
          </a:lstStyle>
          <a:p>
            <a:pPr lvl="0"/>
            <a:r>
              <a:rPr lang="en-US"/>
              <a:t>Click to edit Master text styles</a:t>
            </a:r>
          </a:p>
        </p:txBody>
      </p:sp>
      <p:sp>
        <p:nvSpPr>
          <p:cNvPr id="17" name="Text Placeholder 15">
            <a:extLst>
              <a:ext uri="{FF2B5EF4-FFF2-40B4-BE49-F238E27FC236}">
                <a16:creationId xmlns:a16="http://schemas.microsoft.com/office/drawing/2014/main" id="{4C8DB3B3-004C-E921-0B4A-5EE8B997DF71}"/>
              </a:ext>
            </a:extLst>
          </p:cNvPr>
          <p:cNvSpPr>
            <a:spLocks noGrp="1"/>
          </p:cNvSpPr>
          <p:nvPr>
            <p:ph type="body" sz="quarter" idx="19" hasCustomPrompt="1"/>
          </p:nvPr>
        </p:nvSpPr>
        <p:spPr>
          <a:xfrm>
            <a:off x="546541" y="6019800"/>
            <a:ext cx="6851210" cy="292100"/>
          </a:xfrm>
        </p:spPr>
        <p:txBody>
          <a:bodyPr anchor="b">
            <a:noAutofit/>
          </a:bodyPr>
          <a:lstStyle>
            <a:lvl1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1pPr>
            <a:lvl2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2pPr>
            <a:lvl3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3pPr>
            <a:lvl4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4pPr>
            <a:lvl5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5pPr>
            <a:lvl6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6pPr>
            <a:lvl7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7pPr>
            <a:lvl8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8pPr>
            <a:lvl9pPr marL="0" indent="0" algn="l" defTabSz="914400" rtl="0" eaLnBrk="1" latinLnBrk="0" hangingPunct="1">
              <a:lnSpc>
                <a:spcPct val="101000"/>
              </a:lnSpc>
              <a:spcBef>
                <a:spcPts val="0"/>
              </a:spcBef>
              <a:spcAft>
                <a:spcPts val="600"/>
              </a:spcAft>
              <a:buNone/>
              <a:defRPr lang="en-US" sz="600" b="0" i="0" kern="1200" dirty="0">
                <a:solidFill>
                  <a:srgbClr val="75787B"/>
                </a:solidFill>
                <a:latin typeface="+mn-lt"/>
                <a:ea typeface="GT America Regular" charset="0"/>
                <a:cs typeface="GT America Regular" charset="0"/>
              </a:defRPr>
            </a:lvl9pPr>
          </a:lstStyle>
          <a:p>
            <a:pPr lvl="0"/>
            <a:r>
              <a:rPr lang="en-US" dirty="0"/>
              <a:t>Click to add footnotes or disclaimer information</a:t>
            </a:r>
          </a:p>
        </p:txBody>
      </p:sp>
      <p:sp>
        <p:nvSpPr>
          <p:cNvPr id="18" name="Content Placeholder 25">
            <a:extLst>
              <a:ext uri="{FF2B5EF4-FFF2-40B4-BE49-F238E27FC236}">
                <a16:creationId xmlns:a16="http://schemas.microsoft.com/office/drawing/2014/main" id="{02974D94-9BEF-B148-C21F-FB42A3CC7E5D}"/>
              </a:ext>
            </a:extLst>
          </p:cNvPr>
          <p:cNvSpPr>
            <a:spLocks noGrp="1"/>
          </p:cNvSpPr>
          <p:nvPr>
            <p:ph sz="quarter" idx="23"/>
          </p:nvPr>
        </p:nvSpPr>
        <p:spPr>
          <a:xfrm>
            <a:off x="546540" y="1849438"/>
            <a:ext cx="6851209" cy="401796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grpSp>
        <p:nvGrpSpPr>
          <p:cNvPr id="3" name="Group 2">
            <a:extLst>
              <a:ext uri="{FF2B5EF4-FFF2-40B4-BE49-F238E27FC236}">
                <a16:creationId xmlns:a16="http://schemas.microsoft.com/office/drawing/2014/main" id="{28A6C5F1-2C3B-2D94-7A70-12E969F7EEA8}"/>
              </a:ext>
            </a:extLst>
          </p:cNvPr>
          <p:cNvGrpSpPr/>
          <p:nvPr userDrawn="1"/>
        </p:nvGrpSpPr>
        <p:grpSpPr>
          <a:xfrm>
            <a:off x="12356815" y="0"/>
            <a:ext cx="756834" cy="6872642"/>
            <a:chOff x="12356815" y="0"/>
            <a:chExt cx="756834" cy="6872642"/>
          </a:xfrm>
        </p:grpSpPr>
        <p:sp>
          <p:nvSpPr>
            <p:cNvPr id="4" name="Rectangle 3">
              <a:extLst>
                <a:ext uri="{FF2B5EF4-FFF2-40B4-BE49-F238E27FC236}">
                  <a16:creationId xmlns:a16="http://schemas.microsoft.com/office/drawing/2014/main" id="{6E09B064-7759-2981-FA43-82BF122D6E3B}"/>
                </a:ext>
              </a:extLst>
            </p:cNvPr>
            <p:cNvSpPr/>
            <p:nvPr userDrawn="1"/>
          </p:nvSpPr>
          <p:spPr>
            <a:xfrm>
              <a:off x="12356815" y="0"/>
              <a:ext cx="553069" cy="3279913"/>
            </a:xfrm>
            <a:prstGeom prst="rect">
              <a:avLst/>
            </a:prstGeom>
            <a:solidFill>
              <a:schemeClr val="bg1">
                <a:lumMod val="95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a:p>
          </p:txBody>
        </p:sp>
        <p:sp>
          <p:nvSpPr>
            <p:cNvPr id="7" name="TextBox 6">
              <a:extLst>
                <a:ext uri="{FF2B5EF4-FFF2-40B4-BE49-F238E27FC236}">
                  <a16:creationId xmlns:a16="http://schemas.microsoft.com/office/drawing/2014/main" id="{0AE874C0-E1E0-2ED7-84EA-9F8D8F0114F0}"/>
                </a:ext>
              </a:extLst>
            </p:cNvPr>
            <p:cNvSpPr txBox="1"/>
            <p:nvPr userDrawn="1"/>
          </p:nvSpPr>
          <p:spPr>
            <a:xfrm rot="16200000">
              <a:off x="12332216" y="1580677"/>
              <a:ext cx="1444306" cy="118559"/>
            </a:xfrm>
            <a:prstGeom prst="rect">
              <a:avLst/>
            </a:prstGeom>
            <a:noFill/>
          </p:spPr>
          <p:txBody>
            <a:bodyPr wrap="none" lIns="0" tIns="0" rIns="0" bIns="0" rtlCol="0">
              <a:spAutoFit/>
            </a:bodyPr>
            <a:lstStyle/>
            <a:p>
              <a:pPr algn="l">
                <a:lnSpc>
                  <a:spcPct val="101000"/>
                </a:lnSpc>
                <a:spcAft>
                  <a:spcPts val="600"/>
                </a:spcAft>
              </a:pPr>
              <a:r>
                <a:rPr kumimoji="0" lang="en-CR" sz="800" b="1" i="0" u="none" strike="noStrike" kern="1200" cap="none" spc="0" normalizeH="0" baseline="0" noProof="0">
                  <a:ln>
                    <a:noFill/>
                  </a:ln>
                  <a:solidFill>
                    <a:srgbClr val="000000"/>
                  </a:solidFill>
                  <a:effectLst/>
                  <a:uLnTx/>
                  <a:uFillTx/>
                  <a:ea typeface="GT America Regular" charset="0"/>
                  <a:cs typeface="GT America Regular" charset="0"/>
                </a:rPr>
                <a:t>ON LIGHT AND EXTRA LIGHT</a:t>
              </a:r>
            </a:p>
          </p:txBody>
        </p:sp>
        <p:sp>
          <p:nvSpPr>
            <p:cNvPr id="11" name="Rectangle 10">
              <a:extLst>
                <a:ext uri="{FF2B5EF4-FFF2-40B4-BE49-F238E27FC236}">
                  <a16:creationId xmlns:a16="http://schemas.microsoft.com/office/drawing/2014/main" id="{AA0C7B37-50EC-50ED-3CCD-CA4D13B16580}"/>
                </a:ext>
              </a:extLst>
            </p:cNvPr>
            <p:cNvSpPr/>
            <p:nvPr userDrawn="1"/>
          </p:nvSpPr>
          <p:spPr>
            <a:xfrm>
              <a:off x="12356815" y="3592729"/>
              <a:ext cx="553069" cy="3279913"/>
            </a:xfrm>
            <a:prstGeom prst="rect">
              <a:avLst/>
            </a:prstGeom>
            <a:solidFill>
              <a:schemeClr val="tx2"/>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a:p>
          </p:txBody>
        </p:sp>
        <p:grpSp>
          <p:nvGrpSpPr>
            <p:cNvPr id="12" name="Group 11">
              <a:extLst>
                <a:ext uri="{FF2B5EF4-FFF2-40B4-BE49-F238E27FC236}">
                  <a16:creationId xmlns:a16="http://schemas.microsoft.com/office/drawing/2014/main" id="{3877F3B4-BA79-17DF-BA22-386160EFED63}"/>
                </a:ext>
              </a:extLst>
            </p:cNvPr>
            <p:cNvGrpSpPr/>
            <p:nvPr userDrawn="1"/>
          </p:nvGrpSpPr>
          <p:grpSpPr>
            <a:xfrm>
              <a:off x="12442019" y="3791214"/>
              <a:ext cx="382660" cy="2882942"/>
              <a:chOff x="14001569" y="3716048"/>
              <a:chExt cx="316248" cy="3171236"/>
            </a:xfrm>
          </p:grpSpPr>
          <p:sp>
            <p:nvSpPr>
              <p:cNvPr id="28" name="Rectangle 27">
                <a:extLst>
                  <a:ext uri="{FF2B5EF4-FFF2-40B4-BE49-F238E27FC236}">
                    <a16:creationId xmlns:a16="http://schemas.microsoft.com/office/drawing/2014/main" id="{3B0F506F-D105-C228-AD4D-11A9B7498997}"/>
                  </a:ext>
                </a:extLst>
              </p:cNvPr>
              <p:cNvSpPr/>
              <p:nvPr userDrawn="1"/>
            </p:nvSpPr>
            <p:spPr>
              <a:xfrm rot="5400000">
                <a:off x="14033099" y="5954114"/>
                <a:ext cx="253188" cy="316248"/>
              </a:xfrm>
              <a:prstGeom prst="rect">
                <a:avLst/>
              </a:prstGeom>
              <a:solidFill>
                <a:srgbClr val="005E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29" name="Rectangle 28">
                <a:extLst>
                  <a:ext uri="{FF2B5EF4-FFF2-40B4-BE49-F238E27FC236}">
                    <a16:creationId xmlns:a16="http://schemas.microsoft.com/office/drawing/2014/main" id="{09845719-5512-4D1E-4FB9-4E36DB8FAF6E}"/>
                  </a:ext>
                </a:extLst>
              </p:cNvPr>
              <p:cNvSpPr/>
              <p:nvPr userDrawn="1"/>
            </p:nvSpPr>
            <p:spPr>
              <a:xfrm rot="5400000">
                <a:off x="14033099" y="6278342"/>
                <a:ext cx="253188" cy="316248"/>
              </a:xfrm>
              <a:prstGeom prst="rect">
                <a:avLst/>
              </a:prstGeom>
              <a:solidFill>
                <a:srgbClr val="B8B9D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30" name="Rectangle 29">
                <a:extLst>
                  <a:ext uri="{FF2B5EF4-FFF2-40B4-BE49-F238E27FC236}">
                    <a16:creationId xmlns:a16="http://schemas.microsoft.com/office/drawing/2014/main" id="{E674C4CC-6B71-8891-EA54-6CC1ECD07021}"/>
                  </a:ext>
                </a:extLst>
              </p:cNvPr>
              <p:cNvSpPr/>
              <p:nvPr userDrawn="1"/>
            </p:nvSpPr>
            <p:spPr>
              <a:xfrm rot="5400000">
                <a:off x="14033099" y="6602566"/>
                <a:ext cx="253188" cy="316248"/>
              </a:xfrm>
              <a:prstGeom prst="rect">
                <a:avLst/>
              </a:prstGeom>
              <a:solidFill>
                <a:srgbClr val="FBE6D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31" name="Rectangle 30">
                <a:extLst>
                  <a:ext uri="{FF2B5EF4-FFF2-40B4-BE49-F238E27FC236}">
                    <a16:creationId xmlns:a16="http://schemas.microsoft.com/office/drawing/2014/main" id="{78239093-E9E7-FFC6-9DB6-AFA61112EC81}"/>
                  </a:ext>
                </a:extLst>
              </p:cNvPr>
              <p:cNvSpPr/>
              <p:nvPr userDrawn="1"/>
            </p:nvSpPr>
            <p:spPr>
              <a:xfrm rot="5400000">
                <a:off x="14033099" y="4981430"/>
                <a:ext cx="253188" cy="316248"/>
              </a:xfrm>
              <a:prstGeom prst="rect">
                <a:avLst/>
              </a:prstGeom>
              <a:solidFill>
                <a:srgbClr val="BCE09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32" name="Rectangle 31">
                <a:extLst>
                  <a:ext uri="{FF2B5EF4-FFF2-40B4-BE49-F238E27FC236}">
                    <a16:creationId xmlns:a16="http://schemas.microsoft.com/office/drawing/2014/main" id="{0BB7B011-54F3-5887-DB64-6DB8BEC30367}"/>
                  </a:ext>
                </a:extLst>
              </p:cNvPr>
              <p:cNvSpPr/>
              <p:nvPr userDrawn="1"/>
            </p:nvSpPr>
            <p:spPr>
              <a:xfrm rot="5400000">
                <a:off x="14033099" y="5305658"/>
                <a:ext cx="253188" cy="316248"/>
              </a:xfrm>
              <a:prstGeom prst="rect">
                <a:avLst/>
              </a:prstGeom>
              <a:solidFill>
                <a:srgbClr val="E9783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33" name="Rectangle 32">
                <a:extLst>
                  <a:ext uri="{FF2B5EF4-FFF2-40B4-BE49-F238E27FC236}">
                    <a16:creationId xmlns:a16="http://schemas.microsoft.com/office/drawing/2014/main" id="{3A3CA925-4B0B-914C-57C6-CE7321F4C678}"/>
                  </a:ext>
                </a:extLst>
              </p:cNvPr>
              <p:cNvSpPr/>
              <p:nvPr userDrawn="1"/>
            </p:nvSpPr>
            <p:spPr>
              <a:xfrm rot="5400000">
                <a:off x="14033099" y="5629886"/>
                <a:ext cx="253188" cy="316248"/>
              </a:xfrm>
              <a:prstGeom prst="rect">
                <a:avLst/>
              </a:prstGeom>
              <a:solidFill>
                <a:srgbClr val="B9056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34" name="Rectangle 33">
                <a:extLst>
                  <a:ext uri="{FF2B5EF4-FFF2-40B4-BE49-F238E27FC236}">
                    <a16:creationId xmlns:a16="http://schemas.microsoft.com/office/drawing/2014/main" id="{EB48BF75-E7A7-4230-39CA-CFA50FC70149}"/>
                  </a:ext>
                </a:extLst>
              </p:cNvPr>
              <p:cNvSpPr/>
              <p:nvPr userDrawn="1"/>
            </p:nvSpPr>
            <p:spPr>
              <a:xfrm rot="5400000">
                <a:off x="14033099" y="3684518"/>
                <a:ext cx="253188" cy="316248"/>
              </a:xfrm>
              <a:prstGeom prst="rect">
                <a:avLst/>
              </a:prstGeom>
              <a:solidFill>
                <a:srgbClr val="9DC2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35" name="Rectangle 34">
                <a:extLst>
                  <a:ext uri="{FF2B5EF4-FFF2-40B4-BE49-F238E27FC236}">
                    <a16:creationId xmlns:a16="http://schemas.microsoft.com/office/drawing/2014/main" id="{59D8BB4D-3F42-B0A8-0F9E-8C2C631FADDA}"/>
                  </a:ext>
                </a:extLst>
              </p:cNvPr>
              <p:cNvSpPr/>
              <p:nvPr userDrawn="1"/>
            </p:nvSpPr>
            <p:spPr>
              <a:xfrm rot="5400000">
                <a:off x="14033099" y="4008746"/>
                <a:ext cx="253188" cy="316248"/>
              </a:xfrm>
              <a:prstGeom prst="rect">
                <a:avLst/>
              </a:prstGeom>
              <a:solidFill>
                <a:srgbClr val="309DA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36" name="Rectangle 35">
                <a:extLst>
                  <a:ext uri="{FF2B5EF4-FFF2-40B4-BE49-F238E27FC236}">
                    <a16:creationId xmlns:a16="http://schemas.microsoft.com/office/drawing/2014/main" id="{F81ADDBF-2EC8-C65A-697A-60819A0C5B57}"/>
                  </a:ext>
                </a:extLst>
              </p:cNvPr>
              <p:cNvSpPr/>
              <p:nvPr userDrawn="1"/>
            </p:nvSpPr>
            <p:spPr>
              <a:xfrm rot="5400000">
                <a:off x="14033099" y="4332974"/>
                <a:ext cx="253188" cy="316248"/>
              </a:xfrm>
              <a:prstGeom prst="rect">
                <a:avLst/>
              </a:prstGeom>
              <a:solidFill>
                <a:srgbClr val="E2C22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37" name="Rectangle 36">
                <a:extLst>
                  <a:ext uri="{FF2B5EF4-FFF2-40B4-BE49-F238E27FC236}">
                    <a16:creationId xmlns:a16="http://schemas.microsoft.com/office/drawing/2014/main" id="{B860CEF9-5497-E5D6-2FBC-2AB55A0FD868}"/>
                  </a:ext>
                </a:extLst>
              </p:cNvPr>
              <p:cNvSpPr/>
              <p:nvPr userDrawn="1"/>
            </p:nvSpPr>
            <p:spPr>
              <a:xfrm rot="5400000">
                <a:off x="14033099" y="4657202"/>
                <a:ext cx="253188" cy="316248"/>
              </a:xfrm>
              <a:prstGeom prst="rect">
                <a:avLst/>
              </a:prstGeom>
              <a:solidFill>
                <a:srgbClr val="9158B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grpSp>
        <p:grpSp>
          <p:nvGrpSpPr>
            <p:cNvPr id="13" name="Group 12">
              <a:extLst>
                <a:ext uri="{FF2B5EF4-FFF2-40B4-BE49-F238E27FC236}">
                  <a16:creationId xmlns:a16="http://schemas.microsoft.com/office/drawing/2014/main" id="{C8ECBB1D-0183-574E-21A5-6D78F7C04A70}"/>
                </a:ext>
              </a:extLst>
            </p:cNvPr>
            <p:cNvGrpSpPr/>
            <p:nvPr userDrawn="1"/>
          </p:nvGrpSpPr>
          <p:grpSpPr>
            <a:xfrm>
              <a:off x="12442019" y="198485"/>
              <a:ext cx="382660" cy="2882942"/>
              <a:chOff x="12742785" y="3716048"/>
              <a:chExt cx="316248" cy="3171236"/>
            </a:xfrm>
          </p:grpSpPr>
          <p:sp>
            <p:nvSpPr>
              <p:cNvPr id="15" name="Rectangle 14">
                <a:extLst>
                  <a:ext uri="{FF2B5EF4-FFF2-40B4-BE49-F238E27FC236}">
                    <a16:creationId xmlns:a16="http://schemas.microsoft.com/office/drawing/2014/main" id="{4191515E-C521-D5DD-ABB3-0E4A3DF0DB64}"/>
                  </a:ext>
                </a:extLst>
              </p:cNvPr>
              <p:cNvSpPr/>
              <p:nvPr userDrawn="1"/>
            </p:nvSpPr>
            <p:spPr>
              <a:xfrm rot="5400000">
                <a:off x="12774315" y="6602566"/>
                <a:ext cx="253188" cy="316248"/>
              </a:xfrm>
              <a:prstGeom prst="rect">
                <a:avLst/>
              </a:prstGeom>
              <a:solidFill>
                <a:srgbClr val="BFD6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19" name="Rectangle 18">
                <a:extLst>
                  <a:ext uri="{FF2B5EF4-FFF2-40B4-BE49-F238E27FC236}">
                    <a16:creationId xmlns:a16="http://schemas.microsoft.com/office/drawing/2014/main" id="{DA051ACF-D6B4-2618-A502-E693AB113180}"/>
                  </a:ext>
                </a:extLst>
              </p:cNvPr>
              <p:cNvSpPr/>
              <p:nvPr userDrawn="1"/>
            </p:nvSpPr>
            <p:spPr>
              <a:xfrm rot="5400000">
                <a:off x="12774315" y="4981430"/>
                <a:ext cx="253188" cy="316248"/>
              </a:xfrm>
              <a:prstGeom prst="rect">
                <a:avLst/>
              </a:prstGeom>
              <a:solidFill>
                <a:srgbClr val="D25F7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20" name="Rectangle 19">
                <a:extLst>
                  <a:ext uri="{FF2B5EF4-FFF2-40B4-BE49-F238E27FC236}">
                    <a16:creationId xmlns:a16="http://schemas.microsoft.com/office/drawing/2014/main" id="{0F666EF6-8017-5A74-DB70-1D92918B89E8}"/>
                  </a:ext>
                </a:extLst>
              </p:cNvPr>
              <p:cNvSpPr/>
              <p:nvPr userDrawn="1"/>
            </p:nvSpPr>
            <p:spPr>
              <a:xfrm rot="5400000">
                <a:off x="12774315" y="5305658"/>
                <a:ext cx="253188" cy="316248"/>
              </a:xfrm>
              <a:prstGeom prst="rect">
                <a:avLst/>
              </a:prstGeom>
              <a:solidFill>
                <a:srgbClr val="C6480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21" name="Rectangle 20">
                <a:extLst>
                  <a:ext uri="{FF2B5EF4-FFF2-40B4-BE49-F238E27FC236}">
                    <a16:creationId xmlns:a16="http://schemas.microsoft.com/office/drawing/2014/main" id="{4EC0F7A8-F67F-D813-20FA-D544F38CE862}"/>
                  </a:ext>
                </a:extLst>
              </p:cNvPr>
              <p:cNvSpPr/>
              <p:nvPr userDrawn="1"/>
            </p:nvSpPr>
            <p:spPr>
              <a:xfrm rot="5400000">
                <a:off x="12774315" y="5629886"/>
                <a:ext cx="253188" cy="316248"/>
              </a:xfrm>
              <a:prstGeom prst="rect">
                <a:avLst/>
              </a:prstGeom>
              <a:solidFill>
                <a:srgbClr val="BA016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22" name="Rectangle 21">
                <a:extLst>
                  <a:ext uri="{FF2B5EF4-FFF2-40B4-BE49-F238E27FC236}">
                    <a16:creationId xmlns:a16="http://schemas.microsoft.com/office/drawing/2014/main" id="{7A01A5F6-5BEC-8DFF-B581-198BF7A5F874}"/>
                  </a:ext>
                </a:extLst>
              </p:cNvPr>
              <p:cNvSpPr/>
              <p:nvPr userDrawn="1"/>
            </p:nvSpPr>
            <p:spPr>
              <a:xfrm rot="5400000">
                <a:off x="12774315" y="3684518"/>
                <a:ext cx="253188" cy="316248"/>
              </a:xfrm>
              <a:prstGeom prst="rect">
                <a:avLst/>
              </a:prstGeom>
              <a:solidFill>
                <a:srgbClr val="005E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23" name="Rectangle 22">
                <a:extLst>
                  <a:ext uri="{FF2B5EF4-FFF2-40B4-BE49-F238E27FC236}">
                    <a16:creationId xmlns:a16="http://schemas.microsoft.com/office/drawing/2014/main" id="{A80B3EB0-491D-E2CE-A0E5-72A508E9362A}"/>
                  </a:ext>
                </a:extLst>
              </p:cNvPr>
              <p:cNvSpPr/>
              <p:nvPr userDrawn="1"/>
            </p:nvSpPr>
            <p:spPr>
              <a:xfrm rot="5400000">
                <a:off x="12774315" y="4008746"/>
                <a:ext cx="253188" cy="316248"/>
              </a:xfrm>
              <a:prstGeom prst="rect">
                <a:avLst/>
              </a:prstGeom>
              <a:solidFill>
                <a:srgbClr val="5EB6B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24" name="Rectangle 23">
                <a:extLst>
                  <a:ext uri="{FF2B5EF4-FFF2-40B4-BE49-F238E27FC236}">
                    <a16:creationId xmlns:a16="http://schemas.microsoft.com/office/drawing/2014/main" id="{787B8C00-6AFC-56DE-E4DF-5DB34D371FE5}"/>
                  </a:ext>
                </a:extLst>
              </p:cNvPr>
              <p:cNvSpPr/>
              <p:nvPr userDrawn="1"/>
            </p:nvSpPr>
            <p:spPr>
              <a:xfrm rot="5400000">
                <a:off x="12774315" y="4332974"/>
                <a:ext cx="253188" cy="316248"/>
              </a:xfrm>
              <a:prstGeom prst="rect">
                <a:avLst/>
              </a:prstGeom>
              <a:solidFill>
                <a:srgbClr val="C7AB2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25" name="Rectangle 24">
                <a:extLst>
                  <a:ext uri="{FF2B5EF4-FFF2-40B4-BE49-F238E27FC236}">
                    <a16:creationId xmlns:a16="http://schemas.microsoft.com/office/drawing/2014/main" id="{AFE90641-B141-0235-77AE-C7E8905519FE}"/>
                  </a:ext>
                </a:extLst>
              </p:cNvPr>
              <p:cNvSpPr/>
              <p:nvPr userDrawn="1"/>
            </p:nvSpPr>
            <p:spPr>
              <a:xfrm rot="5400000">
                <a:off x="12774315" y="4657202"/>
                <a:ext cx="253188" cy="316248"/>
              </a:xfrm>
              <a:prstGeom prst="rect">
                <a:avLst/>
              </a:prstGeom>
              <a:solidFill>
                <a:srgbClr val="5C068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26" name="Rectangle 25">
                <a:extLst>
                  <a:ext uri="{FF2B5EF4-FFF2-40B4-BE49-F238E27FC236}">
                    <a16:creationId xmlns:a16="http://schemas.microsoft.com/office/drawing/2014/main" id="{4505A72F-B2F9-EBD6-0F79-95417D590505}"/>
                  </a:ext>
                </a:extLst>
              </p:cNvPr>
              <p:cNvSpPr/>
              <p:nvPr userDrawn="1"/>
            </p:nvSpPr>
            <p:spPr>
              <a:xfrm rot="5400000">
                <a:off x="12774315" y="5954114"/>
                <a:ext cx="253188" cy="316248"/>
              </a:xfrm>
              <a:prstGeom prst="rect">
                <a:avLst/>
              </a:prstGeom>
              <a:solidFill>
                <a:srgbClr val="2A431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27" name="Rectangle 26">
                <a:extLst>
                  <a:ext uri="{FF2B5EF4-FFF2-40B4-BE49-F238E27FC236}">
                    <a16:creationId xmlns:a16="http://schemas.microsoft.com/office/drawing/2014/main" id="{DC5EFAD0-BC1D-F5C1-BB69-91AAE32B82F0}"/>
                  </a:ext>
                </a:extLst>
              </p:cNvPr>
              <p:cNvSpPr/>
              <p:nvPr userDrawn="1"/>
            </p:nvSpPr>
            <p:spPr>
              <a:xfrm rot="5400000">
                <a:off x="12774315" y="6278342"/>
                <a:ext cx="253188" cy="316248"/>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grpSp>
        <p:sp>
          <p:nvSpPr>
            <p:cNvPr id="14" name="TextBox 13">
              <a:extLst>
                <a:ext uri="{FF2B5EF4-FFF2-40B4-BE49-F238E27FC236}">
                  <a16:creationId xmlns:a16="http://schemas.microsoft.com/office/drawing/2014/main" id="{F33217D4-BFDC-9897-D448-765E00B1A35D}"/>
                </a:ext>
              </a:extLst>
            </p:cNvPr>
            <p:cNvSpPr txBox="1"/>
            <p:nvPr userDrawn="1"/>
          </p:nvSpPr>
          <p:spPr>
            <a:xfrm rot="16200000">
              <a:off x="12574270" y="5173406"/>
              <a:ext cx="960199" cy="118559"/>
            </a:xfrm>
            <a:prstGeom prst="rect">
              <a:avLst/>
            </a:prstGeom>
            <a:noFill/>
          </p:spPr>
          <p:txBody>
            <a:bodyPr wrap="none" lIns="0" tIns="0" rIns="0" bIns="0" rtlCol="0">
              <a:spAutoFit/>
            </a:bodyPr>
            <a:lstStyle/>
            <a:p>
              <a:pPr algn="l">
                <a:lnSpc>
                  <a:spcPct val="101000"/>
                </a:lnSpc>
                <a:spcAft>
                  <a:spcPts val="600"/>
                </a:spcAft>
              </a:pPr>
              <a:r>
                <a:rPr lang="en-CR" sz="800" b="1">
                  <a:solidFill>
                    <a:srgbClr val="000000"/>
                  </a:solidFill>
                  <a:latin typeface="GT America Regular"/>
                  <a:ea typeface="GT America Regular" charset="0"/>
                  <a:cs typeface="GT America Regular" charset="0"/>
                </a:rPr>
                <a:t>ON MOODY´S BLUE</a:t>
              </a:r>
              <a:endParaRPr kumimoji="0" lang="en-CR" sz="800" b="1" i="0" u="none" strike="noStrike" kern="1200" cap="none" spc="0" normalizeH="0" baseline="0" noProof="0" err="1">
                <a:ln>
                  <a:noFill/>
                </a:ln>
                <a:solidFill>
                  <a:srgbClr val="000000"/>
                </a:solidFill>
                <a:effectLst/>
                <a:uLnTx/>
                <a:uFillTx/>
                <a:latin typeface="GT America Regular"/>
                <a:ea typeface="GT America Regular" charset="0"/>
                <a:cs typeface="GT America Regular" charset="0"/>
              </a:endParaRPr>
            </a:p>
          </p:txBody>
        </p:sp>
      </p:grpSp>
      <p:sp>
        <p:nvSpPr>
          <p:cNvPr id="38" name="TextBox 37">
            <a:extLst>
              <a:ext uri="{FF2B5EF4-FFF2-40B4-BE49-F238E27FC236}">
                <a16:creationId xmlns:a16="http://schemas.microsoft.com/office/drawing/2014/main" id="{F1DE03BF-C8A3-06CF-4D0B-0845C3B0687D}"/>
              </a:ext>
            </a:extLst>
          </p:cNvPr>
          <p:cNvSpPr txBox="1"/>
          <p:nvPr userDrawn="1"/>
        </p:nvSpPr>
        <p:spPr>
          <a:xfrm>
            <a:off x="12356815" y="3377042"/>
            <a:ext cx="807913" cy="118559"/>
          </a:xfrm>
          <a:prstGeom prst="rect">
            <a:avLst/>
          </a:prstGeom>
          <a:noFill/>
        </p:spPr>
        <p:txBody>
          <a:bodyPr wrap="none" lIns="0" tIns="0" rIns="0" bIns="0" rtlCol="0">
            <a:spAutoFit/>
          </a:bodyPr>
          <a:lstStyle/>
          <a:p>
            <a:pPr algn="l">
              <a:lnSpc>
                <a:spcPct val="101000"/>
              </a:lnSpc>
              <a:spcAft>
                <a:spcPts val="600"/>
              </a:spcAft>
            </a:pPr>
            <a:r>
              <a:rPr kumimoji="0" lang="en-US" sz="800" b="1" i="0" u="none" strike="noStrike" kern="1200" cap="none" spc="0" normalizeH="0" baseline="0" noProof="0" dirty="0">
                <a:ln>
                  <a:noFill/>
                </a:ln>
                <a:solidFill>
                  <a:srgbClr val="000000"/>
                </a:solidFill>
                <a:effectLst/>
                <a:uLnTx/>
                <a:uFillTx/>
                <a:ea typeface="GT America Regular" charset="0"/>
                <a:cs typeface="GT America Regular" charset="0"/>
              </a:rPr>
              <a:t>For charts ONLY</a:t>
            </a:r>
            <a:endParaRPr kumimoji="0" lang="en-CR" sz="800" b="1" i="0" u="none" strike="noStrike" kern="1200" cap="none" spc="0" normalizeH="0" baseline="0" noProof="0">
              <a:ln>
                <a:noFill/>
              </a:ln>
              <a:solidFill>
                <a:srgbClr val="000000"/>
              </a:solidFill>
              <a:effectLst/>
              <a:uLnTx/>
              <a:uFillTx/>
              <a:ea typeface="GT America Regular" charset="0"/>
              <a:cs typeface="GT America Regular" charset="0"/>
            </a:endParaRPr>
          </a:p>
        </p:txBody>
      </p:sp>
    </p:spTree>
    <p:extLst>
      <p:ext uri="{BB962C8B-B14F-4D97-AF65-F5344CB8AC3E}">
        <p14:creationId xmlns:p14="http://schemas.microsoft.com/office/powerpoint/2010/main" val="1327020079"/>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Dynamic Slices 1 / Light - Subhead">
    <p:spTree>
      <p:nvGrpSpPr>
        <p:cNvPr id="1" name=""/>
        <p:cNvGrpSpPr/>
        <p:nvPr/>
      </p:nvGrpSpPr>
      <p:grpSpPr>
        <a:xfrm>
          <a:off x="0" y="0"/>
          <a:ext cx="0" cy="0"/>
          <a:chOff x="0" y="0"/>
          <a:chExt cx="0" cy="0"/>
        </a:xfrm>
      </p:grpSpPr>
      <p:sp>
        <p:nvSpPr>
          <p:cNvPr id="10" name="Picture Placeholder 9">
            <a:extLst>
              <a:ext uri="{FF2B5EF4-FFF2-40B4-BE49-F238E27FC236}">
                <a16:creationId xmlns:a16="http://schemas.microsoft.com/office/drawing/2014/main" id="{BE85ED21-179E-C2B7-89F1-D4AD14EEDA9A}"/>
              </a:ext>
            </a:extLst>
          </p:cNvPr>
          <p:cNvSpPr>
            <a:spLocks noGrp="1"/>
          </p:cNvSpPr>
          <p:nvPr>
            <p:ph type="pic" sz="quarter" idx="13" hasCustomPrompt="1"/>
          </p:nvPr>
        </p:nvSpPr>
        <p:spPr>
          <a:xfrm>
            <a:off x="8142973" y="0"/>
            <a:ext cx="2029968" cy="6167438"/>
          </a:xfrm>
          <a:solidFill>
            <a:schemeClr val="bg1">
              <a:lumMod val="65000"/>
            </a:schemeClr>
          </a:solidFill>
        </p:spPr>
        <p:txBody>
          <a:bodyPr anchor="ctr"/>
          <a:lstStyle>
            <a:lvl1pPr algn="ctr">
              <a:defRPr b="0">
                <a:solidFill>
                  <a:schemeClr val="bg1"/>
                </a:solidFill>
                <a:latin typeface="+mn-lt"/>
              </a:defRPr>
            </a:lvl1pPr>
          </a:lstStyle>
          <a:p>
            <a:r>
              <a:rPr lang="en-US" dirty="0"/>
              <a:t>Dynamic slice crop 1</a:t>
            </a:r>
          </a:p>
        </p:txBody>
      </p:sp>
      <p:sp>
        <p:nvSpPr>
          <p:cNvPr id="8" name="Footer Placeholder 7">
            <a:extLst>
              <a:ext uri="{FF2B5EF4-FFF2-40B4-BE49-F238E27FC236}">
                <a16:creationId xmlns:a16="http://schemas.microsoft.com/office/drawing/2014/main" id="{0E2ADB5F-BB7A-E503-6385-47B7F4A752C0}"/>
              </a:ext>
            </a:extLst>
          </p:cNvPr>
          <p:cNvSpPr>
            <a:spLocks noGrp="1"/>
          </p:cNvSpPr>
          <p:nvPr>
            <p:ph type="ftr" sz="quarter" idx="11"/>
          </p:nvPr>
        </p:nvSpPr>
        <p:spPr/>
        <p:txBody>
          <a:bodyPr/>
          <a:lstStyle>
            <a:lvl1pPr>
              <a:defRPr>
                <a:solidFill>
                  <a:schemeClr val="tx1"/>
                </a:solidFill>
              </a:defRPr>
            </a:lvl1pPr>
          </a:lstStyle>
          <a:p>
            <a:r>
              <a:rPr lang="en-US"/>
              <a:t>See slide 12 for instructions on how to update footer</a:t>
            </a:r>
            <a:endParaRPr lang="en-US" dirty="0"/>
          </a:p>
        </p:txBody>
      </p:sp>
      <p:sp>
        <p:nvSpPr>
          <p:cNvPr id="9" name="Slide Number Placeholder 8">
            <a:extLst>
              <a:ext uri="{FF2B5EF4-FFF2-40B4-BE49-F238E27FC236}">
                <a16:creationId xmlns:a16="http://schemas.microsoft.com/office/drawing/2014/main" id="{CCA8152B-F410-5052-DF3D-06C6DD4D2381}"/>
              </a:ext>
            </a:extLst>
          </p:cNvPr>
          <p:cNvSpPr>
            <a:spLocks noGrp="1"/>
          </p:cNvSpPr>
          <p:nvPr>
            <p:ph type="sldNum" sz="quarter" idx="12"/>
          </p:nvPr>
        </p:nvSpPr>
        <p:spPr/>
        <p:txBody>
          <a:bodyPr/>
          <a:lstStyle>
            <a:lvl1pPr>
              <a:defRPr>
                <a:solidFill>
                  <a:schemeClr val="tx1"/>
                </a:solidFill>
              </a:defRPr>
            </a:lvl1pPr>
          </a:lstStyle>
          <a:p>
            <a:fld id="{862A5111-985B-C14D-9115-5787026182A8}" type="slidenum">
              <a:rPr lang="en-US" smtClean="0"/>
              <a:pPr/>
              <a:t>‹#›</a:t>
            </a:fld>
            <a:endParaRPr lang="en-US" dirty="0"/>
          </a:p>
        </p:txBody>
      </p:sp>
      <p:sp>
        <p:nvSpPr>
          <p:cNvPr id="6" name="Picture Placeholder 9">
            <a:extLst>
              <a:ext uri="{FF2B5EF4-FFF2-40B4-BE49-F238E27FC236}">
                <a16:creationId xmlns:a16="http://schemas.microsoft.com/office/drawing/2014/main" id="{76B8FFAA-4288-7A55-0BCC-B4A10908B32D}"/>
              </a:ext>
            </a:extLst>
          </p:cNvPr>
          <p:cNvSpPr>
            <a:spLocks noGrp="1"/>
          </p:cNvSpPr>
          <p:nvPr>
            <p:ph type="pic" sz="quarter" idx="14" hasCustomPrompt="1"/>
          </p:nvPr>
        </p:nvSpPr>
        <p:spPr>
          <a:xfrm>
            <a:off x="10162032" y="0"/>
            <a:ext cx="2029968" cy="3984625"/>
          </a:xfrm>
          <a:solidFill>
            <a:schemeClr val="bg1">
              <a:lumMod val="65000"/>
            </a:schemeClr>
          </a:solidFill>
        </p:spPr>
        <p:txBody>
          <a:bodyPr anchor="ctr"/>
          <a:lstStyle>
            <a:lvl1pPr algn="ctr">
              <a:defRPr b="0">
                <a:solidFill>
                  <a:schemeClr val="bg1"/>
                </a:solidFill>
                <a:latin typeface="+mn-lt"/>
              </a:defRPr>
            </a:lvl1pPr>
          </a:lstStyle>
          <a:p>
            <a:pPr marL="0" marR="0" lvl="0" indent="0" algn="ctr" defTabSz="914400" rtl="0" eaLnBrk="1" fontAlgn="auto" latinLnBrk="0" hangingPunct="1">
              <a:lnSpc>
                <a:spcPct val="101000"/>
              </a:lnSpc>
              <a:spcBef>
                <a:spcPts val="0"/>
              </a:spcBef>
              <a:spcAft>
                <a:spcPts val="600"/>
              </a:spcAft>
              <a:buClrTx/>
              <a:buSzTx/>
              <a:buFont typeface="GT America Regular"/>
              <a:buNone/>
              <a:tabLst/>
              <a:defRPr/>
            </a:pPr>
            <a:r>
              <a:rPr lang="en-US" dirty="0"/>
              <a:t>Dynamic slice crop 2</a:t>
            </a:r>
          </a:p>
        </p:txBody>
      </p:sp>
      <p:sp>
        <p:nvSpPr>
          <p:cNvPr id="12" name="Title 11">
            <a:extLst>
              <a:ext uri="{FF2B5EF4-FFF2-40B4-BE49-F238E27FC236}">
                <a16:creationId xmlns:a16="http://schemas.microsoft.com/office/drawing/2014/main" id="{4B789C02-8217-29F3-CCBF-88E3D196B36D}"/>
              </a:ext>
            </a:extLst>
          </p:cNvPr>
          <p:cNvSpPr>
            <a:spLocks noGrp="1"/>
          </p:cNvSpPr>
          <p:nvPr>
            <p:ph type="title"/>
          </p:nvPr>
        </p:nvSpPr>
        <p:spPr>
          <a:xfrm>
            <a:off x="546100" y="552450"/>
            <a:ext cx="6851651" cy="434975"/>
          </a:xfrm>
        </p:spPr>
        <p:txBody>
          <a:bodyPr/>
          <a:lstStyle/>
          <a:p>
            <a:r>
              <a:rPr lang="en-US"/>
              <a:t>Click to edit Master title style</a:t>
            </a:r>
            <a:endParaRPr lang="en-US" dirty="0"/>
          </a:p>
        </p:txBody>
      </p:sp>
      <p:sp>
        <p:nvSpPr>
          <p:cNvPr id="4" name="Freeform 5">
            <a:extLst>
              <a:ext uri="{FF2B5EF4-FFF2-40B4-BE49-F238E27FC236}">
                <a16:creationId xmlns:a16="http://schemas.microsoft.com/office/drawing/2014/main" id="{90F57B56-D11B-9162-7023-12E809D6B100}"/>
              </a:ext>
            </a:extLst>
          </p:cNvPr>
          <p:cNvSpPr/>
          <p:nvPr userDrawn="1"/>
        </p:nvSpPr>
        <p:spPr bwMode="black">
          <a:xfrm>
            <a:off x="554038" y="6469335"/>
            <a:ext cx="678511" cy="112440"/>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chemeClr val="tx2"/>
          </a:solidFill>
          <a:ln w="0" cap="flat">
            <a:noFill/>
            <a:prstDash val="solid"/>
            <a:miter/>
          </a:ln>
        </p:spPr>
        <p:txBody>
          <a:bodyPr rtlCol="0" anchor="ctr"/>
          <a:lstStyle/>
          <a:p>
            <a:endParaRPr lang="en-US"/>
          </a:p>
        </p:txBody>
      </p:sp>
      <p:sp>
        <p:nvSpPr>
          <p:cNvPr id="5" name="Text Placeholder 11">
            <a:extLst>
              <a:ext uri="{FF2B5EF4-FFF2-40B4-BE49-F238E27FC236}">
                <a16:creationId xmlns:a16="http://schemas.microsoft.com/office/drawing/2014/main" id="{8BA902E5-1959-8D93-356A-51055AFC1FFA}"/>
              </a:ext>
            </a:extLst>
          </p:cNvPr>
          <p:cNvSpPr>
            <a:spLocks noGrp="1"/>
          </p:cNvSpPr>
          <p:nvPr>
            <p:ph type="body" sz="quarter" idx="23"/>
          </p:nvPr>
        </p:nvSpPr>
        <p:spPr>
          <a:xfrm>
            <a:off x="546100" y="1127125"/>
            <a:ext cx="6853046" cy="292607"/>
          </a:xfrm>
        </p:spPr>
        <p:txBody>
          <a:bodyPr>
            <a:noAutofit/>
          </a:bodyPr>
          <a:lstStyle>
            <a:lvl1pPr marL="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1pPr>
            <a:lvl2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2pPr>
            <a:lvl3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3pPr>
            <a:lvl4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4pPr>
            <a:lvl5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5pPr>
            <a:lvl6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6pPr>
            <a:lvl7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7pPr>
            <a:lvl8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8pPr>
            <a:lvl9pPr marL="0" indent="0" algn="l" defTabSz="914400" rtl="0" eaLnBrk="1" latinLnBrk="0" hangingPunct="1">
              <a:lnSpc>
                <a:spcPct val="80000"/>
              </a:lnSpc>
              <a:spcBef>
                <a:spcPts val="0"/>
              </a:spcBef>
              <a:spcAft>
                <a:spcPts val="0"/>
              </a:spcAft>
              <a:buNone/>
              <a:defRPr lang="en-US" sz="2400" b="0" i="0" kern="1200" dirty="0">
                <a:solidFill>
                  <a:schemeClr val="accent1"/>
                </a:solidFill>
                <a:latin typeface="+mj-lt"/>
                <a:ea typeface="GT America Regular" charset="0"/>
                <a:cs typeface="GT America Regular" charset="0"/>
              </a:defRPr>
            </a:lvl9pPr>
          </a:lstStyle>
          <a:p>
            <a:pPr lvl="0"/>
            <a:r>
              <a:rPr lang="en-US"/>
              <a:t>Click to edit Master text styles</a:t>
            </a:r>
          </a:p>
        </p:txBody>
      </p:sp>
      <p:sp>
        <p:nvSpPr>
          <p:cNvPr id="7" name="Text Placeholder 13">
            <a:extLst>
              <a:ext uri="{FF2B5EF4-FFF2-40B4-BE49-F238E27FC236}">
                <a16:creationId xmlns:a16="http://schemas.microsoft.com/office/drawing/2014/main" id="{D5FC25B8-805C-1612-14FC-B175AA440631}"/>
              </a:ext>
            </a:extLst>
          </p:cNvPr>
          <p:cNvSpPr>
            <a:spLocks noGrp="1"/>
          </p:cNvSpPr>
          <p:nvPr>
            <p:ph type="body" sz="quarter" idx="24"/>
          </p:nvPr>
        </p:nvSpPr>
        <p:spPr>
          <a:xfrm>
            <a:off x="546100" y="6019801"/>
            <a:ext cx="6851649" cy="292100"/>
          </a:xfrm>
        </p:spPr>
        <p:txBody>
          <a:bodyPr anchor="b">
            <a:noAutofit/>
          </a:bodyPr>
          <a:lstStyle>
            <a:lvl1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1pPr>
            <a:lvl2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2pPr>
            <a:lvl3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3pPr>
            <a:lvl4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4pPr>
            <a:lvl5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5pPr>
            <a:lvl6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6pPr>
            <a:lvl7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7pPr>
            <a:lvl8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8pPr>
            <a:lvl9pPr marL="0" indent="0" algn="l" defTabSz="914400" rtl="0" eaLnBrk="1" latinLnBrk="0" hangingPunct="1">
              <a:lnSpc>
                <a:spcPct val="101000"/>
              </a:lnSpc>
              <a:spcBef>
                <a:spcPts val="0"/>
              </a:spcBef>
              <a:spcAft>
                <a:spcPts val="600"/>
              </a:spcAft>
              <a:buNone/>
              <a:defRPr lang="en-US" sz="600" b="0" i="0" kern="1200" dirty="0">
                <a:solidFill>
                  <a:srgbClr val="75787B"/>
                </a:solidFill>
                <a:latin typeface="+mn-lt"/>
                <a:ea typeface="GT America Regular" charset="0"/>
                <a:cs typeface="GT America Regular" charset="0"/>
              </a:defRPr>
            </a:lvl9pPr>
          </a:lstStyle>
          <a:p>
            <a:pPr lvl="0"/>
            <a:r>
              <a:rPr lang="en-US"/>
              <a:t>Click to edit Master text styles</a:t>
            </a:r>
          </a:p>
        </p:txBody>
      </p:sp>
      <p:sp>
        <p:nvSpPr>
          <p:cNvPr id="11" name="Content Placeholder 29">
            <a:extLst>
              <a:ext uri="{FF2B5EF4-FFF2-40B4-BE49-F238E27FC236}">
                <a16:creationId xmlns:a16="http://schemas.microsoft.com/office/drawing/2014/main" id="{9FBDFEC1-9F37-0749-6D25-E3B502E7E966}"/>
              </a:ext>
            </a:extLst>
          </p:cNvPr>
          <p:cNvSpPr>
            <a:spLocks noGrp="1"/>
          </p:cNvSpPr>
          <p:nvPr>
            <p:ph sz="quarter" idx="27"/>
          </p:nvPr>
        </p:nvSpPr>
        <p:spPr>
          <a:xfrm>
            <a:off x="546894" y="2425700"/>
            <a:ext cx="6850856" cy="34417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Text Placeholder 33">
            <a:extLst>
              <a:ext uri="{FF2B5EF4-FFF2-40B4-BE49-F238E27FC236}">
                <a16:creationId xmlns:a16="http://schemas.microsoft.com/office/drawing/2014/main" id="{F955E566-2D25-F593-52AC-63C9C65B51E7}"/>
              </a:ext>
            </a:extLst>
          </p:cNvPr>
          <p:cNvSpPr>
            <a:spLocks noGrp="1"/>
          </p:cNvSpPr>
          <p:nvPr>
            <p:ph type="body" sz="quarter" idx="29"/>
          </p:nvPr>
        </p:nvSpPr>
        <p:spPr>
          <a:xfrm>
            <a:off x="546100" y="1849437"/>
            <a:ext cx="6851650" cy="296861"/>
          </a:xfrm>
        </p:spPr>
        <p:txBody>
          <a:bodyPr>
            <a:noAutofit/>
          </a:bodyPr>
          <a:lstStyle>
            <a:lvl1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1pPr>
            <a:lvl2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2pPr>
            <a:lvl3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3pPr>
            <a:lvl4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4pPr>
            <a:lvl5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5pPr>
            <a:lvl6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6pPr>
            <a:lvl7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7pPr>
            <a:lvl8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8pPr>
            <a:lvl9pPr marL="0" indent="0" algn="l" defTabSz="914400" rtl="0" eaLnBrk="1" latinLnBrk="0" hangingPunct="1">
              <a:lnSpc>
                <a:spcPct val="101000"/>
              </a:lnSpc>
              <a:spcBef>
                <a:spcPts val="0"/>
              </a:spcBef>
              <a:spcAft>
                <a:spcPts val="600"/>
              </a:spcAft>
              <a:buNone/>
              <a:defRPr lang="en-US" sz="2000" b="0" i="0" kern="1200" dirty="0">
                <a:solidFill>
                  <a:schemeClr val="tx2"/>
                </a:solidFill>
                <a:latin typeface="+mj-lt"/>
                <a:ea typeface="GT America Regular" charset="0"/>
                <a:cs typeface="GT America Regular" charset="0"/>
              </a:defRPr>
            </a:lvl9pPr>
          </a:lstStyle>
          <a:p>
            <a:pPr lvl="0"/>
            <a:r>
              <a:rPr lang="en-US"/>
              <a:t>Click to edit Master text styles</a:t>
            </a:r>
          </a:p>
        </p:txBody>
      </p:sp>
      <p:grpSp>
        <p:nvGrpSpPr>
          <p:cNvPr id="2" name="Group 1">
            <a:extLst>
              <a:ext uri="{FF2B5EF4-FFF2-40B4-BE49-F238E27FC236}">
                <a16:creationId xmlns:a16="http://schemas.microsoft.com/office/drawing/2014/main" id="{26A40A34-58AE-5002-D30F-8E2B9601E747}"/>
              </a:ext>
            </a:extLst>
          </p:cNvPr>
          <p:cNvGrpSpPr/>
          <p:nvPr userDrawn="1"/>
        </p:nvGrpSpPr>
        <p:grpSpPr>
          <a:xfrm>
            <a:off x="12356815" y="0"/>
            <a:ext cx="756834" cy="6872642"/>
            <a:chOff x="12356815" y="0"/>
            <a:chExt cx="756834" cy="6872642"/>
          </a:xfrm>
        </p:grpSpPr>
        <p:sp>
          <p:nvSpPr>
            <p:cNvPr id="3" name="Rectangle 2">
              <a:extLst>
                <a:ext uri="{FF2B5EF4-FFF2-40B4-BE49-F238E27FC236}">
                  <a16:creationId xmlns:a16="http://schemas.microsoft.com/office/drawing/2014/main" id="{3E2E5091-25EE-C8E5-59A2-10A8F3FBA3C3}"/>
                </a:ext>
              </a:extLst>
            </p:cNvPr>
            <p:cNvSpPr/>
            <p:nvPr userDrawn="1"/>
          </p:nvSpPr>
          <p:spPr>
            <a:xfrm>
              <a:off x="12356815" y="0"/>
              <a:ext cx="553069" cy="3279913"/>
            </a:xfrm>
            <a:prstGeom prst="rect">
              <a:avLst/>
            </a:prstGeom>
            <a:solidFill>
              <a:srgbClr val="F2F2F2"/>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a:p>
          </p:txBody>
        </p:sp>
        <p:sp>
          <p:nvSpPr>
            <p:cNvPr id="14" name="TextBox 13">
              <a:extLst>
                <a:ext uri="{FF2B5EF4-FFF2-40B4-BE49-F238E27FC236}">
                  <a16:creationId xmlns:a16="http://schemas.microsoft.com/office/drawing/2014/main" id="{56CD702E-59E8-4DBD-275C-CEDC5823E3ED}"/>
                </a:ext>
              </a:extLst>
            </p:cNvPr>
            <p:cNvSpPr txBox="1"/>
            <p:nvPr userDrawn="1"/>
          </p:nvSpPr>
          <p:spPr>
            <a:xfrm rot="16200000">
              <a:off x="12332216" y="1580677"/>
              <a:ext cx="1444306" cy="118559"/>
            </a:xfrm>
            <a:prstGeom prst="rect">
              <a:avLst/>
            </a:prstGeom>
            <a:noFill/>
          </p:spPr>
          <p:txBody>
            <a:bodyPr wrap="none" lIns="0" tIns="0" rIns="0" bIns="0" rtlCol="0">
              <a:spAutoFit/>
            </a:bodyPr>
            <a:lstStyle/>
            <a:p>
              <a:pPr algn="l">
                <a:lnSpc>
                  <a:spcPct val="101000"/>
                </a:lnSpc>
                <a:spcAft>
                  <a:spcPts val="600"/>
                </a:spcAft>
              </a:pPr>
              <a:r>
                <a:rPr kumimoji="0" lang="en-CR" sz="800" b="1" i="0" u="none" strike="noStrike" kern="1200" cap="none" spc="0" normalizeH="0" baseline="0" noProof="0">
                  <a:ln>
                    <a:noFill/>
                  </a:ln>
                  <a:solidFill>
                    <a:srgbClr val="000000"/>
                  </a:solidFill>
                  <a:effectLst/>
                  <a:uLnTx/>
                  <a:uFillTx/>
                  <a:ea typeface="GT America Regular" charset="0"/>
                  <a:cs typeface="GT America Regular" charset="0"/>
                </a:rPr>
                <a:t>ON LIGHT AND EXTRA LIGHT</a:t>
              </a:r>
            </a:p>
          </p:txBody>
        </p:sp>
        <p:sp>
          <p:nvSpPr>
            <p:cNvPr id="15" name="Rectangle 14">
              <a:extLst>
                <a:ext uri="{FF2B5EF4-FFF2-40B4-BE49-F238E27FC236}">
                  <a16:creationId xmlns:a16="http://schemas.microsoft.com/office/drawing/2014/main" id="{29A3EB9F-B296-B103-BDCB-48B8CF4C65B3}"/>
                </a:ext>
              </a:extLst>
            </p:cNvPr>
            <p:cNvSpPr/>
            <p:nvPr userDrawn="1"/>
          </p:nvSpPr>
          <p:spPr>
            <a:xfrm>
              <a:off x="12356815" y="3592729"/>
              <a:ext cx="553069" cy="3279913"/>
            </a:xfrm>
            <a:prstGeom prst="rect">
              <a:avLst/>
            </a:prstGeom>
            <a:solidFill>
              <a:schemeClr val="tx2"/>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a:p>
          </p:txBody>
        </p:sp>
        <p:grpSp>
          <p:nvGrpSpPr>
            <p:cNvPr id="16" name="Group 15">
              <a:extLst>
                <a:ext uri="{FF2B5EF4-FFF2-40B4-BE49-F238E27FC236}">
                  <a16:creationId xmlns:a16="http://schemas.microsoft.com/office/drawing/2014/main" id="{B19D1F81-82F9-3676-C1FA-5BA36403C0D3}"/>
                </a:ext>
              </a:extLst>
            </p:cNvPr>
            <p:cNvGrpSpPr/>
            <p:nvPr userDrawn="1"/>
          </p:nvGrpSpPr>
          <p:grpSpPr>
            <a:xfrm>
              <a:off x="12442019" y="3791214"/>
              <a:ext cx="382660" cy="2882942"/>
              <a:chOff x="14001569" y="3716048"/>
              <a:chExt cx="316248" cy="3171236"/>
            </a:xfrm>
          </p:grpSpPr>
          <p:sp>
            <p:nvSpPr>
              <p:cNvPr id="29" name="Rectangle 28">
                <a:extLst>
                  <a:ext uri="{FF2B5EF4-FFF2-40B4-BE49-F238E27FC236}">
                    <a16:creationId xmlns:a16="http://schemas.microsoft.com/office/drawing/2014/main" id="{74887259-315F-C3F9-B27D-492370BD0CFE}"/>
                  </a:ext>
                </a:extLst>
              </p:cNvPr>
              <p:cNvSpPr/>
              <p:nvPr userDrawn="1"/>
            </p:nvSpPr>
            <p:spPr>
              <a:xfrm rot="5400000">
                <a:off x="14033099" y="5954114"/>
                <a:ext cx="253188" cy="316248"/>
              </a:xfrm>
              <a:prstGeom prst="rect">
                <a:avLst/>
              </a:prstGeom>
              <a:solidFill>
                <a:srgbClr val="005E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30" name="Rectangle 29">
                <a:extLst>
                  <a:ext uri="{FF2B5EF4-FFF2-40B4-BE49-F238E27FC236}">
                    <a16:creationId xmlns:a16="http://schemas.microsoft.com/office/drawing/2014/main" id="{D54A2913-C115-41E8-B5FF-795B7AFF6EE9}"/>
                  </a:ext>
                </a:extLst>
              </p:cNvPr>
              <p:cNvSpPr/>
              <p:nvPr userDrawn="1"/>
            </p:nvSpPr>
            <p:spPr>
              <a:xfrm rot="5400000">
                <a:off x="14033099" y="6278342"/>
                <a:ext cx="253188" cy="316248"/>
              </a:xfrm>
              <a:prstGeom prst="rect">
                <a:avLst/>
              </a:prstGeom>
              <a:solidFill>
                <a:srgbClr val="B8B9D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31" name="Rectangle 30">
                <a:extLst>
                  <a:ext uri="{FF2B5EF4-FFF2-40B4-BE49-F238E27FC236}">
                    <a16:creationId xmlns:a16="http://schemas.microsoft.com/office/drawing/2014/main" id="{FE9BACE7-B817-0349-B7EF-B9BA2B1F1339}"/>
                  </a:ext>
                </a:extLst>
              </p:cNvPr>
              <p:cNvSpPr/>
              <p:nvPr userDrawn="1"/>
            </p:nvSpPr>
            <p:spPr>
              <a:xfrm rot="5400000">
                <a:off x="14033099" y="6602566"/>
                <a:ext cx="253188" cy="316248"/>
              </a:xfrm>
              <a:prstGeom prst="rect">
                <a:avLst/>
              </a:prstGeom>
              <a:solidFill>
                <a:srgbClr val="FBE6D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32" name="Rectangle 31">
                <a:extLst>
                  <a:ext uri="{FF2B5EF4-FFF2-40B4-BE49-F238E27FC236}">
                    <a16:creationId xmlns:a16="http://schemas.microsoft.com/office/drawing/2014/main" id="{63C0872A-AB8E-6E29-4BF5-F9AEB2F6F8A5}"/>
                  </a:ext>
                </a:extLst>
              </p:cNvPr>
              <p:cNvSpPr/>
              <p:nvPr userDrawn="1"/>
            </p:nvSpPr>
            <p:spPr>
              <a:xfrm rot="5400000">
                <a:off x="14033099" y="4981430"/>
                <a:ext cx="253188" cy="316248"/>
              </a:xfrm>
              <a:prstGeom prst="rect">
                <a:avLst/>
              </a:prstGeom>
              <a:solidFill>
                <a:srgbClr val="BCE09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33" name="Rectangle 32">
                <a:extLst>
                  <a:ext uri="{FF2B5EF4-FFF2-40B4-BE49-F238E27FC236}">
                    <a16:creationId xmlns:a16="http://schemas.microsoft.com/office/drawing/2014/main" id="{794AF5E0-A448-B82A-A83A-E6A52D37CD43}"/>
                  </a:ext>
                </a:extLst>
              </p:cNvPr>
              <p:cNvSpPr/>
              <p:nvPr userDrawn="1"/>
            </p:nvSpPr>
            <p:spPr>
              <a:xfrm rot="5400000">
                <a:off x="14033099" y="5305658"/>
                <a:ext cx="253188" cy="316248"/>
              </a:xfrm>
              <a:prstGeom prst="rect">
                <a:avLst/>
              </a:prstGeom>
              <a:solidFill>
                <a:srgbClr val="E9783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34" name="Rectangle 33">
                <a:extLst>
                  <a:ext uri="{FF2B5EF4-FFF2-40B4-BE49-F238E27FC236}">
                    <a16:creationId xmlns:a16="http://schemas.microsoft.com/office/drawing/2014/main" id="{CF41D7DB-1460-3650-FBB2-ED40F1EDDC55}"/>
                  </a:ext>
                </a:extLst>
              </p:cNvPr>
              <p:cNvSpPr/>
              <p:nvPr userDrawn="1"/>
            </p:nvSpPr>
            <p:spPr>
              <a:xfrm rot="5400000">
                <a:off x="14033099" y="5629886"/>
                <a:ext cx="253188" cy="316248"/>
              </a:xfrm>
              <a:prstGeom prst="rect">
                <a:avLst/>
              </a:prstGeom>
              <a:solidFill>
                <a:srgbClr val="B9056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35" name="Rectangle 34">
                <a:extLst>
                  <a:ext uri="{FF2B5EF4-FFF2-40B4-BE49-F238E27FC236}">
                    <a16:creationId xmlns:a16="http://schemas.microsoft.com/office/drawing/2014/main" id="{12D2FED8-EA24-8D67-6FF7-67015D548170}"/>
                  </a:ext>
                </a:extLst>
              </p:cNvPr>
              <p:cNvSpPr/>
              <p:nvPr userDrawn="1"/>
            </p:nvSpPr>
            <p:spPr>
              <a:xfrm rot="5400000">
                <a:off x="14033099" y="3684518"/>
                <a:ext cx="253188" cy="316248"/>
              </a:xfrm>
              <a:prstGeom prst="rect">
                <a:avLst/>
              </a:prstGeom>
              <a:solidFill>
                <a:srgbClr val="9DC2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36" name="Rectangle 35">
                <a:extLst>
                  <a:ext uri="{FF2B5EF4-FFF2-40B4-BE49-F238E27FC236}">
                    <a16:creationId xmlns:a16="http://schemas.microsoft.com/office/drawing/2014/main" id="{210C9405-3DB0-54BA-46CE-76CAA6D5BF3A}"/>
                  </a:ext>
                </a:extLst>
              </p:cNvPr>
              <p:cNvSpPr/>
              <p:nvPr userDrawn="1"/>
            </p:nvSpPr>
            <p:spPr>
              <a:xfrm rot="5400000">
                <a:off x="14033099" y="4008746"/>
                <a:ext cx="253188" cy="316248"/>
              </a:xfrm>
              <a:prstGeom prst="rect">
                <a:avLst/>
              </a:prstGeom>
              <a:solidFill>
                <a:srgbClr val="309DA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37" name="Rectangle 36">
                <a:extLst>
                  <a:ext uri="{FF2B5EF4-FFF2-40B4-BE49-F238E27FC236}">
                    <a16:creationId xmlns:a16="http://schemas.microsoft.com/office/drawing/2014/main" id="{D1CAF4C9-708E-F999-4833-8D7F3ED9A1C6}"/>
                  </a:ext>
                </a:extLst>
              </p:cNvPr>
              <p:cNvSpPr/>
              <p:nvPr userDrawn="1"/>
            </p:nvSpPr>
            <p:spPr>
              <a:xfrm rot="5400000">
                <a:off x="14033099" y="4332974"/>
                <a:ext cx="253188" cy="316248"/>
              </a:xfrm>
              <a:prstGeom prst="rect">
                <a:avLst/>
              </a:prstGeom>
              <a:solidFill>
                <a:srgbClr val="E2C22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38" name="Rectangle 37">
                <a:extLst>
                  <a:ext uri="{FF2B5EF4-FFF2-40B4-BE49-F238E27FC236}">
                    <a16:creationId xmlns:a16="http://schemas.microsoft.com/office/drawing/2014/main" id="{8C8113A2-BE50-5255-38F4-BFB4F479E029}"/>
                  </a:ext>
                </a:extLst>
              </p:cNvPr>
              <p:cNvSpPr/>
              <p:nvPr userDrawn="1"/>
            </p:nvSpPr>
            <p:spPr>
              <a:xfrm rot="5400000">
                <a:off x="14033099" y="4657202"/>
                <a:ext cx="253188" cy="316248"/>
              </a:xfrm>
              <a:prstGeom prst="rect">
                <a:avLst/>
              </a:prstGeom>
              <a:solidFill>
                <a:srgbClr val="9158B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grpSp>
        <p:grpSp>
          <p:nvGrpSpPr>
            <p:cNvPr id="17" name="Group 16">
              <a:extLst>
                <a:ext uri="{FF2B5EF4-FFF2-40B4-BE49-F238E27FC236}">
                  <a16:creationId xmlns:a16="http://schemas.microsoft.com/office/drawing/2014/main" id="{634BEDAE-8F9E-7777-00DC-728879F7FA02}"/>
                </a:ext>
              </a:extLst>
            </p:cNvPr>
            <p:cNvGrpSpPr/>
            <p:nvPr userDrawn="1"/>
          </p:nvGrpSpPr>
          <p:grpSpPr>
            <a:xfrm>
              <a:off x="12442019" y="198485"/>
              <a:ext cx="382660" cy="2882942"/>
              <a:chOff x="12742785" y="3716048"/>
              <a:chExt cx="316248" cy="3171236"/>
            </a:xfrm>
          </p:grpSpPr>
          <p:sp>
            <p:nvSpPr>
              <p:cNvPr id="19" name="Rectangle 18">
                <a:extLst>
                  <a:ext uri="{FF2B5EF4-FFF2-40B4-BE49-F238E27FC236}">
                    <a16:creationId xmlns:a16="http://schemas.microsoft.com/office/drawing/2014/main" id="{E1EAA3D7-D67A-835D-6FFE-508EB836468C}"/>
                  </a:ext>
                </a:extLst>
              </p:cNvPr>
              <p:cNvSpPr/>
              <p:nvPr userDrawn="1"/>
            </p:nvSpPr>
            <p:spPr>
              <a:xfrm rot="5400000">
                <a:off x="12774315" y="6602566"/>
                <a:ext cx="253188" cy="316248"/>
              </a:xfrm>
              <a:prstGeom prst="rect">
                <a:avLst/>
              </a:prstGeom>
              <a:solidFill>
                <a:srgbClr val="BFD6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20" name="Rectangle 19">
                <a:extLst>
                  <a:ext uri="{FF2B5EF4-FFF2-40B4-BE49-F238E27FC236}">
                    <a16:creationId xmlns:a16="http://schemas.microsoft.com/office/drawing/2014/main" id="{FA114C71-FCCF-1271-24A9-C9D2A5C9DE31}"/>
                  </a:ext>
                </a:extLst>
              </p:cNvPr>
              <p:cNvSpPr/>
              <p:nvPr userDrawn="1"/>
            </p:nvSpPr>
            <p:spPr>
              <a:xfrm rot="5400000">
                <a:off x="12774315" y="4981430"/>
                <a:ext cx="253188" cy="316248"/>
              </a:xfrm>
              <a:prstGeom prst="rect">
                <a:avLst/>
              </a:prstGeom>
              <a:solidFill>
                <a:srgbClr val="D25F7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21" name="Rectangle 20">
                <a:extLst>
                  <a:ext uri="{FF2B5EF4-FFF2-40B4-BE49-F238E27FC236}">
                    <a16:creationId xmlns:a16="http://schemas.microsoft.com/office/drawing/2014/main" id="{B9AF46CC-B0F1-9F71-C55D-2923EEF838F8}"/>
                  </a:ext>
                </a:extLst>
              </p:cNvPr>
              <p:cNvSpPr/>
              <p:nvPr userDrawn="1"/>
            </p:nvSpPr>
            <p:spPr>
              <a:xfrm rot="5400000">
                <a:off x="12774315" y="5305658"/>
                <a:ext cx="253188" cy="316248"/>
              </a:xfrm>
              <a:prstGeom prst="rect">
                <a:avLst/>
              </a:prstGeom>
              <a:solidFill>
                <a:srgbClr val="C6480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22" name="Rectangle 21">
                <a:extLst>
                  <a:ext uri="{FF2B5EF4-FFF2-40B4-BE49-F238E27FC236}">
                    <a16:creationId xmlns:a16="http://schemas.microsoft.com/office/drawing/2014/main" id="{E6C60E18-F069-F72A-BC54-9A6C63019104}"/>
                  </a:ext>
                </a:extLst>
              </p:cNvPr>
              <p:cNvSpPr/>
              <p:nvPr userDrawn="1"/>
            </p:nvSpPr>
            <p:spPr>
              <a:xfrm rot="5400000">
                <a:off x="12774315" y="5629886"/>
                <a:ext cx="253188" cy="316248"/>
              </a:xfrm>
              <a:prstGeom prst="rect">
                <a:avLst/>
              </a:prstGeom>
              <a:solidFill>
                <a:srgbClr val="BA016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23" name="Rectangle 22">
                <a:extLst>
                  <a:ext uri="{FF2B5EF4-FFF2-40B4-BE49-F238E27FC236}">
                    <a16:creationId xmlns:a16="http://schemas.microsoft.com/office/drawing/2014/main" id="{633498D6-7947-C2B9-3418-08B6862FC9D9}"/>
                  </a:ext>
                </a:extLst>
              </p:cNvPr>
              <p:cNvSpPr/>
              <p:nvPr userDrawn="1"/>
            </p:nvSpPr>
            <p:spPr>
              <a:xfrm rot="5400000">
                <a:off x="12774315" y="3684518"/>
                <a:ext cx="253188" cy="316248"/>
              </a:xfrm>
              <a:prstGeom prst="rect">
                <a:avLst/>
              </a:prstGeom>
              <a:solidFill>
                <a:srgbClr val="005E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24" name="Rectangle 23">
                <a:extLst>
                  <a:ext uri="{FF2B5EF4-FFF2-40B4-BE49-F238E27FC236}">
                    <a16:creationId xmlns:a16="http://schemas.microsoft.com/office/drawing/2014/main" id="{D21ACEA4-8D27-190B-D790-8F78E696BAD6}"/>
                  </a:ext>
                </a:extLst>
              </p:cNvPr>
              <p:cNvSpPr/>
              <p:nvPr userDrawn="1"/>
            </p:nvSpPr>
            <p:spPr>
              <a:xfrm rot="5400000">
                <a:off x="12774315" y="4008746"/>
                <a:ext cx="253188" cy="316248"/>
              </a:xfrm>
              <a:prstGeom prst="rect">
                <a:avLst/>
              </a:prstGeom>
              <a:solidFill>
                <a:srgbClr val="5EB6B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25" name="Rectangle 24">
                <a:extLst>
                  <a:ext uri="{FF2B5EF4-FFF2-40B4-BE49-F238E27FC236}">
                    <a16:creationId xmlns:a16="http://schemas.microsoft.com/office/drawing/2014/main" id="{46D8E6E4-CB14-5342-A512-CF17DCD1288E}"/>
                  </a:ext>
                </a:extLst>
              </p:cNvPr>
              <p:cNvSpPr/>
              <p:nvPr userDrawn="1"/>
            </p:nvSpPr>
            <p:spPr>
              <a:xfrm rot="5400000">
                <a:off x="12774315" y="4332974"/>
                <a:ext cx="253188" cy="316248"/>
              </a:xfrm>
              <a:prstGeom prst="rect">
                <a:avLst/>
              </a:prstGeom>
              <a:solidFill>
                <a:srgbClr val="C7AB2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26" name="Rectangle 25">
                <a:extLst>
                  <a:ext uri="{FF2B5EF4-FFF2-40B4-BE49-F238E27FC236}">
                    <a16:creationId xmlns:a16="http://schemas.microsoft.com/office/drawing/2014/main" id="{28FC1C28-74FE-6AD2-CA62-5C27BA21BB23}"/>
                  </a:ext>
                </a:extLst>
              </p:cNvPr>
              <p:cNvSpPr/>
              <p:nvPr userDrawn="1"/>
            </p:nvSpPr>
            <p:spPr>
              <a:xfrm rot="5400000">
                <a:off x="12774315" y="4657202"/>
                <a:ext cx="253188" cy="316248"/>
              </a:xfrm>
              <a:prstGeom prst="rect">
                <a:avLst/>
              </a:prstGeom>
              <a:solidFill>
                <a:srgbClr val="5C068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27" name="Rectangle 26">
                <a:extLst>
                  <a:ext uri="{FF2B5EF4-FFF2-40B4-BE49-F238E27FC236}">
                    <a16:creationId xmlns:a16="http://schemas.microsoft.com/office/drawing/2014/main" id="{2FA01867-18E7-C6D1-7981-3C614BBF2137}"/>
                  </a:ext>
                </a:extLst>
              </p:cNvPr>
              <p:cNvSpPr/>
              <p:nvPr userDrawn="1"/>
            </p:nvSpPr>
            <p:spPr>
              <a:xfrm rot="5400000">
                <a:off x="12774315" y="5954114"/>
                <a:ext cx="253188" cy="316248"/>
              </a:xfrm>
              <a:prstGeom prst="rect">
                <a:avLst/>
              </a:prstGeom>
              <a:solidFill>
                <a:srgbClr val="2A431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28" name="Rectangle 27">
                <a:extLst>
                  <a:ext uri="{FF2B5EF4-FFF2-40B4-BE49-F238E27FC236}">
                    <a16:creationId xmlns:a16="http://schemas.microsoft.com/office/drawing/2014/main" id="{AA796DA3-C505-DB4C-1373-481E0775E014}"/>
                  </a:ext>
                </a:extLst>
              </p:cNvPr>
              <p:cNvSpPr/>
              <p:nvPr userDrawn="1"/>
            </p:nvSpPr>
            <p:spPr>
              <a:xfrm rot="5400000">
                <a:off x="12774315" y="6278342"/>
                <a:ext cx="253188" cy="316248"/>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grpSp>
        <p:sp>
          <p:nvSpPr>
            <p:cNvPr id="18" name="TextBox 17">
              <a:extLst>
                <a:ext uri="{FF2B5EF4-FFF2-40B4-BE49-F238E27FC236}">
                  <a16:creationId xmlns:a16="http://schemas.microsoft.com/office/drawing/2014/main" id="{50EE56D2-1403-3CEF-1FF0-ACF495CB22F4}"/>
                </a:ext>
              </a:extLst>
            </p:cNvPr>
            <p:cNvSpPr txBox="1"/>
            <p:nvPr userDrawn="1"/>
          </p:nvSpPr>
          <p:spPr>
            <a:xfrm rot="16200000">
              <a:off x="12574270" y="5173406"/>
              <a:ext cx="960199" cy="118559"/>
            </a:xfrm>
            <a:prstGeom prst="rect">
              <a:avLst/>
            </a:prstGeom>
            <a:noFill/>
          </p:spPr>
          <p:txBody>
            <a:bodyPr wrap="none" lIns="0" tIns="0" rIns="0" bIns="0" rtlCol="0">
              <a:spAutoFit/>
            </a:bodyPr>
            <a:lstStyle/>
            <a:p>
              <a:pPr algn="l">
                <a:lnSpc>
                  <a:spcPct val="101000"/>
                </a:lnSpc>
                <a:spcAft>
                  <a:spcPts val="600"/>
                </a:spcAft>
              </a:pPr>
              <a:r>
                <a:rPr lang="en-CR" sz="800" b="1">
                  <a:solidFill>
                    <a:srgbClr val="000000"/>
                  </a:solidFill>
                  <a:latin typeface="GT America Regular"/>
                  <a:ea typeface="GT America Regular" charset="0"/>
                  <a:cs typeface="GT America Regular" charset="0"/>
                </a:rPr>
                <a:t>ON MOODY´S BLUE</a:t>
              </a:r>
              <a:endParaRPr kumimoji="0" lang="en-CR" sz="800" b="1" i="0" u="none" strike="noStrike" kern="1200" cap="none" spc="0" normalizeH="0" baseline="0" noProof="0" err="1">
                <a:ln>
                  <a:noFill/>
                </a:ln>
                <a:solidFill>
                  <a:srgbClr val="000000"/>
                </a:solidFill>
                <a:effectLst/>
                <a:uLnTx/>
                <a:uFillTx/>
                <a:latin typeface="GT America Regular"/>
                <a:ea typeface="GT America Regular" charset="0"/>
                <a:cs typeface="GT America Regular" charset="0"/>
              </a:endParaRPr>
            </a:p>
          </p:txBody>
        </p:sp>
      </p:grpSp>
      <p:sp>
        <p:nvSpPr>
          <p:cNvPr id="39" name="TextBox 38">
            <a:extLst>
              <a:ext uri="{FF2B5EF4-FFF2-40B4-BE49-F238E27FC236}">
                <a16:creationId xmlns:a16="http://schemas.microsoft.com/office/drawing/2014/main" id="{99A17318-BC9E-84C0-03ED-3BDDAC8130B7}"/>
              </a:ext>
            </a:extLst>
          </p:cNvPr>
          <p:cNvSpPr txBox="1"/>
          <p:nvPr userDrawn="1"/>
        </p:nvSpPr>
        <p:spPr>
          <a:xfrm>
            <a:off x="12356815" y="3377042"/>
            <a:ext cx="807913" cy="118559"/>
          </a:xfrm>
          <a:prstGeom prst="rect">
            <a:avLst/>
          </a:prstGeom>
          <a:noFill/>
        </p:spPr>
        <p:txBody>
          <a:bodyPr wrap="none" lIns="0" tIns="0" rIns="0" bIns="0" rtlCol="0">
            <a:spAutoFit/>
          </a:bodyPr>
          <a:lstStyle/>
          <a:p>
            <a:pPr algn="l">
              <a:lnSpc>
                <a:spcPct val="101000"/>
              </a:lnSpc>
              <a:spcAft>
                <a:spcPts val="600"/>
              </a:spcAft>
            </a:pPr>
            <a:r>
              <a:rPr kumimoji="0" lang="en-US" sz="800" b="1" i="0" u="none" strike="noStrike" kern="1200" cap="none" spc="0" normalizeH="0" baseline="0" noProof="0" dirty="0">
                <a:ln>
                  <a:noFill/>
                </a:ln>
                <a:solidFill>
                  <a:srgbClr val="000000"/>
                </a:solidFill>
                <a:effectLst/>
                <a:uLnTx/>
                <a:uFillTx/>
                <a:ea typeface="GT America Regular" charset="0"/>
                <a:cs typeface="GT America Regular" charset="0"/>
              </a:rPr>
              <a:t>For charts ONLY</a:t>
            </a:r>
            <a:endParaRPr kumimoji="0" lang="en-CR" sz="800" b="1" i="0" u="none" strike="noStrike" kern="1200" cap="none" spc="0" normalizeH="0" baseline="0" noProof="0">
              <a:ln>
                <a:noFill/>
              </a:ln>
              <a:solidFill>
                <a:srgbClr val="000000"/>
              </a:solidFill>
              <a:effectLst/>
              <a:uLnTx/>
              <a:uFillTx/>
              <a:ea typeface="GT America Regular" charset="0"/>
              <a:cs typeface="GT America Regular" charset="0"/>
            </a:endParaRPr>
          </a:p>
        </p:txBody>
      </p:sp>
    </p:spTree>
    <p:extLst>
      <p:ext uri="{BB962C8B-B14F-4D97-AF65-F5344CB8AC3E}">
        <p14:creationId xmlns:p14="http://schemas.microsoft.com/office/powerpoint/2010/main" val="3988840573"/>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Dynamic Slices 1 / Dark">
    <p:bg>
      <p:bgPr>
        <a:solidFill>
          <a:schemeClr val="bg2"/>
        </a:solidFill>
        <a:effectLst/>
      </p:bgPr>
    </p:bg>
    <p:spTree>
      <p:nvGrpSpPr>
        <p:cNvPr id="1" name=""/>
        <p:cNvGrpSpPr/>
        <p:nvPr/>
      </p:nvGrpSpPr>
      <p:grpSpPr>
        <a:xfrm>
          <a:off x="0" y="0"/>
          <a:ext cx="0" cy="0"/>
          <a:chOff x="0" y="0"/>
          <a:chExt cx="0" cy="0"/>
        </a:xfrm>
      </p:grpSpPr>
      <p:sp>
        <p:nvSpPr>
          <p:cNvPr id="10" name="Picture Placeholder 9">
            <a:extLst>
              <a:ext uri="{FF2B5EF4-FFF2-40B4-BE49-F238E27FC236}">
                <a16:creationId xmlns:a16="http://schemas.microsoft.com/office/drawing/2014/main" id="{BE85ED21-179E-C2B7-89F1-D4AD14EEDA9A}"/>
              </a:ext>
            </a:extLst>
          </p:cNvPr>
          <p:cNvSpPr>
            <a:spLocks noGrp="1"/>
          </p:cNvSpPr>
          <p:nvPr>
            <p:ph type="pic" sz="quarter" idx="13" hasCustomPrompt="1"/>
          </p:nvPr>
        </p:nvSpPr>
        <p:spPr>
          <a:xfrm>
            <a:off x="8142973" y="0"/>
            <a:ext cx="2029968" cy="6167438"/>
          </a:xfrm>
          <a:solidFill>
            <a:srgbClr val="A6A9AA"/>
          </a:solidFill>
        </p:spPr>
        <p:txBody>
          <a:bodyPr anchor="ctr"/>
          <a:lstStyle>
            <a:lvl1pPr algn="ctr">
              <a:defRPr b="0">
                <a:solidFill>
                  <a:schemeClr val="bg1"/>
                </a:solidFill>
                <a:latin typeface="+mn-lt"/>
              </a:defRPr>
            </a:lvl1pPr>
          </a:lstStyle>
          <a:p>
            <a:r>
              <a:rPr lang="en-US" dirty="0"/>
              <a:t>Dynamic slice crop 1</a:t>
            </a:r>
          </a:p>
        </p:txBody>
      </p:sp>
      <p:sp>
        <p:nvSpPr>
          <p:cNvPr id="8" name="Footer Placeholder 7">
            <a:extLst>
              <a:ext uri="{FF2B5EF4-FFF2-40B4-BE49-F238E27FC236}">
                <a16:creationId xmlns:a16="http://schemas.microsoft.com/office/drawing/2014/main" id="{0E2ADB5F-BB7A-E503-6385-47B7F4A752C0}"/>
              </a:ext>
            </a:extLst>
          </p:cNvPr>
          <p:cNvSpPr>
            <a:spLocks noGrp="1"/>
          </p:cNvSpPr>
          <p:nvPr>
            <p:ph type="ftr" sz="quarter" idx="11"/>
          </p:nvPr>
        </p:nvSpPr>
        <p:spPr/>
        <p:txBody>
          <a:bodyPr/>
          <a:lstStyle>
            <a:lvl1pPr>
              <a:defRPr>
                <a:solidFill>
                  <a:schemeClr val="tx1"/>
                </a:solidFill>
              </a:defRPr>
            </a:lvl1pPr>
          </a:lstStyle>
          <a:p>
            <a:r>
              <a:rPr lang="en-US"/>
              <a:t>See slide 12 for instructions on how to update footer</a:t>
            </a:r>
            <a:endParaRPr lang="en-US" dirty="0"/>
          </a:p>
        </p:txBody>
      </p:sp>
      <p:sp>
        <p:nvSpPr>
          <p:cNvPr id="9" name="Slide Number Placeholder 8">
            <a:extLst>
              <a:ext uri="{FF2B5EF4-FFF2-40B4-BE49-F238E27FC236}">
                <a16:creationId xmlns:a16="http://schemas.microsoft.com/office/drawing/2014/main" id="{CCA8152B-F410-5052-DF3D-06C6DD4D2381}"/>
              </a:ext>
            </a:extLst>
          </p:cNvPr>
          <p:cNvSpPr>
            <a:spLocks noGrp="1"/>
          </p:cNvSpPr>
          <p:nvPr>
            <p:ph type="sldNum" sz="quarter" idx="12"/>
          </p:nvPr>
        </p:nvSpPr>
        <p:spPr/>
        <p:txBody>
          <a:bodyPr/>
          <a:lstStyle>
            <a:lvl1pPr>
              <a:defRPr>
                <a:solidFill>
                  <a:schemeClr val="tx1"/>
                </a:solidFill>
              </a:defRPr>
            </a:lvl1pPr>
          </a:lstStyle>
          <a:p>
            <a:fld id="{862A5111-985B-C14D-9115-5787026182A8}" type="slidenum">
              <a:rPr lang="en-US" smtClean="0"/>
              <a:pPr/>
              <a:t>‹#›</a:t>
            </a:fld>
            <a:endParaRPr lang="en-US" dirty="0"/>
          </a:p>
        </p:txBody>
      </p:sp>
      <p:sp>
        <p:nvSpPr>
          <p:cNvPr id="20" name="Freeform 19">
            <a:extLst>
              <a:ext uri="{FF2B5EF4-FFF2-40B4-BE49-F238E27FC236}">
                <a16:creationId xmlns:a16="http://schemas.microsoft.com/office/drawing/2014/main" id="{091F8258-6B33-2DAE-610E-A14A266200A5}"/>
              </a:ext>
            </a:extLst>
          </p:cNvPr>
          <p:cNvSpPr/>
          <p:nvPr/>
        </p:nvSpPr>
        <p:spPr>
          <a:xfrm>
            <a:off x="554038" y="6469335"/>
            <a:ext cx="678511" cy="112440"/>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rgbClr val="F0F0F1"/>
          </a:solidFill>
          <a:ln w="0" cap="flat">
            <a:noFill/>
            <a:prstDash val="solid"/>
            <a:miter/>
          </a:ln>
        </p:spPr>
        <p:txBody>
          <a:bodyPr rtlCol="0" anchor="ctr"/>
          <a:lstStyle/>
          <a:p>
            <a:endParaRPr lang="en-US"/>
          </a:p>
        </p:txBody>
      </p:sp>
      <p:sp>
        <p:nvSpPr>
          <p:cNvPr id="6" name="Picture Placeholder 9">
            <a:extLst>
              <a:ext uri="{FF2B5EF4-FFF2-40B4-BE49-F238E27FC236}">
                <a16:creationId xmlns:a16="http://schemas.microsoft.com/office/drawing/2014/main" id="{76B8FFAA-4288-7A55-0BCC-B4A10908B32D}"/>
              </a:ext>
            </a:extLst>
          </p:cNvPr>
          <p:cNvSpPr>
            <a:spLocks noGrp="1"/>
          </p:cNvSpPr>
          <p:nvPr>
            <p:ph type="pic" sz="quarter" idx="14" hasCustomPrompt="1"/>
          </p:nvPr>
        </p:nvSpPr>
        <p:spPr>
          <a:xfrm>
            <a:off x="10162032" y="0"/>
            <a:ext cx="2029968" cy="3984625"/>
          </a:xfrm>
          <a:solidFill>
            <a:srgbClr val="A6A9AA"/>
          </a:solidFill>
        </p:spPr>
        <p:txBody>
          <a:bodyPr anchor="ctr"/>
          <a:lstStyle>
            <a:lvl1pPr algn="ctr">
              <a:defRPr b="0">
                <a:solidFill>
                  <a:schemeClr val="bg1"/>
                </a:solidFill>
                <a:latin typeface="+mn-lt"/>
              </a:defRPr>
            </a:lvl1pPr>
          </a:lstStyle>
          <a:p>
            <a:pPr marL="0" marR="0" lvl="0" indent="0" algn="ctr" defTabSz="914400" rtl="0" eaLnBrk="1" fontAlgn="auto" latinLnBrk="0" hangingPunct="1">
              <a:lnSpc>
                <a:spcPct val="101000"/>
              </a:lnSpc>
              <a:spcBef>
                <a:spcPts val="0"/>
              </a:spcBef>
              <a:spcAft>
                <a:spcPts val="600"/>
              </a:spcAft>
              <a:buClrTx/>
              <a:buSzTx/>
              <a:buFont typeface="GT America Regular"/>
              <a:buNone/>
              <a:tabLst/>
              <a:defRPr/>
            </a:pPr>
            <a:r>
              <a:rPr lang="en-US" dirty="0"/>
              <a:t>Dynamic slice crop 2</a:t>
            </a:r>
          </a:p>
        </p:txBody>
      </p:sp>
      <p:sp>
        <p:nvSpPr>
          <p:cNvPr id="5" name="Title 4">
            <a:extLst>
              <a:ext uri="{FF2B5EF4-FFF2-40B4-BE49-F238E27FC236}">
                <a16:creationId xmlns:a16="http://schemas.microsoft.com/office/drawing/2014/main" id="{DFA82EE6-606F-A412-2CF2-001ACBC3F752}"/>
              </a:ext>
            </a:extLst>
          </p:cNvPr>
          <p:cNvSpPr>
            <a:spLocks noGrp="1"/>
          </p:cNvSpPr>
          <p:nvPr>
            <p:ph type="title"/>
          </p:nvPr>
        </p:nvSpPr>
        <p:spPr>
          <a:xfrm>
            <a:off x="546892" y="552449"/>
            <a:ext cx="6849111" cy="434975"/>
          </a:xfrm>
        </p:spPr>
        <p:txBody>
          <a:bodyPr/>
          <a:lstStyle>
            <a:lvl1pPr>
              <a:defRPr>
                <a:solidFill>
                  <a:schemeClr val="accent1"/>
                </a:solidFill>
              </a:defRPr>
            </a:lvl1pPr>
          </a:lstStyle>
          <a:p>
            <a:r>
              <a:rPr lang="en-US"/>
              <a:t>Click to edit Master title style</a:t>
            </a:r>
            <a:endParaRPr lang="en-US" dirty="0"/>
          </a:p>
        </p:txBody>
      </p:sp>
      <p:sp>
        <p:nvSpPr>
          <p:cNvPr id="4" name="Text Placeholder 11">
            <a:extLst>
              <a:ext uri="{FF2B5EF4-FFF2-40B4-BE49-F238E27FC236}">
                <a16:creationId xmlns:a16="http://schemas.microsoft.com/office/drawing/2014/main" id="{98C27CD0-E7ED-0F06-9583-C2455E4C7100}"/>
              </a:ext>
            </a:extLst>
          </p:cNvPr>
          <p:cNvSpPr>
            <a:spLocks noGrp="1"/>
          </p:cNvSpPr>
          <p:nvPr>
            <p:ph type="body" sz="quarter" idx="18"/>
          </p:nvPr>
        </p:nvSpPr>
        <p:spPr>
          <a:xfrm>
            <a:off x="548640" y="1127126"/>
            <a:ext cx="6849110" cy="295274"/>
          </a:xfrm>
        </p:spPr>
        <p:txBody>
          <a:bodyPr>
            <a:noAutofit/>
          </a:bodyPr>
          <a:lstStyle>
            <a:lvl1pPr marL="0" algn="l" defTabSz="914400" rtl="0" eaLnBrk="1" latinLnBrk="0" hangingPunct="1">
              <a:lnSpc>
                <a:spcPct val="80000"/>
              </a:lnSpc>
              <a:spcBef>
                <a:spcPts val="0"/>
              </a:spcBef>
              <a:spcAft>
                <a:spcPts val="0"/>
              </a:spcAft>
              <a:buNone/>
              <a:defRPr lang="en-US" sz="2400" b="0" i="0" kern="1200" dirty="0" smtClean="0">
                <a:solidFill>
                  <a:schemeClr val="tx1"/>
                </a:solidFill>
                <a:latin typeface="+mj-lt"/>
                <a:ea typeface="GT America Regular" charset="0"/>
                <a:cs typeface="GT America Regular" charset="0"/>
              </a:defRPr>
            </a:lvl1pPr>
            <a:lvl2pPr marL="0" indent="0" algn="l" defTabSz="914400" rtl="0" eaLnBrk="1" latinLnBrk="0" hangingPunct="1">
              <a:lnSpc>
                <a:spcPct val="80000"/>
              </a:lnSpc>
              <a:spcBef>
                <a:spcPts val="0"/>
              </a:spcBef>
              <a:spcAft>
                <a:spcPts val="0"/>
              </a:spcAft>
              <a:buNone/>
              <a:defRPr lang="en-US" sz="2400" b="0" i="0" kern="1200" dirty="0" smtClean="0">
                <a:solidFill>
                  <a:schemeClr val="tx1"/>
                </a:solidFill>
                <a:latin typeface="+mj-lt"/>
                <a:ea typeface="GT America Regular" charset="0"/>
                <a:cs typeface="GT America Regular" charset="0"/>
              </a:defRPr>
            </a:lvl2pPr>
            <a:lvl3pPr marL="0" indent="0" algn="l" defTabSz="914400" rtl="0" eaLnBrk="1" latinLnBrk="0" hangingPunct="1">
              <a:lnSpc>
                <a:spcPct val="80000"/>
              </a:lnSpc>
              <a:spcBef>
                <a:spcPts val="0"/>
              </a:spcBef>
              <a:spcAft>
                <a:spcPts val="0"/>
              </a:spcAft>
              <a:buNone/>
              <a:defRPr lang="en-US" sz="2400" b="0" i="0" kern="1200" dirty="0" smtClean="0">
                <a:solidFill>
                  <a:schemeClr val="tx1"/>
                </a:solidFill>
                <a:latin typeface="+mj-lt"/>
                <a:ea typeface="GT America Regular" charset="0"/>
                <a:cs typeface="GT America Regular" charset="0"/>
              </a:defRPr>
            </a:lvl3pPr>
            <a:lvl4pPr marL="0" indent="0" algn="l" defTabSz="914400" rtl="0" eaLnBrk="1" latinLnBrk="0" hangingPunct="1">
              <a:lnSpc>
                <a:spcPct val="80000"/>
              </a:lnSpc>
              <a:spcBef>
                <a:spcPts val="0"/>
              </a:spcBef>
              <a:spcAft>
                <a:spcPts val="0"/>
              </a:spcAft>
              <a:buNone/>
              <a:defRPr lang="en-US" sz="2400" b="0" i="0" kern="1200" dirty="0" smtClean="0">
                <a:solidFill>
                  <a:schemeClr val="tx1"/>
                </a:solidFill>
                <a:latin typeface="+mj-lt"/>
                <a:ea typeface="GT America Regular" charset="0"/>
                <a:cs typeface="GT America Regular" charset="0"/>
              </a:defRPr>
            </a:lvl4pPr>
            <a:lvl5pPr marL="0" indent="0" algn="l" defTabSz="914400" rtl="0" eaLnBrk="1" latinLnBrk="0" hangingPunct="1">
              <a:lnSpc>
                <a:spcPct val="80000"/>
              </a:lnSpc>
              <a:spcBef>
                <a:spcPts val="0"/>
              </a:spcBef>
              <a:spcAft>
                <a:spcPts val="0"/>
              </a:spcAft>
              <a:buNone/>
              <a:defRPr lang="en-US" sz="2400" b="0" i="0" kern="1200" dirty="0" smtClean="0">
                <a:solidFill>
                  <a:schemeClr val="tx1"/>
                </a:solidFill>
                <a:latin typeface="+mj-lt"/>
                <a:ea typeface="GT America Regular" charset="0"/>
                <a:cs typeface="GT America Regular" charset="0"/>
              </a:defRPr>
            </a:lvl5pPr>
            <a:lvl6pPr marL="0" indent="0" algn="l" defTabSz="914400" rtl="0" eaLnBrk="1" latinLnBrk="0" hangingPunct="1">
              <a:lnSpc>
                <a:spcPct val="80000"/>
              </a:lnSpc>
              <a:spcBef>
                <a:spcPts val="0"/>
              </a:spcBef>
              <a:spcAft>
                <a:spcPts val="0"/>
              </a:spcAft>
              <a:buNone/>
              <a:defRPr lang="en-US" sz="2400" b="0" i="0" kern="1200" dirty="0" smtClean="0">
                <a:solidFill>
                  <a:schemeClr val="tx1"/>
                </a:solidFill>
                <a:latin typeface="+mj-lt"/>
                <a:ea typeface="GT America Regular" charset="0"/>
                <a:cs typeface="GT America Regular" charset="0"/>
              </a:defRPr>
            </a:lvl6pPr>
            <a:lvl7pPr marL="0" indent="0" algn="l" defTabSz="914400" rtl="0" eaLnBrk="1" latinLnBrk="0" hangingPunct="1">
              <a:lnSpc>
                <a:spcPct val="80000"/>
              </a:lnSpc>
              <a:spcBef>
                <a:spcPts val="0"/>
              </a:spcBef>
              <a:spcAft>
                <a:spcPts val="0"/>
              </a:spcAft>
              <a:buNone/>
              <a:defRPr lang="en-US" sz="2400" b="0" i="0" kern="1200" dirty="0" smtClean="0">
                <a:solidFill>
                  <a:schemeClr val="tx1"/>
                </a:solidFill>
                <a:latin typeface="+mj-lt"/>
                <a:ea typeface="GT America Regular" charset="0"/>
                <a:cs typeface="GT America Regular" charset="0"/>
              </a:defRPr>
            </a:lvl7pPr>
            <a:lvl8pPr marL="0" indent="0" algn="l" defTabSz="914400" rtl="0" eaLnBrk="1" latinLnBrk="0" hangingPunct="1">
              <a:lnSpc>
                <a:spcPct val="80000"/>
              </a:lnSpc>
              <a:spcBef>
                <a:spcPts val="0"/>
              </a:spcBef>
              <a:spcAft>
                <a:spcPts val="0"/>
              </a:spcAft>
              <a:buNone/>
              <a:defRPr lang="en-US" sz="2400" b="0" i="0" kern="1200" dirty="0" smtClean="0">
                <a:solidFill>
                  <a:schemeClr val="tx1"/>
                </a:solidFill>
                <a:latin typeface="+mj-lt"/>
                <a:ea typeface="GT America Regular" charset="0"/>
                <a:cs typeface="GT America Regular" charset="0"/>
              </a:defRPr>
            </a:lvl8pPr>
            <a:lvl9pPr marL="0" indent="0" algn="l" defTabSz="914400" rtl="0" eaLnBrk="1" latinLnBrk="0" hangingPunct="1">
              <a:lnSpc>
                <a:spcPct val="80000"/>
              </a:lnSpc>
              <a:spcBef>
                <a:spcPts val="0"/>
              </a:spcBef>
              <a:spcAft>
                <a:spcPts val="0"/>
              </a:spcAft>
              <a:buNone/>
              <a:defRPr lang="en-US" sz="2400" b="0" i="0" kern="1200" dirty="0">
                <a:solidFill>
                  <a:schemeClr val="tx1"/>
                </a:solidFill>
                <a:latin typeface="+mj-lt"/>
                <a:ea typeface="GT America Regular" charset="0"/>
                <a:cs typeface="GT America Regular" charset="0"/>
              </a:defRPr>
            </a:lvl9pPr>
          </a:lstStyle>
          <a:p>
            <a:pPr lvl="0"/>
            <a:r>
              <a:rPr lang="en-US"/>
              <a:t>Click to edit Master text styles</a:t>
            </a:r>
          </a:p>
        </p:txBody>
      </p:sp>
      <p:sp>
        <p:nvSpPr>
          <p:cNvPr id="16" name="Text Placeholder 15">
            <a:extLst>
              <a:ext uri="{FF2B5EF4-FFF2-40B4-BE49-F238E27FC236}">
                <a16:creationId xmlns:a16="http://schemas.microsoft.com/office/drawing/2014/main" id="{153D2C7A-DCFA-04C5-B25D-045A4E287A01}"/>
              </a:ext>
            </a:extLst>
          </p:cNvPr>
          <p:cNvSpPr>
            <a:spLocks noGrp="1"/>
          </p:cNvSpPr>
          <p:nvPr>
            <p:ph type="body" sz="quarter" idx="19" hasCustomPrompt="1"/>
          </p:nvPr>
        </p:nvSpPr>
        <p:spPr>
          <a:xfrm>
            <a:off x="546540" y="6019800"/>
            <a:ext cx="6849111" cy="292099"/>
          </a:xfrm>
        </p:spPr>
        <p:txBody>
          <a:bodyPr anchor="b">
            <a:noAutofit/>
          </a:bodyPr>
          <a:lstStyle>
            <a:lvl1pPr marL="0" indent="0" algn="l" defTabSz="914400" rtl="0" eaLnBrk="1" latinLnBrk="0" hangingPunct="1">
              <a:lnSpc>
                <a:spcPct val="101000"/>
              </a:lnSpc>
              <a:spcBef>
                <a:spcPts val="0"/>
              </a:spcBef>
              <a:spcAft>
                <a:spcPts val="600"/>
              </a:spcAft>
              <a:buNone/>
              <a:defRPr lang="en-US" sz="600" b="0" i="0" kern="1200" dirty="0" smtClean="0">
                <a:solidFill>
                  <a:schemeClr val="tx1"/>
                </a:solidFill>
                <a:latin typeface="+mn-lt"/>
                <a:ea typeface="GT America Regular" charset="0"/>
                <a:cs typeface="GT America Regular" charset="0"/>
              </a:defRPr>
            </a:lvl1pPr>
            <a:lvl2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2pPr>
            <a:lvl3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3pPr>
            <a:lvl4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4pPr>
            <a:lvl5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5pPr>
            <a:lvl6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6pPr>
            <a:lvl7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7pPr>
            <a:lvl8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8pPr>
            <a:lvl9pPr marL="0" indent="0" algn="l" defTabSz="914400" rtl="0" eaLnBrk="1" latinLnBrk="0" hangingPunct="1">
              <a:lnSpc>
                <a:spcPct val="101000"/>
              </a:lnSpc>
              <a:spcBef>
                <a:spcPts val="0"/>
              </a:spcBef>
              <a:spcAft>
                <a:spcPts val="600"/>
              </a:spcAft>
              <a:buNone/>
              <a:defRPr lang="en-US" sz="600" b="0" i="0" kern="1200" dirty="0">
                <a:solidFill>
                  <a:srgbClr val="75787B"/>
                </a:solidFill>
                <a:latin typeface="+mn-lt"/>
                <a:ea typeface="GT America Regular" charset="0"/>
                <a:cs typeface="GT America Regular" charset="0"/>
              </a:defRPr>
            </a:lvl9pPr>
          </a:lstStyle>
          <a:p>
            <a:pPr lvl="0"/>
            <a:r>
              <a:rPr lang="en-US" dirty="0"/>
              <a:t>Click to add footnotes or disclaimer information</a:t>
            </a:r>
          </a:p>
        </p:txBody>
      </p:sp>
      <p:sp>
        <p:nvSpPr>
          <p:cNvPr id="17" name="Content Placeholder 25">
            <a:extLst>
              <a:ext uri="{FF2B5EF4-FFF2-40B4-BE49-F238E27FC236}">
                <a16:creationId xmlns:a16="http://schemas.microsoft.com/office/drawing/2014/main" id="{C0678888-447D-EFD9-9770-C2B47B8E8D77}"/>
              </a:ext>
            </a:extLst>
          </p:cNvPr>
          <p:cNvSpPr>
            <a:spLocks noGrp="1"/>
          </p:cNvSpPr>
          <p:nvPr>
            <p:ph sz="quarter" idx="23"/>
          </p:nvPr>
        </p:nvSpPr>
        <p:spPr>
          <a:xfrm>
            <a:off x="546540" y="1849438"/>
            <a:ext cx="6851209" cy="4017962"/>
          </a:xfrm>
        </p:spPr>
        <p:txBody>
          <a:bodyPr/>
          <a:lstStyle>
            <a:lvl3pPr>
              <a:buClr>
                <a:schemeClr val="tx1"/>
              </a:buClr>
              <a:defRPr/>
            </a:lvl3pPr>
            <a:lvl5pPr>
              <a:buClr>
                <a:schemeClr val="tx1"/>
              </a:buClr>
              <a:defRPr/>
            </a:lvl5pPr>
            <a:lvl7pPr>
              <a:buClr>
                <a:schemeClr val="tx1"/>
              </a:buClr>
              <a:defRPr/>
            </a:lvl7pPr>
            <a:lvl9pPr>
              <a:buClr>
                <a:schemeClr val="tx1"/>
              </a:buClr>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grpSp>
        <p:nvGrpSpPr>
          <p:cNvPr id="2" name="Group 1">
            <a:extLst>
              <a:ext uri="{FF2B5EF4-FFF2-40B4-BE49-F238E27FC236}">
                <a16:creationId xmlns:a16="http://schemas.microsoft.com/office/drawing/2014/main" id="{4ACBCAF5-F85E-9260-45D2-E10A69353E47}"/>
              </a:ext>
            </a:extLst>
          </p:cNvPr>
          <p:cNvGrpSpPr/>
          <p:nvPr userDrawn="1"/>
        </p:nvGrpSpPr>
        <p:grpSpPr>
          <a:xfrm>
            <a:off x="12356815" y="0"/>
            <a:ext cx="756834" cy="6872642"/>
            <a:chOff x="12356815" y="0"/>
            <a:chExt cx="756834" cy="6872642"/>
          </a:xfrm>
        </p:grpSpPr>
        <p:sp>
          <p:nvSpPr>
            <p:cNvPr id="3" name="Rectangle 2">
              <a:extLst>
                <a:ext uri="{FF2B5EF4-FFF2-40B4-BE49-F238E27FC236}">
                  <a16:creationId xmlns:a16="http://schemas.microsoft.com/office/drawing/2014/main" id="{1F4F3A24-C0C4-91C5-F133-8BC582EFBA83}"/>
                </a:ext>
              </a:extLst>
            </p:cNvPr>
            <p:cNvSpPr/>
            <p:nvPr userDrawn="1"/>
          </p:nvSpPr>
          <p:spPr>
            <a:xfrm>
              <a:off x="12356815" y="0"/>
              <a:ext cx="553069" cy="3279913"/>
            </a:xfrm>
            <a:prstGeom prst="rect">
              <a:avLst/>
            </a:prstGeom>
            <a:solidFill>
              <a:srgbClr val="F2F2F2"/>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a:p>
          </p:txBody>
        </p:sp>
        <p:sp>
          <p:nvSpPr>
            <p:cNvPr id="7" name="TextBox 6">
              <a:extLst>
                <a:ext uri="{FF2B5EF4-FFF2-40B4-BE49-F238E27FC236}">
                  <a16:creationId xmlns:a16="http://schemas.microsoft.com/office/drawing/2014/main" id="{2AEC6B2F-BB56-0E2B-A9A1-B1E2DA6A74B2}"/>
                </a:ext>
              </a:extLst>
            </p:cNvPr>
            <p:cNvSpPr txBox="1"/>
            <p:nvPr userDrawn="1"/>
          </p:nvSpPr>
          <p:spPr>
            <a:xfrm rot="16200000">
              <a:off x="12332216" y="1580677"/>
              <a:ext cx="1444306" cy="118559"/>
            </a:xfrm>
            <a:prstGeom prst="rect">
              <a:avLst/>
            </a:prstGeom>
            <a:noFill/>
          </p:spPr>
          <p:txBody>
            <a:bodyPr wrap="none" lIns="0" tIns="0" rIns="0" bIns="0" rtlCol="0">
              <a:spAutoFit/>
            </a:bodyPr>
            <a:lstStyle/>
            <a:p>
              <a:pPr algn="l">
                <a:lnSpc>
                  <a:spcPct val="101000"/>
                </a:lnSpc>
                <a:spcAft>
                  <a:spcPts val="600"/>
                </a:spcAft>
              </a:pPr>
              <a:r>
                <a:rPr kumimoji="0" lang="en-CR" sz="800" b="1" i="0" u="none" strike="noStrike" kern="1200" cap="none" spc="0" normalizeH="0" baseline="0" noProof="0">
                  <a:ln>
                    <a:noFill/>
                  </a:ln>
                  <a:solidFill>
                    <a:srgbClr val="000000"/>
                  </a:solidFill>
                  <a:effectLst/>
                  <a:uLnTx/>
                  <a:uFillTx/>
                  <a:ea typeface="GT America Regular" charset="0"/>
                  <a:cs typeface="GT America Regular" charset="0"/>
                </a:rPr>
                <a:t>ON LIGHT AND EXTRA LIGHT</a:t>
              </a:r>
            </a:p>
          </p:txBody>
        </p:sp>
        <p:sp>
          <p:nvSpPr>
            <p:cNvPr id="11" name="Rectangle 10">
              <a:extLst>
                <a:ext uri="{FF2B5EF4-FFF2-40B4-BE49-F238E27FC236}">
                  <a16:creationId xmlns:a16="http://schemas.microsoft.com/office/drawing/2014/main" id="{D61A9A6C-A35D-F48B-E57F-4E4481FF6A25}"/>
                </a:ext>
              </a:extLst>
            </p:cNvPr>
            <p:cNvSpPr/>
            <p:nvPr userDrawn="1"/>
          </p:nvSpPr>
          <p:spPr>
            <a:xfrm>
              <a:off x="12356815" y="3592729"/>
              <a:ext cx="553069" cy="3279913"/>
            </a:xfrm>
            <a:prstGeom prst="rect">
              <a:avLst/>
            </a:prstGeom>
            <a:solidFill>
              <a:schemeClr val="bg2"/>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a:p>
          </p:txBody>
        </p:sp>
        <p:grpSp>
          <p:nvGrpSpPr>
            <p:cNvPr id="12" name="Group 11">
              <a:extLst>
                <a:ext uri="{FF2B5EF4-FFF2-40B4-BE49-F238E27FC236}">
                  <a16:creationId xmlns:a16="http://schemas.microsoft.com/office/drawing/2014/main" id="{F82F64BF-E7A4-C609-C19E-8718CCE2705E}"/>
                </a:ext>
              </a:extLst>
            </p:cNvPr>
            <p:cNvGrpSpPr/>
            <p:nvPr userDrawn="1"/>
          </p:nvGrpSpPr>
          <p:grpSpPr>
            <a:xfrm>
              <a:off x="12442019" y="3791214"/>
              <a:ext cx="382660" cy="2882942"/>
              <a:chOff x="14001569" y="3716048"/>
              <a:chExt cx="316248" cy="3171236"/>
            </a:xfrm>
          </p:grpSpPr>
          <p:sp>
            <p:nvSpPr>
              <p:cNvPr id="28" name="Rectangle 27">
                <a:extLst>
                  <a:ext uri="{FF2B5EF4-FFF2-40B4-BE49-F238E27FC236}">
                    <a16:creationId xmlns:a16="http://schemas.microsoft.com/office/drawing/2014/main" id="{47D2B2C8-6984-DC71-3F4A-98E810198388}"/>
                  </a:ext>
                </a:extLst>
              </p:cNvPr>
              <p:cNvSpPr/>
              <p:nvPr userDrawn="1"/>
            </p:nvSpPr>
            <p:spPr>
              <a:xfrm rot="5400000">
                <a:off x="14033099" y="5954114"/>
                <a:ext cx="253188" cy="316248"/>
              </a:xfrm>
              <a:prstGeom prst="rect">
                <a:avLst/>
              </a:prstGeom>
              <a:solidFill>
                <a:srgbClr val="005E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29" name="Rectangle 28">
                <a:extLst>
                  <a:ext uri="{FF2B5EF4-FFF2-40B4-BE49-F238E27FC236}">
                    <a16:creationId xmlns:a16="http://schemas.microsoft.com/office/drawing/2014/main" id="{E1394FEF-A213-6389-85A9-825225D38322}"/>
                  </a:ext>
                </a:extLst>
              </p:cNvPr>
              <p:cNvSpPr/>
              <p:nvPr userDrawn="1"/>
            </p:nvSpPr>
            <p:spPr>
              <a:xfrm rot="5400000">
                <a:off x="14033099" y="6278342"/>
                <a:ext cx="253188" cy="316248"/>
              </a:xfrm>
              <a:prstGeom prst="rect">
                <a:avLst/>
              </a:prstGeom>
              <a:solidFill>
                <a:srgbClr val="B8B9D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30" name="Rectangle 29">
                <a:extLst>
                  <a:ext uri="{FF2B5EF4-FFF2-40B4-BE49-F238E27FC236}">
                    <a16:creationId xmlns:a16="http://schemas.microsoft.com/office/drawing/2014/main" id="{747BD231-50FB-3617-3FDB-FD20EA3F8075}"/>
                  </a:ext>
                </a:extLst>
              </p:cNvPr>
              <p:cNvSpPr/>
              <p:nvPr userDrawn="1"/>
            </p:nvSpPr>
            <p:spPr>
              <a:xfrm rot="5400000">
                <a:off x="14033099" y="6602566"/>
                <a:ext cx="253188" cy="316248"/>
              </a:xfrm>
              <a:prstGeom prst="rect">
                <a:avLst/>
              </a:prstGeom>
              <a:solidFill>
                <a:srgbClr val="FBE6D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31" name="Rectangle 30">
                <a:extLst>
                  <a:ext uri="{FF2B5EF4-FFF2-40B4-BE49-F238E27FC236}">
                    <a16:creationId xmlns:a16="http://schemas.microsoft.com/office/drawing/2014/main" id="{B8F9F983-7DF8-B403-C801-BFF885DA98D7}"/>
                  </a:ext>
                </a:extLst>
              </p:cNvPr>
              <p:cNvSpPr/>
              <p:nvPr userDrawn="1"/>
            </p:nvSpPr>
            <p:spPr>
              <a:xfrm rot="5400000">
                <a:off x="14033099" y="4981430"/>
                <a:ext cx="253188" cy="316248"/>
              </a:xfrm>
              <a:prstGeom prst="rect">
                <a:avLst/>
              </a:prstGeom>
              <a:solidFill>
                <a:srgbClr val="BCE09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32" name="Rectangle 31">
                <a:extLst>
                  <a:ext uri="{FF2B5EF4-FFF2-40B4-BE49-F238E27FC236}">
                    <a16:creationId xmlns:a16="http://schemas.microsoft.com/office/drawing/2014/main" id="{842FAC56-EDA4-E863-CDFE-25ECCA0EF656}"/>
                  </a:ext>
                </a:extLst>
              </p:cNvPr>
              <p:cNvSpPr/>
              <p:nvPr userDrawn="1"/>
            </p:nvSpPr>
            <p:spPr>
              <a:xfrm rot="5400000">
                <a:off x="14033099" y="5305658"/>
                <a:ext cx="253188" cy="316248"/>
              </a:xfrm>
              <a:prstGeom prst="rect">
                <a:avLst/>
              </a:prstGeom>
              <a:solidFill>
                <a:srgbClr val="E9783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33" name="Rectangle 32">
                <a:extLst>
                  <a:ext uri="{FF2B5EF4-FFF2-40B4-BE49-F238E27FC236}">
                    <a16:creationId xmlns:a16="http://schemas.microsoft.com/office/drawing/2014/main" id="{5FCE494D-C367-FD6C-8CC3-94D1ED3645AE}"/>
                  </a:ext>
                </a:extLst>
              </p:cNvPr>
              <p:cNvSpPr/>
              <p:nvPr userDrawn="1"/>
            </p:nvSpPr>
            <p:spPr>
              <a:xfrm rot="5400000">
                <a:off x="14033099" y="5629886"/>
                <a:ext cx="253188" cy="316248"/>
              </a:xfrm>
              <a:prstGeom prst="rect">
                <a:avLst/>
              </a:prstGeom>
              <a:solidFill>
                <a:srgbClr val="B9056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34" name="Rectangle 33">
                <a:extLst>
                  <a:ext uri="{FF2B5EF4-FFF2-40B4-BE49-F238E27FC236}">
                    <a16:creationId xmlns:a16="http://schemas.microsoft.com/office/drawing/2014/main" id="{75CC33F4-F711-28A4-5CDF-1F05FCA90C05}"/>
                  </a:ext>
                </a:extLst>
              </p:cNvPr>
              <p:cNvSpPr/>
              <p:nvPr userDrawn="1"/>
            </p:nvSpPr>
            <p:spPr>
              <a:xfrm rot="5400000">
                <a:off x="14033099" y="3684518"/>
                <a:ext cx="253188" cy="316248"/>
              </a:xfrm>
              <a:prstGeom prst="rect">
                <a:avLst/>
              </a:prstGeom>
              <a:solidFill>
                <a:srgbClr val="9DC2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35" name="Rectangle 34">
                <a:extLst>
                  <a:ext uri="{FF2B5EF4-FFF2-40B4-BE49-F238E27FC236}">
                    <a16:creationId xmlns:a16="http://schemas.microsoft.com/office/drawing/2014/main" id="{CEC6EEC7-9896-05BA-2F94-6498F1C8EFF0}"/>
                  </a:ext>
                </a:extLst>
              </p:cNvPr>
              <p:cNvSpPr/>
              <p:nvPr userDrawn="1"/>
            </p:nvSpPr>
            <p:spPr>
              <a:xfrm rot="5400000">
                <a:off x="14033099" y="4008746"/>
                <a:ext cx="253188" cy="316248"/>
              </a:xfrm>
              <a:prstGeom prst="rect">
                <a:avLst/>
              </a:prstGeom>
              <a:solidFill>
                <a:srgbClr val="309DA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36" name="Rectangle 35">
                <a:extLst>
                  <a:ext uri="{FF2B5EF4-FFF2-40B4-BE49-F238E27FC236}">
                    <a16:creationId xmlns:a16="http://schemas.microsoft.com/office/drawing/2014/main" id="{69201B95-2BC3-3285-F846-F361D7845824}"/>
                  </a:ext>
                </a:extLst>
              </p:cNvPr>
              <p:cNvSpPr/>
              <p:nvPr userDrawn="1"/>
            </p:nvSpPr>
            <p:spPr>
              <a:xfrm rot="5400000">
                <a:off x="14033099" y="4332974"/>
                <a:ext cx="253188" cy="316248"/>
              </a:xfrm>
              <a:prstGeom prst="rect">
                <a:avLst/>
              </a:prstGeom>
              <a:solidFill>
                <a:srgbClr val="E2C22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37" name="Rectangle 36">
                <a:extLst>
                  <a:ext uri="{FF2B5EF4-FFF2-40B4-BE49-F238E27FC236}">
                    <a16:creationId xmlns:a16="http://schemas.microsoft.com/office/drawing/2014/main" id="{E79BFA73-4E7A-740E-EF3A-1A622F1230FF}"/>
                  </a:ext>
                </a:extLst>
              </p:cNvPr>
              <p:cNvSpPr/>
              <p:nvPr userDrawn="1"/>
            </p:nvSpPr>
            <p:spPr>
              <a:xfrm rot="5400000">
                <a:off x="14033099" y="4657202"/>
                <a:ext cx="253188" cy="316248"/>
              </a:xfrm>
              <a:prstGeom prst="rect">
                <a:avLst/>
              </a:prstGeom>
              <a:solidFill>
                <a:srgbClr val="9158B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grpSp>
        <p:grpSp>
          <p:nvGrpSpPr>
            <p:cNvPr id="13" name="Group 12">
              <a:extLst>
                <a:ext uri="{FF2B5EF4-FFF2-40B4-BE49-F238E27FC236}">
                  <a16:creationId xmlns:a16="http://schemas.microsoft.com/office/drawing/2014/main" id="{B4AC643B-CD4B-9901-394F-CCCCA27E0986}"/>
                </a:ext>
              </a:extLst>
            </p:cNvPr>
            <p:cNvGrpSpPr/>
            <p:nvPr userDrawn="1"/>
          </p:nvGrpSpPr>
          <p:grpSpPr>
            <a:xfrm>
              <a:off x="12442019" y="198485"/>
              <a:ext cx="382660" cy="2882942"/>
              <a:chOff x="12742785" y="3716048"/>
              <a:chExt cx="316248" cy="3171236"/>
            </a:xfrm>
          </p:grpSpPr>
          <p:sp>
            <p:nvSpPr>
              <p:cNvPr id="15" name="Rectangle 14">
                <a:extLst>
                  <a:ext uri="{FF2B5EF4-FFF2-40B4-BE49-F238E27FC236}">
                    <a16:creationId xmlns:a16="http://schemas.microsoft.com/office/drawing/2014/main" id="{D94879CE-3955-5F1D-736A-278F72927C3C}"/>
                  </a:ext>
                </a:extLst>
              </p:cNvPr>
              <p:cNvSpPr/>
              <p:nvPr userDrawn="1"/>
            </p:nvSpPr>
            <p:spPr>
              <a:xfrm rot="5400000">
                <a:off x="12774315" y="6602566"/>
                <a:ext cx="253188" cy="316248"/>
              </a:xfrm>
              <a:prstGeom prst="rect">
                <a:avLst/>
              </a:prstGeom>
              <a:solidFill>
                <a:srgbClr val="BFD6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18" name="Rectangle 17">
                <a:extLst>
                  <a:ext uri="{FF2B5EF4-FFF2-40B4-BE49-F238E27FC236}">
                    <a16:creationId xmlns:a16="http://schemas.microsoft.com/office/drawing/2014/main" id="{C03CF393-2C11-510D-35CB-0C8C48AA9E73}"/>
                  </a:ext>
                </a:extLst>
              </p:cNvPr>
              <p:cNvSpPr/>
              <p:nvPr userDrawn="1"/>
            </p:nvSpPr>
            <p:spPr>
              <a:xfrm rot="5400000">
                <a:off x="12774315" y="4981430"/>
                <a:ext cx="253188" cy="316248"/>
              </a:xfrm>
              <a:prstGeom prst="rect">
                <a:avLst/>
              </a:prstGeom>
              <a:solidFill>
                <a:srgbClr val="D25F7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19" name="Rectangle 18">
                <a:extLst>
                  <a:ext uri="{FF2B5EF4-FFF2-40B4-BE49-F238E27FC236}">
                    <a16:creationId xmlns:a16="http://schemas.microsoft.com/office/drawing/2014/main" id="{C827355F-67EF-0151-B97B-0F0EBCF82386}"/>
                  </a:ext>
                </a:extLst>
              </p:cNvPr>
              <p:cNvSpPr/>
              <p:nvPr userDrawn="1"/>
            </p:nvSpPr>
            <p:spPr>
              <a:xfrm rot="5400000">
                <a:off x="12774315" y="5305658"/>
                <a:ext cx="253188" cy="316248"/>
              </a:xfrm>
              <a:prstGeom prst="rect">
                <a:avLst/>
              </a:prstGeom>
              <a:solidFill>
                <a:srgbClr val="C6480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21" name="Rectangle 20">
                <a:extLst>
                  <a:ext uri="{FF2B5EF4-FFF2-40B4-BE49-F238E27FC236}">
                    <a16:creationId xmlns:a16="http://schemas.microsoft.com/office/drawing/2014/main" id="{F949527A-0EE9-9003-3BB4-2876DA3BED09}"/>
                  </a:ext>
                </a:extLst>
              </p:cNvPr>
              <p:cNvSpPr/>
              <p:nvPr userDrawn="1"/>
            </p:nvSpPr>
            <p:spPr>
              <a:xfrm rot="5400000">
                <a:off x="12774315" y="5629886"/>
                <a:ext cx="253188" cy="316248"/>
              </a:xfrm>
              <a:prstGeom prst="rect">
                <a:avLst/>
              </a:prstGeom>
              <a:solidFill>
                <a:srgbClr val="BA016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22" name="Rectangle 21">
                <a:extLst>
                  <a:ext uri="{FF2B5EF4-FFF2-40B4-BE49-F238E27FC236}">
                    <a16:creationId xmlns:a16="http://schemas.microsoft.com/office/drawing/2014/main" id="{1DF9860E-25F4-317B-116A-8B761DB7823F}"/>
                  </a:ext>
                </a:extLst>
              </p:cNvPr>
              <p:cNvSpPr/>
              <p:nvPr userDrawn="1"/>
            </p:nvSpPr>
            <p:spPr>
              <a:xfrm rot="5400000">
                <a:off x="12774315" y="3684518"/>
                <a:ext cx="253188" cy="316248"/>
              </a:xfrm>
              <a:prstGeom prst="rect">
                <a:avLst/>
              </a:prstGeom>
              <a:solidFill>
                <a:srgbClr val="005E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23" name="Rectangle 22">
                <a:extLst>
                  <a:ext uri="{FF2B5EF4-FFF2-40B4-BE49-F238E27FC236}">
                    <a16:creationId xmlns:a16="http://schemas.microsoft.com/office/drawing/2014/main" id="{0FAD61EE-2609-ABE6-0C43-32CACD37C262}"/>
                  </a:ext>
                </a:extLst>
              </p:cNvPr>
              <p:cNvSpPr/>
              <p:nvPr userDrawn="1"/>
            </p:nvSpPr>
            <p:spPr>
              <a:xfrm rot="5400000">
                <a:off x="12774315" y="4008746"/>
                <a:ext cx="253188" cy="316248"/>
              </a:xfrm>
              <a:prstGeom prst="rect">
                <a:avLst/>
              </a:prstGeom>
              <a:solidFill>
                <a:srgbClr val="5EB6B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24" name="Rectangle 23">
                <a:extLst>
                  <a:ext uri="{FF2B5EF4-FFF2-40B4-BE49-F238E27FC236}">
                    <a16:creationId xmlns:a16="http://schemas.microsoft.com/office/drawing/2014/main" id="{A661F068-1422-AB79-AADC-889AD458E9A0}"/>
                  </a:ext>
                </a:extLst>
              </p:cNvPr>
              <p:cNvSpPr/>
              <p:nvPr userDrawn="1"/>
            </p:nvSpPr>
            <p:spPr>
              <a:xfrm rot="5400000">
                <a:off x="12774315" y="4332974"/>
                <a:ext cx="253188" cy="316248"/>
              </a:xfrm>
              <a:prstGeom prst="rect">
                <a:avLst/>
              </a:prstGeom>
              <a:solidFill>
                <a:srgbClr val="C7AB2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25" name="Rectangle 24">
                <a:extLst>
                  <a:ext uri="{FF2B5EF4-FFF2-40B4-BE49-F238E27FC236}">
                    <a16:creationId xmlns:a16="http://schemas.microsoft.com/office/drawing/2014/main" id="{6E3D7DF4-FF8C-5B7A-B7F0-B2DE734AD7FB}"/>
                  </a:ext>
                </a:extLst>
              </p:cNvPr>
              <p:cNvSpPr/>
              <p:nvPr userDrawn="1"/>
            </p:nvSpPr>
            <p:spPr>
              <a:xfrm rot="5400000">
                <a:off x="12774315" y="4657202"/>
                <a:ext cx="253188" cy="316248"/>
              </a:xfrm>
              <a:prstGeom prst="rect">
                <a:avLst/>
              </a:prstGeom>
              <a:solidFill>
                <a:srgbClr val="5C068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26" name="Rectangle 25">
                <a:extLst>
                  <a:ext uri="{FF2B5EF4-FFF2-40B4-BE49-F238E27FC236}">
                    <a16:creationId xmlns:a16="http://schemas.microsoft.com/office/drawing/2014/main" id="{7EC39846-3C08-875D-141F-B20B44240FB2}"/>
                  </a:ext>
                </a:extLst>
              </p:cNvPr>
              <p:cNvSpPr/>
              <p:nvPr userDrawn="1"/>
            </p:nvSpPr>
            <p:spPr>
              <a:xfrm rot="5400000">
                <a:off x="12774315" y="5954114"/>
                <a:ext cx="253188" cy="316248"/>
              </a:xfrm>
              <a:prstGeom prst="rect">
                <a:avLst/>
              </a:prstGeom>
              <a:solidFill>
                <a:srgbClr val="2A431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27" name="Rectangle 26">
                <a:extLst>
                  <a:ext uri="{FF2B5EF4-FFF2-40B4-BE49-F238E27FC236}">
                    <a16:creationId xmlns:a16="http://schemas.microsoft.com/office/drawing/2014/main" id="{6F4C36D5-D0F0-87B9-E84A-6CFC89730C50}"/>
                  </a:ext>
                </a:extLst>
              </p:cNvPr>
              <p:cNvSpPr/>
              <p:nvPr userDrawn="1"/>
            </p:nvSpPr>
            <p:spPr>
              <a:xfrm rot="5400000">
                <a:off x="12774315" y="6278342"/>
                <a:ext cx="253188" cy="316248"/>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grpSp>
        <p:sp>
          <p:nvSpPr>
            <p:cNvPr id="14" name="TextBox 13">
              <a:extLst>
                <a:ext uri="{FF2B5EF4-FFF2-40B4-BE49-F238E27FC236}">
                  <a16:creationId xmlns:a16="http://schemas.microsoft.com/office/drawing/2014/main" id="{B9D13ED6-5FBB-474A-F32A-2240D9052CA0}"/>
                </a:ext>
              </a:extLst>
            </p:cNvPr>
            <p:cNvSpPr txBox="1"/>
            <p:nvPr userDrawn="1"/>
          </p:nvSpPr>
          <p:spPr>
            <a:xfrm rot="16200000">
              <a:off x="12574270" y="5173406"/>
              <a:ext cx="960199" cy="118559"/>
            </a:xfrm>
            <a:prstGeom prst="rect">
              <a:avLst/>
            </a:prstGeom>
            <a:noFill/>
          </p:spPr>
          <p:txBody>
            <a:bodyPr wrap="none" lIns="0" tIns="0" rIns="0" bIns="0" rtlCol="0">
              <a:spAutoFit/>
            </a:bodyPr>
            <a:lstStyle/>
            <a:p>
              <a:pPr algn="l">
                <a:lnSpc>
                  <a:spcPct val="101000"/>
                </a:lnSpc>
                <a:spcAft>
                  <a:spcPts val="600"/>
                </a:spcAft>
              </a:pPr>
              <a:r>
                <a:rPr lang="en-CR" sz="800" b="1">
                  <a:solidFill>
                    <a:srgbClr val="000000"/>
                  </a:solidFill>
                  <a:latin typeface="GT America Regular"/>
                  <a:ea typeface="GT America Regular" charset="0"/>
                  <a:cs typeface="GT America Regular" charset="0"/>
                </a:rPr>
                <a:t>ON MOODY´S BLUE</a:t>
              </a:r>
              <a:endParaRPr kumimoji="0" lang="en-CR" sz="800" b="1" i="0" u="none" strike="noStrike" kern="1200" cap="none" spc="0" normalizeH="0" baseline="0" noProof="0" err="1">
                <a:ln>
                  <a:noFill/>
                </a:ln>
                <a:solidFill>
                  <a:srgbClr val="000000"/>
                </a:solidFill>
                <a:effectLst/>
                <a:uLnTx/>
                <a:uFillTx/>
                <a:latin typeface="GT America Regular"/>
                <a:ea typeface="GT America Regular" charset="0"/>
                <a:cs typeface="GT America Regular" charset="0"/>
              </a:endParaRPr>
            </a:p>
          </p:txBody>
        </p:sp>
      </p:grpSp>
      <p:sp>
        <p:nvSpPr>
          <p:cNvPr id="38" name="TextBox 37">
            <a:extLst>
              <a:ext uri="{FF2B5EF4-FFF2-40B4-BE49-F238E27FC236}">
                <a16:creationId xmlns:a16="http://schemas.microsoft.com/office/drawing/2014/main" id="{A665DEC4-9D8F-07C2-7F42-18AE65A9EC89}"/>
              </a:ext>
            </a:extLst>
          </p:cNvPr>
          <p:cNvSpPr txBox="1"/>
          <p:nvPr userDrawn="1"/>
        </p:nvSpPr>
        <p:spPr>
          <a:xfrm>
            <a:off x="12356815" y="3377042"/>
            <a:ext cx="807913" cy="118559"/>
          </a:xfrm>
          <a:prstGeom prst="rect">
            <a:avLst/>
          </a:prstGeom>
          <a:noFill/>
        </p:spPr>
        <p:txBody>
          <a:bodyPr wrap="none" lIns="0" tIns="0" rIns="0" bIns="0" rtlCol="0">
            <a:spAutoFit/>
          </a:bodyPr>
          <a:lstStyle/>
          <a:p>
            <a:pPr algn="l">
              <a:lnSpc>
                <a:spcPct val="101000"/>
              </a:lnSpc>
              <a:spcAft>
                <a:spcPts val="600"/>
              </a:spcAft>
            </a:pPr>
            <a:r>
              <a:rPr kumimoji="0" lang="en-US" sz="800" b="1" i="0" u="none" strike="noStrike" kern="1200" cap="none" spc="0" normalizeH="0" baseline="0" noProof="0" dirty="0">
                <a:ln>
                  <a:noFill/>
                </a:ln>
                <a:solidFill>
                  <a:srgbClr val="000000"/>
                </a:solidFill>
                <a:effectLst/>
                <a:uLnTx/>
                <a:uFillTx/>
                <a:ea typeface="GT America Regular" charset="0"/>
                <a:cs typeface="GT America Regular" charset="0"/>
              </a:rPr>
              <a:t>For charts ONLY</a:t>
            </a:r>
            <a:endParaRPr kumimoji="0" lang="en-CR" sz="800" b="1" i="0" u="none" strike="noStrike" kern="1200" cap="none" spc="0" normalizeH="0" baseline="0" noProof="0">
              <a:ln>
                <a:noFill/>
              </a:ln>
              <a:solidFill>
                <a:srgbClr val="000000"/>
              </a:solidFill>
              <a:effectLst/>
              <a:uLnTx/>
              <a:uFillTx/>
              <a:ea typeface="GT America Regular" charset="0"/>
              <a:cs typeface="GT America Regular" charset="0"/>
            </a:endParaRPr>
          </a:p>
        </p:txBody>
      </p:sp>
    </p:spTree>
    <p:extLst>
      <p:ext uri="{BB962C8B-B14F-4D97-AF65-F5344CB8AC3E}">
        <p14:creationId xmlns:p14="http://schemas.microsoft.com/office/powerpoint/2010/main" val="1684953429"/>
      </p:ext>
    </p:extLst>
  </p:cSld>
  <p:clrMapOvr>
    <a:overrideClrMapping bg1="dk1" tx1="lt1" bg2="dk2" tx2="lt2" accent1="accent1" accent2="accent2" accent3="accent3" accent4="accent4" accent5="accent5" accent6="accent6" hlink="hlink" folHlink="folHlink"/>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Dynamic Slices 1 / Dark - Subhead">
    <p:bg>
      <p:bgPr>
        <a:solidFill>
          <a:schemeClr val="bg2"/>
        </a:solidFill>
        <a:effectLst/>
      </p:bgPr>
    </p:bg>
    <p:spTree>
      <p:nvGrpSpPr>
        <p:cNvPr id="1" name=""/>
        <p:cNvGrpSpPr/>
        <p:nvPr/>
      </p:nvGrpSpPr>
      <p:grpSpPr>
        <a:xfrm>
          <a:off x="0" y="0"/>
          <a:ext cx="0" cy="0"/>
          <a:chOff x="0" y="0"/>
          <a:chExt cx="0" cy="0"/>
        </a:xfrm>
      </p:grpSpPr>
      <p:sp>
        <p:nvSpPr>
          <p:cNvPr id="10" name="Picture Placeholder 9">
            <a:extLst>
              <a:ext uri="{FF2B5EF4-FFF2-40B4-BE49-F238E27FC236}">
                <a16:creationId xmlns:a16="http://schemas.microsoft.com/office/drawing/2014/main" id="{BE85ED21-179E-C2B7-89F1-D4AD14EEDA9A}"/>
              </a:ext>
            </a:extLst>
          </p:cNvPr>
          <p:cNvSpPr>
            <a:spLocks noGrp="1"/>
          </p:cNvSpPr>
          <p:nvPr>
            <p:ph type="pic" sz="quarter" idx="13" hasCustomPrompt="1"/>
          </p:nvPr>
        </p:nvSpPr>
        <p:spPr>
          <a:xfrm>
            <a:off x="8142973" y="0"/>
            <a:ext cx="2029968" cy="6167438"/>
          </a:xfrm>
          <a:solidFill>
            <a:srgbClr val="A6A9AA"/>
          </a:solidFill>
        </p:spPr>
        <p:txBody>
          <a:bodyPr anchor="ctr"/>
          <a:lstStyle>
            <a:lvl1pPr algn="ctr">
              <a:defRPr b="0">
                <a:solidFill>
                  <a:schemeClr val="bg1"/>
                </a:solidFill>
                <a:latin typeface="+mn-lt"/>
              </a:defRPr>
            </a:lvl1pPr>
          </a:lstStyle>
          <a:p>
            <a:r>
              <a:rPr lang="en-US" dirty="0"/>
              <a:t>Dynamic slice crop 1</a:t>
            </a:r>
          </a:p>
        </p:txBody>
      </p:sp>
      <p:sp>
        <p:nvSpPr>
          <p:cNvPr id="8" name="Footer Placeholder 7">
            <a:extLst>
              <a:ext uri="{FF2B5EF4-FFF2-40B4-BE49-F238E27FC236}">
                <a16:creationId xmlns:a16="http://schemas.microsoft.com/office/drawing/2014/main" id="{0E2ADB5F-BB7A-E503-6385-47B7F4A752C0}"/>
              </a:ext>
            </a:extLst>
          </p:cNvPr>
          <p:cNvSpPr>
            <a:spLocks noGrp="1"/>
          </p:cNvSpPr>
          <p:nvPr>
            <p:ph type="ftr" sz="quarter" idx="11"/>
          </p:nvPr>
        </p:nvSpPr>
        <p:spPr/>
        <p:txBody>
          <a:bodyPr/>
          <a:lstStyle>
            <a:lvl1pPr>
              <a:defRPr>
                <a:solidFill>
                  <a:schemeClr val="tx1"/>
                </a:solidFill>
              </a:defRPr>
            </a:lvl1pPr>
          </a:lstStyle>
          <a:p>
            <a:r>
              <a:rPr lang="en-US"/>
              <a:t>See slide 12 for instructions on how to update footer</a:t>
            </a:r>
            <a:endParaRPr lang="en-US" dirty="0"/>
          </a:p>
        </p:txBody>
      </p:sp>
      <p:sp>
        <p:nvSpPr>
          <p:cNvPr id="9" name="Slide Number Placeholder 8">
            <a:extLst>
              <a:ext uri="{FF2B5EF4-FFF2-40B4-BE49-F238E27FC236}">
                <a16:creationId xmlns:a16="http://schemas.microsoft.com/office/drawing/2014/main" id="{CCA8152B-F410-5052-DF3D-06C6DD4D2381}"/>
              </a:ext>
            </a:extLst>
          </p:cNvPr>
          <p:cNvSpPr>
            <a:spLocks noGrp="1"/>
          </p:cNvSpPr>
          <p:nvPr>
            <p:ph type="sldNum" sz="quarter" idx="12"/>
          </p:nvPr>
        </p:nvSpPr>
        <p:spPr/>
        <p:txBody>
          <a:bodyPr/>
          <a:lstStyle>
            <a:lvl1pPr>
              <a:defRPr>
                <a:solidFill>
                  <a:schemeClr val="tx1"/>
                </a:solidFill>
              </a:defRPr>
            </a:lvl1pPr>
          </a:lstStyle>
          <a:p>
            <a:fld id="{862A5111-985B-C14D-9115-5787026182A8}" type="slidenum">
              <a:rPr lang="en-US" smtClean="0"/>
              <a:pPr/>
              <a:t>‹#›</a:t>
            </a:fld>
            <a:endParaRPr lang="en-US" dirty="0"/>
          </a:p>
        </p:txBody>
      </p:sp>
      <p:sp>
        <p:nvSpPr>
          <p:cNvPr id="20" name="Freeform 19">
            <a:extLst>
              <a:ext uri="{FF2B5EF4-FFF2-40B4-BE49-F238E27FC236}">
                <a16:creationId xmlns:a16="http://schemas.microsoft.com/office/drawing/2014/main" id="{091F8258-6B33-2DAE-610E-A14A266200A5}"/>
              </a:ext>
            </a:extLst>
          </p:cNvPr>
          <p:cNvSpPr/>
          <p:nvPr/>
        </p:nvSpPr>
        <p:spPr>
          <a:xfrm>
            <a:off x="554038" y="6469335"/>
            <a:ext cx="678511" cy="112440"/>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rgbClr val="F0F0F1"/>
          </a:solidFill>
          <a:ln w="0" cap="flat">
            <a:noFill/>
            <a:prstDash val="solid"/>
            <a:miter/>
          </a:ln>
        </p:spPr>
        <p:txBody>
          <a:bodyPr rtlCol="0" anchor="ctr"/>
          <a:lstStyle/>
          <a:p>
            <a:endParaRPr lang="en-US"/>
          </a:p>
        </p:txBody>
      </p:sp>
      <p:sp>
        <p:nvSpPr>
          <p:cNvPr id="6" name="Picture Placeholder 9">
            <a:extLst>
              <a:ext uri="{FF2B5EF4-FFF2-40B4-BE49-F238E27FC236}">
                <a16:creationId xmlns:a16="http://schemas.microsoft.com/office/drawing/2014/main" id="{76B8FFAA-4288-7A55-0BCC-B4A10908B32D}"/>
              </a:ext>
            </a:extLst>
          </p:cNvPr>
          <p:cNvSpPr>
            <a:spLocks noGrp="1"/>
          </p:cNvSpPr>
          <p:nvPr>
            <p:ph type="pic" sz="quarter" idx="14" hasCustomPrompt="1"/>
          </p:nvPr>
        </p:nvSpPr>
        <p:spPr>
          <a:xfrm>
            <a:off x="10162032" y="0"/>
            <a:ext cx="2029968" cy="3984625"/>
          </a:xfrm>
          <a:solidFill>
            <a:srgbClr val="A6A9AA"/>
          </a:solidFill>
        </p:spPr>
        <p:txBody>
          <a:bodyPr anchor="ctr"/>
          <a:lstStyle>
            <a:lvl1pPr algn="ctr">
              <a:defRPr b="0">
                <a:solidFill>
                  <a:schemeClr val="bg1"/>
                </a:solidFill>
                <a:latin typeface="+mn-lt"/>
              </a:defRPr>
            </a:lvl1pPr>
          </a:lstStyle>
          <a:p>
            <a:pPr marL="0" marR="0" lvl="0" indent="0" algn="ctr" defTabSz="914400" rtl="0" eaLnBrk="1" fontAlgn="auto" latinLnBrk="0" hangingPunct="1">
              <a:lnSpc>
                <a:spcPct val="101000"/>
              </a:lnSpc>
              <a:spcBef>
                <a:spcPts val="0"/>
              </a:spcBef>
              <a:spcAft>
                <a:spcPts val="600"/>
              </a:spcAft>
              <a:buClrTx/>
              <a:buSzTx/>
              <a:buFont typeface="GT America Regular"/>
              <a:buNone/>
              <a:tabLst/>
              <a:defRPr/>
            </a:pPr>
            <a:r>
              <a:rPr lang="en-US" dirty="0"/>
              <a:t>Dynamic slice crop 2</a:t>
            </a:r>
          </a:p>
        </p:txBody>
      </p:sp>
      <p:sp>
        <p:nvSpPr>
          <p:cNvPr id="12" name="Title 11">
            <a:extLst>
              <a:ext uri="{FF2B5EF4-FFF2-40B4-BE49-F238E27FC236}">
                <a16:creationId xmlns:a16="http://schemas.microsoft.com/office/drawing/2014/main" id="{2C685442-9E1D-96DF-CF89-A92CB871F5BC}"/>
              </a:ext>
            </a:extLst>
          </p:cNvPr>
          <p:cNvSpPr>
            <a:spLocks noGrp="1"/>
          </p:cNvSpPr>
          <p:nvPr>
            <p:ph type="title"/>
          </p:nvPr>
        </p:nvSpPr>
        <p:spPr>
          <a:xfrm>
            <a:off x="546891" y="552450"/>
            <a:ext cx="6850858" cy="428626"/>
          </a:xfrm>
        </p:spPr>
        <p:txBody>
          <a:bodyPr/>
          <a:lstStyle>
            <a:lvl1pPr>
              <a:defRPr>
                <a:solidFill>
                  <a:schemeClr val="accent1"/>
                </a:solidFill>
              </a:defRPr>
            </a:lvl1pPr>
          </a:lstStyle>
          <a:p>
            <a:r>
              <a:rPr lang="en-US"/>
              <a:t>Click to edit Master title style</a:t>
            </a:r>
            <a:endParaRPr lang="en-US" dirty="0"/>
          </a:p>
        </p:txBody>
      </p:sp>
      <p:sp>
        <p:nvSpPr>
          <p:cNvPr id="19" name="Text Placeholder 11">
            <a:extLst>
              <a:ext uri="{FF2B5EF4-FFF2-40B4-BE49-F238E27FC236}">
                <a16:creationId xmlns:a16="http://schemas.microsoft.com/office/drawing/2014/main" id="{9E6A5714-8F29-43FB-2C8C-E2BDF9308AA2}"/>
              </a:ext>
            </a:extLst>
          </p:cNvPr>
          <p:cNvSpPr>
            <a:spLocks noGrp="1"/>
          </p:cNvSpPr>
          <p:nvPr>
            <p:ph type="body" sz="quarter" idx="23"/>
          </p:nvPr>
        </p:nvSpPr>
        <p:spPr>
          <a:xfrm>
            <a:off x="546891" y="1127125"/>
            <a:ext cx="6852254" cy="292608"/>
          </a:xfrm>
        </p:spPr>
        <p:txBody>
          <a:bodyPr>
            <a:noAutofit/>
          </a:bodyPr>
          <a:lstStyle>
            <a:lvl1pPr marL="0" algn="l" defTabSz="914400" rtl="0" eaLnBrk="1" latinLnBrk="0" hangingPunct="1">
              <a:lnSpc>
                <a:spcPct val="80000"/>
              </a:lnSpc>
              <a:spcBef>
                <a:spcPts val="0"/>
              </a:spcBef>
              <a:spcAft>
                <a:spcPts val="0"/>
              </a:spcAft>
              <a:buNone/>
              <a:defRPr lang="en-US" sz="2400" b="0" i="0" kern="1200" dirty="0" smtClean="0">
                <a:solidFill>
                  <a:schemeClr val="tx1"/>
                </a:solidFill>
                <a:latin typeface="+mj-lt"/>
                <a:ea typeface="GT America Regular" charset="0"/>
                <a:cs typeface="GT America Regular" charset="0"/>
              </a:defRPr>
            </a:lvl1pPr>
            <a:lvl2pPr marL="0" indent="0" algn="l" defTabSz="914400" rtl="0" eaLnBrk="1" latinLnBrk="0" hangingPunct="1">
              <a:lnSpc>
                <a:spcPct val="80000"/>
              </a:lnSpc>
              <a:spcBef>
                <a:spcPts val="0"/>
              </a:spcBef>
              <a:spcAft>
                <a:spcPts val="0"/>
              </a:spcAft>
              <a:buNone/>
              <a:defRPr lang="en-US" sz="2400" b="0" i="0" kern="1200" dirty="0" smtClean="0">
                <a:solidFill>
                  <a:schemeClr val="tx1"/>
                </a:solidFill>
                <a:latin typeface="+mj-lt"/>
                <a:ea typeface="GT America Regular" charset="0"/>
                <a:cs typeface="GT America Regular" charset="0"/>
              </a:defRPr>
            </a:lvl2pPr>
            <a:lvl3pPr marL="0" indent="0" algn="l" defTabSz="914400" rtl="0" eaLnBrk="1" latinLnBrk="0" hangingPunct="1">
              <a:lnSpc>
                <a:spcPct val="80000"/>
              </a:lnSpc>
              <a:spcBef>
                <a:spcPts val="0"/>
              </a:spcBef>
              <a:spcAft>
                <a:spcPts val="0"/>
              </a:spcAft>
              <a:buNone/>
              <a:defRPr lang="en-US" sz="2400" b="0" i="0" kern="1200" dirty="0" smtClean="0">
                <a:solidFill>
                  <a:schemeClr val="tx1"/>
                </a:solidFill>
                <a:latin typeface="+mj-lt"/>
                <a:ea typeface="GT America Regular" charset="0"/>
                <a:cs typeface="GT America Regular" charset="0"/>
              </a:defRPr>
            </a:lvl3pPr>
            <a:lvl4pPr marL="0" indent="0" algn="l" defTabSz="914400" rtl="0" eaLnBrk="1" latinLnBrk="0" hangingPunct="1">
              <a:lnSpc>
                <a:spcPct val="80000"/>
              </a:lnSpc>
              <a:spcBef>
                <a:spcPts val="0"/>
              </a:spcBef>
              <a:spcAft>
                <a:spcPts val="0"/>
              </a:spcAft>
              <a:buNone/>
              <a:defRPr lang="en-US" sz="2400" b="0" i="0" kern="1200" dirty="0" smtClean="0">
                <a:solidFill>
                  <a:schemeClr val="tx1"/>
                </a:solidFill>
                <a:latin typeface="+mj-lt"/>
                <a:ea typeface="GT America Regular" charset="0"/>
                <a:cs typeface="GT America Regular" charset="0"/>
              </a:defRPr>
            </a:lvl4pPr>
            <a:lvl5pPr marL="0" indent="0" algn="l" defTabSz="914400" rtl="0" eaLnBrk="1" latinLnBrk="0" hangingPunct="1">
              <a:lnSpc>
                <a:spcPct val="80000"/>
              </a:lnSpc>
              <a:spcBef>
                <a:spcPts val="0"/>
              </a:spcBef>
              <a:spcAft>
                <a:spcPts val="0"/>
              </a:spcAft>
              <a:buNone/>
              <a:defRPr lang="en-US" sz="2400" b="0" i="0" kern="1200" dirty="0" smtClean="0">
                <a:solidFill>
                  <a:schemeClr val="tx1"/>
                </a:solidFill>
                <a:latin typeface="+mj-lt"/>
                <a:ea typeface="GT America Regular" charset="0"/>
                <a:cs typeface="GT America Regular" charset="0"/>
              </a:defRPr>
            </a:lvl5pPr>
            <a:lvl6pPr marL="0" indent="0" algn="l" defTabSz="914400" rtl="0" eaLnBrk="1" latinLnBrk="0" hangingPunct="1">
              <a:lnSpc>
                <a:spcPct val="80000"/>
              </a:lnSpc>
              <a:spcBef>
                <a:spcPts val="0"/>
              </a:spcBef>
              <a:spcAft>
                <a:spcPts val="0"/>
              </a:spcAft>
              <a:buNone/>
              <a:defRPr lang="en-US" sz="2400" b="0" i="0" kern="1200" dirty="0" smtClean="0">
                <a:solidFill>
                  <a:schemeClr val="tx1"/>
                </a:solidFill>
                <a:latin typeface="+mj-lt"/>
                <a:ea typeface="GT America Regular" charset="0"/>
                <a:cs typeface="GT America Regular" charset="0"/>
              </a:defRPr>
            </a:lvl6pPr>
            <a:lvl7pPr marL="0" indent="0" algn="l" defTabSz="914400" rtl="0" eaLnBrk="1" latinLnBrk="0" hangingPunct="1">
              <a:lnSpc>
                <a:spcPct val="80000"/>
              </a:lnSpc>
              <a:spcBef>
                <a:spcPts val="0"/>
              </a:spcBef>
              <a:spcAft>
                <a:spcPts val="0"/>
              </a:spcAft>
              <a:buNone/>
              <a:defRPr lang="en-US" sz="2400" b="0" i="0" kern="1200" dirty="0" smtClean="0">
                <a:solidFill>
                  <a:schemeClr val="tx1"/>
                </a:solidFill>
                <a:latin typeface="+mj-lt"/>
                <a:ea typeface="GT America Regular" charset="0"/>
                <a:cs typeface="GT America Regular" charset="0"/>
              </a:defRPr>
            </a:lvl7pPr>
            <a:lvl8pPr marL="0" indent="0" algn="l" defTabSz="914400" rtl="0" eaLnBrk="1" latinLnBrk="0" hangingPunct="1">
              <a:lnSpc>
                <a:spcPct val="80000"/>
              </a:lnSpc>
              <a:spcBef>
                <a:spcPts val="0"/>
              </a:spcBef>
              <a:spcAft>
                <a:spcPts val="0"/>
              </a:spcAft>
              <a:buNone/>
              <a:defRPr lang="en-US" sz="2400" b="0" i="0" kern="1200" dirty="0" smtClean="0">
                <a:solidFill>
                  <a:schemeClr val="tx1"/>
                </a:solidFill>
                <a:latin typeface="+mj-lt"/>
                <a:ea typeface="GT America Regular" charset="0"/>
                <a:cs typeface="GT America Regular" charset="0"/>
              </a:defRPr>
            </a:lvl8pPr>
            <a:lvl9pPr marL="0" indent="0" algn="l" defTabSz="914400" rtl="0" eaLnBrk="1" latinLnBrk="0" hangingPunct="1">
              <a:lnSpc>
                <a:spcPct val="80000"/>
              </a:lnSpc>
              <a:spcBef>
                <a:spcPts val="0"/>
              </a:spcBef>
              <a:spcAft>
                <a:spcPts val="0"/>
              </a:spcAft>
              <a:buNone/>
              <a:defRPr lang="en-US" sz="2400" b="0" i="0" kern="1200" dirty="0">
                <a:solidFill>
                  <a:schemeClr val="tx1"/>
                </a:solidFill>
                <a:latin typeface="+mj-lt"/>
                <a:ea typeface="GT America Regular" charset="0"/>
                <a:cs typeface="GT America Regular" charset="0"/>
              </a:defRPr>
            </a:lvl9pPr>
          </a:lstStyle>
          <a:p>
            <a:pPr lvl="0"/>
            <a:r>
              <a:rPr lang="en-US"/>
              <a:t>Click to edit Master text styles</a:t>
            </a:r>
          </a:p>
        </p:txBody>
      </p:sp>
      <p:sp>
        <p:nvSpPr>
          <p:cNvPr id="21" name="Text Placeholder 13">
            <a:extLst>
              <a:ext uri="{FF2B5EF4-FFF2-40B4-BE49-F238E27FC236}">
                <a16:creationId xmlns:a16="http://schemas.microsoft.com/office/drawing/2014/main" id="{EECC0D08-185E-0174-824D-5A7A264DB01F}"/>
              </a:ext>
            </a:extLst>
          </p:cNvPr>
          <p:cNvSpPr>
            <a:spLocks noGrp="1"/>
          </p:cNvSpPr>
          <p:nvPr>
            <p:ph type="body" sz="quarter" idx="24"/>
          </p:nvPr>
        </p:nvSpPr>
        <p:spPr>
          <a:xfrm>
            <a:off x="546891" y="6019801"/>
            <a:ext cx="6850857" cy="292100"/>
          </a:xfrm>
        </p:spPr>
        <p:txBody>
          <a:bodyPr anchor="b">
            <a:noAutofit/>
          </a:bodyPr>
          <a:lstStyle>
            <a:lvl1pPr marL="0" indent="0" algn="l" defTabSz="914400" rtl="0" eaLnBrk="1" latinLnBrk="0" hangingPunct="1">
              <a:lnSpc>
                <a:spcPct val="101000"/>
              </a:lnSpc>
              <a:spcBef>
                <a:spcPts val="0"/>
              </a:spcBef>
              <a:spcAft>
                <a:spcPts val="600"/>
              </a:spcAft>
              <a:buNone/>
              <a:defRPr lang="en-US" sz="600" b="0" i="0" kern="1200" dirty="0" smtClean="0">
                <a:solidFill>
                  <a:schemeClr val="tx1"/>
                </a:solidFill>
                <a:latin typeface="+mn-lt"/>
                <a:ea typeface="GT America Regular" charset="0"/>
                <a:cs typeface="GT America Regular" charset="0"/>
              </a:defRPr>
            </a:lvl1pPr>
            <a:lvl2pPr marL="0" indent="0" algn="l" defTabSz="914400" rtl="0" eaLnBrk="1" latinLnBrk="0" hangingPunct="1">
              <a:lnSpc>
                <a:spcPct val="101000"/>
              </a:lnSpc>
              <a:spcBef>
                <a:spcPts val="0"/>
              </a:spcBef>
              <a:spcAft>
                <a:spcPts val="600"/>
              </a:spcAft>
              <a:buNone/>
              <a:defRPr lang="en-US" sz="600" b="0" i="0" kern="1200" dirty="0" smtClean="0">
                <a:solidFill>
                  <a:schemeClr val="tx1"/>
                </a:solidFill>
                <a:latin typeface="+mn-lt"/>
                <a:ea typeface="GT America Regular" charset="0"/>
                <a:cs typeface="GT America Regular" charset="0"/>
              </a:defRPr>
            </a:lvl2pPr>
            <a:lvl3pPr marL="0" indent="0" algn="l" defTabSz="914400" rtl="0" eaLnBrk="1" latinLnBrk="0" hangingPunct="1">
              <a:lnSpc>
                <a:spcPct val="101000"/>
              </a:lnSpc>
              <a:spcBef>
                <a:spcPts val="0"/>
              </a:spcBef>
              <a:spcAft>
                <a:spcPts val="600"/>
              </a:spcAft>
              <a:buNone/>
              <a:defRPr lang="en-US" sz="600" b="0" i="0" kern="1200" dirty="0" smtClean="0">
                <a:solidFill>
                  <a:schemeClr val="tx1"/>
                </a:solidFill>
                <a:latin typeface="+mn-lt"/>
                <a:ea typeface="GT America Regular" charset="0"/>
                <a:cs typeface="GT America Regular" charset="0"/>
              </a:defRPr>
            </a:lvl3pPr>
            <a:lvl4pPr marL="0" indent="0" algn="l" defTabSz="914400" rtl="0" eaLnBrk="1" latinLnBrk="0" hangingPunct="1">
              <a:lnSpc>
                <a:spcPct val="101000"/>
              </a:lnSpc>
              <a:spcBef>
                <a:spcPts val="0"/>
              </a:spcBef>
              <a:spcAft>
                <a:spcPts val="600"/>
              </a:spcAft>
              <a:buNone/>
              <a:defRPr lang="en-US" sz="600" b="0" i="0" kern="1200" dirty="0" smtClean="0">
                <a:solidFill>
                  <a:schemeClr val="tx1"/>
                </a:solidFill>
                <a:latin typeface="+mn-lt"/>
                <a:ea typeface="GT America Regular" charset="0"/>
                <a:cs typeface="GT America Regular" charset="0"/>
              </a:defRPr>
            </a:lvl4pPr>
            <a:lvl5pPr marL="0" indent="0" algn="l" defTabSz="914400" rtl="0" eaLnBrk="1" latinLnBrk="0" hangingPunct="1">
              <a:lnSpc>
                <a:spcPct val="101000"/>
              </a:lnSpc>
              <a:spcBef>
                <a:spcPts val="0"/>
              </a:spcBef>
              <a:spcAft>
                <a:spcPts val="600"/>
              </a:spcAft>
              <a:buNone/>
              <a:defRPr lang="en-US" sz="600" b="0" i="0" kern="1200" dirty="0" smtClean="0">
                <a:solidFill>
                  <a:schemeClr val="tx1"/>
                </a:solidFill>
                <a:latin typeface="+mn-lt"/>
                <a:ea typeface="GT America Regular" charset="0"/>
                <a:cs typeface="GT America Regular" charset="0"/>
              </a:defRPr>
            </a:lvl5pPr>
            <a:lvl6pPr marL="0" indent="0" algn="l" defTabSz="914400" rtl="0" eaLnBrk="1" latinLnBrk="0" hangingPunct="1">
              <a:lnSpc>
                <a:spcPct val="101000"/>
              </a:lnSpc>
              <a:spcBef>
                <a:spcPts val="0"/>
              </a:spcBef>
              <a:spcAft>
                <a:spcPts val="600"/>
              </a:spcAft>
              <a:buNone/>
              <a:defRPr lang="en-US" sz="600" b="0" i="0" kern="1200" dirty="0" smtClean="0">
                <a:solidFill>
                  <a:schemeClr val="tx1"/>
                </a:solidFill>
                <a:latin typeface="+mn-lt"/>
                <a:ea typeface="GT America Regular" charset="0"/>
                <a:cs typeface="GT America Regular" charset="0"/>
              </a:defRPr>
            </a:lvl6pPr>
            <a:lvl7pPr marL="0" indent="0" algn="l" defTabSz="914400" rtl="0" eaLnBrk="1" latinLnBrk="0" hangingPunct="1">
              <a:lnSpc>
                <a:spcPct val="101000"/>
              </a:lnSpc>
              <a:spcBef>
                <a:spcPts val="0"/>
              </a:spcBef>
              <a:spcAft>
                <a:spcPts val="600"/>
              </a:spcAft>
              <a:buNone/>
              <a:defRPr lang="en-US" sz="600" b="0" i="0" kern="1200" dirty="0" smtClean="0">
                <a:solidFill>
                  <a:schemeClr val="tx1"/>
                </a:solidFill>
                <a:latin typeface="+mn-lt"/>
                <a:ea typeface="GT America Regular" charset="0"/>
                <a:cs typeface="GT America Regular" charset="0"/>
              </a:defRPr>
            </a:lvl7pPr>
            <a:lvl8pPr marL="0" indent="0" algn="l" defTabSz="914400" rtl="0" eaLnBrk="1" latinLnBrk="0" hangingPunct="1">
              <a:lnSpc>
                <a:spcPct val="101000"/>
              </a:lnSpc>
              <a:spcBef>
                <a:spcPts val="0"/>
              </a:spcBef>
              <a:spcAft>
                <a:spcPts val="600"/>
              </a:spcAft>
              <a:buNone/>
              <a:defRPr lang="en-US" sz="600" b="0" i="0" kern="1200" dirty="0" smtClean="0">
                <a:solidFill>
                  <a:schemeClr val="tx1"/>
                </a:solidFill>
                <a:latin typeface="+mn-lt"/>
                <a:ea typeface="GT America Regular" charset="0"/>
                <a:cs typeface="GT America Regular" charset="0"/>
              </a:defRPr>
            </a:lvl8pPr>
            <a:lvl9pPr marL="0" indent="0" algn="l" defTabSz="914400" rtl="0" eaLnBrk="1" latinLnBrk="0" hangingPunct="1">
              <a:lnSpc>
                <a:spcPct val="101000"/>
              </a:lnSpc>
              <a:spcBef>
                <a:spcPts val="0"/>
              </a:spcBef>
              <a:spcAft>
                <a:spcPts val="600"/>
              </a:spcAft>
              <a:buNone/>
              <a:defRPr lang="en-US" sz="600" b="0" i="0" kern="1200" dirty="0">
                <a:solidFill>
                  <a:schemeClr val="tx1"/>
                </a:solidFill>
                <a:latin typeface="+mn-lt"/>
                <a:ea typeface="GT America Regular" charset="0"/>
                <a:cs typeface="GT America Regular" charset="0"/>
              </a:defRPr>
            </a:lvl9pPr>
          </a:lstStyle>
          <a:p>
            <a:pPr lvl="0"/>
            <a:r>
              <a:rPr lang="en-US"/>
              <a:t>Click to edit Master text styles</a:t>
            </a:r>
          </a:p>
        </p:txBody>
      </p:sp>
      <p:sp>
        <p:nvSpPr>
          <p:cNvPr id="23" name="Text Placeholder 33">
            <a:extLst>
              <a:ext uri="{FF2B5EF4-FFF2-40B4-BE49-F238E27FC236}">
                <a16:creationId xmlns:a16="http://schemas.microsoft.com/office/drawing/2014/main" id="{2B526351-496B-235F-61A3-4656D3654893}"/>
              </a:ext>
            </a:extLst>
          </p:cNvPr>
          <p:cNvSpPr>
            <a:spLocks noGrp="1"/>
          </p:cNvSpPr>
          <p:nvPr>
            <p:ph type="body" sz="quarter" idx="29"/>
          </p:nvPr>
        </p:nvSpPr>
        <p:spPr>
          <a:xfrm>
            <a:off x="539750" y="1849437"/>
            <a:ext cx="6857999" cy="296861"/>
          </a:xfrm>
        </p:spPr>
        <p:txBody>
          <a:bodyPr>
            <a:noAutofit/>
          </a:bodyPr>
          <a:lstStyle>
            <a:lvl1pPr marL="0" indent="0" algn="l" defTabSz="914400" rtl="0" eaLnBrk="1" latinLnBrk="0" hangingPunct="1">
              <a:lnSpc>
                <a:spcPct val="101000"/>
              </a:lnSpc>
              <a:spcBef>
                <a:spcPts val="0"/>
              </a:spcBef>
              <a:spcAft>
                <a:spcPts val="600"/>
              </a:spcAft>
              <a:buNone/>
              <a:defRPr lang="en-US" sz="2000" b="0" i="0" kern="1200" dirty="0" smtClean="0">
                <a:solidFill>
                  <a:schemeClr val="accent1"/>
                </a:solidFill>
                <a:latin typeface="+mj-lt"/>
                <a:ea typeface="GT America Regular" charset="0"/>
                <a:cs typeface="GT America Regular" charset="0"/>
              </a:defRPr>
            </a:lvl1pPr>
            <a:lvl2pPr marL="0" indent="0" algn="l" defTabSz="914400" rtl="0" eaLnBrk="1" latinLnBrk="0" hangingPunct="1">
              <a:lnSpc>
                <a:spcPct val="101000"/>
              </a:lnSpc>
              <a:spcBef>
                <a:spcPts val="0"/>
              </a:spcBef>
              <a:spcAft>
                <a:spcPts val="600"/>
              </a:spcAft>
              <a:buNone/>
              <a:defRPr lang="en-US" sz="2000" b="0" i="0" kern="1200" dirty="0" smtClean="0">
                <a:solidFill>
                  <a:schemeClr val="accent1"/>
                </a:solidFill>
                <a:latin typeface="+mj-lt"/>
                <a:ea typeface="GT America Regular" charset="0"/>
                <a:cs typeface="GT America Regular" charset="0"/>
              </a:defRPr>
            </a:lvl2pPr>
            <a:lvl3pPr marL="0" indent="0" algn="l" defTabSz="914400" rtl="0" eaLnBrk="1" latinLnBrk="0" hangingPunct="1">
              <a:lnSpc>
                <a:spcPct val="101000"/>
              </a:lnSpc>
              <a:spcBef>
                <a:spcPts val="0"/>
              </a:spcBef>
              <a:spcAft>
                <a:spcPts val="600"/>
              </a:spcAft>
              <a:buNone/>
              <a:defRPr lang="en-US" sz="2000" b="0" i="0" kern="1200" dirty="0" smtClean="0">
                <a:solidFill>
                  <a:schemeClr val="accent1"/>
                </a:solidFill>
                <a:latin typeface="+mj-lt"/>
                <a:ea typeface="GT America Regular" charset="0"/>
                <a:cs typeface="GT America Regular" charset="0"/>
              </a:defRPr>
            </a:lvl3pPr>
            <a:lvl4pPr marL="0" indent="0" algn="l" defTabSz="914400" rtl="0" eaLnBrk="1" latinLnBrk="0" hangingPunct="1">
              <a:lnSpc>
                <a:spcPct val="101000"/>
              </a:lnSpc>
              <a:spcBef>
                <a:spcPts val="0"/>
              </a:spcBef>
              <a:spcAft>
                <a:spcPts val="600"/>
              </a:spcAft>
              <a:buNone/>
              <a:defRPr lang="en-US" sz="2000" b="0" i="0" kern="1200" dirty="0" smtClean="0">
                <a:solidFill>
                  <a:schemeClr val="accent1"/>
                </a:solidFill>
                <a:latin typeface="+mj-lt"/>
                <a:ea typeface="GT America Regular" charset="0"/>
                <a:cs typeface="GT America Regular" charset="0"/>
              </a:defRPr>
            </a:lvl4pPr>
            <a:lvl5pPr marL="0" indent="0" algn="l" defTabSz="914400" rtl="0" eaLnBrk="1" latinLnBrk="0" hangingPunct="1">
              <a:lnSpc>
                <a:spcPct val="101000"/>
              </a:lnSpc>
              <a:spcBef>
                <a:spcPts val="0"/>
              </a:spcBef>
              <a:spcAft>
                <a:spcPts val="600"/>
              </a:spcAft>
              <a:buNone/>
              <a:defRPr lang="en-US" sz="2000" b="0" i="0" kern="1200" dirty="0" smtClean="0">
                <a:solidFill>
                  <a:schemeClr val="accent1"/>
                </a:solidFill>
                <a:latin typeface="+mj-lt"/>
                <a:ea typeface="GT America Regular" charset="0"/>
                <a:cs typeface="GT America Regular" charset="0"/>
              </a:defRPr>
            </a:lvl5pPr>
            <a:lvl6pPr marL="0" indent="0" algn="l" defTabSz="914400" rtl="0" eaLnBrk="1" latinLnBrk="0" hangingPunct="1">
              <a:lnSpc>
                <a:spcPct val="101000"/>
              </a:lnSpc>
              <a:spcBef>
                <a:spcPts val="0"/>
              </a:spcBef>
              <a:spcAft>
                <a:spcPts val="600"/>
              </a:spcAft>
              <a:buNone/>
              <a:defRPr lang="en-US" sz="2000" b="0" i="0" kern="1200" dirty="0" smtClean="0">
                <a:solidFill>
                  <a:schemeClr val="accent1"/>
                </a:solidFill>
                <a:latin typeface="+mj-lt"/>
                <a:ea typeface="GT America Regular" charset="0"/>
                <a:cs typeface="GT America Regular" charset="0"/>
              </a:defRPr>
            </a:lvl6pPr>
            <a:lvl7pPr marL="0" indent="0" algn="l" defTabSz="914400" rtl="0" eaLnBrk="1" latinLnBrk="0" hangingPunct="1">
              <a:lnSpc>
                <a:spcPct val="101000"/>
              </a:lnSpc>
              <a:spcBef>
                <a:spcPts val="0"/>
              </a:spcBef>
              <a:spcAft>
                <a:spcPts val="600"/>
              </a:spcAft>
              <a:buNone/>
              <a:defRPr lang="en-US" sz="2000" b="0" i="0" kern="1200" dirty="0" smtClean="0">
                <a:solidFill>
                  <a:schemeClr val="accent1"/>
                </a:solidFill>
                <a:latin typeface="+mj-lt"/>
                <a:ea typeface="GT America Regular" charset="0"/>
                <a:cs typeface="GT America Regular" charset="0"/>
              </a:defRPr>
            </a:lvl7pPr>
            <a:lvl8pPr marL="0" indent="0" algn="l" defTabSz="914400" rtl="0" eaLnBrk="1" latinLnBrk="0" hangingPunct="1">
              <a:lnSpc>
                <a:spcPct val="101000"/>
              </a:lnSpc>
              <a:spcBef>
                <a:spcPts val="0"/>
              </a:spcBef>
              <a:spcAft>
                <a:spcPts val="600"/>
              </a:spcAft>
              <a:buNone/>
              <a:defRPr lang="en-US" sz="2000" b="0" i="0" kern="1200" dirty="0" smtClean="0">
                <a:solidFill>
                  <a:schemeClr val="accent1"/>
                </a:solidFill>
                <a:latin typeface="+mj-lt"/>
                <a:ea typeface="GT America Regular" charset="0"/>
                <a:cs typeface="GT America Regular" charset="0"/>
              </a:defRPr>
            </a:lvl8pPr>
            <a:lvl9pPr marL="0" indent="0" algn="l" defTabSz="914400" rtl="0" eaLnBrk="1" latinLnBrk="0" hangingPunct="1">
              <a:lnSpc>
                <a:spcPct val="101000"/>
              </a:lnSpc>
              <a:spcBef>
                <a:spcPts val="0"/>
              </a:spcBef>
              <a:spcAft>
                <a:spcPts val="600"/>
              </a:spcAft>
              <a:buNone/>
              <a:defRPr lang="en-US" sz="2000" b="0" i="0" kern="1200" dirty="0">
                <a:solidFill>
                  <a:schemeClr val="accent1"/>
                </a:solidFill>
                <a:latin typeface="+mj-lt"/>
                <a:ea typeface="GT America Regular" charset="0"/>
                <a:cs typeface="GT America Regular" charset="0"/>
              </a:defRPr>
            </a:lvl9pPr>
          </a:lstStyle>
          <a:p>
            <a:pPr lvl="0"/>
            <a:r>
              <a:rPr lang="en-US"/>
              <a:t>Click to edit Master text styles</a:t>
            </a:r>
          </a:p>
        </p:txBody>
      </p:sp>
      <p:sp>
        <p:nvSpPr>
          <p:cNvPr id="24" name="Content Placeholder 25">
            <a:extLst>
              <a:ext uri="{FF2B5EF4-FFF2-40B4-BE49-F238E27FC236}">
                <a16:creationId xmlns:a16="http://schemas.microsoft.com/office/drawing/2014/main" id="{8D981F7B-3DFA-DAB1-22F5-DA649A21F2D3}"/>
              </a:ext>
            </a:extLst>
          </p:cNvPr>
          <p:cNvSpPr>
            <a:spLocks noGrp="1"/>
          </p:cNvSpPr>
          <p:nvPr>
            <p:ph sz="quarter" idx="45"/>
          </p:nvPr>
        </p:nvSpPr>
        <p:spPr>
          <a:xfrm>
            <a:off x="546891" y="2425700"/>
            <a:ext cx="6850859" cy="3441700"/>
          </a:xfrm>
        </p:spPr>
        <p:txBody>
          <a:bodyPr/>
          <a:lstStyle>
            <a:lvl3pPr>
              <a:buClr>
                <a:schemeClr val="tx1"/>
              </a:buClr>
              <a:defRPr/>
            </a:lvl3pPr>
            <a:lvl5pPr>
              <a:buClr>
                <a:schemeClr val="tx1"/>
              </a:buClr>
              <a:defRPr/>
            </a:lvl5pPr>
            <a:lvl7pPr>
              <a:buClr>
                <a:schemeClr val="tx1"/>
              </a:buClr>
              <a:defRPr/>
            </a:lvl7pPr>
            <a:lvl9pPr>
              <a:buClr>
                <a:schemeClr val="tx1"/>
              </a:buClr>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grpSp>
        <p:nvGrpSpPr>
          <p:cNvPr id="2" name="Group 1">
            <a:extLst>
              <a:ext uri="{FF2B5EF4-FFF2-40B4-BE49-F238E27FC236}">
                <a16:creationId xmlns:a16="http://schemas.microsoft.com/office/drawing/2014/main" id="{6F61D43C-A85E-D8DC-731E-8BF12DFDB364}"/>
              </a:ext>
            </a:extLst>
          </p:cNvPr>
          <p:cNvGrpSpPr/>
          <p:nvPr userDrawn="1"/>
        </p:nvGrpSpPr>
        <p:grpSpPr>
          <a:xfrm>
            <a:off x="12356815" y="0"/>
            <a:ext cx="756834" cy="6872642"/>
            <a:chOff x="12356815" y="0"/>
            <a:chExt cx="756834" cy="6872642"/>
          </a:xfrm>
        </p:grpSpPr>
        <p:sp>
          <p:nvSpPr>
            <p:cNvPr id="3" name="Rectangle 2">
              <a:extLst>
                <a:ext uri="{FF2B5EF4-FFF2-40B4-BE49-F238E27FC236}">
                  <a16:creationId xmlns:a16="http://schemas.microsoft.com/office/drawing/2014/main" id="{91570C02-39A4-C175-94E6-0557DC2F2D22}"/>
                </a:ext>
              </a:extLst>
            </p:cNvPr>
            <p:cNvSpPr/>
            <p:nvPr userDrawn="1"/>
          </p:nvSpPr>
          <p:spPr>
            <a:xfrm>
              <a:off x="12356815" y="0"/>
              <a:ext cx="553069" cy="3279913"/>
            </a:xfrm>
            <a:prstGeom prst="rect">
              <a:avLst/>
            </a:prstGeom>
            <a:solidFill>
              <a:srgbClr val="F2F2F2"/>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a:p>
          </p:txBody>
        </p:sp>
        <p:sp>
          <p:nvSpPr>
            <p:cNvPr id="4" name="TextBox 3">
              <a:extLst>
                <a:ext uri="{FF2B5EF4-FFF2-40B4-BE49-F238E27FC236}">
                  <a16:creationId xmlns:a16="http://schemas.microsoft.com/office/drawing/2014/main" id="{B021A883-E647-17A4-F1D7-015C79FE22AB}"/>
                </a:ext>
              </a:extLst>
            </p:cNvPr>
            <p:cNvSpPr txBox="1"/>
            <p:nvPr userDrawn="1"/>
          </p:nvSpPr>
          <p:spPr>
            <a:xfrm rot="16200000">
              <a:off x="12332216" y="1580677"/>
              <a:ext cx="1444306" cy="118559"/>
            </a:xfrm>
            <a:prstGeom prst="rect">
              <a:avLst/>
            </a:prstGeom>
            <a:noFill/>
          </p:spPr>
          <p:txBody>
            <a:bodyPr wrap="none" lIns="0" tIns="0" rIns="0" bIns="0" rtlCol="0">
              <a:spAutoFit/>
            </a:bodyPr>
            <a:lstStyle/>
            <a:p>
              <a:pPr algn="l">
                <a:lnSpc>
                  <a:spcPct val="101000"/>
                </a:lnSpc>
                <a:spcAft>
                  <a:spcPts val="600"/>
                </a:spcAft>
              </a:pPr>
              <a:r>
                <a:rPr kumimoji="0" lang="en-CR" sz="800" b="1" i="0" u="none" strike="noStrike" kern="1200" cap="none" spc="0" normalizeH="0" baseline="0" noProof="0">
                  <a:ln>
                    <a:noFill/>
                  </a:ln>
                  <a:solidFill>
                    <a:srgbClr val="000000"/>
                  </a:solidFill>
                  <a:effectLst/>
                  <a:uLnTx/>
                  <a:uFillTx/>
                  <a:ea typeface="GT America Regular" charset="0"/>
                  <a:cs typeface="GT America Regular" charset="0"/>
                </a:rPr>
                <a:t>ON LIGHT AND EXTRA LIGHT</a:t>
              </a:r>
            </a:p>
          </p:txBody>
        </p:sp>
        <p:sp>
          <p:nvSpPr>
            <p:cNvPr id="5" name="Rectangle 4">
              <a:extLst>
                <a:ext uri="{FF2B5EF4-FFF2-40B4-BE49-F238E27FC236}">
                  <a16:creationId xmlns:a16="http://schemas.microsoft.com/office/drawing/2014/main" id="{E50A1C0E-B02E-63AF-51ED-214F569E58E8}"/>
                </a:ext>
              </a:extLst>
            </p:cNvPr>
            <p:cNvSpPr/>
            <p:nvPr userDrawn="1"/>
          </p:nvSpPr>
          <p:spPr>
            <a:xfrm>
              <a:off x="12356815" y="3592729"/>
              <a:ext cx="553069" cy="3279913"/>
            </a:xfrm>
            <a:prstGeom prst="rect">
              <a:avLst/>
            </a:prstGeom>
            <a:solidFill>
              <a:schemeClr val="bg2"/>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a:p>
          </p:txBody>
        </p:sp>
        <p:grpSp>
          <p:nvGrpSpPr>
            <p:cNvPr id="7" name="Group 6">
              <a:extLst>
                <a:ext uri="{FF2B5EF4-FFF2-40B4-BE49-F238E27FC236}">
                  <a16:creationId xmlns:a16="http://schemas.microsoft.com/office/drawing/2014/main" id="{11330BC3-F33C-8CB6-A893-FCEDF860857C}"/>
                </a:ext>
              </a:extLst>
            </p:cNvPr>
            <p:cNvGrpSpPr/>
            <p:nvPr userDrawn="1"/>
          </p:nvGrpSpPr>
          <p:grpSpPr>
            <a:xfrm>
              <a:off x="12442019" y="3791214"/>
              <a:ext cx="382660" cy="2882942"/>
              <a:chOff x="14001569" y="3716048"/>
              <a:chExt cx="316248" cy="3171236"/>
            </a:xfrm>
          </p:grpSpPr>
          <p:sp>
            <p:nvSpPr>
              <p:cNvPr id="29" name="Rectangle 28">
                <a:extLst>
                  <a:ext uri="{FF2B5EF4-FFF2-40B4-BE49-F238E27FC236}">
                    <a16:creationId xmlns:a16="http://schemas.microsoft.com/office/drawing/2014/main" id="{6479F33B-1EFC-E99D-BFFB-A04AB150A35F}"/>
                  </a:ext>
                </a:extLst>
              </p:cNvPr>
              <p:cNvSpPr/>
              <p:nvPr userDrawn="1"/>
            </p:nvSpPr>
            <p:spPr>
              <a:xfrm rot="5400000">
                <a:off x="14033099" y="5954114"/>
                <a:ext cx="253188" cy="316248"/>
              </a:xfrm>
              <a:prstGeom prst="rect">
                <a:avLst/>
              </a:prstGeom>
              <a:solidFill>
                <a:srgbClr val="005E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30" name="Rectangle 29">
                <a:extLst>
                  <a:ext uri="{FF2B5EF4-FFF2-40B4-BE49-F238E27FC236}">
                    <a16:creationId xmlns:a16="http://schemas.microsoft.com/office/drawing/2014/main" id="{449BAB9C-C689-2196-C08F-E04EA2CF0B6A}"/>
                  </a:ext>
                </a:extLst>
              </p:cNvPr>
              <p:cNvSpPr/>
              <p:nvPr userDrawn="1"/>
            </p:nvSpPr>
            <p:spPr>
              <a:xfrm rot="5400000">
                <a:off x="14033099" y="6278342"/>
                <a:ext cx="253188" cy="316248"/>
              </a:xfrm>
              <a:prstGeom prst="rect">
                <a:avLst/>
              </a:prstGeom>
              <a:solidFill>
                <a:srgbClr val="B8B9D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31" name="Rectangle 30">
                <a:extLst>
                  <a:ext uri="{FF2B5EF4-FFF2-40B4-BE49-F238E27FC236}">
                    <a16:creationId xmlns:a16="http://schemas.microsoft.com/office/drawing/2014/main" id="{9CD7613A-0AFB-C74F-C9B6-52CE94A8A648}"/>
                  </a:ext>
                </a:extLst>
              </p:cNvPr>
              <p:cNvSpPr/>
              <p:nvPr userDrawn="1"/>
            </p:nvSpPr>
            <p:spPr>
              <a:xfrm rot="5400000">
                <a:off x="14033099" y="6602566"/>
                <a:ext cx="253188" cy="316248"/>
              </a:xfrm>
              <a:prstGeom prst="rect">
                <a:avLst/>
              </a:prstGeom>
              <a:solidFill>
                <a:srgbClr val="FBE6D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32" name="Rectangle 31">
                <a:extLst>
                  <a:ext uri="{FF2B5EF4-FFF2-40B4-BE49-F238E27FC236}">
                    <a16:creationId xmlns:a16="http://schemas.microsoft.com/office/drawing/2014/main" id="{A9202FD9-697C-C0F1-9664-56D59DA19392}"/>
                  </a:ext>
                </a:extLst>
              </p:cNvPr>
              <p:cNvSpPr/>
              <p:nvPr userDrawn="1"/>
            </p:nvSpPr>
            <p:spPr>
              <a:xfrm rot="5400000">
                <a:off x="14033099" y="4981430"/>
                <a:ext cx="253188" cy="316248"/>
              </a:xfrm>
              <a:prstGeom prst="rect">
                <a:avLst/>
              </a:prstGeom>
              <a:solidFill>
                <a:srgbClr val="BCE09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33" name="Rectangle 32">
                <a:extLst>
                  <a:ext uri="{FF2B5EF4-FFF2-40B4-BE49-F238E27FC236}">
                    <a16:creationId xmlns:a16="http://schemas.microsoft.com/office/drawing/2014/main" id="{48A54B93-CC02-CB1D-1204-8A3894D66282}"/>
                  </a:ext>
                </a:extLst>
              </p:cNvPr>
              <p:cNvSpPr/>
              <p:nvPr userDrawn="1"/>
            </p:nvSpPr>
            <p:spPr>
              <a:xfrm rot="5400000">
                <a:off x="14033099" y="5305658"/>
                <a:ext cx="253188" cy="316248"/>
              </a:xfrm>
              <a:prstGeom prst="rect">
                <a:avLst/>
              </a:prstGeom>
              <a:solidFill>
                <a:srgbClr val="E9783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34" name="Rectangle 33">
                <a:extLst>
                  <a:ext uri="{FF2B5EF4-FFF2-40B4-BE49-F238E27FC236}">
                    <a16:creationId xmlns:a16="http://schemas.microsoft.com/office/drawing/2014/main" id="{687830CE-3047-A2AE-8A44-A247DA365CDF}"/>
                  </a:ext>
                </a:extLst>
              </p:cNvPr>
              <p:cNvSpPr/>
              <p:nvPr userDrawn="1"/>
            </p:nvSpPr>
            <p:spPr>
              <a:xfrm rot="5400000">
                <a:off x="14033099" y="5629886"/>
                <a:ext cx="253188" cy="316248"/>
              </a:xfrm>
              <a:prstGeom prst="rect">
                <a:avLst/>
              </a:prstGeom>
              <a:solidFill>
                <a:srgbClr val="B9056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35" name="Rectangle 34">
                <a:extLst>
                  <a:ext uri="{FF2B5EF4-FFF2-40B4-BE49-F238E27FC236}">
                    <a16:creationId xmlns:a16="http://schemas.microsoft.com/office/drawing/2014/main" id="{68F4DAB7-310F-1215-BA7E-D3CEF8F05A0C}"/>
                  </a:ext>
                </a:extLst>
              </p:cNvPr>
              <p:cNvSpPr/>
              <p:nvPr userDrawn="1"/>
            </p:nvSpPr>
            <p:spPr>
              <a:xfrm rot="5400000">
                <a:off x="14033099" y="3684518"/>
                <a:ext cx="253188" cy="316248"/>
              </a:xfrm>
              <a:prstGeom prst="rect">
                <a:avLst/>
              </a:prstGeom>
              <a:solidFill>
                <a:srgbClr val="9DC2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36" name="Rectangle 35">
                <a:extLst>
                  <a:ext uri="{FF2B5EF4-FFF2-40B4-BE49-F238E27FC236}">
                    <a16:creationId xmlns:a16="http://schemas.microsoft.com/office/drawing/2014/main" id="{E26002D0-CA3A-ED7C-5E9B-72EAB751B52A}"/>
                  </a:ext>
                </a:extLst>
              </p:cNvPr>
              <p:cNvSpPr/>
              <p:nvPr userDrawn="1"/>
            </p:nvSpPr>
            <p:spPr>
              <a:xfrm rot="5400000">
                <a:off x="14033099" y="4008746"/>
                <a:ext cx="253188" cy="316248"/>
              </a:xfrm>
              <a:prstGeom prst="rect">
                <a:avLst/>
              </a:prstGeom>
              <a:solidFill>
                <a:srgbClr val="309DA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37" name="Rectangle 36">
                <a:extLst>
                  <a:ext uri="{FF2B5EF4-FFF2-40B4-BE49-F238E27FC236}">
                    <a16:creationId xmlns:a16="http://schemas.microsoft.com/office/drawing/2014/main" id="{40FDDC42-5A89-9534-F74E-888B4F378103}"/>
                  </a:ext>
                </a:extLst>
              </p:cNvPr>
              <p:cNvSpPr/>
              <p:nvPr userDrawn="1"/>
            </p:nvSpPr>
            <p:spPr>
              <a:xfrm rot="5400000">
                <a:off x="14033099" y="4332974"/>
                <a:ext cx="253188" cy="316248"/>
              </a:xfrm>
              <a:prstGeom prst="rect">
                <a:avLst/>
              </a:prstGeom>
              <a:solidFill>
                <a:srgbClr val="E2C22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38" name="Rectangle 37">
                <a:extLst>
                  <a:ext uri="{FF2B5EF4-FFF2-40B4-BE49-F238E27FC236}">
                    <a16:creationId xmlns:a16="http://schemas.microsoft.com/office/drawing/2014/main" id="{FAE334B0-595A-7E3E-BCB8-744F58CC75A8}"/>
                  </a:ext>
                </a:extLst>
              </p:cNvPr>
              <p:cNvSpPr/>
              <p:nvPr userDrawn="1"/>
            </p:nvSpPr>
            <p:spPr>
              <a:xfrm rot="5400000">
                <a:off x="14033099" y="4657202"/>
                <a:ext cx="253188" cy="316248"/>
              </a:xfrm>
              <a:prstGeom prst="rect">
                <a:avLst/>
              </a:prstGeom>
              <a:solidFill>
                <a:srgbClr val="9158B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grpSp>
        <p:grpSp>
          <p:nvGrpSpPr>
            <p:cNvPr id="11" name="Group 10">
              <a:extLst>
                <a:ext uri="{FF2B5EF4-FFF2-40B4-BE49-F238E27FC236}">
                  <a16:creationId xmlns:a16="http://schemas.microsoft.com/office/drawing/2014/main" id="{3E47524E-060E-C612-B048-8BB9DA70FAB6}"/>
                </a:ext>
              </a:extLst>
            </p:cNvPr>
            <p:cNvGrpSpPr/>
            <p:nvPr userDrawn="1"/>
          </p:nvGrpSpPr>
          <p:grpSpPr>
            <a:xfrm>
              <a:off x="12442019" y="198485"/>
              <a:ext cx="382660" cy="2882942"/>
              <a:chOff x="12742785" y="3716048"/>
              <a:chExt cx="316248" cy="3171236"/>
            </a:xfrm>
          </p:grpSpPr>
          <p:sp>
            <p:nvSpPr>
              <p:cNvPr id="14" name="Rectangle 13">
                <a:extLst>
                  <a:ext uri="{FF2B5EF4-FFF2-40B4-BE49-F238E27FC236}">
                    <a16:creationId xmlns:a16="http://schemas.microsoft.com/office/drawing/2014/main" id="{A3DA869A-2507-64F7-75DF-4496D0BB35A8}"/>
                  </a:ext>
                </a:extLst>
              </p:cNvPr>
              <p:cNvSpPr/>
              <p:nvPr userDrawn="1"/>
            </p:nvSpPr>
            <p:spPr>
              <a:xfrm rot="5400000">
                <a:off x="12774315" y="6602566"/>
                <a:ext cx="253188" cy="316248"/>
              </a:xfrm>
              <a:prstGeom prst="rect">
                <a:avLst/>
              </a:prstGeom>
              <a:solidFill>
                <a:srgbClr val="BFD6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15" name="Rectangle 14">
                <a:extLst>
                  <a:ext uri="{FF2B5EF4-FFF2-40B4-BE49-F238E27FC236}">
                    <a16:creationId xmlns:a16="http://schemas.microsoft.com/office/drawing/2014/main" id="{A11B5AFA-CB9E-A4B5-DEB2-FDC2786E8760}"/>
                  </a:ext>
                </a:extLst>
              </p:cNvPr>
              <p:cNvSpPr/>
              <p:nvPr userDrawn="1"/>
            </p:nvSpPr>
            <p:spPr>
              <a:xfrm rot="5400000">
                <a:off x="12774315" y="4981430"/>
                <a:ext cx="253188" cy="316248"/>
              </a:xfrm>
              <a:prstGeom prst="rect">
                <a:avLst/>
              </a:prstGeom>
              <a:solidFill>
                <a:srgbClr val="D25F7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16" name="Rectangle 15">
                <a:extLst>
                  <a:ext uri="{FF2B5EF4-FFF2-40B4-BE49-F238E27FC236}">
                    <a16:creationId xmlns:a16="http://schemas.microsoft.com/office/drawing/2014/main" id="{F2CE912A-E401-D057-2DFA-2ABB20FB8C8F}"/>
                  </a:ext>
                </a:extLst>
              </p:cNvPr>
              <p:cNvSpPr/>
              <p:nvPr userDrawn="1"/>
            </p:nvSpPr>
            <p:spPr>
              <a:xfrm rot="5400000">
                <a:off x="12774315" y="5305658"/>
                <a:ext cx="253188" cy="316248"/>
              </a:xfrm>
              <a:prstGeom prst="rect">
                <a:avLst/>
              </a:prstGeom>
              <a:solidFill>
                <a:srgbClr val="C6480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17" name="Rectangle 16">
                <a:extLst>
                  <a:ext uri="{FF2B5EF4-FFF2-40B4-BE49-F238E27FC236}">
                    <a16:creationId xmlns:a16="http://schemas.microsoft.com/office/drawing/2014/main" id="{F110AF77-78F9-59EB-A9E8-DC3E00E70664}"/>
                  </a:ext>
                </a:extLst>
              </p:cNvPr>
              <p:cNvSpPr/>
              <p:nvPr userDrawn="1"/>
            </p:nvSpPr>
            <p:spPr>
              <a:xfrm rot="5400000">
                <a:off x="12774315" y="5629886"/>
                <a:ext cx="253188" cy="316248"/>
              </a:xfrm>
              <a:prstGeom prst="rect">
                <a:avLst/>
              </a:prstGeom>
              <a:solidFill>
                <a:srgbClr val="BA016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18" name="Rectangle 17">
                <a:extLst>
                  <a:ext uri="{FF2B5EF4-FFF2-40B4-BE49-F238E27FC236}">
                    <a16:creationId xmlns:a16="http://schemas.microsoft.com/office/drawing/2014/main" id="{EE37AE94-D563-EAFA-EEA0-A70105964007}"/>
                  </a:ext>
                </a:extLst>
              </p:cNvPr>
              <p:cNvSpPr/>
              <p:nvPr userDrawn="1"/>
            </p:nvSpPr>
            <p:spPr>
              <a:xfrm rot="5400000">
                <a:off x="12774315" y="3684518"/>
                <a:ext cx="253188" cy="316248"/>
              </a:xfrm>
              <a:prstGeom prst="rect">
                <a:avLst/>
              </a:prstGeom>
              <a:solidFill>
                <a:srgbClr val="005E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22" name="Rectangle 21">
                <a:extLst>
                  <a:ext uri="{FF2B5EF4-FFF2-40B4-BE49-F238E27FC236}">
                    <a16:creationId xmlns:a16="http://schemas.microsoft.com/office/drawing/2014/main" id="{05A6B808-289E-5026-6F95-11EB7C5CDDFE}"/>
                  </a:ext>
                </a:extLst>
              </p:cNvPr>
              <p:cNvSpPr/>
              <p:nvPr userDrawn="1"/>
            </p:nvSpPr>
            <p:spPr>
              <a:xfrm rot="5400000">
                <a:off x="12774315" y="4008746"/>
                <a:ext cx="253188" cy="316248"/>
              </a:xfrm>
              <a:prstGeom prst="rect">
                <a:avLst/>
              </a:prstGeom>
              <a:solidFill>
                <a:srgbClr val="5EB6B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25" name="Rectangle 24">
                <a:extLst>
                  <a:ext uri="{FF2B5EF4-FFF2-40B4-BE49-F238E27FC236}">
                    <a16:creationId xmlns:a16="http://schemas.microsoft.com/office/drawing/2014/main" id="{BEAB3F87-D01D-7D73-3740-E6046508CBCF}"/>
                  </a:ext>
                </a:extLst>
              </p:cNvPr>
              <p:cNvSpPr/>
              <p:nvPr userDrawn="1"/>
            </p:nvSpPr>
            <p:spPr>
              <a:xfrm rot="5400000">
                <a:off x="12774315" y="4332974"/>
                <a:ext cx="253188" cy="316248"/>
              </a:xfrm>
              <a:prstGeom prst="rect">
                <a:avLst/>
              </a:prstGeom>
              <a:solidFill>
                <a:srgbClr val="C7AB2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26" name="Rectangle 25">
                <a:extLst>
                  <a:ext uri="{FF2B5EF4-FFF2-40B4-BE49-F238E27FC236}">
                    <a16:creationId xmlns:a16="http://schemas.microsoft.com/office/drawing/2014/main" id="{F8366785-7F2C-E440-C95D-47D2C0558CB2}"/>
                  </a:ext>
                </a:extLst>
              </p:cNvPr>
              <p:cNvSpPr/>
              <p:nvPr userDrawn="1"/>
            </p:nvSpPr>
            <p:spPr>
              <a:xfrm rot="5400000">
                <a:off x="12774315" y="4657202"/>
                <a:ext cx="253188" cy="316248"/>
              </a:xfrm>
              <a:prstGeom prst="rect">
                <a:avLst/>
              </a:prstGeom>
              <a:solidFill>
                <a:srgbClr val="5C068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27" name="Rectangle 26">
                <a:extLst>
                  <a:ext uri="{FF2B5EF4-FFF2-40B4-BE49-F238E27FC236}">
                    <a16:creationId xmlns:a16="http://schemas.microsoft.com/office/drawing/2014/main" id="{19E4F73C-4E64-468E-943C-18EE6935803C}"/>
                  </a:ext>
                </a:extLst>
              </p:cNvPr>
              <p:cNvSpPr/>
              <p:nvPr userDrawn="1"/>
            </p:nvSpPr>
            <p:spPr>
              <a:xfrm rot="5400000">
                <a:off x="12774315" y="5954114"/>
                <a:ext cx="253188" cy="316248"/>
              </a:xfrm>
              <a:prstGeom prst="rect">
                <a:avLst/>
              </a:prstGeom>
              <a:solidFill>
                <a:srgbClr val="2A431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28" name="Rectangle 27">
                <a:extLst>
                  <a:ext uri="{FF2B5EF4-FFF2-40B4-BE49-F238E27FC236}">
                    <a16:creationId xmlns:a16="http://schemas.microsoft.com/office/drawing/2014/main" id="{93A30129-905E-1C2B-E116-958A8B6D44DC}"/>
                  </a:ext>
                </a:extLst>
              </p:cNvPr>
              <p:cNvSpPr/>
              <p:nvPr userDrawn="1"/>
            </p:nvSpPr>
            <p:spPr>
              <a:xfrm rot="5400000">
                <a:off x="12774315" y="6278342"/>
                <a:ext cx="253188" cy="316248"/>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grpSp>
        <p:sp>
          <p:nvSpPr>
            <p:cNvPr id="13" name="TextBox 12">
              <a:extLst>
                <a:ext uri="{FF2B5EF4-FFF2-40B4-BE49-F238E27FC236}">
                  <a16:creationId xmlns:a16="http://schemas.microsoft.com/office/drawing/2014/main" id="{473692C5-D1F4-F7D1-79F8-D87EDDCD4E3F}"/>
                </a:ext>
              </a:extLst>
            </p:cNvPr>
            <p:cNvSpPr txBox="1"/>
            <p:nvPr userDrawn="1"/>
          </p:nvSpPr>
          <p:spPr>
            <a:xfrm rot="16200000">
              <a:off x="12574270" y="5173406"/>
              <a:ext cx="960199" cy="118559"/>
            </a:xfrm>
            <a:prstGeom prst="rect">
              <a:avLst/>
            </a:prstGeom>
            <a:noFill/>
          </p:spPr>
          <p:txBody>
            <a:bodyPr wrap="none" lIns="0" tIns="0" rIns="0" bIns="0" rtlCol="0">
              <a:spAutoFit/>
            </a:bodyPr>
            <a:lstStyle/>
            <a:p>
              <a:pPr algn="l">
                <a:lnSpc>
                  <a:spcPct val="101000"/>
                </a:lnSpc>
                <a:spcAft>
                  <a:spcPts val="600"/>
                </a:spcAft>
              </a:pPr>
              <a:r>
                <a:rPr lang="en-CR" sz="800" b="1">
                  <a:solidFill>
                    <a:srgbClr val="000000"/>
                  </a:solidFill>
                  <a:latin typeface="GT America Regular"/>
                  <a:ea typeface="GT America Regular" charset="0"/>
                  <a:cs typeface="GT America Regular" charset="0"/>
                </a:rPr>
                <a:t>ON MOODY´S BLUE</a:t>
              </a:r>
              <a:endParaRPr kumimoji="0" lang="en-CR" sz="800" b="1" i="0" u="none" strike="noStrike" kern="1200" cap="none" spc="0" normalizeH="0" baseline="0" noProof="0" err="1">
                <a:ln>
                  <a:noFill/>
                </a:ln>
                <a:solidFill>
                  <a:srgbClr val="000000"/>
                </a:solidFill>
                <a:effectLst/>
                <a:uLnTx/>
                <a:uFillTx/>
                <a:latin typeface="GT America Regular"/>
                <a:ea typeface="GT America Regular" charset="0"/>
                <a:cs typeface="GT America Regular" charset="0"/>
              </a:endParaRPr>
            </a:p>
          </p:txBody>
        </p:sp>
      </p:grpSp>
      <p:sp>
        <p:nvSpPr>
          <p:cNvPr id="39" name="TextBox 38">
            <a:extLst>
              <a:ext uri="{FF2B5EF4-FFF2-40B4-BE49-F238E27FC236}">
                <a16:creationId xmlns:a16="http://schemas.microsoft.com/office/drawing/2014/main" id="{A3E2CF30-CF3E-0706-D4D0-01145828D0E4}"/>
              </a:ext>
            </a:extLst>
          </p:cNvPr>
          <p:cNvSpPr txBox="1"/>
          <p:nvPr userDrawn="1"/>
        </p:nvSpPr>
        <p:spPr>
          <a:xfrm>
            <a:off x="12356815" y="3377042"/>
            <a:ext cx="807913" cy="118559"/>
          </a:xfrm>
          <a:prstGeom prst="rect">
            <a:avLst/>
          </a:prstGeom>
          <a:noFill/>
        </p:spPr>
        <p:txBody>
          <a:bodyPr wrap="none" lIns="0" tIns="0" rIns="0" bIns="0" rtlCol="0">
            <a:spAutoFit/>
          </a:bodyPr>
          <a:lstStyle/>
          <a:p>
            <a:pPr algn="l">
              <a:lnSpc>
                <a:spcPct val="101000"/>
              </a:lnSpc>
              <a:spcAft>
                <a:spcPts val="600"/>
              </a:spcAft>
            </a:pPr>
            <a:r>
              <a:rPr kumimoji="0" lang="en-US" sz="800" b="1" i="0" u="none" strike="noStrike" kern="1200" cap="none" spc="0" normalizeH="0" baseline="0" noProof="0" dirty="0">
                <a:ln>
                  <a:noFill/>
                </a:ln>
                <a:solidFill>
                  <a:srgbClr val="000000"/>
                </a:solidFill>
                <a:effectLst/>
                <a:uLnTx/>
                <a:uFillTx/>
                <a:ea typeface="GT America Regular" charset="0"/>
                <a:cs typeface="GT America Regular" charset="0"/>
              </a:rPr>
              <a:t>For charts ONLY</a:t>
            </a:r>
            <a:endParaRPr kumimoji="0" lang="en-CR" sz="800" b="1" i="0" u="none" strike="noStrike" kern="1200" cap="none" spc="0" normalizeH="0" baseline="0" noProof="0">
              <a:ln>
                <a:noFill/>
              </a:ln>
              <a:solidFill>
                <a:srgbClr val="000000"/>
              </a:solidFill>
              <a:effectLst/>
              <a:uLnTx/>
              <a:uFillTx/>
              <a:ea typeface="GT America Regular" charset="0"/>
              <a:cs typeface="GT America Regular" charset="0"/>
            </a:endParaRPr>
          </a:p>
        </p:txBody>
      </p:sp>
    </p:spTree>
    <p:extLst>
      <p:ext uri="{BB962C8B-B14F-4D97-AF65-F5344CB8AC3E}">
        <p14:creationId xmlns:p14="http://schemas.microsoft.com/office/powerpoint/2010/main" val="2711124521"/>
      </p:ext>
    </p:extLst>
  </p:cSld>
  <p:clrMapOvr>
    <a:overrideClrMapping bg1="dk1" tx1="lt1" bg2="dk2" tx2="lt2" accent1="accent1" accent2="accent2" accent3="accent3" accent4="accent4" accent5="accent5" accent6="accent6" hlink="hlink" folHlink="folHlink"/>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Dynamic Slices 2 / Light">
    <p:spTree>
      <p:nvGrpSpPr>
        <p:cNvPr id="1" name=""/>
        <p:cNvGrpSpPr/>
        <p:nvPr/>
      </p:nvGrpSpPr>
      <p:grpSpPr>
        <a:xfrm>
          <a:off x="0" y="0"/>
          <a:ext cx="0" cy="0"/>
          <a:chOff x="0" y="0"/>
          <a:chExt cx="0" cy="0"/>
        </a:xfrm>
      </p:grpSpPr>
      <p:sp>
        <p:nvSpPr>
          <p:cNvPr id="8" name="Footer Placeholder 7">
            <a:extLst>
              <a:ext uri="{FF2B5EF4-FFF2-40B4-BE49-F238E27FC236}">
                <a16:creationId xmlns:a16="http://schemas.microsoft.com/office/drawing/2014/main" id="{0E2ADB5F-BB7A-E503-6385-47B7F4A752C0}"/>
              </a:ext>
            </a:extLst>
          </p:cNvPr>
          <p:cNvSpPr>
            <a:spLocks noGrp="1"/>
          </p:cNvSpPr>
          <p:nvPr>
            <p:ph type="ftr" sz="quarter" idx="11"/>
          </p:nvPr>
        </p:nvSpPr>
        <p:spPr>
          <a:xfrm>
            <a:off x="4773613" y="6311900"/>
            <a:ext cx="3236581" cy="269875"/>
          </a:xfrm>
        </p:spPr>
        <p:txBody>
          <a:bodyPr/>
          <a:lstStyle>
            <a:lvl1pPr>
              <a:defRPr>
                <a:solidFill>
                  <a:schemeClr val="tx1"/>
                </a:solidFill>
              </a:defRPr>
            </a:lvl1pPr>
          </a:lstStyle>
          <a:p>
            <a:r>
              <a:rPr lang="en-US"/>
              <a:t>See slide 12 for instructions on how to update footer</a:t>
            </a:r>
            <a:endParaRPr lang="en-US" dirty="0"/>
          </a:p>
        </p:txBody>
      </p:sp>
      <p:sp>
        <p:nvSpPr>
          <p:cNvPr id="5" name="Title 4">
            <a:extLst>
              <a:ext uri="{FF2B5EF4-FFF2-40B4-BE49-F238E27FC236}">
                <a16:creationId xmlns:a16="http://schemas.microsoft.com/office/drawing/2014/main" id="{239C2D3C-EE71-F9D5-90F0-145F2DCE4065}"/>
              </a:ext>
            </a:extLst>
          </p:cNvPr>
          <p:cNvSpPr>
            <a:spLocks noGrp="1"/>
          </p:cNvSpPr>
          <p:nvPr>
            <p:ph type="title"/>
          </p:nvPr>
        </p:nvSpPr>
        <p:spPr>
          <a:xfrm>
            <a:off x="546100" y="552450"/>
            <a:ext cx="5445125" cy="434975"/>
          </a:xfrm>
        </p:spPr>
        <p:txBody>
          <a:bodyPr/>
          <a:lstStyle>
            <a:lvl1pPr>
              <a:defRPr>
                <a:solidFill>
                  <a:schemeClr val="tx2"/>
                </a:solidFill>
              </a:defRPr>
            </a:lvl1pPr>
          </a:lstStyle>
          <a:p>
            <a:r>
              <a:rPr lang="en-US"/>
              <a:t>Click to edit Master title style</a:t>
            </a:r>
            <a:endParaRPr lang="en-US" dirty="0"/>
          </a:p>
        </p:txBody>
      </p:sp>
      <p:sp>
        <p:nvSpPr>
          <p:cNvPr id="12" name="Picture Placeholder 9">
            <a:extLst>
              <a:ext uri="{FF2B5EF4-FFF2-40B4-BE49-F238E27FC236}">
                <a16:creationId xmlns:a16="http://schemas.microsoft.com/office/drawing/2014/main" id="{44C754A0-D8DE-596F-C5FB-AB25D5782CCF}"/>
              </a:ext>
            </a:extLst>
          </p:cNvPr>
          <p:cNvSpPr>
            <a:spLocks noGrp="1"/>
          </p:cNvSpPr>
          <p:nvPr>
            <p:ph type="pic" sz="quarter" idx="13" hasCustomPrompt="1"/>
          </p:nvPr>
        </p:nvSpPr>
        <p:spPr>
          <a:xfrm>
            <a:off x="6096000" y="0"/>
            <a:ext cx="2029765" cy="1566863"/>
          </a:xfrm>
          <a:solidFill>
            <a:schemeClr val="accent1"/>
          </a:solidFill>
          <a:ln>
            <a:noFill/>
          </a:ln>
        </p:spPr>
        <p:txBody>
          <a:bodyPr anchor="ctr"/>
          <a:lstStyle>
            <a:lvl1pPr algn="ctr">
              <a:defRPr sz="1200" b="0">
                <a:solidFill>
                  <a:schemeClr val="bg1"/>
                </a:solidFill>
                <a:latin typeface="+mn-lt"/>
              </a:defRPr>
            </a:lvl1pPr>
          </a:lstStyle>
          <a:p>
            <a:pPr lvl="0"/>
            <a:r>
              <a:rPr lang="en-US" dirty="0"/>
              <a:t>Dynamic slice image</a:t>
            </a:r>
            <a:br>
              <a:rPr lang="en-US" dirty="0"/>
            </a:br>
            <a:r>
              <a:rPr lang="en-US" dirty="0"/>
              <a:t>or color fill</a:t>
            </a:r>
          </a:p>
        </p:txBody>
      </p:sp>
      <p:sp>
        <p:nvSpPr>
          <p:cNvPr id="4" name="Freeform 5">
            <a:extLst>
              <a:ext uri="{FF2B5EF4-FFF2-40B4-BE49-F238E27FC236}">
                <a16:creationId xmlns:a16="http://schemas.microsoft.com/office/drawing/2014/main" id="{75E3A3AB-C899-2F14-4772-F41275E73368}"/>
              </a:ext>
            </a:extLst>
          </p:cNvPr>
          <p:cNvSpPr/>
          <p:nvPr userDrawn="1"/>
        </p:nvSpPr>
        <p:spPr bwMode="black">
          <a:xfrm>
            <a:off x="554038" y="6469335"/>
            <a:ext cx="678511" cy="112440"/>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chemeClr val="tx2"/>
          </a:solidFill>
          <a:ln w="0" cap="flat">
            <a:noFill/>
            <a:prstDash val="solid"/>
            <a:miter/>
          </a:ln>
        </p:spPr>
        <p:txBody>
          <a:bodyPr rtlCol="0" anchor="ctr"/>
          <a:lstStyle/>
          <a:p>
            <a:endParaRPr lang="en-US"/>
          </a:p>
        </p:txBody>
      </p:sp>
      <p:sp>
        <p:nvSpPr>
          <p:cNvPr id="17" name="Text Placeholder 11">
            <a:extLst>
              <a:ext uri="{FF2B5EF4-FFF2-40B4-BE49-F238E27FC236}">
                <a16:creationId xmlns:a16="http://schemas.microsoft.com/office/drawing/2014/main" id="{ECB37E7F-4E3C-E404-9DDD-59DE28C0077B}"/>
              </a:ext>
            </a:extLst>
          </p:cNvPr>
          <p:cNvSpPr>
            <a:spLocks noGrp="1"/>
          </p:cNvSpPr>
          <p:nvPr>
            <p:ph type="body" sz="quarter" idx="18"/>
          </p:nvPr>
        </p:nvSpPr>
        <p:spPr>
          <a:xfrm>
            <a:off x="546100" y="1127126"/>
            <a:ext cx="5445125" cy="295274"/>
          </a:xfrm>
        </p:spPr>
        <p:txBody>
          <a:bodyPr>
            <a:noAutofit/>
          </a:bodyPr>
          <a:lstStyle>
            <a:lvl1pPr marL="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1pPr>
            <a:lvl2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2pPr>
            <a:lvl3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3pPr>
            <a:lvl4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4pPr>
            <a:lvl5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5pPr>
            <a:lvl6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6pPr>
            <a:lvl7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7pPr>
            <a:lvl8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8pPr>
            <a:lvl9pPr marL="0" indent="0" algn="l" defTabSz="914400" rtl="0" eaLnBrk="1" latinLnBrk="0" hangingPunct="1">
              <a:lnSpc>
                <a:spcPct val="80000"/>
              </a:lnSpc>
              <a:spcBef>
                <a:spcPts val="0"/>
              </a:spcBef>
              <a:spcAft>
                <a:spcPts val="0"/>
              </a:spcAft>
              <a:buNone/>
              <a:defRPr lang="en-US" sz="2400" b="0" i="0" kern="1200" dirty="0">
                <a:solidFill>
                  <a:schemeClr val="accent1"/>
                </a:solidFill>
                <a:latin typeface="+mj-lt"/>
                <a:ea typeface="GT America Regular" charset="0"/>
                <a:cs typeface="GT America Regular" charset="0"/>
              </a:defRPr>
            </a:lvl9pPr>
          </a:lstStyle>
          <a:p>
            <a:pPr lvl="0"/>
            <a:r>
              <a:rPr lang="en-US"/>
              <a:t>Click to edit Master text styles</a:t>
            </a:r>
          </a:p>
        </p:txBody>
      </p:sp>
      <p:sp>
        <p:nvSpPr>
          <p:cNvPr id="18" name="Text Placeholder 15">
            <a:extLst>
              <a:ext uri="{FF2B5EF4-FFF2-40B4-BE49-F238E27FC236}">
                <a16:creationId xmlns:a16="http://schemas.microsoft.com/office/drawing/2014/main" id="{832FAA27-BCE1-37FB-9BE3-8699F7E0E899}"/>
              </a:ext>
            </a:extLst>
          </p:cNvPr>
          <p:cNvSpPr>
            <a:spLocks noGrp="1"/>
          </p:cNvSpPr>
          <p:nvPr>
            <p:ph type="body" sz="quarter" idx="19" hasCustomPrompt="1"/>
          </p:nvPr>
        </p:nvSpPr>
        <p:spPr>
          <a:xfrm>
            <a:off x="546101" y="6019800"/>
            <a:ext cx="6851650" cy="292100"/>
          </a:xfrm>
        </p:spPr>
        <p:txBody>
          <a:bodyPr anchor="b">
            <a:noAutofit/>
          </a:bodyPr>
          <a:lstStyle>
            <a:lvl1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1pPr>
            <a:lvl2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2pPr>
            <a:lvl3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3pPr>
            <a:lvl4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4pPr>
            <a:lvl5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5pPr>
            <a:lvl6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6pPr>
            <a:lvl7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7pPr>
            <a:lvl8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8pPr>
            <a:lvl9pPr marL="0" indent="0" algn="l" defTabSz="914400" rtl="0" eaLnBrk="1" latinLnBrk="0" hangingPunct="1">
              <a:lnSpc>
                <a:spcPct val="101000"/>
              </a:lnSpc>
              <a:spcBef>
                <a:spcPts val="0"/>
              </a:spcBef>
              <a:spcAft>
                <a:spcPts val="600"/>
              </a:spcAft>
              <a:buNone/>
              <a:defRPr lang="en-US" sz="600" b="0" i="0" kern="1200" dirty="0">
                <a:solidFill>
                  <a:srgbClr val="75787B"/>
                </a:solidFill>
                <a:latin typeface="+mn-lt"/>
                <a:ea typeface="GT America Regular" charset="0"/>
                <a:cs typeface="GT America Regular" charset="0"/>
              </a:defRPr>
            </a:lvl9pPr>
          </a:lstStyle>
          <a:p>
            <a:pPr lvl="0"/>
            <a:r>
              <a:rPr lang="en-US" dirty="0"/>
              <a:t>Click to add footnotes or disclaimer information</a:t>
            </a:r>
          </a:p>
        </p:txBody>
      </p:sp>
      <p:sp>
        <p:nvSpPr>
          <p:cNvPr id="19" name="Content Placeholder 25">
            <a:extLst>
              <a:ext uri="{FF2B5EF4-FFF2-40B4-BE49-F238E27FC236}">
                <a16:creationId xmlns:a16="http://schemas.microsoft.com/office/drawing/2014/main" id="{C6AFCAE6-3A9A-0A39-AF9B-54D500EE9D1A}"/>
              </a:ext>
            </a:extLst>
          </p:cNvPr>
          <p:cNvSpPr>
            <a:spLocks noGrp="1"/>
          </p:cNvSpPr>
          <p:nvPr>
            <p:ph sz="quarter" idx="23"/>
          </p:nvPr>
        </p:nvSpPr>
        <p:spPr>
          <a:xfrm>
            <a:off x="546100" y="1849438"/>
            <a:ext cx="6851650" cy="401796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Rectangle 1">
            <a:extLst>
              <a:ext uri="{FF2B5EF4-FFF2-40B4-BE49-F238E27FC236}">
                <a16:creationId xmlns:a16="http://schemas.microsoft.com/office/drawing/2014/main" id="{C32F9A93-72A9-3D7C-5E64-1256DD12F966}"/>
              </a:ext>
            </a:extLst>
          </p:cNvPr>
          <p:cNvSpPr/>
          <p:nvPr userDrawn="1"/>
        </p:nvSpPr>
        <p:spPr>
          <a:xfrm>
            <a:off x="8125765" y="1566862"/>
            <a:ext cx="4066235" cy="5291137"/>
          </a:xfrm>
          <a:prstGeom prst="rect">
            <a:avLst/>
          </a:prstGeom>
          <a:solidFill>
            <a:srgbClr val="D7D8D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Picture Placeholder 9">
            <a:extLst>
              <a:ext uri="{FF2B5EF4-FFF2-40B4-BE49-F238E27FC236}">
                <a16:creationId xmlns:a16="http://schemas.microsoft.com/office/drawing/2014/main" id="{D3E5534D-668A-F3FA-3A87-AF2CA9556356}"/>
              </a:ext>
            </a:extLst>
          </p:cNvPr>
          <p:cNvSpPr>
            <a:spLocks noGrp="1"/>
          </p:cNvSpPr>
          <p:nvPr>
            <p:ph type="pic" sz="quarter" idx="14" hasCustomPrompt="1"/>
          </p:nvPr>
        </p:nvSpPr>
        <p:spPr>
          <a:xfrm>
            <a:off x="8125765" y="1566862"/>
            <a:ext cx="4066235" cy="5291137"/>
          </a:xfrm>
          <a:noFill/>
        </p:spPr>
        <p:txBody>
          <a:bodyPr lIns="548640" tIns="548640" rIns="548640" bIns="548640" anchor="ctr"/>
          <a:lstStyle>
            <a:lvl1pPr marL="0" indent="0" algn="l">
              <a:buFont typeface="Arial" panose="020B0604020202020204" pitchFamily="34" charset="0"/>
              <a:buNone/>
              <a:defRPr sz="3600" b="0">
                <a:solidFill>
                  <a:schemeClr val="tx2"/>
                </a:solidFill>
                <a:latin typeface="+mj-lt"/>
              </a:defRPr>
            </a:lvl1pPr>
            <a:lvl2pPr marL="0" indent="0" algn="l">
              <a:buNone/>
              <a:defRPr sz="3600">
                <a:solidFill>
                  <a:schemeClr val="bg1"/>
                </a:solidFill>
                <a:latin typeface="+mj-lt"/>
              </a:defRPr>
            </a:lvl2pPr>
            <a:lvl3pPr marL="0" indent="0">
              <a:buNone/>
              <a:defRPr sz="3600">
                <a:solidFill>
                  <a:schemeClr val="bg1"/>
                </a:solidFill>
                <a:latin typeface="+mj-lt"/>
              </a:defRPr>
            </a:lvl3pPr>
            <a:lvl4pPr marL="0" indent="0">
              <a:buNone/>
              <a:defRPr sz="3600">
                <a:solidFill>
                  <a:schemeClr val="bg1"/>
                </a:solidFill>
                <a:latin typeface="+mj-lt"/>
              </a:defRPr>
            </a:lvl4pPr>
            <a:lvl5pPr marL="0" indent="0">
              <a:buNone/>
              <a:defRPr sz="3600">
                <a:solidFill>
                  <a:schemeClr val="bg1"/>
                </a:solidFill>
                <a:latin typeface="+mj-lt"/>
              </a:defRPr>
            </a:lvl5pPr>
            <a:lvl6pPr marL="0" indent="0">
              <a:buNone/>
              <a:defRPr sz="3600">
                <a:solidFill>
                  <a:schemeClr val="bg1"/>
                </a:solidFill>
                <a:latin typeface="+mj-lt"/>
              </a:defRPr>
            </a:lvl6pPr>
            <a:lvl7pPr marL="0" indent="0">
              <a:buNone/>
              <a:defRPr sz="3600">
                <a:solidFill>
                  <a:schemeClr val="bg1"/>
                </a:solidFill>
                <a:latin typeface="+mj-lt"/>
              </a:defRPr>
            </a:lvl7pPr>
            <a:lvl8pPr marL="0" indent="0">
              <a:buNone/>
              <a:defRPr sz="1200">
                <a:solidFill>
                  <a:schemeClr val="bg1"/>
                </a:solidFill>
                <a:latin typeface="+mn-lt"/>
              </a:defRPr>
            </a:lvl8pPr>
            <a:lvl9pPr marL="171450" indent="-171450" algn="l">
              <a:buClrTx/>
              <a:buFont typeface="Arial" panose="020B0604020202020204" pitchFamily="34" charset="0"/>
              <a:buChar char="•"/>
              <a:defRPr sz="1200">
                <a:solidFill>
                  <a:schemeClr val="bg1"/>
                </a:solidFill>
                <a:latin typeface="+mn-lt"/>
              </a:defRPr>
            </a:lvl9pPr>
          </a:lstStyle>
          <a:p>
            <a:pPr lvl="7"/>
            <a:r>
              <a:rPr lang="en-US" dirty="0"/>
              <a:t>Use this box for the following:</a:t>
            </a:r>
          </a:p>
          <a:p>
            <a:pPr lvl="8"/>
            <a:r>
              <a:rPr lang="en-US" dirty="0"/>
              <a:t>Dynamic slice image</a:t>
            </a:r>
          </a:p>
          <a:p>
            <a:pPr lvl="8"/>
            <a:r>
              <a:rPr lang="en-US" dirty="0"/>
              <a:t>Quote, List level 1</a:t>
            </a:r>
            <a:br>
              <a:rPr lang="en-US" dirty="0"/>
            </a:br>
            <a:r>
              <a:rPr lang="en-US" dirty="0"/>
              <a:t>(Gray Moody’s Blue or Bright blue/white</a:t>
            </a:r>
          </a:p>
          <a:p>
            <a:pPr lvl="0"/>
            <a:r>
              <a:rPr lang="en-US" dirty="0"/>
              <a:t>First level</a:t>
            </a:r>
          </a:p>
        </p:txBody>
      </p:sp>
      <p:grpSp>
        <p:nvGrpSpPr>
          <p:cNvPr id="3" name="Group 2">
            <a:extLst>
              <a:ext uri="{FF2B5EF4-FFF2-40B4-BE49-F238E27FC236}">
                <a16:creationId xmlns:a16="http://schemas.microsoft.com/office/drawing/2014/main" id="{B60A193D-2CF6-BCED-B3AC-176360B1BFFF}"/>
              </a:ext>
            </a:extLst>
          </p:cNvPr>
          <p:cNvGrpSpPr/>
          <p:nvPr userDrawn="1"/>
        </p:nvGrpSpPr>
        <p:grpSpPr>
          <a:xfrm>
            <a:off x="12356815" y="0"/>
            <a:ext cx="756834" cy="6872642"/>
            <a:chOff x="12356815" y="0"/>
            <a:chExt cx="756834" cy="6872642"/>
          </a:xfrm>
        </p:grpSpPr>
        <p:sp>
          <p:nvSpPr>
            <p:cNvPr id="7" name="Rectangle 6">
              <a:extLst>
                <a:ext uri="{FF2B5EF4-FFF2-40B4-BE49-F238E27FC236}">
                  <a16:creationId xmlns:a16="http://schemas.microsoft.com/office/drawing/2014/main" id="{BD65FA19-4FD1-02F6-E504-4609A38F9523}"/>
                </a:ext>
              </a:extLst>
            </p:cNvPr>
            <p:cNvSpPr/>
            <p:nvPr userDrawn="1"/>
          </p:nvSpPr>
          <p:spPr>
            <a:xfrm>
              <a:off x="12356815" y="0"/>
              <a:ext cx="553069" cy="3279913"/>
            </a:xfrm>
            <a:prstGeom prst="rect">
              <a:avLst/>
            </a:prstGeom>
            <a:solidFill>
              <a:srgbClr val="F2F2F2"/>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a:p>
          </p:txBody>
        </p:sp>
        <p:sp>
          <p:nvSpPr>
            <p:cNvPr id="10" name="TextBox 9">
              <a:extLst>
                <a:ext uri="{FF2B5EF4-FFF2-40B4-BE49-F238E27FC236}">
                  <a16:creationId xmlns:a16="http://schemas.microsoft.com/office/drawing/2014/main" id="{62854DBE-8F06-86BF-53C5-7D122A708A9F}"/>
                </a:ext>
              </a:extLst>
            </p:cNvPr>
            <p:cNvSpPr txBox="1"/>
            <p:nvPr userDrawn="1"/>
          </p:nvSpPr>
          <p:spPr>
            <a:xfrm rot="16200000">
              <a:off x="12332216" y="1580677"/>
              <a:ext cx="1444306" cy="118559"/>
            </a:xfrm>
            <a:prstGeom prst="rect">
              <a:avLst/>
            </a:prstGeom>
            <a:noFill/>
          </p:spPr>
          <p:txBody>
            <a:bodyPr wrap="none" lIns="0" tIns="0" rIns="0" bIns="0" rtlCol="0">
              <a:spAutoFit/>
            </a:bodyPr>
            <a:lstStyle/>
            <a:p>
              <a:pPr algn="l">
                <a:lnSpc>
                  <a:spcPct val="101000"/>
                </a:lnSpc>
                <a:spcAft>
                  <a:spcPts val="600"/>
                </a:spcAft>
              </a:pPr>
              <a:r>
                <a:rPr kumimoji="0" lang="en-CR" sz="800" b="1" i="0" u="none" strike="noStrike" kern="1200" cap="none" spc="0" normalizeH="0" baseline="0" noProof="0">
                  <a:ln>
                    <a:noFill/>
                  </a:ln>
                  <a:solidFill>
                    <a:srgbClr val="000000"/>
                  </a:solidFill>
                  <a:effectLst/>
                  <a:uLnTx/>
                  <a:uFillTx/>
                  <a:ea typeface="GT America Regular" charset="0"/>
                  <a:cs typeface="GT America Regular" charset="0"/>
                </a:rPr>
                <a:t>ON LIGHT AND EXTRA LIGHT</a:t>
              </a:r>
            </a:p>
          </p:txBody>
        </p:sp>
        <p:sp>
          <p:nvSpPr>
            <p:cNvPr id="11" name="Rectangle 10">
              <a:extLst>
                <a:ext uri="{FF2B5EF4-FFF2-40B4-BE49-F238E27FC236}">
                  <a16:creationId xmlns:a16="http://schemas.microsoft.com/office/drawing/2014/main" id="{2AEC8101-9A5F-6BC9-2AE5-4C73CDA2E660}"/>
                </a:ext>
              </a:extLst>
            </p:cNvPr>
            <p:cNvSpPr/>
            <p:nvPr userDrawn="1"/>
          </p:nvSpPr>
          <p:spPr>
            <a:xfrm>
              <a:off x="12356815" y="3592729"/>
              <a:ext cx="553069" cy="3279913"/>
            </a:xfrm>
            <a:prstGeom prst="rect">
              <a:avLst/>
            </a:prstGeom>
            <a:solidFill>
              <a:schemeClr val="tx2"/>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a:p>
          </p:txBody>
        </p:sp>
        <p:grpSp>
          <p:nvGrpSpPr>
            <p:cNvPr id="13" name="Group 12">
              <a:extLst>
                <a:ext uri="{FF2B5EF4-FFF2-40B4-BE49-F238E27FC236}">
                  <a16:creationId xmlns:a16="http://schemas.microsoft.com/office/drawing/2014/main" id="{96FE8A27-E6CE-686B-953A-B628E3EBA235}"/>
                </a:ext>
              </a:extLst>
            </p:cNvPr>
            <p:cNvGrpSpPr/>
            <p:nvPr userDrawn="1"/>
          </p:nvGrpSpPr>
          <p:grpSpPr>
            <a:xfrm>
              <a:off x="12442019" y="3791214"/>
              <a:ext cx="382660" cy="2882942"/>
              <a:chOff x="14001569" y="3716048"/>
              <a:chExt cx="316248" cy="3171236"/>
            </a:xfrm>
          </p:grpSpPr>
          <p:sp>
            <p:nvSpPr>
              <p:cNvPr id="29" name="Rectangle 28">
                <a:extLst>
                  <a:ext uri="{FF2B5EF4-FFF2-40B4-BE49-F238E27FC236}">
                    <a16:creationId xmlns:a16="http://schemas.microsoft.com/office/drawing/2014/main" id="{647211B5-D2BA-0BF8-36C4-538393C93081}"/>
                  </a:ext>
                </a:extLst>
              </p:cNvPr>
              <p:cNvSpPr/>
              <p:nvPr userDrawn="1"/>
            </p:nvSpPr>
            <p:spPr>
              <a:xfrm rot="5400000">
                <a:off x="14033099" y="5954114"/>
                <a:ext cx="253188" cy="316248"/>
              </a:xfrm>
              <a:prstGeom prst="rect">
                <a:avLst/>
              </a:prstGeom>
              <a:solidFill>
                <a:srgbClr val="005E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30" name="Rectangle 29">
                <a:extLst>
                  <a:ext uri="{FF2B5EF4-FFF2-40B4-BE49-F238E27FC236}">
                    <a16:creationId xmlns:a16="http://schemas.microsoft.com/office/drawing/2014/main" id="{629FE735-DBF1-A0B9-42A0-BA79526D431C}"/>
                  </a:ext>
                </a:extLst>
              </p:cNvPr>
              <p:cNvSpPr/>
              <p:nvPr userDrawn="1"/>
            </p:nvSpPr>
            <p:spPr>
              <a:xfrm rot="5400000">
                <a:off x="14033099" y="6278342"/>
                <a:ext cx="253188" cy="316248"/>
              </a:xfrm>
              <a:prstGeom prst="rect">
                <a:avLst/>
              </a:prstGeom>
              <a:solidFill>
                <a:srgbClr val="B8B9D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31" name="Rectangle 30">
                <a:extLst>
                  <a:ext uri="{FF2B5EF4-FFF2-40B4-BE49-F238E27FC236}">
                    <a16:creationId xmlns:a16="http://schemas.microsoft.com/office/drawing/2014/main" id="{AAB182B2-33F6-E30A-4130-FDF14955F1E0}"/>
                  </a:ext>
                </a:extLst>
              </p:cNvPr>
              <p:cNvSpPr/>
              <p:nvPr userDrawn="1"/>
            </p:nvSpPr>
            <p:spPr>
              <a:xfrm rot="5400000">
                <a:off x="14033099" y="6602566"/>
                <a:ext cx="253188" cy="316248"/>
              </a:xfrm>
              <a:prstGeom prst="rect">
                <a:avLst/>
              </a:prstGeom>
              <a:solidFill>
                <a:srgbClr val="FBE6D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32" name="Rectangle 31">
                <a:extLst>
                  <a:ext uri="{FF2B5EF4-FFF2-40B4-BE49-F238E27FC236}">
                    <a16:creationId xmlns:a16="http://schemas.microsoft.com/office/drawing/2014/main" id="{E65CA1AC-EF1D-61D5-6966-2174FBCB30AA}"/>
                  </a:ext>
                </a:extLst>
              </p:cNvPr>
              <p:cNvSpPr/>
              <p:nvPr userDrawn="1"/>
            </p:nvSpPr>
            <p:spPr>
              <a:xfrm rot="5400000">
                <a:off x="14033099" y="4981430"/>
                <a:ext cx="253188" cy="316248"/>
              </a:xfrm>
              <a:prstGeom prst="rect">
                <a:avLst/>
              </a:prstGeom>
              <a:solidFill>
                <a:srgbClr val="BCE09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33" name="Rectangle 32">
                <a:extLst>
                  <a:ext uri="{FF2B5EF4-FFF2-40B4-BE49-F238E27FC236}">
                    <a16:creationId xmlns:a16="http://schemas.microsoft.com/office/drawing/2014/main" id="{87AC4D5F-715F-EBB3-67F6-B05C3A6EB6A4}"/>
                  </a:ext>
                </a:extLst>
              </p:cNvPr>
              <p:cNvSpPr/>
              <p:nvPr userDrawn="1"/>
            </p:nvSpPr>
            <p:spPr>
              <a:xfrm rot="5400000">
                <a:off x="14033099" y="5305658"/>
                <a:ext cx="253188" cy="316248"/>
              </a:xfrm>
              <a:prstGeom prst="rect">
                <a:avLst/>
              </a:prstGeom>
              <a:solidFill>
                <a:srgbClr val="E9783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34" name="Rectangle 33">
                <a:extLst>
                  <a:ext uri="{FF2B5EF4-FFF2-40B4-BE49-F238E27FC236}">
                    <a16:creationId xmlns:a16="http://schemas.microsoft.com/office/drawing/2014/main" id="{5DB65ED6-795D-0F93-5C8A-0CE69C408CB8}"/>
                  </a:ext>
                </a:extLst>
              </p:cNvPr>
              <p:cNvSpPr/>
              <p:nvPr userDrawn="1"/>
            </p:nvSpPr>
            <p:spPr>
              <a:xfrm rot="5400000">
                <a:off x="14033099" y="5629886"/>
                <a:ext cx="253188" cy="316248"/>
              </a:xfrm>
              <a:prstGeom prst="rect">
                <a:avLst/>
              </a:prstGeom>
              <a:solidFill>
                <a:srgbClr val="B9056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35" name="Rectangle 34">
                <a:extLst>
                  <a:ext uri="{FF2B5EF4-FFF2-40B4-BE49-F238E27FC236}">
                    <a16:creationId xmlns:a16="http://schemas.microsoft.com/office/drawing/2014/main" id="{02B26F0A-A788-7B56-7895-68AE15DC10CF}"/>
                  </a:ext>
                </a:extLst>
              </p:cNvPr>
              <p:cNvSpPr/>
              <p:nvPr userDrawn="1"/>
            </p:nvSpPr>
            <p:spPr>
              <a:xfrm rot="5400000">
                <a:off x="14033099" y="3684518"/>
                <a:ext cx="253188" cy="316248"/>
              </a:xfrm>
              <a:prstGeom prst="rect">
                <a:avLst/>
              </a:prstGeom>
              <a:solidFill>
                <a:srgbClr val="9DC2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36" name="Rectangle 35">
                <a:extLst>
                  <a:ext uri="{FF2B5EF4-FFF2-40B4-BE49-F238E27FC236}">
                    <a16:creationId xmlns:a16="http://schemas.microsoft.com/office/drawing/2014/main" id="{ADDDCB85-ED41-D42E-FCF6-36A3B061D32D}"/>
                  </a:ext>
                </a:extLst>
              </p:cNvPr>
              <p:cNvSpPr/>
              <p:nvPr userDrawn="1"/>
            </p:nvSpPr>
            <p:spPr>
              <a:xfrm rot="5400000">
                <a:off x="14033099" y="4008746"/>
                <a:ext cx="253188" cy="316248"/>
              </a:xfrm>
              <a:prstGeom prst="rect">
                <a:avLst/>
              </a:prstGeom>
              <a:solidFill>
                <a:srgbClr val="309DA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37" name="Rectangle 36">
                <a:extLst>
                  <a:ext uri="{FF2B5EF4-FFF2-40B4-BE49-F238E27FC236}">
                    <a16:creationId xmlns:a16="http://schemas.microsoft.com/office/drawing/2014/main" id="{4DF49C1B-53FE-65D1-18B1-E15892927FC0}"/>
                  </a:ext>
                </a:extLst>
              </p:cNvPr>
              <p:cNvSpPr/>
              <p:nvPr userDrawn="1"/>
            </p:nvSpPr>
            <p:spPr>
              <a:xfrm rot="5400000">
                <a:off x="14033099" y="4332974"/>
                <a:ext cx="253188" cy="316248"/>
              </a:xfrm>
              <a:prstGeom prst="rect">
                <a:avLst/>
              </a:prstGeom>
              <a:solidFill>
                <a:srgbClr val="E2C22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38" name="Rectangle 37">
                <a:extLst>
                  <a:ext uri="{FF2B5EF4-FFF2-40B4-BE49-F238E27FC236}">
                    <a16:creationId xmlns:a16="http://schemas.microsoft.com/office/drawing/2014/main" id="{F927BB76-BE3A-3B34-8D8D-BA0911C40825}"/>
                  </a:ext>
                </a:extLst>
              </p:cNvPr>
              <p:cNvSpPr/>
              <p:nvPr userDrawn="1"/>
            </p:nvSpPr>
            <p:spPr>
              <a:xfrm rot="5400000">
                <a:off x="14033099" y="4657202"/>
                <a:ext cx="253188" cy="316248"/>
              </a:xfrm>
              <a:prstGeom prst="rect">
                <a:avLst/>
              </a:prstGeom>
              <a:solidFill>
                <a:srgbClr val="9158B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grpSp>
        <p:grpSp>
          <p:nvGrpSpPr>
            <p:cNvPr id="14" name="Group 13">
              <a:extLst>
                <a:ext uri="{FF2B5EF4-FFF2-40B4-BE49-F238E27FC236}">
                  <a16:creationId xmlns:a16="http://schemas.microsoft.com/office/drawing/2014/main" id="{682C5576-1528-E28E-8AF5-E8223B8125CA}"/>
                </a:ext>
              </a:extLst>
            </p:cNvPr>
            <p:cNvGrpSpPr/>
            <p:nvPr userDrawn="1"/>
          </p:nvGrpSpPr>
          <p:grpSpPr>
            <a:xfrm>
              <a:off x="12442019" y="198485"/>
              <a:ext cx="382660" cy="2882942"/>
              <a:chOff x="12742785" y="3716048"/>
              <a:chExt cx="316248" cy="3171236"/>
            </a:xfrm>
          </p:grpSpPr>
          <p:sp>
            <p:nvSpPr>
              <p:cNvPr id="16" name="Rectangle 15">
                <a:extLst>
                  <a:ext uri="{FF2B5EF4-FFF2-40B4-BE49-F238E27FC236}">
                    <a16:creationId xmlns:a16="http://schemas.microsoft.com/office/drawing/2014/main" id="{55F54825-EEBE-2329-61F0-6AF18D0FE8C4}"/>
                  </a:ext>
                </a:extLst>
              </p:cNvPr>
              <p:cNvSpPr/>
              <p:nvPr userDrawn="1"/>
            </p:nvSpPr>
            <p:spPr>
              <a:xfrm rot="5400000">
                <a:off x="12774315" y="6602566"/>
                <a:ext cx="253188" cy="316248"/>
              </a:xfrm>
              <a:prstGeom prst="rect">
                <a:avLst/>
              </a:prstGeom>
              <a:solidFill>
                <a:srgbClr val="BFD6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20" name="Rectangle 19">
                <a:extLst>
                  <a:ext uri="{FF2B5EF4-FFF2-40B4-BE49-F238E27FC236}">
                    <a16:creationId xmlns:a16="http://schemas.microsoft.com/office/drawing/2014/main" id="{9EBF6F8A-69A4-F9F5-E5D9-CC726E1A7934}"/>
                  </a:ext>
                </a:extLst>
              </p:cNvPr>
              <p:cNvSpPr/>
              <p:nvPr userDrawn="1"/>
            </p:nvSpPr>
            <p:spPr>
              <a:xfrm rot="5400000">
                <a:off x="12774315" y="4981430"/>
                <a:ext cx="253188" cy="316248"/>
              </a:xfrm>
              <a:prstGeom prst="rect">
                <a:avLst/>
              </a:prstGeom>
              <a:solidFill>
                <a:srgbClr val="D25F7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21" name="Rectangle 20">
                <a:extLst>
                  <a:ext uri="{FF2B5EF4-FFF2-40B4-BE49-F238E27FC236}">
                    <a16:creationId xmlns:a16="http://schemas.microsoft.com/office/drawing/2014/main" id="{63782D92-3DA6-2A6E-1103-B6461D9D6E76}"/>
                  </a:ext>
                </a:extLst>
              </p:cNvPr>
              <p:cNvSpPr/>
              <p:nvPr userDrawn="1"/>
            </p:nvSpPr>
            <p:spPr>
              <a:xfrm rot="5400000">
                <a:off x="12774315" y="5305658"/>
                <a:ext cx="253188" cy="316248"/>
              </a:xfrm>
              <a:prstGeom prst="rect">
                <a:avLst/>
              </a:prstGeom>
              <a:solidFill>
                <a:srgbClr val="C6480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22" name="Rectangle 21">
                <a:extLst>
                  <a:ext uri="{FF2B5EF4-FFF2-40B4-BE49-F238E27FC236}">
                    <a16:creationId xmlns:a16="http://schemas.microsoft.com/office/drawing/2014/main" id="{34FCB400-E289-4ED1-5139-042FB062C9B1}"/>
                  </a:ext>
                </a:extLst>
              </p:cNvPr>
              <p:cNvSpPr/>
              <p:nvPr userDrawn="1"/>
            </p:nvSpPr>
            <p:spPr>
              <a:xfrm rot="5400000">
                <a:off x="12774315" y="5629886"/>
                <a:ext cx="253188" cy="316248"/>
              </a:xfrm>
              <a:prstGeom prst="rect">
                <a:avLst/>
              </a:prstGeom>
              <a:solidFill>
                <a:srgbClr val="BA016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23" name="Rectangle 22">
                <a:extLst>
                  <a:ext uri="{FF2B5EF4-FFF2-40B4-BE49-F238E27FC236}">
                    <a16:creationId xmlns:a16="http://schemas.microsoft.com/office/drawing/2014/main" id="{B3628224-207C-50CA-5916-30EADD85FB96}"/>
                  </a:ext>
                </a:extLst>
              </p:cNvPr>
              <p:cNvSpPr/>
              <p:nvPr userDrawn="1"/>
            </p:nvSpPr>
            <p:spPr>
              <a:xfrm rot="5400000">
                <a:off x="12774315" y="3684518"/>
                <a:ext cx="253188" cy="316248"/>
              </a:xfrm>
              <a:prstGeom prst="rect">
                <a:avLst/>
              </a:prstGeom>
              <a:solidFill>
                <a:srgbClr val="005E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24" name="Rectangle 23">
                <a:extLst>
                  <a:ext uri="{FF2B5EF4-FFF2-40B4-BE49-F238E27FC236}">
                    <a16:creationId xmlns:a16="http://schemas.microsoft.com/office/drawing/2014/main" id="{D8BF7070-C0D2-58D2-B7A3-7D5510B9D75D}"/>
                  </a:ext>
                </a:extLst>
              </p:cNvPr>
              <p:cNvSpPr/>
              <p:nvPr userDrawn="1"/>
            </p:nvSpPr>
            <p:spPr>
              <a:xfrm rot="5400000">
                <a:off x="12774315" y="4008746"/>
                <a:ext cx="253188" cy="316248"/>
              </a:xfrm>
              <a:prstGeom prst="rect">
                <a:avLst/>
              </a:prstGeom>
              <a:solidFill>
                <a:srgbClr val="5EB6B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25" name="Rectangle 24">
                <a:extLst>
                  <a:ext uri="{FF2B5EF4-FFF2-40B4-BE49-F238E27FC236}">
                    <a16:creationId xmlns:a16="http://schemas.microsoft.com/office/drawing/2014/main" id="{FE0F667F-9A9E-AA27-10ED-013A38321871}"/>
                  </a:ext>
                </a:extLst>
              </p:cNvPr>
              <p:cNvSpPr/>
              <p:nvPr userDrawn="1"/>
            </p:nvSpPr>
            <p:spPr>
              <a:xfrm rot="5400000">
                <a:off x="12774315" y="4332974"/>
                <a:ext cx="253188" cy="316248"/>
              </a:xfrm>
              <a:prstGeom prst="rect">
                <a:avLst/>
              </a:prstGeom>
              <a:solidFill>
                <a:srgbClr val="C7AB2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26" name="Rectangle 25">
                <a:extLst>
                  <a:ext uri="{FF2B5EF4-FFF2-40B4-BE49-F238E27FC236}">
                    <a16:creationId xmlns:a16="http://schemas.microsoft.com/office/drawing/2014/main" id="{CD16E8BA-6614-571F-043D-6CD96F73A21B}"/>
                  </a:ext>
                </a:extLst>
              </p:cNvPr>
              <p:cNvSpPr/>
              <p:nvPr userDrawn="1"/>
            </p:nvSpPr>
            <p:spPr>
              <a:xfrm rot="5400000">
                <a:off x="12774315" y="4657202"/>
                <a:ext cx="253188" cy="316248"/>
              </a:xfrm>
              <a:prstGeom prst="rect">
                <a:avLst/>
              </a:prstGeom>
              <a:solidFill>
                <a:srgbClr val="5C068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27" name="Rectangle 26">
                <a:extLst>
                  <a:ext uri="{FF2B5EF4-FFF2-40B4-BE49-F238E27FC236}">
                    <a16:creationId xmlns:a16="http://schemas.microsoft.com/office/drawing/2014/main" id="{009A1E66-1EA5-8A48-0B41-2E7819DA39D9}"/>
                  </a:ext>
                </a:extLst>
              </p:cNvPr>
              <p:cNvSpPr/>
              <p:nvPr userDrawn="1"/>
            </p:nvSpPr>
            <p:spPr>
              <a:xfrm rot="5400000">
                <a:off x="12774315" y="5954114"/>
                <a:ext cx="253188" cy="316248"/>
              </a:xfrm>
              <a:prstGeom prst="rect">
                <a:avLst/>
              </a:prstGeom>
              <a:solidFill>
                <a:srgbClr val="2A431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28" name="Rectangle 27">
                <a:extLst>
                  <a:ext uri="{FF2B5EF4-FFF2-40B4-BE49-F238E27FC236}">
                    <a16:creationId xmlns:a16="http://schemas.microsoft.com/office/drawing/2014/main" id="{915DDD13-9C13-00BE-BF4E-6B666AF48304}"/>
                  </a:ext>
                </a:extLst>
              </p:cNvPr>
              <p:cNvSpPr/>
              <p:nvPr userDrawn="1"/>
            </p:nvSpPr>
            <p:spPr>
              <a:xfrm rot="5400000">
                <a:off x="12774315" y="6278342"/>
                <a:ext cx="253188" cy="316248"/>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grpSp>
        <p:sp>
          <p:nvSpPr>
            <p:cNvPr id="15" name="TextBox 14">
              <a:extLst>
                <a:ext uri="{FF2B5EF4-FFF2-40B4-BE49-F238E27FC236}">
                  <a16:creationId xmlns:a16="http://schemas.microsoft.com/office/drawing/2014/main" id="{F2A8965B-A935-6C28-0700-8963BAE28719}"/>
                </a:ext>
              </a:extLst>
            </p:cNvPr>
            <p:cNvSpPr txBox="1"/>
            <p:nvPr userDrawn="1"/>
          </p:nvSpPr>
          <p:spPr>
            <a:xfrm rot="16200000">
              <a:off x="12574270" y="5173406"/>
              <a:ext cx="960199" cy="118559"/>
            </a:xfrm>
            <a:prstGeom prst="rect">
              <a:avLst/>
            </a:prstGeom>
            <a:noFill/>
          </p:spPr>
          <p:txBody>
            <a:bodyPr wrap="none" lIns="0" tIns="0" rIns="0" bIns="0" rtlCol="0">
              <a:spAutoFit/>
            </a:bodyPr>
            <a:lstStyle/>
            <a:p>
              <a:pPr algn="l">
                <a:lnSpc>
                  <a:spcPct val="101000"/>
                </a:lnSpc>
                <a:spcAft>
                  <a:spcPts val="600"/>
                </a:spcAft>
              </a:pPr>
              <a:r>
                <a:rPr lang="en-CR" sz="800" b="1">
                  <a:solidFill>
                    <a:srgbClr val="000000"/>
                  </a:solidFill>
                  <a:latin typeface="GT America Regular"/>
                  <a:ea typeface="GT America Regular" charset="0"/>
                  <a:cs typeface="GT America Regular" charset="0"/>
                </a:rPr>
                <a:t>ON MOODY´S BLUE</a:t>
              </a:r>
              <a:endParaRPr kumimoji="0" lang="en-CR" sz="800" b="1" i="0" u="none" strike="noStrike" kern="1200" cap="none" spc="0" normalizeH="0" baseline="0" noProof="0" err="1">
                <a:ln>
                  <a:noFill/>
                </a:ln>
                <a:solidFill>
                  <a:srgbClr val="000000"/>
                </a:solidFill>
                <a:effectLst/>
                <a:uLnTx/>
                <a:uFillTx/>
                <a:latin typeface="GT America Regular"/>
                <a:ea typeface="GT America Regular" charset="0"/>
                <a:cs typeface="GT America Regular" charset="0"/>
              </a:endParaRPr>
            </a:p>
          </p:txBody>
        </p:sp>
      </p:grpSp>
      <p:sp>
        <p:nvSpPr>
          <p:cNvPr id="39" name="TextBox 38">
            <a:extLst>
              <a:ext uri="{FF2B5EF4-FFF2-40B4-BE49-F238E27FC236}">
                <a16:creationId xmlns:a16="http://schemas.microsoft.com/office/drawing/2014/main" id="{1BA8E293-E2EB-897C-7458-C1F7D4B55723}"/>
              </a:ext>
            </a:extLst>
          </p:cNvPr>
          <p:cNvSpPr txBox="1"/>
          <p:nvPr userDrawn="1"/>
        </p:nvSpPr>
        <p:spPr>
          <a:xfrm>
            <a:off x="12356815" y="3377042"/>
            <a:ext cx="807913" cy="118559"/>
          </a:xfrm>
          <a:prstGeom prst="rect">
            <a:avLst/>
          </a:prstGeom>
          <a:noFill/>
        </p:spPr>
        <p:txBody>
          <a:bodyPr wrap="none" lIns="0" tIns="0" rIns="0" bIns="0" rtlCol="0">
            <a:spAutoFit/>
          </a:bodyPr>
          <a:lstStyle/>
          <a:p>
            <a:pPr algn="l">
              <a:lnSpc>
                <a:spcPct val="101000"/>
              </a:lnSpc>
              <a:spcAft>
                <a:spcPts val="600"/>
              </a:spcAft>
            </a:pPr>
            <a:r>
              <a:rPr kumimoji="0" lang="en-US" sz="800" b="1" i="0" u="none" strike="noStrike" kern="1200" cap="none" spc="0" normalizeH="0" baseline="0" noProof="0" dirty="0">
                <a:ln>
                  <a:noFill/>
                </a:ln>
                <a:solidFill>
                  <a:srgbClr val="000000"/>
                </a:solidFill>
                <a:effectLst/>
                <a:uLnTx/>
                <a:uFillTx/>
                <a:ea typeface="GT America Regular" charset="0"/>
                <a:cs typeface="GT America Regular" charset="0"/>
              </a:rPr>
              <a:t>For charts ONLY</a:t>
            </a:r>
            <a:endParaRPr kumimoji="0" lang="en-CR" sz="800" b="1" i="0" u="none" strike="noStrike" kern="1200" cap="none" spc="0" normalizeH="0" baseline="0" noProof="0">
              <a:ln>
                <a:noFill/>
              </a:ln>
              <a:solidFill>
                <a:srgbClr val="000000"/>
              </a:solidFill>
              <a:effectLst/>
              <a:uLnTx/>
              <a:uFillTx/>
              <a:ea typeface="GT America Regular" charset="0"/>
              <a:cs typeface="GT America Regular" charset="0"/>
            </a:endParaRPr>
          </a:p>
        </p:txBody>
      </p:sp>
      <p:sp>
        <p:nvSpPr>
          <p:cNvPr id="9" name="Slide Number Placeholder 8">
            <a:extLst>
              <a:ext uri="{FF2B5EF4-FFF2-40B4-BE49-F238E27FC236}">
                <a16:creationId xmlns:a16="http://schemas.microsoft.com/office/drawing/2014/main" id="{CCA8152B-F410-5052-DF3D-06C6DD4D2381}"/>
              </a:ext>
            </a:extLst>
          </p:cNvPr>
          <p:cNvSpPr>
            <a:spLocks noGrp="1"/>
          </p:cNvSpPr>
          <p:nvPr>
            <p:ph type="sldNum" sz="quarter" idx="12"/>
          </p:nvPr>
        </p:nvSpPr>
        <p:spPr/>
        <p:txBody>
          <a:bodyPr/>
          <a:lstStyle>
            <a:lvl1pPr>
              <a:defRPr>
                <a:solidFill>
                  <a:schemeClr val="bg1"/>
                </a:solidFill>
              </a:defRPr>
            </a:lvl1pPr>
          </a:lstStyle>
          <a:p>
            <a:fld id="{862A5111-985B-C14D-9115-5787026182A8}" type="slidenum">
              <a:rPr lang="en-US" smtClean="0"/>
              <a:pPr/>
              <a:t>‹#›</a:t>
            </a:fld>
            <a:endParaRPr lang="en-US" dirty="0"/>
          </a:p>
        </p:txBody>
      </p:sp>
    </p:spTree>
    <p:extLst>
      <p:ext uri="{BB962C8B-B14F-4D97-AF65-F5344CB8AC3E}">
        <p14:creationId xmlns:p14="http://schemas.microsoft.com/office/powerpoint/2010/main" val="3926644549"/>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Dynamic Slices 2 / Light - Subhea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894E9E3F-0E54-D2AC-2C3B-B2AD042CCF2F}"/>
              </a:ext>
            </a:extLst>
          </p:cNvPr>
          <p:cNvSpPr/>
          <p:nvPr userDrawn="1"/>
        </p:nvSpPr>
        <p:spPr>
          <a:xfrm>
            <a:off x="8125764" y="1566863"/>
            <a:ext cx="4066235" cy="5291136"/>
          </a:xfrm>
          <a:prstGeom prst="rect">
            <a:avLst/>
          </a:prstGeom>
          <a:solidFill>
            <a:srgbClr val="D7D8D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Picture Placeholder 9">
            <a:extLst>
              <a:ext uri="{FF2B5EF4-FFF2-40B4-BE49-F238E27FC236}">
                <a16:creationId xmlns:a16="http://schemas.microsoft.com/office/drawing/2014/main" id="{BE85ED21-179E-C2B7-89F1-D4AD14EEDA9A}"/>
              </a:ext>
            </a:extLst>
          </p:cNvPr>
          <p:cNvSpPr>
            <a:spLocks noGrp="1"/>
          </p:cNvSpPr>
          <p:nvPr>
            <p:ph type="pic" sz="quarter" idx="13" hasCustomPrompt="1"/>
          </p:nvPr>
        </p:nvSpPr>
        <p:spPr>
          <a:xfrm>
            <a:off x="6096000" y="0"/>
            <a:ext cx="2029765" cy="1566863"/>
          </a:xfrm>
          <a:solidFill>
            <a:schemeClr val="accent1"/>
          </a:solidFill>
          <a:ln>
            <a:noFill/>
          </a:ln>
        </p:spPr>
        <p:txBody>
          <a:bodyPr anchor="ctr"/>
          <a:lstStyle>
            <a:lvl1pPr algn="ctr">
              <a:defRPr sz="1200" b="0">
                <a:solidFill>
                  <a:schemeClr val="bg1"/>
                </a:solidFill>
                <a:latin typeface="+mn-lt"/>
              </a:defRPr>
            </a:lvl1pPr>
          </a:lstStyle>
          <a:p>
            <a:pPr lvl="0"/>
            <a:r>
              <a:rPr lang="en-US" dirty="0"/>
              <a:t>Dynamic slice image</a:t>
            </a:r>
            <a:br>
              <a:rPr lang="en-US" dirty="0"/>
            </a:br>
            <a:r>
              <a:rPr lang="en-US" dirty="0"/>
              <a:t>or color fill</a:t>
            </a:r>
          </a:p>
        </p:txBody>
      </p:sp>
      <p:sp>
        <p:nvSpPr>
          <p:cNvPr id="8" name="Footer Placeholder 7">
            <a:extLst>
              <a:ext uri="{FF2B5EF4-FFF2-40B4-BE49-F238E27FC236}">
                <a16:creationId xmlns:a16="http://schemas.microsoft.com/office/drawing/2014/main" id="{0E2ADB5F-BB7A-E503-6385-47B7F4A752C0}"/>
              </a:ext>
            </a:extLst>
          </p:cNvPr>
          <p:cNvSpPr>
            <a:spLocks noGrp="1"/>
          </p:cNvSpPr>
          <p:nvPr>
            <p:ph type="ftr" sz="quarter" idx="11"/>
          </p:nvPr>
        </p:nvSpPr>
        <p:spPr>
          <a:xfrm>
            <a:off x="4773613" y="6311900"/>
            <a:ext cx="3236581" cy="269875"/>
          </a:xfrm>
        </p:spPr>
        <p:txBody>
          <a:bodyPr/>
          <a:lstStyle>
            <a:lvl1pPr>
              <a:defRPr>
                <a:solidFill>
                  <a:schemeClr val="tx1"/>
                </a:solidFill>
              </a:defRPr>
            </a:lvl1pPr>
          </a:lstStyle>
          <a:p>
            <a:r>
              <a:rPr lang="en-US"/>
              <a:t>See slide 12 for instructions on how to update footer</a:t>
            </a:r>
            <a:endParaRPr lang="en-US" dirty="0"/>
          </a:p>
        </p:txBody>
      </p:sp>
      <p:sp>
        <p:nvSpPr>
          <p:cNvPr id="9" name="Slide Number Placeholder 8">
            <a:extLst>
              <a:ext uri="{FF2B5EF4-FFF2-40B4-BE49-F238E27FC236}">
                <a16:creationId xmlns:a16="http://schemas.microsoft.com/office/drawing/2014/main" id="{CCA8152B-F410-5052-DF3D-06C6DD4D2381}"/>
              </a:ext>
            </a:extLst>
          </p:cNvPr>
          <p:cNvSpPr>
            <a:spLocks noGrp="1"/>
          </p:cNvSpPr>
          <p:nvPr>
            <p:ph type="sldNum" sz="quarter" idx="12"/>
          </p:nvPr>
        </p:nvSpPr>
        <p:spPr/>
        <p:txBody>
          <a:bodyPr/>
          <a:lstStyle>
            <a:lvl1pPr>
              <a:defRPr>
                <a:solidFill>
                  <a:schemeClr val="bg1"/>
                </a:solidFill>
              </a:defRPr>
            </a:lvl1pPr>
          </a:lstStyle>
          <a:p>
            <a:fld id="{862A5111-985B-C14D-9115-5787026182A8}" type="slidenum">
              <a:rPr lang="en-US" smtClean="0"/>
              <a:pPr/>
              <a:t>‹#›</a:t>
            </a:fld>
            <a:endParaRPr lang="en-US" dirty="0"/>
          </a:p>
        </p:txBody>
      </p:sp>
      <p:sp>
        <p:nvSpPr>
          <p:cNvPr id="12" name="Title 11">
            <a:extLst>
              <a:ext uri="{FF2B5EF4-FFF2-40B4-BE49-F238E27FC236}">
                <a16:creationId xmlns:a16="http://schemas.microsoft.com/office/drawing/2014/main" id="{B6A2B7E6-3059-8E4F-3CF4-F1E41E44420F}"/>
              </a:ext>
            </a:extLst>
          </p:cNvPr>
          <p:cNvSpPr>
            <a:spLocks noGrp="1"/>
          </p:cNvSpPr>
          <p:nvPr>
            <p:ph type="title"/>
          </p:nvPr>
        </p:nvSpPr>
        <p:spPr>
          <a:xfrm>
            <a:off x="546100" y="552450"/>
            <a:ext cx="5441473" cy="434975"/>
          </a:xfrm>
        </p:spPr>
        <p:txBody>
          <a:bodyPr/>
          <a:lstStyle>
            <a:lvl1pPr>
              <a:defRPr>
                <a:solidFill>
                  <a:schemeClr val="tx2"/>
                </a:solidFill>
              </a:defRPr>
            </a:lvl1pPr>
          </a:lstStyle>
          <a:p>
            <a:r>
              <a:rPr lang="en-US"/>
              <a:t>Click to edit Master title style</a:t>
            </a:r>
            <a:endParaRPr lang="en-US" dirty="0"/>
          </a:p>
        </p:txBody>
      </p:sp>
      <p:sp>
        <p:nvSpPr>
          <p:cNvPr id="3" name="Freeform 5">
            <a:extLst>
              <a:ext uri="{FF2B5EF4-FFF2-40B4-BE49-F238E27FC236}">
                <a16:creationId xmlns:a16="http://schemas.microsoft.com/office/drawing/2014/main" id="{51A2B53C-6D02-BDF9-985B-07222E28EC16}"/>
              </a:ext>
            </a:extLst>
          </p:cNvPr>
          <p:cNvSpPr/>
          <p:nvPr userDrawn="1"/>
        </p:nvSpPr>
        <p:spPr bwMode="black">
          <a:xfrm>
            <a:off x="554038" y="6469335"/>
            <a:ext cx="678511" cy="112440"/>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chemeClr val="tx2"/>
          </a:solidFill>
          <a:ln w="0" cap="flat">
            <a:noFill/>
            <a:prstDash val="solid"/>
            <a:miter/>
          </a:ln>
        </p:spPr>
        <p:txBody>
          <a:bodyPr rtlCol="0" anchor="ctr"/>
          <a:lstStyle/>
          <a:p>
            <a:endParaRPr lang="en-US"/>
          </a:p>
        </p:txBody>
      </p:sp>
      <p:sp>
        <p:nvSpPr>
          <p:cNvPr id="18" name="Text Placeholder 11">
            <a:extLst>
              <a:ext uri="{FF2B5EF4-FFF2-40B4-BE49-F238E27FC236}">
                <a16:creationId xmlns:a16="http://schemas.microsoft.com/office/drawing/2014/main" id="{9D388E5C-FB1D-8ADE-23C8-8F02759F89BF}"/>
              </a:ext>
            </a:extLst>
          </p:cNvPr>
          <p:cNvSpPr>
            <a:spLocks noGrp="1"/>
          </p:cNvSpPr>
          <p:nvPr>
            <p:ph type="body" sz="quarter" idx="23"/>
          </p:nvPr>
        </p:nvSpPr>
        <p:spPr>
          <a:xfrm>
            <a:off x="546100" y="1127125"/>
            <a:ext cx="5445125" cy="292607"/>
          </a:xfrm>
        </p:spPr>
        <p:txBody>
          <a:bodyPr>
            <a:noAutofit/>
          </a:bodyPr>
          <a:lstStyle>
            <a:lvl1pPr marL="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1pPr>
            <a:lvl2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2pPr>
            <a:lvl3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3pPr>
            <a:lvl4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4pPr>
            <a:lvl5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5pPr>
            <a:lvl6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6pPr>
            <a:lvl7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7pPr>
            <a:lvl8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8pPr>
            <a:lvl9pPr marL="0" indent="0" algn="l" defTabSz="914400" rtl="0" eaLnBrk="1" latinLnBrk="0" hangingPunct="1">
              <a:lnSpc>
                <a:spcPct val="80000"/>
              </a:lnSpc>
              <a:spcBef>
                <a:spcPts val="0"/>
              </a:spcBef>
              <a:spcAft>
                <a:spcPts val="0"/>
              </a:spcAft>
              <a:buNone/>
              <a:defRPr lang="en-US" sz="2400" b="0" i="0" kern="1200" dirty="0">
                <a:solidFill>
                  <a:schemeClr val="accent1"/>
                </a:solidFill>
                <a:latin typeface="+mj-lt"/>
                <a:ea typeface="GT America Regular" charset="0"/>
                <a:cs typeface="GT America Regular" charset="0"/>
              </a:defRPr>
            </a:lvl9pPr>
          </a:lstStyle>
          <a:p>
            <a:pPr lvl="0"/>
            <a:r>
              <a:rPr lang="en-US"/>
              <a:t>Click to edit Master text styles</a:t>
            </a:r>
          </a:p>
        </p:txBody>
      </p:sp>
      <p:sp>
        <p:nvSpPr>
          <p:cNvPr id="19" name="Text Placeholder 13">
            <a:extLst>
              <a:ext uri="{FF2B5EF4-FFF2-40B4-BE49-F238E27FC236}">
                <a16:creationId xmlns:a16="http://schemas.microsoft.com/office/drawing/2014/main" id="{912FB487-0A83-3038-FA1F-1E425681D205}"/>
              </a:ext>
            </a:extLst>
          </p:cNvPr>
          <p:cNvSpPr>
            <a:spLocks noGrp="1"/>
          </p:cNvSpPr>
          <p:nvPr>
            <p:ph type="body" sz="quarter" idx="24"/>
          </p:nvPr>
        </p:nvSpPr>
        <p:spPr>
          <a:xfrm>
            <a:off x="546100" y="6019801"/>
            <a:ext cx="6855345" cy="292100"/>
          </a:xfrm>
        </p:spPr>
        <p:txBody>
          <a:bodyPr anchor="b">
            <a:noAutofit/>
          </a:bodyPr>
          <a:lstStyle>
            <a:lvl1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1pPr>
            <a:lvl2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2pPr>
            <a:lvl3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3pPr>
            <a:lvl4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4pPr>
            <a:lvl5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5pPr>
            <a:lvl6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6pPr>
            <a:lvl7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7pPr>
            <a:lvl8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8pPr>
            <a:lvl9pPr marL="0" indent="0" algn="l" defTabSz="914400" rtl="0" eaLnBrk="1" latinLnBrk="0" hangingPunct="1">
              <a:lnSpc>
                <a:spcPct val="101000"/>
              </a:lnSpc>
              <a:spcBef>
                <a:spcPts val="0"/>
              </a:spcBef>
              <a:spcAft>
                <a:spcPts val="600"/>
              </a:spcAft>
              <a:buNone/>
              <a:defRPr lang="en-US" sz="600" b="0" i="0" kern="1200" dirty="0">
                <a:solidFill>
                  <a:srgbClr val="75787B"/>
                </a:solidFill>
                <a:latin typeface="+mn-lt"/>
                <a:ea typeface="GT America Regular" charset="0"/>
                <a:cs typeface="GT America Regular" charset="0"/>
              </a:defRPr>
            </a:lvl9pPr>
          </a:lstStyle>
          <a:p>
            <a:pPr lvl="0"/>
            <a:r>
              <a:rPr lang="en-US"/>
              <a:t>Click to edit Master text styles</a:t>
            </a:r>
          </a:p>
        </p:txBody>
      </p:sp>
      <p:sp>
        <p:nvSpPr>
          <p:cNvPr id="20" name="Content Placeholder 29">
            <a:extLst>
              <a:ext uri="{FF2B5EF4-FFF2-40B4-BE49-F238E27FC236}">
                <a16:creationId xmlns:a16="http://schemas.microsoft.com/office/drawing/2014/main" id="{58C0D593-9DC8-91DA-877C-F657119FC2AA}"/>
              </a:ext>
            </a:extLst>
          </p:cNvPr>
          <p:cNvSpPr>
            <a:spLocks noGrp="1"/>
          </p:cNvSpPr>
          <p:nvPr>
            <p:ph sz="quarter" idx="27"/>
          </p:nvPr>
        </p:nvSpPr>
        <p:spPr>
          <a:xfrm>
            <a:off x="550069" y="2425700"/>
            <a:ext cx="6847681" cy="34417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1" name="Text Placeholder 33">
            <a:extLst>
              <a:ext uri="{FF2B5EF4-FFF2-40B4-BE49-F238E27FC236}">
                <a16:creationId xmlns:a16="http://schemas.microsoft.com/office/drawing/2014/main" id="{F724E384-38F7-2332-6CDE-587ABAE34345}"/>
              </a:ext>
            </a:extLst>
          </p:cNvPr>
          <p:cNvSpPr>
            <a:spLocks noGrp="1"/>
          </p:cNvSpPr>
          <p:nvPr>
            <p:ph type="body" sz="quarter" idx="29"/>
          </p:nvPr>
        </p:nvSpPr>
        <p:spPr>
          <a:xfrm>
            <a:off x="546100" y="1849437"/>
            <a:ext cx="6851650" cy="296861"/>
          </a:xfrm>
        </p:spPr>
        <p:txBody>
          <a:bodyPr>
            <a:noAutofit/>
          </a:bodyPr>
          <a:lstStyle>
            <a:lvl1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1pPr>
            <a:lvl2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2pPr>
            <a:lvl3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3pPr>
            <a:lvl4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4pPr>
            <a:lvl5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5pPr>
            <a:lvl6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6pPr>
            <a:lvl7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7pPr>
            <a:lvl8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8pPr>
            <a:lvl9pPr marL="0" indent="0" algn="l" defTabSz="914400" rtl="0" eaLnBrk="1" latinLnBrk="0" hangingPunct="1">
              <a:lnSpc>
                <a:spcPct val="101000"/>
              </a:lnSpc>
              <a:spcBef>
                <a:spcPts val="0"/>
              </a:spcBef>
              <a:spcAft>
                <a:spcPts val="600"/>
              </a:spcAft>
              <a:buNone/>
              <a:defRPr lang="en-US" sz="2000" b="0" i="0" kern="1200" dirty="0">
                <a:solidFill>
                  <a:schemeClr val="tx2"/>
                </a:solidFill>
                <a:latin typeface="+mj-lt"/>
                <a:ea typeface="GT America Regular" charset="0"/>
                <a:cs typeface="GT America Regular" charset="0"/>
              </a:defRPr>
            </a:lvl9pPr>
          </a:lstStyle>
          <a:p>
            <a:pPr lvl="0"/>
            <a:r>
              <a:rPr lang="en-US"/>
              <a:t>Click to edit Master text styles</a:t>
            </a:r>
          </a:p>
        </p:txBody>
      </p:sp>
      <p:sp>
        <p:nvSpPr>
          <p:cNvPr id="2" name="Picture Placeholder 9">
            <a:extLst>
              <a:ext uri="{FF2B5EF4-FFF2-40B4-BE49-F238E27FC236}">
                <a16:creationId xmlns:a16="http://schemas.microsoft.com/office/drawing/2014/main" id="{4EB62E2F-2E37-C08A-71AA-5EDB5BF3A79E}"/>
              </a:ext>
            </a:extLst>
          </p:cNvPr>
          <p:cNvSpPr>
            <a:spLocks noGrp="1"/>
          </p:cNvSpPr>
          <p:nvPr>
            <p:ph type="pic" sz="quarter" idx="14" hasCustomPrompt="1"/>
          </p:nvPr>
        </p:nvSpPr>
        <p:spPr>
          <a:xfrm>
            <a:off x="8125765" y="1566862"/>
            <a:ext cx="4066235" cy="5291137"/>
          </a:xfrm>
          <a:noFill/>
        </p:spPr>
        <p:txBody>
          <a:bodyPr lIns="548640" tIns="548640" rIns="548640" bIns="548640" anchor="ctr"/>
          <a:lstStyle>
            <a:lvl1pPr marL="0" indent="0" algn="l">
              <a:buFont typeface="Arial" panose="020B0604020202020204" pitchFamily="34" charset="0"/>
              <a:buNone/>
              <a:defRPr sz="3600" b="0">
                <a:solidFill>
                  <a:schemeClr val="tx2"/>
                </a:solidFill>
                <a:latin typeface="+mj-lt"/>
              </a:defRPr>
            </a:lvl1pPr>
            <a:lvl2pPr marL="0" indent="0" algn="l">
              <a:buNone/>
              <a:defRPr sz="3600">
                <a:solidFill>
                  <a:schemeClr val="bg1"/>
                </a:solidFill>
                <a:latin typeface="+mj-lt"/>
              </a:defRPr>
            </a:lvl2pPr>
            <a:lvl3pPr marL="0" indent="0">
              <a:buNone/>
              <a:defRPr sz="3600">
                <a:solidFill>
                  <a:schemeClr val="bg1"/>
                </a:solidFill>
                <a:latin typeface="+mj-lt"/>
              </a:defRPr>
            </a:lvl3pPr>
            <a:lvl4pPr marL="0" indent="0">
              <a:buNone/>
              <a:defRPr sz="3600">
                <a:solidFill>
                  <a:schemeClr val="bg1"/>
                </a:solidFill>
                <a:latin typeface="+mj-lt"/>
              </a:defRPr>
            </a:lvl4pPr>
            <a:lvl5pPr marL="0" indent="0">
              <a:buNone/>
              <a:defRPr sz="3600">
                <a:solidFill>
                  <a:schemeClr val="bg1"/>
                </a:solidFill>
                <a:latin typeface="+mj-lt"/>
              </a:defRPr>
            </a:lvl5pPr>
            <a:lvl6pPr marL="0" indent="0">
              <a:buNone/>
              <a:defRPr sz="3600">
                <a:solidFill>
                  <a:schemeClr val="bg1"/>
                </a:solidFill>
                <a:latin typeface="+mj-lt"/>
              </a:defRPr>
            </a:lvl6pPr>
            <a:lvl7pPr marL="0" indent="0">
              <a:buNone/>
              <a:defRPr sz="3600">
                <a:solidFill>
                  <a:schemeClr val="bg1"/>
                </a:solidFill>
                <a:latin typeface="+mj-lt"/>
              </a:defRPr>
            </a:lvl7pPr>
            <a:lvl8pPr marL="0" indent="0">
              <a:buNone/>
              <a:defRPr sz="1200">
                <a:solidFill>
                  <a:schemeClr val="bg1"/>
                </a:solidFill>
                <a:latin typeface="+mn-lt"/>
              </a:defRPr>
            </a:lvl8pPr>
            <a:lvl9pPr marL="171450" indent="-171450" algn="l">
              <a:buClrTx/>
              <a:buFont typeface="Arial" panose="020B0604020202020204" pitchFamily="34" charset="0"/>
              <a:buChar char="•"/>
              <a:defRPr sz="1200">
                <a:solidFill>
                  <a:schemeClr val="bg1"/>
                </a:solidFill>
                <a:latin typeface="+mn-lt"/>
              </a:defRPr>
            </a:lvl9pPr>
          </a:lstStyle>
          <a:p>
            <a:pPr lvl="7"/>
            <a:r>
              <a:rPr lang="en-US" dirty="0"/>
              <a:t>Use this box for the following:</a:t>
            </a:r>
          </a:p>
          <a:p>
            <a:pPr lvl="8"/>
            <a:r>
              <a:rPr lang="en-US" dirty="0"/>
              <a:t>Dynamic slice image</a:t>
            </a:r>
          </a:p>
          <a:p>
            <a:pPr lvl="8"/>
            <a:r>
              <a:rPr lang="en-US" dirty="0"/>
              <a:t>Quote, List level 1</a:t>
            </a:r>
            <a:br>
              <a:rPr lang="en-US" dirty="0"/>
            </a:br>
            <a:r>
              <a:rPr lang="en-US" dirty="0"/>
              <a:t>(Gray Moody’s Blue or Bright blue/white</a:t>
            </a:r>
          </a:p>
          <a:p>
            <a:pPr lvl="0"/>
            <a:r>
              <a:rPr lang="en-US" dirty="0"/>
              <a:t>First level</a:t>
            </a:r>
          </a:p>
        </p:txBody>
      </p:sp>
      <p:grpSp>
        <p:nvGrpSpPr>
          <p:cNvPr id="5" name="Group 4">
            <a:extLst>
              <a:ext uri="{FF2B5EF4-FFF2-40B4-BE49-F238E27FC236}">
                <a16:creationId xmlns:a16="http://schemas.microsoft.com/office/drawing/2014/main" id="{47C0A75C-E36C-0C46-2F03-6DB3FC764DF9}"/>
              </a:ext>
            </a:extLst>
          </p:cNvPr>
          <p:cNvGrpSpPr/>
          <p:nvPr userDrawn="1"/>
        </p:nvGrpSpPr>
        <p:grpSpPr>
          <a:xfrm>
            <a:off x="12356815" y="0"/>
            <a:ext cx="756834" cy="6872642"/>
            <a:chOff x="12356815" y="0"/>
            <a:chExt cx="756834" cy="6872642"/>
          </a:xfrm>
        </p:grpSpPr>
        <p:sp>
          <p:nvSpPr>
            <p:cNvPr id="6" name="Rectangle 5">
              <a:extLst>
                <a:ext uri="{FF2B5EF4-FFF2-40B4-BE49-F238E27FC236}">
                  <a16:creationId xmlns:a16="http://schemas.microsoft.com/office/drawing/2014/main" id="{9778A2EC-F4E7-8688-B2D6-8C84D19D8EBF}"/>
                </a:ext>
              </a:extLst>
            </p:cNvPr>
            <p:cNvSpPr/>
            <p:nvPr userDrawn="1"/>
          </p:nvSpPr>
          <p:spPr>
            <a:xfrm>
              <a:off x="12356815" y="0"/>
              <a:ext cx="553069" cy="3279913"/>
            </a:xfrm>
            <a:prstGeom prst="rect">
              <a:avLst/>
            </a:prstGeom>
            <a:solidFill>
              <a:srgbClr val="F2F2F2"/>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a:p>
          </p:txBody>
        </p:sp>
        <p:sp>
          <p:nvSpPr>
            <p:cNvPr id="7" name="TextBox 6">
              <a:extLst>
                <a:ext uri="{FF2B5EF4-FFF2-40B4-BE49-F238E27FC236}">
                  <a16:creationId xmlns:a16="http://schemas.microsoft.com/office/drawing/2014/main" id="{BB9E47FD-FAEC-7EC8-8924-53D7E1C05AEB}"/>
                </a:ext>
              </a:extLst>
            </p:cNvPr>
            <p:cNvSpPr txBox="1"/>
            <p:nvPr userDrawn="1"/>
          </p:nvSpPr>
          <p:spPr>
            <a:xfrm rot="16200000">
              <a:off x="12332216" y="1580677"/>
              <a:ext cx="1444306" cy="118559"/>
            </a:xfrm>
            <a:prstGeom prst="rect">
              <a:avLst/>
            </a:prstGeom>
            <a:noFill/>
          </p:spPr>
          <p:txBody>
            <a:bodyPr wrap="none" lIns="0" tIns="0" rIns="0" bIns="0" rtlCol="0">
              <a:spAutoFit/>
            </a:bodyPr>
            <a:lstStyle/>
            <a:p>
              <a:pPr algn="l">
                <a:lnSpc>
                  <a:spcPct val="101000"/>
                </a:lnSpc>
                <a:spcAft>
                  <a:spcPts val="600"/>
                </a:spcAft>
              </a:pPr>
              <a:r>
                <a:rPr kumimoji="0" lang="en-CR" sz="800" b="1" i="0" u="none" strike="noStrike" kern="1200" cap="none" spc="0" normalizeH="0" baseline="0" noProof="0">
                  <a:ln>
                    <a:noFill/>
                  </a:ln>
                  <a:solidFill>
                    <a:srgbClr val="000000"/>
                  </a:solidFill>
                  <a:effectLst/>
                  <a:uLnTx/>
                  <a:uFillTx/>
                  <a:ea typeface="GT America Regular" charset="0"/>
                  <a:cs typeface="GT America Regular" charset="0"/>
                </a:rPr>
                <a:t>ON LIGHT AND EXTRA LIGHT</a:t>
              </a:r>
            </a:p>
          </p:txBody>
        </p:sp>
        <p:sp>
          <p:nvSpPr>
            <p:cNvPr id="11" name="Rectangle 10">
              <a:extLst>
                <a:ext uri="{FF2B5EF4-FFF2-40B4-BE49-F238E27FC236}">
                  <a16:creationId xmlns:a16="http://schemas.microsoft.com/office/drawing/2014/main" id="{DFACABFF-0E64-F8A4-B988-37432BD2B15D}"/>
                </a:ext>
              </a:extLst>
            </p:cNvPr>
            <p:cNvSpPr/>
            <p:nvPr userDrawn="1"/>
          </p:nvSpPr>
          <p:spPr>
            <a:xfrm>
              <a:off x="12356815" y="3592729"/>
              <a:ext cx="553069" cy="3279913"/>
            </a:xfrm>
            <a:prstGeom prst="rect">
              <a:avLst/>
            </a:prstGeom>
            <a:solidFill>
              <a:schemeClr val="tx2"/>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a:p>
          </p:txBody>
        </p:sp>
        <p:grpSp>
          <p:nvGrpSpPr>
            <p:cNvPr id="13" name="Group 12">
              <a:extLst>
                <a:ext uri="{FF2B5EF4-FFF2-40B4-BE49-F238E27FC236}">
                  <a16:creationId xmlns:a16="http://schemas.microsoft.com/office/drawing/2014/main" id="{B336D51A-5DF8-069C-5A58-672B68AE780F}"/>
                </a:ext>
              </a:extLst>
            </p:cNvPr>
            <p:cNvGrpSpPr/>
            <p:nvPr userDrawn="1"/>
          </p:nvGrpSpPr>
          <p:grpSpPr>
            <a:xfrm>
              <a:off x="12442019" y="3791214"/>
              <a:ext cx="382660" cy="2882942"/>
              <a:chOff x="14001569" y="3716048"/>
              <a:chExt cx="316248" cy="3171236"/>
            </a:xfrm>
          </p:grpSpPr>
          <p:sp>
            <p:nvSpPr>
              <p:cNvPr id="30" name="Rectangle 29">
                <a:extLst>
                  <a:ext uri="{FF2B5EF4-FFF2-40B4-BE49-F238E27FC236}">
                    <a16:creationId xmlns:a16="http://schemas.microsoft.com/office/drawing/2014/main" id="{68D381C3-AE9F-967B-F0E2-8C13D5CF0459}"/>
                  </a:ext>
                </a:extLst>
              </p:cNvPr>
              <p:cNvSpPr/>
              <p:nvPr userDrawn="1"/>
            </p:nvSpPr>
            <p:spPr>
              <a:xfrm rot="5400000">
                <a:off x="14033099" y="5954114"/>
                <a:ext cx="253188" cy="316248"/>
              </a:xfrm>
              <a:prstGeom prst="rect">
                <a:avLst/>
              </a:prstGeom>
              <a:solidFill>
                <a:srgbClr val="005E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31" name="Rectangle 30">
                <a:extLst>
                  <a:ext uri="{FF2B5EF4-FFF2-40B4-BE49-F238E27FC236}">
                    <a16:creationId xmlns:a16="http://schemas.microsoft.com/office/drawing/2014/main" id="{AA0CCE5C-A3DC-081D-4841-344B679F52CB}"/>
                  </a:ext>
                </a:extLst>
              </p:cNvPr>
              <p:cNvSpPr/>
              <p:nvPr userDrawn="1"/>
            </p:nvSpPr>
            <p:spPr>
              <a:xfrm rot="5400000">
                <a:off x="14033099" y="6278342"/>
                <a:ext cx="253188" cy="316248"/>
              </a:xfrm>
              <a:prstGeom prst="rect">
                <a:avLst/>
              </a:prstGeom>
              <a:solidFill>
                <a:srgbClr val="B8B9D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32" name="Rectangle 31">
                <a:extLst>
                  <a:ext uri="{FF2B5EF4-FFF2-40B4-BE49-F238E27FC236}">
                    <a16:creationId xmlns:a16="http://schemas.microsoft.com/office/drawing/2014/main" id="{AB11F0FD-BB94-6CF5-5566-2FC31E74BA30}"/>
                  </a:ext>
                </a:extLst>
              </p:cNvPr>
              <p:cNvSpPr/>
              <p:nvPr userDrawn="1"/>
            </p:nvSpPr>
            <p:spPr>
              <a:xfrm rot="5400000">
                <a:off x="14033099" y="6602566"/>
                <a:ext cx="253188" cy="316248"/>
              </a:xfrm>
              <a:prstGeom prst="rect">
                <a:avLst/>
              </a:prstGeom>
              <a:solidFill>
                <a:srgbClr val="FBE6D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33" name="Rectangle 32">
                <a:extLst>
                  <a:ext uri="{FF2B5EF4-FFF2-40B4-BE49-F238E27FC236}">
                    <a16:creationId xmlns:a16="http://schemas.microsoft.com/office/drawing/2014/main" id="{25099D5C-4D2E-1DB6-7A4C-A55F4D10A020}"/>
                  </a:ext>
                </a:extLst>
              </p:cNvPr>
              <p:cNvSpPr/>
              <p:nvPr userDrawn="1"/>
            </p:nvSpPr>
            <p:spPr>
              <a:xfrm rot="5400000">
                <a:off x="14033099" y="4981430"/>
                <a:ext cx="253188" cy="316248"/>
              </a:xfrm>
              <a:prstGeom prst="rect">
                <a:avLst/>
              </a:prstGeom>
              <a:solidFill>
                <a:srgbClr val="BCE09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34" name="Rectangle 33">
                <a:extLst>
                  <a:ext uri="{FF2B5EF4-FFF2-40B4-BE49-F238E27FC236}">
                    <a16:creationId xmlns:a16="http://schemas.microsoft.com/office/drawing/2014/main" id="{0D019E33-FC63-470D-2779-9972F085EA56}"/>
                  </a:ext>
                </a:extLst>
              </p:cNvPr>
              <p:cNvSpPr/>
              <p:nvPr userDrawn="1"/>
            </p:nvSpPr>
            <p:spPr>
              <a:xfrm rot="5400000">
                <a:off x="14033099" y="5305658"/>
                <a:ext cx="253188" cy="316248"/>
              </a:xfrm>
              <a:prstGeom prst="rect">
                <a:avLst/>
              </a:prstGeom>
              <a:solidFill>
                <a:srgbClr val="E9783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35" name="Rectangle 34">
                <a:extLst>
                  <a:ext uri="{FF2B5EF4-FFF2-40B4-BE49-F238E27FC236}">
                    <a16:creationId xmlns:a16="http://schemas.microsoft.com/office/drawing/2014/main" id="{368B20A9-1874-B81E-12A2-650162EB8D34}"/>
                  </a:ext>
                </a:extLst>
              </p:cNvPr>
              <p:cNvSpPr/>
              <p:nvPr userDrawn="1"/>
            </p:nvSpPr>
            <p:spPr>
              <a:xfrm rot="5400000">
                <a:off x="14033099" y="5629886"/>
                <a:ext cx="253188" cy="316248"/>
              </a:xfrm>
              <a:prstGeom prst="rect">
                <a:avLst/>
              </a:prstGeom>
              <a:solidFill>
                <a:srgbClr val="B9056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36" name="Rectangle 35">
                <a:extLst>
                  <a:ext uri="{FF2B5EF4-FFF2-40B4-BE49-F238E27FC236}">
                    <a16:creationId xmlns:a16="http://schemas.microsoft.com/office/drawing/2014/main" id="{1F63B450-8003-8B79-5847-3F254085D856}"/>
                  </a:ext>
                </a:extLst>
              </p:cNvPr>
              <p:cNvSpPr/>
              <p:nvPr userDrawn="1"/>
            </p:nvSpPr>
            <p:spPr>
              <a:xfrm rot="5400000">
                <a:off x="14033099" y="3684518"/>
                <a:ext cx="253188" cy="316248"/>
              </a:xfrm>
              <a:prstGeom prst="rect">
                <a:avLst/>
              </a:prstGeom>
              <a:solidFill>
                <a:srgbClr val="9DC2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37" name="Rectangle 36">
                <a:extLst>
                  <a:ext uri="{FF2B5EF4-FFF2-40B4-BE49-F238E27FC236}">
                    <a16:creationId xmlns:a16="http://schemas.microsoft.com/office/drawing/2014/main" id="{98BA5883-60E9-BF10-E2BC-EDFF2FAB7F71}"/>
                  </a:ext>
                </a:extLst>
              </p:cNvPr>
              <p:cNvSpPr/>
              <p:nvPr userDrawn="1"/>
            </p:nvSpPr>
            <p:spPr>
              <a:xfrm rot="5400000">
                <a:off x="14033099" y="4008746"/>
                <a:ext cx="253188" cy="316248"/>
              </a:xfrm>
              <a:prstGeom prst="rect">
                <a:avLst/>
              </a:prstGeom>
              <a:solidFill>
                <a:srgbClr val="309DA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38" name="Rectangle 37">
                <a:extLst>
                  <a:ext uri="{FF2B5EF4-FFF2-40B4-BE49-F238E27FC236}">
                    <a16:creationId xmlns:a16="http://schemas.microsoft.com/office/drawing/2014/main" id="{4F916BE9-D856-AD9E-3DAC-EDD691430ACD}"/>
                  </a:ext>
                </a:extLst>
              </p:cNvPr>
              <p:cNvSpPr/>
              <p:nvPr userDrawn="1"/>
            </p:nvSpPr>
            <p:spPr>
              <a:xfrm rot="5400000">
                <a:off x="14033099" y="4332974"/>
                <a:ext cx="253188" cy="316248"/>
              </a:xfrm>
              <a:prstGeom prst="rect">
                <a:avLst/>
              </a:prstGeom>
              <a:solidFill>
                <a:srgbClr val="E2C22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39" name="Rectangle 38">
                <a:extLst>
                  <a:ext uri="{FF2B5EF4-FFF2-40B4-BE49-F238E27FC236}">
                    <a16:creationId xmlns:a16="http://schemas.microsoft.com/office/drawing/2014/main" id="{AA11C9AB-A626-21AA-218C-C07642723A3B}"/>
                  </a:ext>
                </a:extLst>
              </p:cNvPr>
              <p:cNvSpPr/>
              <p:nvPr userDrawn="1"/>
            </p:nvSpPr>
            <p:spPr>
              <a:xfrm rot="5400000">
                <a:off x="14033099" y="4657202"/>
                <a:ext cx="253188" cy="316248"/>
              </a:xfrm>
              <a:prstGeom prst="rect">
                <a:avLst/>
              </a:prstGeom>
              <a:solidFill>
                <a:srgbClr val="9158B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grpSp>
        <p:grpSp>
          <p:nvGrpSpPr>
            <p:cNvPr id="14" name="Group 13">
              <a:extLst>
                <a:ext uri="{FF2B5EF4-FFF2-40B4-BE49-F238E27FC236}">
                  <a16:creationId xmlns:a16="http://schemas.microsoft.com/office/drawing/2014/main" id="{2B7FED4C-5DFE-A8EF-8645-2A9350070230}"/>
                </a:ext>
              </a:extLst>
            </p:cNvPr>
            <p:cNvGrpSpPr/>
            <p:nvPr userDrawn="1"/>
          </p:nvGrpSpPr>
          <p:grpSpPr>
            <a:xfrm>
              <a:off x="12442019" y="198485"/>
              <a:ext cx="382660" cy="2882942"/>
              <a:chOff x="12742785" y="3716048"/>
              <a:chExt cx="316248" cy="3171236"/>
            </a:xfrm>
          </p:grpSpPr>
          <p:sp>
            <p:nvSpPr>
              <p:cNvPr id="16" name="Rectangle 15">
                <a:extLst>
                  <a:ext uri="{FF2B5EF4-FFF2-40B4-BE49-F238E27FC236}">
                    <a16:creationId xmlns:a16="http://schemas.microsoft.com/office/drawing/2014/main" id="{CB2437DD-E14E-E575-847E-84CA8EFE5957}"/>
                  </a:ext>
                </a:extLst>
              </p:cNvPr>
              <p:cNvSpPr/>
              <p:nvPr userDrawn="1"/>
            </p:nvSpPr>
            <p:spPr>
              <a:xfrm rot="5400000">
                <a:off x="12774315" y="6602566"/>
                <a:ext cx="253188" cy="316248"/>
              </a:xfrm>
              <a:prstGeom prst="rect">
                <a:avLst/>
              </a:prstGeom>
              <a:solidFill>
                <a:srgbClr val="BFD6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17" name="Rectangle 16">
                <a:extLst>
                  <a:ext uri="{FF2B5EF4-FFF2-40B4-BE49-F238E27FC236}">
                    <a16:creationId xmlns:a16="http://schemas.microsoft.com/office/drawing/2014/main" id="{E160AD25-F43E-4A22-0665-B98FE45E599B}"/>
                  </a:ext>
                </a:extLst>
              </p:cNvPr>
              <p:cNvSpPr/>
              <p:nvPr userDrawn="1"/>
            </p:nvSpPr>
            <p:spPr>
              <a:xfrm rot="5400000">
                <a:off x="12774315" y="4981430"/>
                <a:ext cx="253188" cy="316248"/>
              </a:xfrm>
              <a:prstGeom prst="rect">
                <a:avLst/>
              </a:prstGeom>
              <a:solidFill>
                <a:srgbClr val="D25F7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22" name="Rectangle 21">
                <a:extLst>
                  <a:ext uri="{FF2B5EF4-FFF2-40B4-BE49-F238E27FC236}">
                    <a16:creationId xmlns:a16="http://schemas.microsoft.com/office/drawing/2014/main" id="{74BE5D80-0F1A-1E9C-F1BB-721CE632F712}"/>
                  </a:ext>
                </a:extLst>
              </p:cNvPr>
              <p:cNvSpPr/>
              <p:nvPr userDrawn="1"/>
            </p:nvSpPr>
            <p:spPr>
              <a:xfrm rot="5400000">
                <a:off x="12774315" y="5305658"/>
                <a:ext cx="253188" cy="316248"/>
              </a:xfrm>
              <a:prstGeom prst="rect">
                <a:avLst/>
              </a:prstGeom>
              <a:solidFill>
                <a:srgbClr val="C6480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23" name="Rectangle 22">
                <a:extLst>
                  <a:ext uri="{FF2B5EF4-FFF2-40B4-BE49-F238E27FC236}">
                    <a16:creationId xmlns:a16="http://schemas.microsoft.com/office/drawing/2014/main" id="{66572DC8-7B31-1BBE-15E2-A74CEB2A145C}"/>
                  </a:ext>
                </a:extLst>
              </p:cNvPr>
              <p:cNvSpPr/>
              <p:nvPr userDrawn="1"/>
            </p:nvSpPr>
            <p:spPr>
              <a:xfrm rot="5400000">
                <a:off x="12774315" y="5629886"/>
                <a:ext cx="253188" cy="316248"/>
              </a:xfrm>
              <a:prstGeom prst="rect">
                <a:avLst/>
              </a:prstGeom>
              <a:solidFill>
                <a:srgbClr val="BA016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24" name="Rectangle 23">
                <a:extLst>
                  <a:ext uri="{FF2B5EF4-FFF2-40B4-BE49-F238E27FC236}">
                    <a16:creationId xmlns:a16="http://schemas.microsoft.com/office/drawing/2014/main" id="{AE177B04-B0A6-2641-B7FD-1E314754FC51}"/>
                  </a:ext>
                </a:extLst>
              </p:cNvPr>
              <p:cNvSpPr/>
              <p:nvPr userDrawn="1"/>
            </p:nvSpPr>
            <p:spPr>
              <a:xfrm rot="5400000">
                <a:off x="12774315" y="3684518"/>
                <a:ext cx="253188" cy="316248"/>
              </a:xfrm>
              <a:prstGeom prst="rect">
                <a:avLst/>
              </a:prstGeom>
              <a:solidFill>
                <a:srgbClr val="005E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25" name="Rectangle 24">
                <a:extLst>
                  <a:ext uri="{FF2B5EF4-FFF2-40B4-BE49-F238E27FC236}">
                    <a16:creationId xmlns:a16="http://schemas.microsoft.com/office/drawing/2014/main" id="{B18EC749-0657-5C8B-AB22-F7092C5BCCB4}"/>
                  </a:ext>
                </a:extLst>
              </p:cNvPr>
              <p:cNvSpPr/>
              <p:nvPr userDrawn="1"/>
            </p:nvSpPr>
            <p:spPr>
              <a:xfrm rot="5400000">
                <a:off x="12774315" y="4008746"/>
                <a:ext cx="253188" cy="316248"/>
              </a:xfrm>
              <a:prstGeom prst="rect">
                <a:avLst/>
              </a:prstGeom>
              <a:solidFill>
                <a:srgbClr val="5EB6B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26" name="Rectangle 25">
                <a:extLst>
                  <a:ext uri="{FF2B5EF4-FFF2-40B4-BE49-F238E27FC236}">
                    <a16:creationId xmlns:a16="http://schemas.microsoft.com/office/drawing/2014/main" id="{687AA2FF-D13C-BFA1-EB3A-603C4C034C92}"/>
                  </a:ext>
                </a:extLst>
              </p:cNvPr>
              <p:cNvSpPr/>
              <p:nvPr userDrawn="1"/>
            </p:nvSpPr>
            <p:spPr>
              <a:xfrm rot="5400000">
                <a:off x="12774315" y="4332974"/>
                <a:ext cx="253188" cy="316248"/>
              </a:xfrm>
              <a:prstGeom prst="rect">
                <a:avLst/>
              </a:prstGeom>
              <a:solidFill>
                <a:srgbClr val="C7AB2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27" name="Rectangle 26">
                <a:extLst>
                  <a:ext uri="{FF2B5EF4-FFF2-40B4-BE49-F238E27FC236}">
                    <a16:creationId xmlns:a16="http://schemas.microsoft.com/office/drawing/2014/main" id="{87812305-980A-D088-3FF5-F17626C68B4E}"/>
                  </a:ext>
                </a:extLst>
              </p:cNvPr>
              <p:cNvSpPr/>
              <p:nvPr userDrawn="1"/>
            </p:nvSpPr>
            <p:spPr>
              <a:xfrm rot="5400000">
                <a:off x="12774315" y="4657202"/>
                <a:ext cx="253188" cy="316248"/>
              </a:xfrm>
              <a:prstGeom prst="rect">
                <a:avLst/>
              </a:prstGeom>
              <a:solidFill>
                <a:srgbClr val="5C068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28" name="Rectangle 27">
                <a:extLst>
                  <a:ext uri="{FF2B5EF4-FFF2-40B4-BE49-F238E27FC236}">
                    <a16:creationId xmlns:a16="http://schemas.microsoft.com/office/drawing/2014/main" id="{CC99DFDC-9105-7635-6266-FE9842440717}"/>
                  </a:ext>
                </a:extLst>
              </p:cNvPr>
              <p:cNvSpPr/>
              <p:nvPr userDrawn="1"/>
            </p:nvSpPr>
            <p:spPr>
              <a:xfrm rot="5400000">
                <a:off x="12774315" y="5954114"/>
                <a:ext cx="253188" cy="316248"/>
              </a:xfrm>
              <a:prstGeom prst="rect">
                <a:avLst/>
              </a:prstGeom>
              <a:solidFill>
                <a:srgbClr val="2A431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29" name="Rectangle 28">
                <a:extLst>
                  <a:ext uri="{FF2B5EF4-FFF2-40B4-BE49-F238E27FC236}">
                    <a16:creationId xmlns:a16="http://schemas.microsoft.com/office/drawing/2014/main" id="{CE614AF1-F2A5-82FF-8BAD-3091E0E71230}"/>
                  </a:ext>
                </a:extLst>
              </p:cNvPr>
              <p:cNvSpPr/>
              <p:nvPr userDrawn="1"/>
            </p:nvSpPr>
            <p:spPr>
              <a:xfrm rot="5400000">
                <a:off x="12774315" y="6278342"/>
                <a:ext cx="253188" cy="316248"/>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grpSp>
        <p:sp>
          <p:nvSpPr>
            <p:cNvPr id="15" name="TextBox 14">
              <a:extLst>
                <a:ext uri="{FF2B5EF4-FFF2-40B4-BE49-F238E27FC236}">
                  <a16:creationId xmlns:a16="http://schemas.microsoft.com/office/drawing/2014/main" id="{D5C0E56F-9736-EBC9-AC53-22A9BF21BBAB}"/>
                </a:ext>
              </a:extLst>
            </p:cNvPr>
            <p:cNvSpPr txBox="1"/>
            <p:nvPr userDrawn="1"/>
          </p:nvSpPr>
          <p:spPr>
            <a:xfrm rot="16200000">
              <a:off x="12574270" y="5173406"/>
              <a:ext cx="960199" cy="118559"/>
            </a:xfrm>
            <a:prstGeom prst="rect">
              <a:avLst/>
            </a:prstGeom>
            <a:noFill/>
          </p:spPr>
          <p:txBody>
            <a:bodyPr wrap="none" lIns="0" tIns="0" rIns="0" bIns="0" rtlCol="0">
              <a:spAutoFit/>
            </a:bodyPr>
            <a:lstStyle/>
            <a:p>
              <a:pPr algn="l">
                <a:lnSpc>
                  <a:spcPct val="101000"/>
                </a:lnSpc>
                <a:spcAft>
                  <a:spcPts val="600"/>
                </a:spcAft>
              </a:pPr>
              <a:r>
                <a:rPr lang="en-CR" sz="800" b="1">
                  <a:solidFill>
                    <a:srgbClr val="000000"/>
                  </a:solidFill>
                  <a:latin typeface="GT America Regular"/>
                  <a:ea typeface="GT America Regular" charset="0"/>
                  <a:cs typeface="GT America Regular" charset="0"/>
                </a:rPr>
                <a:t>ON MOODY´S BLUE</a:t>
              </a:r>
              <a:endParaRPr kumimoji="0" lang="en-CR" sz="800" b="1" i="0" u="none" strike="noStrike" kern="1200" cap="none" spc="0" normalizeH="0" baseline="0" noProof="0" err="1">
                <a:ln>
                  <a:noFill/>
                </a:ln>
                <a:solidFill>
                  <a:srgbClr val="000000"/>
                </a:solidFill>
                <a:effectLst/>
                <a:uLnTx/>
                <a:uFillTx/>
                <a:latin typeface="GT America Regular"/>
                <a:ea typeface="GT America Regular" charset="0"/>
                <a:cs typeface="GT America Regular" charset="0"/>
              </a:endParaRPr>
            </a:p>
          </p:txBody>
        </p:sp>
      </p:grpSp>
      <p:sp>
        <p:nvSpPr>
          <p:cNvPr id="40" name="TextBox 39">
            <a:extLst>
              <a:ext uri="{FF2B5EF4-FFF2-40B4-BE49-F238E27FC236}">
                <a16:creationId xmlns:a16="http://schemas.microsoft.com/office/drawing/2014/main" id="{E3C0A0C5-70BC-5FD0-B5C8-DD718E667381}"/>
              </a:ext>
            </a:extLst>
          </p:cNvPr>
          <p:cNvSpPr txBox="1"/>
          <p:nvPr userDrawn="1"/>
        </p:nvSpPr>
        <p:spPr>
          <a:xfrm>
            <a:off x="12356815" y="3377042"/>
            <a:ext cx="807913" cy="118559"/>
          </a:xfrm>
          <a:prstGeom prst="rect">
            <a:avLst/>
          </a:prstGeom>
          <a:noFill/>
        </p:spPr>
        <p:txBody>
          <a:bodyPr wrap="none" lIns="0" tIns="0" rIns="0" bIns="0" rtlCol="0">
            <a:spAutoFit/>
          </a:bodyPr>
          <a:lstStyle/>
          <a:p>
            <a:pPr algn="l">
              <a:lnSpc>
                <a:spcPct val="101000"/>
              </a:lnSpc>
              <a:spcAft>
                <a:spcPts val="600"/>
              </a:spcAft>
            </a:pPr>
            <a:r>
              <a:rPr kumimoji="0" lang="en-US" sz="800" b="1" i="0" u="none" strike="noStrike" kern="1200" cap="none" spc="0" normalizeH="0" baseline="0" noProof="0" dirty="0">
                <a:ln>
                  <a:noFill/>
                </a:ln>
                <a:solidFill>
                  <a:srgbClr val="000000"/>
                </a:solidFill>
                <a:effectLst/>
                <a:uLnTx/>
                <a:uFillTx/>
                <a:ea typeface="GT America Regular" charset="0"/>
                <a:cs typeface="GT America Regular" charset="0"/>
              </a:rPr>
              <a:t>For charts ONLY</a:t>
            </a:r>
            <a:endParaRPr kumimoji="0" lang="en-CR" sz="800" b="1" i="0" u="none" strike="noStrike" kern="1200" cap="none" spc="0" normalizeH="0" baseline="0" noProof="0">
              <a:ln>
                <a:noFill/>
              </a:ln>
              <a:solidFill>
                <a:srgbClr val="000000"/>
              </a:solidFill>
              <a:effectLst/>
              <a:uLnTx/>
              <a:uFillTx/>
              <a:ea typeface="GT America Regular" charset="0"/>
              <a:cs typeface="GT America Regular" charset="0"/>
            </a:endParaRPr>
          </a:p>
        </p:txBody>
      </p:sp>
    </p:spTree>
    <p:extLst>
      <p:ext uri="{BB962C8B-B14F-4D97-AF65-F5344CB8AC3E}">
        <p14:creationId xmlns:p14="http://schemas.microsoft.com/office/powerpoint/2010/main" val="898988961"/>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Dynamic Slices 2 / Dark">
    <p:bg>
      <p:bgPr>
        <a:solidFill>
          <a:schemeClr val="tx2"/>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6308A00-4938-A4F1-3780-B52C6BA58AC5}"/>
              </a:ext>
            </a:extLst>
          </p:cNvPr>
          <p:cNvSpPr/>
          <p:nvPr userDrawn="1"/>
        </p:nvSpPr>
        <p:spPr>
          <a:xfrm>
            <a:off x="8125764" y="1566863"/>
            <a:ext cx="4066235" cy="5291136"/>
          </a:xfrm>
          <a:prstGeom prst="rect">
            <a:avLst/>
          </a:prstGeom>
          <a:solidFill>
            <a:srgbClr val="D7D8D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Picture Placeholder 9">
            <a:extLst>
              <a:ext uri="{FF2B5EF4-FFF2-40B4-BE49-F238E27FC236}">
                <a16:creationId xmlns:a16="http://schemas.microsoft.com/office/drawing/2014/main" id="{A5C25FA9-2DC2-B06B-E7AA-31258B974C05}"/>
              </a:ext>
            </a:extLst>
          </p:cNvPr>
          <p:cNvSpPr>
            <a:spLocks noGrp="1"/>
          </p:cNvSpPr>
          <p:nvPr>
            <p:ph type="pic" sz="quarter" idx="14" hasCustomPrompt="1"/>
          </p:nvPr>
        </p:nvSpPr>
        <p:spPr>
          <a:xfrm>
            <a:off x="8125765" y="1566862"/>
            <a:ext cx="4066235" cy="5291137"/>
          </a:xfrm>
          <a:noFill/>
        </p:spPr>
        <p:txBody>
          <a:bodyPr lIns="548640" tIns="548640" rIns="548640" bIns="548640" anchor="ctr"/>
          <a:lstStyle>
            <a:lvl1pPr marL="0" indent="0" algn="l">
              <a:buFont typeface="Arial" panose="020B0604020202020204" pitchFamily="34" charset="0"/>
              <a:buNone/>
              <a:defRPr sz="3600" b="0">
                <a:solidFill>
                  <a:schemeClr val="tx2"/>
                </a:solidFill>
                <a:latin typeface="+mj-lt"/>
              </a:defRPr>
            </a:lvl1pPr>
            <a:lvl2pPr marL="0" indent="0" algn="l">
              <a:buNone/>
              <a:defRPr sz="3600">
                <a:solidFill>
                  <a:schemeClr val="bg1"/>
                </a:solidFill>
                <a:latin typeface="+mj-lt"/>
              </a:defRPr>
            </a:lvl2pPr>
            <a:lvl3pPr marL="0" indent="0">
              <a:buNone/>
              <a:defRPr sz="3600">
                <a:solidFill>
                  <a:schemeClr val="bg1"/>
                </a:solidFill>
                <a:latin typeface="+mj-lt"/>
              </a:defRPr>
            </a:lvl3pPr>
            <a:lvl4pPr marL="0" indent="0">
              <a:buNone/>
              <a:defRPr sz="3600">
                <a:solidFill>
                  <a:schemeClr val="bg1"/>
                </a:solidFill>
                <a:latin typeface="+mj-lt"/>
              </a:defRPr>
            </a:lvl4pPr>
            <a:lvl5pPr marL="0" indent="0">
              <a:buNone/>
              <a:defRPr sz="3600">
                <a:solidFill>
                  <a:schemeClr val="bg1"/>
                </a:solidFill>
                <a:latin typeface="+mj-lt"/>
              </a:defRPr>
            </a:lvl5pPr>
            <a:lvl6pPr marL="0" indent="0">
              <a:buNone/>
              <a:defRPr sz="3600">
                <a:solidFill>
                  <a:schemeClr val="bg1"/>
                </a:solidFill>
                <a:latin typeface="+mj-lt"/>
              </a:defRPr>
            </a:lvl6pPr>
            <a:lvl7pPr marL="0" indent="0">
              <a:buNone/>
              <a:defRPr sz="3600">
                <a:solidFill>
                  <a:schemeClr val="bg1"/>
                </a:solidFill>
                <a:latin typeface="+mj-lt"/>
              </a:defRPr>
            </a:lvl7pPr>
            <a:lvl8pPr marL="0" indent="0">
              <a:buNone/>
              <a:defRPr sz="1200">
                <a:solidFill>
                  <a:schemeClr val="bg1"/>
                </a:solidFill>
                <a:latin typeface="+mn-lt"/>
              </a:defRPr>
            </a:lvl8pPr>
            <a:lvl9pPr marL="171450" indent="-171450" algn="l">
              <a:buClrTx/>
              <a:buFont typeface="Arial" panose="020B0604020202020204" pitchFamily="34" charset="0"/>
              <a:buChar char="•"/>
              <a:defRPr sz="1200">
                <a:solidFill>
                  <a:schemeClr val="bg1"/>
                </a:solidFill>
                <a:latin typeface="+mn-lt"/>
              </a:defRPr>
            </a:lvl9pPr>
          </a:lstStyle>
          <a:p>
            <a:pPr lvl="7"/>
            <a:r>
              <a:rPr lang="en-US" dirty="0"/>
              <a:t>Use this box for the following:</a:t>
            </a:r>
          </a:p>
          <a:p>
            <a:pPr lvl="8"/>
            <a:r>
              <a:rPr lang="en-US" dirty="0"/>
              <a:t>Dynamic slice image</a:t>
            </a:r>
          </a:p>
          <a:p>
            <a:pPr lvl="8"/>
            <a:r>
              <a:rPr lang="en-US" dirty="0"/>
              <a:t>Quote, List level 1</a:t>
            </a:r>
            <a:br>
              <a:rPr lang="en-US" dirty="0"/>
            </a:br>
            <a:r>
              <a:rPr lang="en-US" dirty="0"/>
              <a:t>(Gray Moody’s Blue or Bright blue/white</a:t>
            </a:r>
          </a:p>
          <a:p>
            <a:pPr lvl="0"/>
            <a:r>
              <a:rPr lang="en-US" dirty="0"/>
              <a:t>First level</a:t>
            </a:r>
          </a:p>
        </p:txBody>
      </p:sp>
      <p:sp>
        <p:nvSpPr>
          <p:cNvPr id="8" name="Footer Placeholder 7">
            <a:extLst>
              <a:ext uri="{FF2B5EF4-FFF2-40B4-BE49-F238E27FC236}">
                <a16:creationId xmlns:a16="http://schemas.microsoft.com/office/drawing/2014/main" id="{0E2ADB5F-BB7A-E503-6385-47B7F4A752C0}"/>
              </a:ext>
            </a:extLst>
          </p:cNvPr>
          <p:cNvSpPr>
            <a:spLocks noGrp="1"/>
          </p:cNvSpPr>
          <p:nvPr>
            <p:ph type="ftr" sz="quarter" idx="11"/>
          </p:nvPr>
        </p:nvSpPr>
        <p:spPr>
          <a:xfrm>
            <a:off x="4773613" y="6311900"/>
            <a:ext cx="3236581" cy="269875"/>
          </a:xfrm>
        </p:spPr>
        <p:txBody>
          <a:bodyPr/>
          <a:lstStyle>
            <a:lvl1pPr>
              <a:defRPr>
                <a:solidFill>
                  <a:schemeClr val="bg1"/>
                </a:solidFill>
              </a:defRPr>
            </a:lvl1pPr>
          </a:lstStyle>
          <a:p>
            <a:r>
              <a:rPr lang="en-US"/>
              <a:t>See slide 12 for instructions on how to update footer</a:t>
            </a:r>
            <a:endParaRPr lang="en-US" dirty="0"/>
          </a:p>
        </p:txBody>
      </p:sp>
      <p:sp>
        <p:nvSpPr>
          <p:cNvPr id="9" name="Slide Number Placeholder 8">
            <a:extLst>
              <a:ext uri="{FF2B5EF4-FFF2-40B4-BE49-F238E27FC236}">
                <a16:creationId xmlns:a16="http://schemas.microsoft.com/office/drawing/2014/main" id="{CCA8152B-F410-5052-DF3D-06C6DD4D2381}"/>
              </a:ext>
            </a:extLst>
          </p:cNvPr>
          <p:cNvSpPr>
            <a:spLocks noGrp="1"/>
          </p:cNvSpPr>
          <p:nvPr>
            <p:ph type="sldNum" sz="quarter" idx="12"/>
          </p:nvPr>
        </p:nvSpPr>
        <p:spPr/>
        <p:txBody>
          <a:bodyPr/>
          <a:lstStyle>
            <a:lvl1pPr>
              <a:defRPr>
                <a:solidFill>
                  <a:schemeClr val="bg1"/>
                </a:solidFill>
              </a:defRPr>
            </a:lvl1pPr>
          </a:lstStyle>
          <a:p>
            <a:fld id="{862A5111-985B-C14D-9115-5787026182A8}" type="slidenum">
              <a:rPr lang="en-US" smtClean="0"/>
              <a:pPr/>
              <a:t>‹#›</a:t>
            </a:fld>
            <a:endParaRPr lang="en-US" dirty="0"/>
          </a:p>
        </p:txBody>
      </p:sp>
      <p:sp>
        <p:nvSpPr>
          <p:cNvPr id="20" name="Freeform 19">
            <a:extLst>
              <a:ext uri="{FF2B5EF4-FFF2-40B4-BE49-F238E27FC236}">
                <a16:creationId xmlns:a16="http://schemas.microsoft.com/office/drawing/2014/main" id="{091F8258-6B33-2DAE-610E-A14A266200A5}"/>
              </a:ext>
            </a:extLst>
          </p:cNvPr>
          <p:cNvSpPr/>
          <p:nvPr/>
        </p:nvSpPr>
        <p:spPr>
          <a:xfrm>
            <a:off x="554038" y="6469335"/>
            <a:ext cx="678511" cy="112440"/>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chemeClr val="bg1"/>
          </a:solidFill>
          <a:ln w="0" cap="flat">
            <a:noFill/>
            <a:prstDash val="solid"/>
            <a:miter/>
          </a:ln>
        </p:spPr>
        <p:txBody>
          <a:bodyPr rtlCol="0" anchor="ctr"/>
          <a:lstStyle/>
          <a:p>
            <a:endParaRPr lang="en-US"/>
          </a:p>
        </p:txBody>
      </p:sp>
      <p:sp>
        <p:nvSpPr>
          <p:cNvPr id="5" name="Title 4">
            <a:extLst>
              <a:ext uri="{FF2B5EF4-FFF2-40B4-BE49-F238E27FC236}">
                <a16:creationId xmlns:a16="http://schemas.microsoft.com/office/drawing/2014/main" id="{239C2D3C-EE71-F9D5-90F0-145F2DCE4065}"/>
              </a:ext>
            </a:extLst>
          </p:cNvPr>
          <p:cNvSpPr>
            <a:spLocks noGrp="1"/>
          </p:cNvSpPr>
          <p:nvPr>
            <p:ph type="title"/>
          </p:nvPr>
        </p:nvSpPr>
        <p:spPr>
          <a:xfrm>
            <a:off x="546892" y="552450"/>
            <a:ext cx="5444333" cy="434975"/>
          </a:xfrm>
        </p:spPr>
        <p:txBody>
          <a:bodyPr/>
          <a:lstStyle>
            <a:lvl1pPr>
              <a:defRPr>
                <a:solidFill>
                  <a:schemeClr val="accent1"/>
                </a:solidFill>
              </a:defRPr>
            </a:lvl1pPr>
          </a:lstStyle>
          <a:p>
            <a:r>
              <a:rPr lang="en-US"/>
              <a:t>Click to edit Master title style</a:t>
            </a:r>
            <a:endParaRPr lang="en-US" dirty="0"/>
          </a:p>
        </p:txBody>
      </p:sp>
      <p:sp>
        <p:nvSpPr>
          <p:cNvPr id="12" name="Picture Placeholder 9">
            <a:extLst>
              <a:ext uri="{FF2B5EF4-FFF2-40B4-BE49-F238E27FC236}">
                <a16:creationId xmlns:a16="http://schemas.microsoft.com/office/drawing/2014/main" id="{44C754A0-D8DE-596F-C5FB-AB25D5782CCF}"/>
              </a:ext>
            </a:extLst>
          </p:cNvPr>
          <p:cNvSpPr>
            <a:spLocks noGrp="1"/>
          </p:cNvSpPr>
          <p:nvPr>
            <p:ph type="pic" sz="quarter" idx="13" hasCustomPrompt="1"/>
          </p:nvPr>
        </p:nvSpPr>
        <p:spPr>
          <a:xfrm>
            <a:off x="6096000" y="0"/>
            <a:ext cx="2029765" cy="1566863"/>
          </a:xfrm>
          <a:solidFill>
            <a:schemeClr val="accent1"/>
          </a:solidFill>
          <a:ln>
            <a:noFill/>
          </a:ln>
        </p:spPr>
        <p:txBody>
          <a:bodyPr anchor="ctr"/>
          <a:lstStyle>
            <a:lvl1pPr algn="ctr">
              <a:defRPr sz="1200" b="0">
                <a:solidFill>
                  <a:schemeClr val="bg1"/>
                </a:solidFill>
                <a:latin typeface="+mn-lt"/>
              </a:defRPr>
            </a:lvl1pPr>
          </a:lstStyle>
          <a:p>
            <a:pPr lvl="0"/>
            <a:r>
              <a:rPr lang="en-US" dirty="0"/>
              <a:t>Dynamic slice image</a:t>
            </a:r>
            <a:br>
              <a:rPr lang="en-US" dirty="0"/>
            </a:br>
            <a:r>
              <a:rPr lang="en-US" dirty="0"/>
              <a:t>or color fill</a:t>
            </a:r>
          </a:p>
        </p:txBody>
      </p:sp>
      <p:sp>
        <p:nvSpPr>
          <p:cNvPr id="22" name="Text Placeholder 11">
            <a:extLst>
              <a:ext uri="{FF2B5EF4-FFF2-40B4-BE49-F238E27FC236}">
                <a16:creationId xmlns:a16="http://schemas.microsoft.com/office/drawing/2014/main" id="{A09E7A87-B133-8C2E-3361-C82516967FAB}"/>
              </a:ext>
            </a:extLst>
          </p:cNvPr>
          <p:cNvSpPr>
            <a:spLocks noGrp="1"/>
          </p:cNvSpPr>
          <p:nvPr>
            <p:ph type="body" sz="quarter" idx="18"/>
          </p:nvPr>
        </p:nvSpPr>
        <p:spPr>
          <a:xfrm>
            <a:off x="546892" y="1127125"/>
            <a:ext cx="5444333" cy="295275"/>
          </a:xfrm>
        </p:spPr>
        <p:txBody>
          <a:bodyPr>
            <a:noAutofit/>
          </a:bodyPr>
          <a:lstStyle>
            <a:lvl1pPr marL="0" algn="l" defTabSz="914400" rtl="0" eaLnBrk="1" latinLnBrk="0" hangingPunct="1">
              <a:lnSpc>
                <a:spcPct val="80000"/>
              </a:lnSpc>
              <a:spcBef>
                <a:spcPts val="0"/>
              </a:spcBef>
              <a:spcAft>
                <a:spcPts val="0"/>
              </a:spcAft>
              <a:buNone/>
              <a:defRPr lang="en-US" sz="2400" b="0" i="0" kern="1200" dirty="0" smtClean="0">
                <a:solidFill>
                  <a:schemeClr val="bg1"/>
                </a:solidFill>
                <a:latin typeface="+mj-lt"/>
                <a:ea typeface="GT America Regular" charset="0"/>
                <a:cs typeface="GT America Regular" charset="0"/>
              </a:defRPr>
            </a:lvl1pPr>
            <a:lvl2pPr marL="0" indent="0" algn="l" defTabSz="914400" rtl="0" eaLnBrk="1" latinLnBrk="0" hangingPunct="1">
              <a:lnSpc>
                <a:spcPct val="80000"/>
              </a:lnSpc>
              <a:spcBef>
                <a:spcPts val="0"/>
              </a:spcBef>
              <a:spcAft>
                <a:spcPts val="0"/>
              </a:spcAft>
              <a:buNone/>
              <a:defRPr lang="en-US" sz="2400" b="0" i="0" kern="1200" dirty="0" smtClean="0">
                <a:solidFill>
                  <a:schemeClr val="bg1"/>
                </a:solidFill>
                <a:latin typeface="+mj-lt"/>
                <a:ea typeface="GT America Regular" charset="0"/>
                <a:cs typeface="GT America Regular" charset="0"/>
              </a:defRPr>
            </a:lvl2pPr>
            <a:lvl3pPr marL="0" indent="0" algn="l" defTabSz="914400" rtl="0" eaLnBrk="1" latinLnBrk="0" hangingPunct="1">
              <a:lnSpc>
                <a:spcPct val="80000"/>
              </a:lnSpc>
              <a:spcBef>
                <a:spcPts val="0"/>
              </a:spcBef>
              <a:spcAft>
                <a:spcPts val="0"/>
              </a:spcAft>
              <a:buNone/>
              <a:defRPr lang="en-US" sz="2400" b="0" i="0" kern="1200" dirty="0" smtClean="0">
                <a:solidFill>
                  <a:schemeClr val="bg1"/>
                </a:solidFill>
                <a:latin typeface="+mj-lt"/>
                <a:ea typeface="GT America Regular" charset="0"/>
                <a:cs typeface="GT America Regular" charset="0"/>
              </a:defRPr>
            </a:lvl3pPr>
            <a:lvl4pPr marL="0" indent="0" algn="l" defTabSz="914400" rtl="0" eaLnBrk="1" latinLnBrk="0" hangingPunct="1">
              <a:lnSpc>
                <a:spcPct val="80000"/>
              </a:lnSpc>
              <a:spcBef>
                <a:spcPts val="0"/>
              </a:spcBef>
              <a:spcAft>
                <a:spcPts val="0"/>
              </a:spcAft>
              <a:buNone/>
              <a:defRPr lang="en-US" sz="2400" b="0" i="0" kern="1200" dirty="0" smtClean="0">
                <a:solidFill>
                  <a:schemeClr val="bg1"/>
                </a:solidFill>
                <a:latin typeface="+mj-lt"/>
                <a:ea typeface="GT America Regular" charset="0"/>
                <a:cs typeface="GT America Regular" charset="0"/>
              </a:defRPr>
            </a:lvl4pPr>
            <a:lvl5pPr marL="0" indent="0" algn="l" defTabSz="914400" rtl="0" eaLnBrk="1" latinLnBrk="0" hangingPunct="1">
              <a:lnSpc>
                <a:spcPct val="80000"/>
              </a:lnSpc>
              <a:spcBef>
                <a:spcPts val="0"/>
              </a:spcBef>
              <a:spcAft>
                <a:spcPts val="0"/>
              </a:spcAft>
              <a:buNone/>
              <a:defRPr lang="en-US" sz="2400" b="0" i="0" kern="1200" dirty="0" smtClean="0">
                <a:solidFill>
                  <a:schemeClr val="bg1"/>
                </a:solidFill>
                <a:latin typeface="+mj-lt"/>
                <a:ea typeface="GT America Regular" charset="0"/>
                <a:cs typeface="GT America Regular" charset="0"/>
              </a:defRPr>
            </a:lvl5pPr>
            <a:lvl6pPr marL="0" indent="0" algn="l" defTabSz="914400" rtl="0" eaLnBrk="1" latinLnBrk="0" hangingPunct="1">
              <a:lnSpc>
                <a:spcPct val="80000"/>
              </a:lnSpc>
              <a:spcBef>
                <a:spcPts val="0"/>
              </a:spcBef>
              <a:spcAft>
                <a:spcPts val="0"/>
              </a:spcAft>
              <a:buNone/>
              <a:defRPr lang="en-US" sz="2400" b="0" i="0" kern="1200" dirty="0" smtClean="0">
                <a:solidFill>
                  <a:schemeClr val="bg1"/>
                </a:solidFill>
                <a:latin typeface="+mj-lt"/>
                <a:ea typeface="GT America Regular" charset="0"/>
                <a:cs typeface="GT America Regular" charset="0"/>
              </a:defRPr>
            </a:lvl6pPr>
            <a:lvl7pPr marL="0" indent="0" algn="l" defTabSz="914400" rtl="0" eaLnBrk="1" latinLnBrk="0" hangingPunct="1">
              <a:lnSpc>
                <a:spcPct val="80000"/>
              </a:lnSpc>
              <a:spcBef>
                <a:spcPts val="0"/>
              </a:spcBef>
              <a:spcAft>
                <a:spcPts val="0"/>
              </a:spcAft>
              <a:buNone/>
              <a:defRPr lang="en-US" sz="2400" b="0" i="0" kern="1200" dirty="0" smtClean="0">
                <a:solidFill>
                  <a:schemeClr val="bg1"/>
                </a:solidFill>
                <a:latin typeface="+mj-lt"/>
                <a:ea typeface="GT America Regular" charset="0"/>
                <a:cs typeface="GT America Regular" charset="0"/>
              </a:defRPr>
            </a:lvl7pPr>
            <a:lvl8pPr marL="0" indent="0" algn="l" defTabSz="914400" rtl="0" eaLnBrk="1" latinLnBrk="0" hangingPunct="1">
              <a:lnSpc>
                <a:spcPct val="80000"/>
              </a:lnSpc>
              <a:spcBef>
                <a:spcPts val="0"/>
              </a:spcBef>
              <a:spcAft>
                <a:spcPts val="0"/>
              </a:spcAft>
              <a:buNone/>
              <a:defRPr lang="en-US" sz="2400" b="0" i="0" kern="1200" dirty="0" smtClean="0">
                <a:solidFill>
                  <a:schemeClr val="bg1"/>
                </a:solidFill>
                <a:latin typeface="+mj-lt"/>
                <a:ea typeface="GT America Regular" charset="0"/>
                <a:cs typeface="GT America Regular" charset="0"/>
              </a:defRPr>
            </a:lvl8pPr>
            <a:lvl9pPr marL="0" indent="0" algn="l" defTabSz="914400" rtl="0" eaLnBrk="1" latinLnBrk="0" hangingPunct="1">
              <a:lnSpc>
                <a:spcPct val="80000"/>
              </a:lnSpc>
              <a:spcBef>
                <a:spcPts val="0"/>
              </a:spcBef>
              <a:spcAft>
                <a:spcPts val="0"/>
              </a:spcAft>
              <a:buNone/>
              <a:defRPr lang="en-US" sz="2400" b="0" i="0" kern="1200" dirty="0">
                <a:solidFill>
                  <a:schemeClr val="bg1"/>
                </a:solidFill>
                <a:latin typeface="+mj-lt"/>
                <a:ea typeface="GT America Regular" charset="0"/>
                <a:cs typeface="GT America Regular" charset="0"/>
              </a:defRPr>
            </a:lvl9pPr>
          </a:lstStyle>
          <a:p>
            <a:pPr lvl="0"/>
            <a:r>
              <a:rPr lang="en-US"/>
              <a:t>Click to edit Master text styles</a:t>
            </a:r>
          </a:p>
        </p:txBody>
      </p:sp>
      <p:sp>
        <p:nvSpPr>
          <p:cNvPr id="24" name="Content Placeholder 25">
            <a:extLst>
              <a:ext uri="{FF2B5EF4-FFF2-40B4-BE49-F238E27FC236}">
                <a16:creationId xmlns:a16="http://schemas.microsoft.com/office/drawing/2014/main" id="{80128354-9047-7350-5416-848442CCD831}"/>
              </a:ext>
            </a:extLst>
          </p:cNvPr>
          <p:cNvSpPr>
            <a:spLocks noGrp="1"/>
          </p:cNvSpPr>
          <p:nvPr>
            <p:ph sz="quarter" idx="23"/>
          </p:nvPr>
        </p:nvSpPr>
        <p:spPr>
          <a:xfrm>
            <a:off x="546892" y="1849438"/>
            <a:ext cx="6850858" cy="4017961"/>
          </a:xfrm>
        </p:spPr>
        <p:txBody>
          <a:bodyPr/>
          <a:lstStyle>
            <a:lvl1pPr>
              <a:defRPr>
                <a:solidFill>
                  <a:schemeClr val="bg1"/>
                </a:solidFill>
              </a:defRPr>
            </a:lvl1pPr>
            <a:lvl2pPr>
              <a:defRPr>
                <a:solidFill>
                  <a:schemeClr val="bg1"/>
                </a:solidFill>
              </a:defRPr>
            </a:lvl2pPr>
            <a:lvl3pPr>
              <a:buClrTx/>
              <a:defRPr>
                <a:solidFill>
                  <a:schemeClr val="bg1"/>
                </a:solidFill>
              </a:defRPr>
            </a:lvl3pPr>
            <a:lvl4pPr>
              <a:defRPr>
                <a:solidFill>
                  <a:schemeClr val="bg1"/>
                </a:solidFill>
              </a:defRPr>
            </a:lvl4pPr>
            <a:lvl5pPr>
              <a:buClrTx/>
              <a:defRPr>
                <a:solidFill>
                  <a:schemeClr val="bg1"/>
                </a:solidFill>
              </a:defRPr>
            </a:lvl5pPr>
            <a:lvl6pPr>
              <a:defRPr>
                <a:solidFill>
                  <a:schemeClr val="bg1"/>
                </a:solidFill>
              </a:defRPr>
            </a:lvl6pPr>
            <a:lvl7pPr>
              <a:buClrTx/>
              <a:defRPr>
                <a:solidFill>
                  <a:schemeClr val="bg1"/>
                </a:solidFill>
              </a:defRPr>
            </a:lvl7pPr>
            <a:lvl8pPr>
              <a:defRPr>
                <a:solidFill>
                  <a:schemeClr val="bg1"/>
                </a:solidFill>
              </a:defRPr>
            </a:lvl8pPr>
            <a:lvl9pPr>
              <a:buClrTx/>
              <a:defRPr>
                <a:solidFill>
                  <a:schemeClr val="bg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5" name="Text Placeholder 13">
            <a:extLst>
              <a:ext uri="{FF2B5EF4-FFF2-40B4-BE49-F238E27FC236}">
                <a16:creationId xmlns:a16="http://schemas.microsoft.com/office/drawing/2014/main" id="{72CE5105-8928-8980-F557-C8D17BD90A57}"/>
              </a:ext>
            </a:extLst>
          </p:cNvPr>
          <p:cNvSpPr>
            <a:spLocks noGrp="1"/>
          </p:cNvSpPr>
          <p:nvPr>
            <p:ph type="body" sz="quarter" idx="24"/>
          </p:nvPr>
        </p:nvSpPr>
        <p:spPr>
          <a:xfrm>
            <a:off x="546892" y="6019801"/>
            <a:ext cx="6854553" cy="292100"/>
          </a:xfrm>
        </p:spPr>
        <p:txBody>
          <a:bodyPr anchor="b">
            <a:noAutofit/>
          </a:bodyPr>
          <a:lstStyle>
            <a:lvl1pPr marL="0" indent="0" algn="l" defTabSz="914400" rtl="0" eaLnBrk="1" latinLnBrk="0" hangingPunct="1">
              <a:lnSpc>
                <a:spcPct val="101000"/>
              </a:lnSpc>
              <a:spcBef>
                <a:spcPts val="0"/>
              </a:spcBef>
              <a:spcAft>
                <a:spcPts val="600"/>
              </a:spcAft>
              <a:buNone/>
              <a:defRPr lang="en-US" sz="600" b="0" i="0" kern="1200" dirty="0" smtClean="0">
                <a:solidFill>
                  <a:schemeClr val="bg1"/>
                </a:solidFill>
                <a:latin typeface="+mn-lt"/>
                <a:ea typeface="GT America Regular" charset="0"/>
                <a:cs typeface="GT America Regular" charset="0"/>
              </a:defRPr>
            </a:lvl1pPr>
            <a:lvl2pPr marL="0" indent="0" algn="l" defTabSz="914400" rtl="0" eaLnBrk="1" latinLnBrk="0" hangingPunct="1">
              <a:lnSpc>
                <a:spcPct val="101000"/>
              </a:lnSpc>
              <a:spcBef>
                <a:spcPts val="0"/>
              </a:spcBef>
              <a:spcAft>
                <a:spcPts val="600"/>
              </a:spcAft>
              <a:buNone/>
              <a:defRPr lang="en-US" sz="600" b="0" i="0" kern="1200" dirty="0" smtClean="0">
                <a:solidFill>
                  <a:schemeClr val="bg1"/>
                </a:solidFill>
                <a:latin typeface="+mn-lt"/>
                <a:ea typeface="GT America Regular" charset="0"/>
                <a:cs typeface="GT America Regular" charset="0"/>
              </a:defRPr>
            </a:lvl2pPr>
            <a:lvl3pPr marL="0" indent="0" algn="l" defTabSz="914400" rtl="0" eaLnBrk="1" latinLnBrk="0" hangingPunct="1">
              <a:lnSpc>
                <a:spcPct val="101000"/>
              </a:lnSpc>
              <a:spcBef>
                <a:spcPts val="0"/>
              </a:spcBef>
              <a:spcAft>
                <a:spcPts val="600"/>
              </a:spcAft>
              <a:buNone/>
              <a:defRPr lang="en-US" sz="600" b="0" i="0" kern="1200" dirty="0" smtClean="0">
                <a:solidFill>
                  <a:schemeClr val="bg1"/>
                </a:solidFill>
                <a:latin typeface="+mn-lt"/>
                <a:ea typeface="GT America Regular" charset="0"/>
                <a:cs typeface="GT America Regular" charset="0"/>
              </a:defRPr>
            </a:lvl3pPr>
            <a:lvl4pPr marL="0" indent="0" algn="l" defTabSz="914400" rtl="0" eaLnBrk="1" latinLnBrk="0" hangingPunct="1">
              <a:lnSpc>
                <a:spcPct val="101000"/>
              </a:lnSpc>
              <a:spcBef>
                <a:spcPts val="0"/>
              </a:spcBef>
              <a:spcAft>
                <a:spcPts val="600"/>
              </a:spcAft>
              <a:buNone/>
              <a:defRPr lang="en-US" sz="600" b="0" i="0" kern="1200" dirty="0" smtClean="0">
                <a:solidFill>
                  <a:schemeClr val="bg1"/>
                </a:solidFill>
                <a:latin typeface="+mn-lt"/>
                <a:ea typeface="GT America Regular" charset="0"/>
                <a:cs typeface="GT America Regular" charset="0"/>
              </a:defRPr>
            </a:lvl4pPr>
            <a:lvl5pPr marL="0" indent="0" algn="l" defTabSz="914400" rtl="0" eaLnBrk="1" latinLnBrk="0" hangingPunct="1">
              <a:lnSpc>
                <a:spcPct val="101000"/>
              </a:lnSpc>
              <a:spcBef>
                <a:spcPts val="0"/>
              </a:spcBef>
              <a:spcAft>
                <a:spcPts val="600"/>
              </a:spcAft>
              <a:buNone/>
              <a:defRPr lang="en-US" sz="600" b="0" i="0" kern="1200" dirty="0" smtClean="0">
                <a:solidFill>
                  <a:schemeClr val="bg1"/>
                </a:solidFill>
                <a:latin typeface="+mn-lt"/>
                <a:ea typeface="GT America Regular" charset="0"/>
                <a:cs typeface="GT America Regular" charset="0"/>
              </a:defRPr>
            </a:lvl5pPr>
            <a:lvl6pPr marL="0" indent="0" algn="l" defTabSz="914400" rtl="0" eaLnBrk="1" latinLnBrk="0" hangingPunct="1">
              <a:lnSpc>
                <a:spcPct val="101000"/>
              </a:lnSpc>
              <a:spcBef>
                <a:spcPts val="0"/>
              </a:spcBef>
              <a:spcAft>
                <a:spcPts val="600"/>
              </a:spcAft>
              <a:buNone/>
              <a:defRPr lang="en-US" sz="600" b="0" i="0" kern="1200" dirty="0" smtClean="0">
                <a:solidFill>
                  <a:schemeClr val="bg1"/>
                </a:solidFill>
                <a:latin typeface="+mn-lt"/>
                <a:ea typeface="GT America Regular" charset="0"/>
                <a:cs typeface="GT America Regular" charset="0"/>
              </a:defRPr>
            </a:lvl6pPr>
            <a:lvl7pPr marL="0" indent="0" algn="l" defTabSz="914400" rtl="0" eaLnBrk="1" latinLnBrk="0" hangingPunct="1">
              <a:lnSpc>
                <a:spcPct val="101000"/>
              </a:lnSpc>
              <a:spcBef>
                <a:spcPts val="0"/>
              </a:spcBef>
              <a:spcAft>
                <a:spcPts val="600"/>
              </a:spcAft>
              <a:buNone/>
              <a:defRPr lang="en-US" sz="600" b="0" i="0" kern="1200" dirty="0" smtClean="0">
                <a:solidFill>
                  <a:schemeClr val="bg1"/>
                </a:solidFill>
                <a:latin typeface="+mn-lt"/>
                <a:ea typeface="GT America Regular" charset="0"/>
                <a:cs typeface="GT America Regular" charset="0"/>
              </a:defRPr>
            </a:lvl7pPr>
            <a:lvl8pPr marL="0" indent="0" algn="l" defTabSz="914400" rtl="0" eaLnBrk="1" latinLnBrk="0" hangingPunct="1">
              <a:lnSpc>
                <a:spcPct val="101000"/>
              </a:lnSpc>
              <a:spcBef>
                <a:spcPts val="0"/>
              </a:spcBef>
              <a:spcAft>
                <a:spcPts val="600"/>
              </a:spcAft>
              <a:buNone/>
              <a:defRPr lang="en-US" sz="600" b="0" i="0" kern="1200" dirty="0" smtClean="0">
                <a:solidFill>
                  <a:schemeClr val="bg1"/>
                </a:solidFill>
                <a:latin typeface="+mn-lt"/>
                <a:ea typeface="GT America Regular" charset="0"/>
                <a:cs typeface="GT America Regular" charset="0"/>
              </a:defRPr>
            </a:lvl8pPr>
            <a:lvl9pPr marL="0" indent="0" algn="l" defTabSz="914400" rtl="0" eaLnBrk="1" latinLnBrk="0" hangingPunct="1">
              <a:lnSpc>
                <a:spcPct val="101000"/>
              </a:lnSpc>
              <a:spcBef>
                <a:spcPts val="0"/>
              </a:spcBef>
              <a:spcAft>
                <a:spcPts val="600"/>
              </a:spcAft>
              <a:buNone/>
              <a:defRPr lang="en-US" sz="600" b="0" i="0" kern="1200" dirty="0">
                <a:solidFill>
                  <a:schemeClr val="bg1"/>
                </a:solidFill>
                <a:latin typeface="+mn-lt"/>
                <a:ea typeface="GT America Regular" charset="0"/>
                <a:cs typeface="GT America Regular" charset="0"/>
              </a:defRPr>
            </a:lvl9pPr>
          </a:lstStyle>
          <a:p>
            <a:pPr lvl="0"/>
            <a:r>
              <a:rPr lang="en-US"/>
              <a:t>Click to edit Master text styles</a:t>
            </a:r>
          </a:p>
        </p:txBody>
      </p:sp>
      <p:grpSp>
        <p:nvGrpSpPr>
          <p:cNvPr id="4" name="Group 3">
            <a:extLst>
              <a:ext uri="{FF2B5EF4-FFF2-40B4-BE49-F238E27FC236}">
                <a16:creationId xmlns:a16="http://schemas.microsoft.com/office/drawing/2014/main" id="{1500F019-0B2A-B9AD-0EF9-EB4AD28152DF}"/>
              </a:ext>
            </a:extLst>
          </p:cNvPr>
          <p:cNvGrpSpPr/>
          <p:nvPr userDrawn="1"/>
        </p:nvGrpSpPr>
        <p:grpSpPr>
          <a:xfrm>
            <a:off x="12356815" y="0"/>
            <a:ext cx="756834" cy="6872642"/>
            <a:chOff x="12356815" y="0"/>
            <a:chExt cx="756834" cy="6872642"/>
          </a:xfrm>
        </p:grpSpPr>
        <p:sp>
          <p:nvSpPr>
            <p:cNvPr id="6" name="Rectangle 5">
              <a:extLst>
                <a:ext uri="{FF2B5EF4-FFF2-40B4-BE49-F238E27FC236}">
                  <a16:creationId xmlns:a16="http://schemas.microsoft.com/office/drawing/2014/main" id="{0BDC9C38-573A-9A88-D8CF-0D58B117A67D}"/>
                </a:ext>
              </a:extLst>
            </p:cNvPr>
            <p:cNvSpPr/>
            <p:nvPr userDrawn="1"/>
          </p:nvSpPr>
          <p:spPr>
            <a:xfrm>
              <a:off x="12356815" y="0"/>
              <a:ext cx="553069" cy="3279913"/>
            </a:xfrm>
            <a:prstGeom prst="rect">
              <a:avLst/>
            </a:prstGeom>
            <a:solidFill>
              <a:srgbClr val="F2F2F2"/>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a:p>
          </p:txBody>
        </p:sp>
        <p:sp>
          <p:nvSpPr>
            <p:cNvPr id="7" name="TextBox 6">
              <a:extLst>
                <a:ext uri="{FF2B5EF4-FFF2-40B4-BE49-F238E27FC236}">
                  <a16:creationId xmlns:a16="http://schemas.microsoft.com/office/drawing/2014/main" id="{E29F8A10-FE22-CD18-CF7E-E5262184CE14}"/>
                </a:ext>
              </a:extLst>
            </p:cNvPr>
            <p:cNvSpPr txBox="1"/>
            <p:nvPr userDrawn="1"/>
          </p:nvSpPr>
          <p:spPr>
            <a:xfrm rot="16200000">
              <a:off x="12332216" y="1580677"/>
              <a:ext cx="1444306" cy="118559"/>
            </a:xfrm>
            <a:prstGeom prst="rect">
              <a:avLst/>
            </a:prstGeom>
            <a:noFill/>
          </p:spPr>
          <p:txBody>
            <a:bodyPr wrap="none" lIns="0" tIns="0" rIns="0" bIns="0" rtlCol="0">
              <a:spAutoFit/>
            </a:bodyPr>
            <a:lstStyle/>
            <a:p>
              <a:pPr algn="l">
                <a:lnSpc>
                  <a:spcPct val="101000"/>
                </a:lnSpc>
                <a:spcAft>
                  <a:spcPts val="600"/>
                </a:spcAft>
              </a:pPr>
              <a:r>
                <a:rPr kumimoji="0" lang="en-CR" sz="800" b="1" i="0" u="none" strike="noStrike" kern="1200" cap="none" spc="0" normalizeH="0" baseline="0" noProof="0">
                  <a:ln>
                    <a:noFill/>
                  </a:ln>
                  <a:solidFill>
                    <a:srgbClr val="000000"/>
                  </a:solidFill>
                  <a:effectLst/>
                  <a:uLnTx/>
                  <a:uFillTx/>
                  <a:ea typeface="GT America Regular" charset="0"/>
                  <a:cs typeface="GT America Regular" charset="0"/>
                </a:rPr>
                <a:t>ON LIGHT AND EXTRA LIGHT</a:t>
              </a:r>
            </a:p>
          </p:txBody>
        </p:sp>
        <p:sp>
          <p:nvSpPr>
            <p:cNvPr id="10" name="Rectangle 9">
              <a:extLst>
                <a:ext uri="{FF2B5EF4-FFF2-40B4-BE49-F238E27FC236}">
                  <a16:creationId xmlns:a16="http://schemas.microsoft.com/office/drawing/2014/main" id="{E9FB32F8-A85F-E046-2976-4C94C42ACC43}"/>
                </a:ext>
              </a:extLst>
            </p:cNvPr>
            <p:cNvSpPr/>
            <p:nvPr userDrawn="1"/>
          </p:nvSpPr>
          <p:spPr>
            <a:xfrm>
              <a:off x="12356815" y="3592729"/>
              <a:ext cx="553069" cy="3279913"/>
            </a:xfrm>
            <a:prstGeom prst="rect">
              <a:avLst/>
            </a:prstGeom>
            <a:solidFill>
              <a:schemeClr val="tx2"/>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a:p>
          </p:txBody>
        </p:sp>
        <p:grpSp>
          <p:nvGrpSpPr>
            <p:cNvPr id="11" name="Group 10">
              <a:extLst>
                <a:ext uri="{FF2B5EF4-FFF2-40B4-BE49-F238E27FC236}">
                  <a16:creationId xmlns:a16="http://schemas.microsoft.com/office/drawing/2014/main" id="{142B660E-07C4-1A35-7105-E45A55BF32CA}"/>
                </a:ext>
              </a:extLst>
            </p:cNvPr>
            <p:cNvGrpSpPr/>
            <p:nvPr userDrawn="1"/>
          </p:nvGrpSpPr>
          <p:grpSpPr>
            <a:xfrm>
              <a:off x="12442019" y="3791214"/>
              <a:ext cx="382660" cy="2882942"/>
              <a:chOff x="14001569" y="3716048"/>
              <a:chExt cx="316248" cy="3171236"/>
            </a:xfrm>
          </p:grpSpPr>
          <p:sp>
            <p:nvSpPr>
              <p:cNvPr id="29" name="Rectangle 28">
                <a:extLst>
                  <a:ext uri="{FF2B5EF4-FFF2-40B4-BE49-F238E27FC236}">
                    <a16:creationId xmlns:a16="http://schemas.microsoft.com/office/drawing/2014/main" id="{A650B980-F3FA-384D-A885-9BF104C9B71A}"/>
                  </a:ext>
                </a:extLst>
              </p:cNvPr>
              <p:cNvSpPr/>
              <p:nvPr userDrawn="1"/>
            </p:nvSpPr>
            <p:spPr>
              <a:xfrm rot="5400000">
                <a:off x="14033099" y="5954114"/>
                <a:ext cx="253188" cy="316248"/>
              </a:xfrm>
              <a:prstGeom prst="rect">
                <a:avLst/>
              </a:prstGeom>
              <a:solidFill>
                <a:srgbClr val="005E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30" name="Rectangle 29">
                <a:extLst>
                  <a:ext uri="{FF2B5EF4-FFF2-40B4-BE49-F238E27FC236}">
                    <a16:creationId xmlns:a16="http://schemas.microsoft.com/office/drawing/2014/main" id="{7613C1A6-0229-3F45-A914-0FD0E1D00181}"/>
                  </a:ext>
                </a:extLst>
              </p:cNvPr>
              <p:cNvSpPr/>
              <p:nvPr userDrawn="1"/>
            </p:nvSpPr>
            <p:spPr>
              <a:xfrm rot="5400000">
                <a:off x="14033099" y="6278342"/>
                <a:ext cx="253188" cy="316248"/>
              </a:xfrm>
              <a:prstGeom prst="rect">
                <a:avLst/>
              </a:prstGeom>
              <a:solidFill>
                <a:srgbClr val="B8B9D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31" name="Rectangle 30">
                <a:extLst>
                  <a:ext uri="{FF2B5EF4-FFF2-40B4-BE49-F238E27FC236}">
                    <a16:creationId xmlns:a16="http://schemas.microsoft.com/office/drawing/2014/main" id="{3F075C8D-20E1-A9EA-23C8-E39FD08FCB2A}"/>
                  </a:ext>
                </a:extLst>
              </p:cNvPr>
              <p:cNvSpPr/>
              <p:nvPr userDrawn="1"/>
            </p:nvSpPr>
            <p:spPr>
              <a:xfrm rot="5400000">
                <a:off x="14033099" y="6602566"/>
                <a:ext cx="253188" cy="316248"/>
              </a:xfrm>
              <a:prstGeom prst="rect">
                <a:avLst/>
              </a:prstGeom>
              <a:solidFill>
                <a:srgbClr val="FBE6D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32" name="Rectangle 31">
                <a:extLst>
                  <a:ext uri="{FF2B5EF4-FFF2-40B4-BE49-F238E27FC236}">
                    <a16:creationId xmlns:a16="http://schemas.microsoft.com/office/drawing/2014/main" id="{EB732412-EFD5-B7BA-9120-6F4C55D74D6D}"/>
                  </a:ext>
                </a:extLst>
              </p:cNvPr>
              <p:cNvSpPr/>
              <p:nvPr userDrawn="1"/>
            </p:nvSpPr>
            <p:spPr>
              <a:xfrm rot="5400000">
                <a:off x="14033099" y="4981430"/>
                <a:ext cx="253188" cy="316248"/>
              </a:xfrm>
              <a:prstGeom prst="rect">
                <a:avLst/>
              </a:prstGeom>
              <a:solidFill>
                <a:srgbClr val="BCE09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33" name="Rectangle 32">
                <a:extLst>
                  <a:ext uri="{FF2B5EF4-FFF2-40B4-BE49-F238E27FC236}">
                    <a16:creationId xmlns:a16="http://schemas.microsoft.com/office/drawing/2014/main" id="{BF57B912-F401-8219-1820-665ADD9E975C}"/>
                  </a:ext>
                </a:extLst>
              </p:cNvPr>
              <p:cNvSpPr/>
              <p:nvPr userDrawn="1"/>
            </p:nvSpPr>
            <p:spPr>
              <a:xfrm rot="5400000">
                <a:off x="14033099" y="5305658"/>
                <a:ext cx="253188" cy="316248"/>
              </a:xfrm>
              <a:prstGeom prst="rect">
                <a:avLst/>
              </a:prstGeom>
              <a:solidFill>
                <a:srgbClr val="E9783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34" name="Rectangle 33">
                <a:extLst>
                  <a:ext uri="{FF2B5EF4-FFF2-40B4-BE49-F238E27FC236}">
                    <a16:creationId xmlns:a16="http://schemas.microsoft.com/office/drawing/2014/main" id="{713532CA-BB7C-02DB-AF47-8AD7D68819F3}"/>
                  </a:ext>
                </a:extLst>
              </p:cNvPr>
              <p:cNvSpPr/>
              <p:nvPr userDrawn="1"/>
            </p:nvSpPr>
            <p:spPr>
              <a:xfrm rot="5400000">
                <a:off x="14033099" y="5629886"/>
                <a:ext cx="253188" cy="316248"/>
              </a:xfrm>
              <a:prstGeom prst="rect">
                <a:avLst/>
              </a:prstGeom>
              <a:solidFill>
                <a:srgbClr val="B9056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35" name="Rectangle 34">
                <a:extLst>
                  <a:ext uri="{FF2B5EF4-FFF2-40B4-BE49-F238E27FC236}">
                    <a16:creationId xmlns:a16="http://schemas.microsoft.com/office/drawing/2014/main" id="{77321B19-0B1E-C7C7-2AB0-C7F05D3BCB89}"/>
                  </a:ext>
                </a:extLst>
              </p:cNvPr>
              <p:cNvSpPr/>
              <p:nvPr userDrawn="1"/>
            </p:nvSpPr>
            <p:spPr>
              <a:xfrm rot="5400000">
                <a:off x="14033099" y="3684518"/>
                <a:ext cx="253188" cy="316248"/>
              </a:xfrm>
              <a:prstGeom prst="rect">
                <a:avLst/>
              </a:prstGeom>
              <a:solidFill>
                <a:srgbClr val="9DC2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36" name="Rectangle 35">
                <a:extLst>
                  <a:ext uri="{FF2B5EF4-FFF2-40B4-BE49-F238E27FC236}">
                    <a16:creationId xmlns:a16="http://schemas.microsoft.com/office/drawing/2014/main" id="{B60EEA36-CA8B-F7E5-2B3F-D04BFB65DCBD}"/>
                  </a:ext>
                </a:extLst>
              </p:cNvPr>
              <p:cNvSpPr/>
              <p:nvPr userDrawn="1"/>
            </p:nvSpPr>
            <p:spPr>
              <a:xfrm rot="5400000">
                <a:off x="14033099" y="4008746"/>
                <a:ext cx="253188" cy="316248"/>
              </a:xfrm>
              <a:prstGeom prst="rect">
                <a:avLst/>
              </a:prstGeom>
              <a:solidFill>
                <a:srgbClr val="309DA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37" name="Rectangle 36">
                <a:extLst>
                  <a:ext uri="{FF2B5EF4-FFF2-40B4-BE49-F238E27FC236}">
                    <a16:creationId xmlns:a16="http://schemas.microsoft.com/office/drawing/2014/main" id="{A6C6BD2D-6CD7-355A-A676-0D049EE07086}"/>
                  </a:ext>
                </a:extLst>
              </p:cNvPr>
              <p:cNvSpPr/>
              <p:nvPr userDrawn="1"/>
            </p:nvSpPr>
            <p:spPr>
              <a:xfrm rot="5400000">
                <a:off x="14033099" y="4332974"/>
                <a:ext cx="253188" cy="316248"/>
              </a:xfrm>
              <a:prstGeom prst="rect">
                <a:avLst/>
              </a:prstGeom>
              <a:solidFill>
                <a:srgbClr val="E2C22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38" name="Rectangle 37">
                <a:extLst>
                  <a:ext uri="{FF2B5EF4-FFF2-40B4-BE49-F238E27FC236}">
                    <a16:creationId xmlns:a16="http://schemas.microsoft.com/office/drawing/2014/main" id="{68858B37-230F-2C80-1ED3-013DDF80236D}"/>
                  </a:ext>
                </a:extLst>
              </p:cNvPr>
              <p:cNvSpPr/>
              <p:nvPr userDrawn="1"/>
            </p:nvSpPr>
            <p:spPr>
              <a:xfrm rot="5400000">
                <a:off x="14033099" y="4657202"/>
                <a:ext cx="253188" cy="316248"/>
              </a:xfrm>
              <a:prstGeom prst="rect">
                <a:avLst/>
              </a:prstGeom>
              <a:solidFill>
                <a:srgbClr val="9158B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grpSp>
        <p:grpSp>
          <p:nvGrpSpPr>
            <p:cNvPr id="13" name="Group 12">
              <a:extLst>
                <a:ext uri="{FF2B5EF4-FFF2-40B4-BE49-F238E27FC236}">
                  <a16:creationId xmlns:a16="http://schemas.microsoft.com/office/drawing/2014/main" id="{F1351297-E43D-B550-EEAF-FED841509FBE}"/>
                </a:ext>
              </a:extLst>
            </p:cNvPr>
            <p:cNvGrpSpPr/>
            <p:nvPr userDrawn="1"/>
          </p:nvGrpSpPr>
          <p:grpSpPr>
            <a:xfrm>
              <a:off x="12442019" y="198485"/>
              <a:ext cx="382660" cy="2882942"/>
              <a:chOff x="12742785" y="3716048"/>
              <a:chExt cx="316248" cy="3171236"/>
            </a:xfrm>
          </p:grpSpPr>
          <p:sp>
            <p:nvSpPr>
              <p:cNvPr id="15" name="Rectangle 14">
                <a:extLst>
                  <a:ext uri="{FF2B5EF4-FFF2-40B4-BE49-F238E27FC236}">
                    <a16:creationId xmlns:a16="http://schemas.microsoft.com/office/drawing/2014/main" id="{FFC6EBB2-CBB9-4076-9313-BAED1D976474}"/>
                  </a:ext>
                </a:extLst>
              </p:cNvPr>
              <p:cNvSpPr/>
              <p:nvPr userDrawn="1"/>
            </p:nvSpPr>
            <p:spPr>
              <a:xfrm rot="5400000">
                <a:off x="12774315" y="6602566"/>
                <a:ext cx="253188" cy="316248"/>
              </a:xfrm>
              <a:prstGeom prst="rect">
                <a:avLst/>
              </a:prstGeom>
              <a:solidFill>
                <a:srgbClr val="BFD6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16" name="Rectangle 15">
                <a:extLst>
                  <a:ext uri="{FF2B5EF4-FFF2-40B4-BE49-F238E27FC236}">
                    <a16:creationId xmlns:a16="http://schemas.microsoft.com/office/drawing/2014/main" id="{D87E0615-9EF1-7102-E6EC-7D99ECC6FD40}"/>
                  </a:ext>
                </a:extLst>
              </p:cNvPr>
              <p:cNvSpPr/>
              <p:nvPr userDrawn="1"/>
            </p:nvSpPr>
            <p:spPr>
              <a:xfrm rot="5400000">
                <a:off x="12774315" y="4981430"/>
                <a:ext cx="253188" cy="316248"/>
              </a:xfrm>
              <a:prstGeom prst="rect">
                <a:avLst/>
              </a:prstGeom>
              <a:solidFill>
                <a:srgbClr val="D25F7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17" name="Rectangle 16">
                <a:extLst>
                  <a:ext uri="{FF2B5EF4-FFF2-40B4-BE49-F238E27FC236}">
                    <a16:creationId xmlns:a16="http://schemas.microsoft.com/office/drawing/2014/main" id="{6413920F-A20A-E434-5B92-00B4659EB4CF}"/>
                  </a:ext>
                </a:extLst>
              </p:cNvPr>
              <p:cNvSpPr/>
              <p:nvPr userDrawn="1"/>
            </p:nvSpPr>
            <p:spPr>
              <a:xfrm rot="5400000">
                <a:off x="12774315" y="5305658"/>
                <a:ext cx="253188" cy="316248"/>
              </a:xfrm>
              <a:prstGeom prst="rect">
                <a:avLst/>
              </a:prstGeom>
              <a:solidFill>
                <a:srgbClr val="C6480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18" name="Rectangle 17">
                <a:extLst>
                  <a:ext uri="{FF2B5EF4-FFF2-40B4-BE49-F238E27FC236}">
                    <a16:creationId xmlns:a16="http://schemas.microsoft.com/office/drawing/2014/main" id="{414BB875-411C-FC6F-0E70-6B2D714D1306}"/>
                  </a:ext>
                </a:extLst>
              </p:cNvPr>
              <p:cNvSpPr/>
              <p:nvPr userDrawn="1"/>
            </p:nvSpPr>
            <p:spPr>
              <a:xfrm rot="5400000">
                <a:off x="12774315" y="5629886"/>
                <a:ext cx="253188" cy="316248"/>
              </a:xfrm>
              <a:prstGeom prst="rect">
                <a:avLst/>
              </a:prstGeom>
              <a:solidFill>
                <a:srgbClr val="BA016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19" name="Rectangle 18">
                <a:extLst>
                  <a:ext uri="{FF2B5EF4-FFF2-40B4-BE49-F238E27FC236}">
                    <a16:creationId xmlns:a16="http://schemas.microsoft.com/office/drawing/2014/main" id="{33E31F66-F06F-2D91-47FB-27784C7638F4}"/>
                  </a:ext>
                </a:extLst>
              </p:cNvPr>
              <p:cNvSpPr/>
              <p:nvPr userDrawn="1"/>
            </p:nvSpPr>
            <p:spPr>
              <a:xfrm rot="5400000">
                <a:off x="12774315" y="3684518"/>
                <a:ext cx="253188" cy="316248"/>
              </a:xfrm>
              <a:prstGeom prst="rect">
                <a:avLst/>
              </a:prstGeom>
              <a:solidFill>
                <a:srgbClr val="005E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21" name="Rectangle 20">
                <a:extLst>
                  <a:ext uri="{FF2B5EF4-FFF2-40B4-BE49-F238E27FC236}">
                    <a16:creationId xmlns:a16="http://schemas.microsoft.com/office/drawing/2014/main" id="{EE9B4CC9-328E-8099-5638-219A596E175F}"/>
                  </a:ext>
                </a:extLst>
              </p:cNvPr>
              <p:cNvSpPr/>
              <p:nvPr userDrawn="1"/>
            </p:nvSpPr>
            <p:spPr>
              <a:xfrm rot="5400000">
                <a:off x="12774315" y="4008746"/>
                <a:ext cx="253188" cy="316248"/>
              </a:xfrm>
              <a:prstGeom prst="rect">
                <a:avLst/>
              </a:prstGeom>
              <a:solidFill>
                <a:srgbClr val="5EB6B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23" name="Rectangle 22">
                <a:extLst>
                  <a:ext uri="{FF2B5EF4-FFF2-40B4-BE49-F238E27FC236}">
                    <a16:creationId xmlns:a16="http://schemas.microsoft.com/office/drawing/2014/main" id="{F617EDFE-BCFB-A856-5034-96079B581D95}"/>
                  </a:ext>
                </a:extLst>
              </p:cNvPr>
              <p:cNvSpPr/>
              <p:nvPr userDrawn="1"/>
            </p:nvSpPr>
            <p:spPr>
              <a:xfrm rot="5400000">
                <a:off x="12774315" y="4332974"/>
                <a:ext cx="253188" cy="316248"/>
              </a:xfrm>
              <a:prstGeom prst="rect">
                <a:avLst/>
              </a:prstGeom>
              <a:solidFill>
                <a:srgbClr val="C7AB2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26" name="Rectangle 25">
                <a:extLst>
                  <a:ext uri="{FF2B5EF4-FFF2-40B4-BE49-F238E27FC236}">
                    <a16:creationId xmlns:a16="http://schemas.microsoft.com/office/drawing/2014/main" id="{EE312BD7-1915-5F72-110E-E3B8782D1A4B}"/>
                  </a:ext>
                </a:extLst>
              </p:cNvPr>
              <p:cNvSpPr/>
              <p:nvPr userDrawn="1"/>
            </p:nvSpPr>
            <p:spPr>
              <a:xfrm rot="5400000">
                <a:off x="12774315" y="4657202"/>
                <a:ext cx="253188" cy="316248"/>
              </a:xfrm>
              <a:prstGeom prst="rect">
                <a:avLst/>
              </a:prstGeom>
              <a:solidFill>
                <a:srgbClr val="5C068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27" name="Rectangle 26">
                <a:extLst>
                  <a:ext uri="{FF2B5EF4-FFF2-40B4-BE49-F238E27FC236}">
                    <a16:creationId xmlns:a16="http://schemas.microsoft.com/office/drawing/2014/main" id="{5A878505-0F7B-9322-C55E-516DD05249F5}"/>
                  </a:ext>
                </a:extLst>
              </p:cNvPr>
              <p:cNvSpPr/>
              <p:nvPr userDrawn="1"/>
            </p:nvSpPr>
            <p:spPr>
              <a:xfrm rot="5400000">
                <a:off x="12774315" y="5954114"/>
                <a:ext cx="253188" cy="316248"/>
              </a:xfrm>
              <a:prstGeom prst="rect">
                <a:avLst/>
              </a:prstGeom>
              <a:solidFill>
                <a:srgbClr val="2A431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28" name="Rectangle 27">
                <a:extLst>
                  <a:ext uri="{FF2B5EF4-FFF2-40B4-BE49-F238E27FC236}">
                    <a16:creationId xmlns:a16="http://schemas.microsoft.com/office/drawing/2014/main" id="{975BCD4D-A8EA-0895-EAD1-B149FFDA70A9}"/>
                  </a:ext>
                </a:extLst>
              </p:cNvPr>
              <p:cNvSpPr/>
              <p:nvPr userDrawn="1"/>
            </p:nvSpPr>
            <p:spPr>
              <a:xfrm rot="5400000">
                <a:off x="12774315" y="6278342"/>
                <a:ext cx="253188" cy="316248"/>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grpSp>
        <p:sp>
          <p:nvSpPr>
            <p:cNvPr id="14" name="TextBox 13">
              <a:extLst>
                <a:ext uri="{FF2B5EF4-FFF2-40B4-BE49-F238E27FC236}">
                  <a16:creationId xmlns:a16="http://schemas.microsoft.com/office/drawing/2014/main" id="{4B1A3937-0680-253F-71CA-40E49BDEBF20}"/>
                </a:ext>
              </a:extLst>
            </p:cNvPr>
            <p:cNvSpPr txBox="1"/>
            <p:nvPr userDrawn="1"/>
          </p:nvSpPr>
          <p:spPr>
            <a:xfrm rot="16200000">
              <a:off x="12574270" y="5173406"/>
              <a:ext cx="960199" cy="118559"/>
            </a:xfrm>
            <a:prstGeom prst="rect">
              <a:avLst/>
            </a:prstGeom>
            <a:noFill/>
          </p:spPr>
          <p:txBody>
            <a:bodyPr wrap="none" lIns="0" tIns="0" rIns="0" bIns="0" rtlCol="0">
              <a:spAutoFit/>
            </a:bodyPr>
            <a:lstStyle/>
            <a:p>
              <a:pPr algn="l">
                <a:lnSpc>
                  <a:spcPct val="101000"/>
                </a:lnSpc>
                <a:spcAft>
                  <a:spcPts val="600"/>
                </a:spcAft>
              </a:pPr>
              <a:r>
                <a:rPr lang="en-CR" sz="800" b="1">
                  <a:solidFill>
                    <a:srgbClr val="000000"/>
                  </a:solidFill>
                  <a:latin typeface="GT America Regular"/>
                  <a:ea typeface="GT America Regular" charset="0"/>
                  <a:cs typeface="GT America Regular" charset="0"/>
                </a:rPr>
                <a:t>ON MOODY´S BLUE</a:t>
              </a:r>
              <a:endParaRPr kumimoji="0" lang="en-CR" sz="800" b="1" i="0" u="none" strike="noStrike" kern="1200" cap="none" spc="0" normalizeH="0" baseline="0" noProof="0" err="1">
                <a:ln>
                  <a:noFill/>
                </a:ln>
                <a:solidFill>
                  <a:srgbClr val="000000"/>
                </a:solidFill>
                <a:effectLst/>
                <a:uLnTx/>
                <a:uFillTx/>
                <a:latin typeface="GT America Regular"/>
                <a:ea typeface="GT America Regular" charset="0"/>
                <a:cs typeface="GT America Regular" charset="0"/>
              </a:endParaRPr>
            </a:p>
          </p:txBody>
        </p:sp>
      </p:grpSp>
      <p:sp>
        <p:nvSpPr>
          <p:cNvPr id="39" name="TextBox 38">
            <a:extLst>
              <a:ext uri="{FF2B5EF4-FFF2-40B4-BE49-F238E27FC236}">
                <a16:creationId xmlns:a16="http://schemas.microsoft.com/office/drawing/2014/main" id="{8478F0AA-FC2F-69B9-8EDF-75BBB94D5116}"/>
              </a:ext>
            </a:extLst>
          </p:cNvPr>
          <p:cNvSpPr txBox="1"/>
          <p:nvPr userDrawn="1"/>
        </p:nvSpPr>
        <p:spPr>
          <a:xfrm>
            <a:off x="12356815" y="3377042"/>
            <a:ext cx="807913" cy="118559"/>
          </a:xfrm>
          <a:prstGeom prst="rect">
            <a:avLst/>
          </a:prstGeom>
          <a:noFill/>
        </p:spPr>
        <p:txBody>
          <a:bodyPr wrap="none" lIns="0" tIns="0" rIns="0" bIns="0" rtlCol="0">
            <a:spAutoFit/>
          </a:bodyPr>
          <a:lstStyle/>
          <a:p>
            <a:pPr algn="l">
              <a:lnSpc>
                <a:spcPct val="101000"/>
              </a:lnSpc>
              <a:spcAft>
                <a:spcPts val="600"/>
              </a:spcAft>
            </a:pPr>
            <a:r>
              <a:rPr kumimoji="0" lang="en-US" sz="800" b="1" i="0" u="none" strike="noStrike" kern="1200" cap="none" spc="0" normalizeH="0" baseline="0" noProof="0" dirty="0">
                <a:ln>
                  <a:noFill/>
                </a:ln>
                <a:solidFill>
                  <a:srgbClr val="000000"/>
                </a:solidFill>
                <a:effectLst/>
                <a:uLnTx/>
                <a:uFillTx/>
                <a:ea typeface="GT America Regular" charset="0"/>
                <a:cs typeface="GT America Regular" charset="0"/>
              </a:rPr>
              <a:t>For charts ONLY</a:t>
            </a:r>
            <a:endParaRPr kumimoji="0" lang="en-CR" sz="800" b="1" i="0" u="none" strike="noStrike" kern="1200" cap="none" spc="0" normalizeH="0" baseline="0" noProof="0">
              <a:ln>
                <a:noFill/>
              </a:ln>
              <a:solidFill>
                <a:srgbClr val="000000"/>
              </a:solidFill>
              <a:effectLst/>
              <a:uLnTx/>
              <a:uFillTx/>
              <a:ea typeface="GT America Regular" charset="0"/>
              <a:cs typeface="GT America Regular" charset="0"/>
            </a:endParaRPr>
          </a:p>
        </p:txBody>
      </p:sp>
    </p:spTree>
    <p:extLst>
      <p:ext uri="{BB962C8B-B14F-4D97-AF65-F5344CB8AC3E}">
        <p14:creationId xmlns:p14="http://schemas.microsoft.com/office/powerpoint/2010/main" val="2130886712"/>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Dynamic Slices 2 / Dark - Subhead">
    <p:bg>
      <p:bgPr>
        <a:solidFill>
          <a:schemeClr val="tx2"/>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8A610EE1-689A-470F-628F-EEA20DE95059}"/>
              </a:ext>
            </a:extLst>
          </p:cNvPr>
          <p:cNvSpPr/>
          <p:nvPr userDrawn="1"/>
        </p:nvSpPr>
        <p:spPr>
          <a:xfrm>
            <a:off x="8125764" y="1566863"/>
            <a:ext cx="4066235" cy="5291136"/>
          </a:xfrm>
          <a:prstGeom prst="rect">
            <a:avLst/>
          </a:prstGeom>
          <a:solidFill>
            <a:srgbClr val="D7D8D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Picture Placeholder 9">
            <a:extLst>
              <a:ext uri="{FF2B5EF4-FFF2-40B4-BE49-F238E27FC236}">
                <a16:creationId xmlns:a16="http://schemas.microsoft.com/office/drawing/2014/main" id="{4A49D3FC-5492-D318-3220-FE343B99E4C8}"/>
              </a:ext>
            </a:extLst>
          </p:cNvPr>
          <p:cNvSpPr>
            <a:spLocks noGrp="1"/>
          </p:cNvSpPr>
          <p:nvPr>
            <p:ph type="pic" sz="quarter" idx="14" hasCustomPrompt="1"/>
          </p:nvPr>
        </p:nvSpPr>
        <p:spPr>
          <a:xfrm>
            <a:off x="8125765" y="1566862"/>
            <a:ext cx="4066235" cy="5291137"/>
          </a:xfrm>
          <a:noFill/>
        </p:spPr>
        <p:txBody>
          <a:bodyPr lIns="548640" tIns="548640" rIns="548640" bIns="548640" anchor="ctr"/>
          <a:lstStyle>
            <a:lvl1pPr marL="0" indent="0" algn="l">
              <a:buFont typeface="Arial" panose="020B0604020202020204" pitchFamily="34" charset="0"/>
              <a:buNone/>
              <a:defRPr sz="3600" b="0">
                <a:solidFill>
                  <a:schemeClr val="tx2"/>
                </a:solidFill>
                <a:latin typeface="+mj-lt"/>
              </a:defRPr>
            </a:lvl1pPr>
            <a:lvl2pPr marL="0" indent="0" algn="l">
              <a:buNone/>
              <a:defRPr sz="3600">
                <a:solidFill>
                  <a:schemeClr val="bg1"/>
                </a:solidFill>
                <a:latin typeface="+mj-lt"/>
              </a:defRPr>
            </a:lvl2pPr>
            <a:lvl3pPr marL="0" indent="0">
              <a:buNone/>
              <a:defRPr sz="3600">
                <a:solidFill>
                  <a:schemeClr val="bg1"/>
                </a:solidFill>
                <a:latin typeface="+mj-lt"/>
              </a:defRPr>
            </a:lvl3pPr>
            <a:lvl4pPr marL="0" indent="0">
              <a:buNone/>
              <a:defRPr sz="3600">
                <a:solidFill>
                  <a:schemeClr val="bg1"/>
                </a:solidFill>
                <a:latin typeface="+mj-lt"/>
              </a:defRPr>
            </a:lvl4pPr>
            <a:lvl5pPr marL="0" indent="0">
              <a:buNone/>
              <a:defRPr sz="3600">
                <a:solidFill>
                  <a:schemeClr val="bg1"/>
                </a:solidFill>
                <a:latin typeface="+mj-lt"/>
              </a:defRPr>
            </a:lvl5pPr>
            <a:lvl6pPr marL="0" indent="0">
              <a:buNone/>
              <a:defRPr sz="3600">
                <a:solidFill>
                  <a:schemeClr val="bg1"/>
                </a:solidFill>
                <a:latin typeface="+mj-lt"/>
              </a:defRPr>
            </a:lvl6pPr>
            <a:lvl7pPr marL="0" indent="0">
              <a:buNone/>
              <a:defRPr sz="3600">
                <a:solidFill>
                  <a:schemeClr val="bg1"/>
                </a:solidFill>
                <a:latin typeface="+mj-lt"/>
              </a:defRPr>
            </a:lvl7pPr>
            <a:lvl8pPr marL="0" indent="0">
              <a:buNone/>
              <a:defRPr sz="1200">
                <a:solidFill>
                  <a:schemeClr val="bg1"/>
                </a:solidFill>
                <a:latin typeface="+mn-lt"/>
              </a:defRPr>
            </a:lvl8pPr>
            <a:lvl9pPr marL="171450" indent="-171450" algn="l">
              <a:buClrTx/>
              <a:buFont typeface="Arial" panose="020B0604020202020204" pitchFamily="34" charset="0"/>
              <a:buChar char="•"/>
              <a:defRPr sz="1200">
                <a:solidFill>
                  <a:schemeClr val="bg1"/>
                </a:solidFill>
                <a:latin typeface="+mn-lt"/>
              </a:defRPr>
            </a:lvl9pPr>
          </a:lstStyle>
          <a:p>
            <a:pPr lvl="7"/>
            <a:r>
              <a:rPr lang="en-US" dirty="0"/>
              <a:t>Use this box for the following:</a:t>
            </a:r>
          </a:p>
          <a:p>
            <a:pPr lvl="8"/>
            <a:r>
              <a:rPr lang="en-US" dirty="0"/>
              <a:t>Dynamic slice image</a:t>
            </a:r>
          </a:p>
          <a:p>
            <a:pPr lvl="8"/>
            <a:r>
              <a:rPr lang="en-US" dirty="0"/>
              <a:t>Quote, List level 1</a:t>
            </a:r>
            <a:br>
              <a:rPr lang="en-US" dirty="0"/>
            </a:br>
            <a:r>
              <a:rPr lang="en-US" dirty="0"/>
              <a:t>(Gray Moody’s Blue or Bright blue/white</a:t>
            </a:r>
          </a:p>
          <a:p>
            <a:pPr lvl="0"/>
            <a:r>
              <a:rPr lang="en-US" dirty="0"/>
              <a:t>First level</a:t>
            </a:r>
          </a:p>
        </p:txBody>
      </p:sp>
      <p:sp>
        <p:nvSpPr>
          <p:cNvPr id="10" name="Picture Placeholder 9">
            <a:extLst>
              <a:ext uri="{FF2B5EF4-FFF2-40B4-BE49-F238E27FC236}">
                <a16:creationId xmlns:a16="http://schemas.microsoft.com/office/drawing/2014/main" id="{BE85ED21-179E-C2B7-89F1-D4AD14EEDA9A}"/>
              </a:ext>
            </a:extLst>
          </p:cNvPr>
          <p:cNvSpPr>
            <a:spLocks noGrp="1"/>
          </p:cNvSpPr>
          <p:nvPr>
            <p:ph type="pic" sz="quarter" idx="13" hasCustomPrompt="1"/>
          </p:nvPr>
        </p:nvSpPr>
        <p:spPr>
          <a:xfrm>
            <a:off x="6096000" y="0"/>
            <a:ext cx="2029765" cy="1566863"/>
          </a:xfrm>
          <a:solidFill>
            <a:schemeClr val="accent1"/>
          </a:solidFill>
          <a:ln>
            <a:noFill/>
          </a:ln>
        </p:spPr>
        <p:txBody>
          <a:bodyPr anchor="ctr"/>
          <a:lstStyle>
            <a:lvl1pPr algn="ctr">
              <a:defRPr sz="1200" b="0">
                <a:solidFill>
                  <a:schemeClr val="bg1"/>
                </a:solidFill>
                <a:latin typeface="+mn-lt"/>
              </a:defRPr>
            </a:lvl1pPr>
          </a:lstStyle>
          <a:p>
            <a:pPr lvl="0"/>
            <a:r>
              <a:rPr lang="en-US" dirty="0"/>
              <a:t>Dynamic slice image</a:t>
            </a:r>
            <a:br>
              <a:rPr lang="en-US" dirty="0"/>
            </a:br>
            <a:r>
              <a:rPr lang="en-US" dirty="0"/>
              <a:t>or color fill</a:t>
            </a:r>
          </a:p>
        </p:txBody>
      </p:sp>
      <p:sp>
        <p:nvSpPr>
          <p:cNvPr id="8" name="Footer Placeholder 7">
            <a:extLst>
              <a:ext uri="{FF2B5EF4-FFF2-40B4-BE49-F238E27FC236}">
                <a16:creationId xmlns:a16="http://schemas.microsoft.com/office/drawing/2014/main" id="{0E2ADB5F-BB7A-E503-6385-47B7F4A752C0}"/>
              </a:ext>
            </a:extLst>
          </p:cNvPr>
          <p:cNvSpPr>
            <a:spLocks noGrp="1"/>
          </p:cNvSpPr>
          <p:nvPr>
            <p:ph type="ftr" sz="quarter" idx="11"/>
          </p:nvPr>
        </p:nvSpPr>
        <p:spPr>
          <a:xfrm>
            <a:off x="4773613" y="6311900"/>
            <a:ext cx="3236581" cy="269875"/>
          </a:xfrm>
        </p:spPr>
        <p:txBody>
          <a:bodyPr/>
          <a:lstStyle>
            <a:lvl1pPr>
              <a:defRPr>
                <a:solidFill>
                  <a:schemeClr val="bg1"/>
                </a:solidFill>
              </a:defRPr>
            </a:lvl1pPr>
          </a:lstStyle>
          <a:p>
            <a:r>
              <a:rPr lang="en-US"/>
              <a:t>See slide 12 for instructions on how to update footer</a:t>
            </a:r>
            <a:endParaRPr lang="en-US" dirty="0"/>
          </a:p>
        </p:txBody>
      </p:sp>
      <p:sp>
        <p:nvSpPr>
          <p:cNvPr id="9" name="Slide Number Placeholder 8">
            <a:extLst>
              <a:ext uri="{FF2B5EF4-FFF2-40B4-BE49-F238E27FC236}">
                <a16:creationId xmlns:a16="http://schemas.microsoft.com/office/drawing/2014/main" id="{CCA8152B-F410-5052-DF3D-06C6DD4D2381}"/>
              </a:ext>
            </a:extLst>
          </p:cNvPr>
          <p:cNvSpPr>
            <a:spLocks noGrp="1"/>
          </p:cNvSpPr>
          <p:nvPr>
            <p:ph type="sldNum" sz="quarter" idx="12"/>
          </p:nvPr>
        </p:nvSpPr>
        <p:spPr/>
        <p:txBody>
          <a:bodyPr/>
          <a:lstStyle>
            <a:lvl1pPr>
              <a:defRPr>
                <a:solidFill>
                  <a:schemeClr val="bg1"/>
                </a:solidFill>
              </a:defRPr>
            </a:lvl1pPr>
          </a:lstStyle>
          <a:p>
            <a:fld id="{862A5111-985B-C14D-9115-5787026182A8}" type="slidenum">
              <a:rPr lang="en-US" smtClean="0"/>
              <a:pPr/>
              <a:t>‹#›</a:t>
            </a:fld>
            <a:endParaRPr lang="en-US" dirty="0"/>
          </a:p>
        </p:txBody>
      </p:sp>
      <p:sp>
        <p:nvSpPr>
          <p:cNvPr id="20" name="Freeform 19">
            <a:extLst>
              <a:ext uri="{FF2B5EF4-FFF2-40B4-BE49-F238E27FC236}">
                <a16:creationId xmlns:a16="http://schemas.microsoft.com/office/drawing/2014/main" id="{091F8258-6B33-2DAE-610E-A14A266200A5}"/>
              </a:ext>
            </a:extLst>
          </p:cNvPr>
          <p:cNvSpPr/>
          <p:nvPr/>
        </p:nvSpPr>
        <p:spPr>
          <a:xfrm>
            <a:off x="554038" y="6469335"/>
            <a:ext cx="678511" cy="112440"/>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chemeClr val="bg1"/>
          </a:solidFill>
          <a:ln w="0" cap="flat">
            <a:noFill/>
            <a:prstDash val="solid"/>
            <a:miter/>
          </a:ln>
        </p:spPr>
        <p:txBody>
          <a:bodyPr rtlCol="0" anchor="ctr"/>
          <a:lstStyle/>
          <a:p>
            <a:endParaRPr lang="en-US"/>
          </a:p>
        </p:txBody>
      </p:sp>
      <p:sp>
        <p:nvSpPr>
          <p:cNvPr id="12" name="Title 11">
            <a:extLst>
              <a:ext uri="{FF2B5EF4-FFF2-40B4-BE49-F238E27FC236}">
                <a16:creationId xmlns:a16="http://schemas.microsoft.com/office/drawing/2014/main" id="{B6A2B7E6-3059-8E4F-3CF4-F1E41E44420F}"/>
              </a:ext>
            </a:extLst>
          </p:cNvPr>
          <p:cNvSpPr>
            <a:spLocks noGrp="1"/>
          </p:cNvSpPr>
          <p:nvPr>
            <p:ph type="title"/>
          </p:nvPr>
        </p:nvSpPr>
        <p:spPr>
          <a:xfrm>
            <a:off x="546100" y="552450"/>
            <a:ext cx="5441473" cy="434975"/>
          </a:xfrm>
        </p:spPr>
        <p:txBody>
          <a:bodyPr/>
          <a:lstStyle>
            <a:lvl1pPr>
              <a:defRPr>
                <a:solidFill>
                  <a:schemeClr val="accent1"/>
                </a:solidFill>
              </a:defRPr>
            </a:lvl1pPr>
          </a:lstStyle>
          <a:p>
            <a:r>
              <a:rPr lang="en-US"/>
              <a:t>Click to edit Master title style</a:t>
            </a:r>
            <a:endParaRPr lang="en-US" dirty="0"/>
          </a:p>
        </p:txBody>
      </p:sp>
      <p:sp>
        <p:nvSpPr>
          <p:cNvPr id="22" name="Text Placeholder 11">
            <a:extLst>
              <a:ext uri="{FF2B5EF4-FFF2-40B4-BE49-F238E27FC236}">
                <a16:creationId xmlns:a16="http://schemas.microsoft.com/office/drawing/2014/main" id="{9C9BE862-933D-B8D2-1646-E5CF8CEC4FF4}"/>
              </a:ext>
            </a:extLst>
          </p:cNvPr>
          <p:cNvSpPr>
            <a:spLocks noGrp="1"/>
          </p:cNvSpPr>
          <p:nvPr>
            <p:ph type="body" sz="quarter" idx="23"/>
          </p:nvPr>
        </p:nvSpPr>
        <p:spPr>
          <a:xfrm>
            <a:off x="546100" y="1127125"/>
            <a:ext cx="5445125" cy="292607"/>
          </a:xfrm>
        </p:spPr>
        <p:txBody>
          <a:bodyPr>
            <a:noAutofit/>
          </a:bodyPr>
          <a:lstStyle>
            <a:lvl1pPr marL="0" algn="l" defTabSz="914400" rtl="0" eaLnBrk="1" latinLnBrk="0" hangingPunct="1">
              <a:lnSpc>
                <a:spcPct val="80000"/>
              </a:lnSpc>
              <a:spcBef>
                <a:spcPts val="0"/>
              </a:spcBef>
              <a:spcAft>
                <a:spcPts val="0"/>
              </a:spcAft>
              <a:buNone/>
              <a:defRPr lang="en-US" sz="2400" b="0" i="0" kern="1200" dirty="0" smtClean="0">
                <a:solidFill>
                  <a:schemeClr val="bg1"/>
                </a:solidFill>
                <a:latin typeface="+mj-lt"/>
                <a:ea typeface="GT America Regular" charset="0"/>
                <a:cs typeface="GT America Regular" charset="0"/>
              </a:defRPr>
            </a:lvl1pPr>
            <a:lvl2pPr marL="0" indent="0" algn="l" defTabSz="914400" rtl="0" eaLnBrk="1" latinLnBrk="0" hangingPunct="1">
              <a:lnSpc>
                <a:spcPct val="80000"/>
              </a:lnSpc>
              <a:spcBef>
                <a:spcPts val="0"/>
              </a:spcBef>
              <a:spcAft>
                <a:spcPts val="0"/>
              </a:spcAft>
              <a:buNone/>
              <a:defRPr lang="en-US" sz="2400" b="0" i="0" kern="1200" dirty="0" smtClean="0">
                <a:solidFill>
                  <a:schemeClr val="bg1"/>
                </a:solidFill>
                <a:latin typeface="+mj-lt"/>
                <a:ea typeface="GT America Regular" charset="0"/>
                <a:cs typeface="GT America Regular" charset="0"/>
              </a:defRPr>
            </a:lvl2pPr>
            <a:lvl3pPr marL="0" indent="0" algn="l" defTabSz="914400" rtl="0" eaLnBrk="1" latinLnBrk="0" hangingPunct="1">
              <a:lnSpc>
                <a:spcPct val="80000"/>
              </a:lnSpc>
              <a:spcBef>
                <a:spcPts val="0"/>
              </a:spcBef>
              <a:spcAft>
                <a:spcPts val="0"/>
              </a:spcAft>
              <a:buNone/>
              <a:defRPr lang="en-US" sz="2400" b="0" i="0" kern="1200" dirty="0" smtClean="0">
                <a:solidFill>
                  <a:schemeClr val="bg1"/>
                </a:solidFill>
                <a:latin typeface="+mj-lt"/>
                <a:ea typeface="GT America Regular" charset="0"/>
                <a:cs typeface="GT America Regular" charset="0"/>
              </a:defRPr>
            </a:lvl3pPr>
            <a:lvl4pPr marL="0" indent="0" algn="l" defTabSz="914400" rtl="0" eaLnBrk="1" latinLnBrk="0" hangingPunct="1">
              <a:lnSpc>
                <a:spcPct val="80000"/>
              </a:lnSpc>
              <a:spcBef>
                <a:spcPts val="0"/>
              </a:spcBef>
              <a:spcAft>
                <a:spcPts val="0"/>
              </a:spcAft>
              <a:buNone/>
              <a:defRPr lang="en-US" sz="2400" b="0" i="0" kern="1200" dirty="0" smtClean="0">
                <a:solidFill>
                  <a:schemeClr val="bg1"/>
                </a:solidFill>
                <a:latin typeface="+mj-lt"/>
                <a:ea typeface="GT America Regular" charset="0"/>
                <a:cs typeface="GT America Regular" charset="0"/>
              </a:defRPr>
            </a:lvl4pPr>
            <a:lvl5pPr marL="0" indent="0" algn="l" defTabSz="914400" rtl="0" eaLnBrk="1" latinLnBrk="0" hangingPunct="1">
              <a:lnSpc>
                <a:spcPct val="80000"/>
              </a:lnSpc>
              <a:spcBef>
                <a:spcPts val="0"/>
              </a:spcBef>
              <a:spcAft>
                <a:spcPts val="0"/>
              </a:spcAft>
              <a:buNone/>
              <a:defRPr lang="en-US" sz="2400" b="0" i="0" kern="1200" dirty="0" smtClean="0">
                <a:solidFill>
                  <a:schemeClr val="bg1"/>
                </a:solidFill>
                <a:latin typeface="+mj-lt"/>
                <a:ea typeface="GT America Regular" charset="0"/>
                <a:cs typeface="GT America Regular" charset="0"/>
              </a:defRPr>
            </a:lvl5pPr>
            <a:lvl6pPr marL="0" indent="0" algn="l" defTabSz="914400" rtl="0" eaLnBrk="1" latinLnBrk="0" hangingPunct="1">
              <a:lnSpc>
                <a:spcPct val="80000"/>
              </a:lnSpc>
              <a:spcBef>
                <a:spcPts val="0"/>
              </a:spcBef>
              <a:spcAft>
                <a:spcPts val="0"/>
              </a:spcAft>
              <a:buNone/>
              <a:defRPr lang="en-US" sz="2400" b="0" i="0" kern="1200" dirty="0" smtClean="0">
                <a:solidFill>
                  <a:schemeClr val="bg1"/>
                </a:solidFill>
                <a:latin typeface="+mj-lt"/>
                <a:ea typeface="GT America Regular" charset="0"/>
                <a:cs typeface="GT America Regular" charset="0"/>
              </a:defRPr>
            </a:lvl6pPr>
            <a:lvl7pPr marL="0" indent="0" algn="l" defTabSz="914400" rtl="0" eaLnBrk="1" latinLnBrk="0" hangingPunct="1">
              <a:lnSpc>
                <a:spcPct val="80000"/>
              </a:lnSpc>
              <a:spcBef>
                <a:spcPts val="0"/>
              </a:spcBef>
              <a:spcAft>
                <a:spcPts val="0"/>
              </a:spcAft>
              <a:buNone/>
              <a:defRPr lang="en-US" sz="2400" b="0" i="0" kern="1200" dirty="0" smtClean="0">
                <a:solidFill>
                  <a:schemeClr val="bg1"/>
                </a:solidFill>
                <a:latin typeface="+mj-lt"/>
                <a:ea typeface="GT America Regular" charset="0"/>
                <a:cs typeface="GT America Regular" charset="0"/>
              </a:defRPr>
            </a:lvl7pPr>
            <a:lvl8pPr marL="0" indent="0" algn="l" defTabSz="914400" rtl="0" eaLnBrk="1" latinLnBrk="0" hangingPunct="1">
              <a:lnSpc>
                <a:spcPct val="80000"/>
              </a:lnSpc>
              <a:spcBef>
                <a:spcPts val="0"/>
              </a:spcBef>
              <a:spcAft>
                <a:spcPts val="0"/>
              </a:spcAft>
              <a:buNone/>
              <a:defRPr lang="en-US" sz="2400" b="0" i="0" kern="1200" dirty="0" smtClean="0">
                <a:solidFill>
                  <a:schemeClr val="bg1"/>
                </a:solidFill>
                <a:latin typeface="+mj-lt"/>
                <a:ea typeface="GT America Regular" charset="0"/>
                <a:cs typeface="GT America Regular" charset="0"/>
              </a:defRPr>
            </a:lvl8pPr>
            <a:lvl9pPr marL="0" indent="0" algn="l" defTabSz="914400" rtl="0" eaLnBrk="1" latinLnBrk="0" hangingPunct="1">
              <a:lnSpc>
                <a:spcPct val="80000"/>
              </a:lnSpc>
              <a:spcBef>
                <a:spcPts val="0"/>
              </a:spcBef>
              <a:spcAft>
                <a:spcPts val="0"/>
              </a:spcAft>
              <a:buNone/>
              <a:defRPr lang="en-US" sz="2400" b="0" i="0" kern="1200" dirty="0">
                <a:solidFill>
                  <a:schemeClr val="bg1"/>
                </a:solidFill>
                <a:latin typeface="+mj-lt"/>
                <a:ea typeface="GT America Regular" charset="0"/>
                <a:cs typeface="GT America Regular" charset="0"/>
              </a:defRPr>
            </a:lvl9pPr>
          </a:lstStyle>
          <a:p>
            <a:pPr lvl="0"/>
            <a:r>
              <a:rPr lang="en-US"/>
              <a:t>Click to edit Master text styles</a:t>
            </a:r>
          </a:p>
        </p:txBody>
      </p:sp>
      <p:sp>
        <p:nvSpPr>
          <p:cNvPr id="23" name="Text Placeholder 13">
            <a:extLst>
              <a:ext uri="{FF2B5EF4-FFF2-40B4-BE49-F238E27FC236}">
                <a16:creationId xmlns:a16="http://schemas.microsoft.com/office/drawing/2014/main" id="{2265EDEA-EF70-E7C2-266B-98ED28E8BD71}"/>
              </a:ext>
            </a:extLst>
          </p:cNvPr>
          <p:cNvSpPr>
            <a:spLocks noGrp="1"/>
          </p:cNvSpPr>
          <p:nvPr>
            <p:ph type="body" sz="quarter" idx="24"/>
          </p:nvPr>
        </p:nvSpPr>
        <p:spPr>
          <a:xfrm>
            <a:off x="546100" y="6019801"/>
            <a:ext cx="6851648" cy="292100"/>
          </a:xfrm>
        </p:spPr>
        <p:txBody>
          <a:bodyPr anchor="b">
            <a:noAutofit/>
          </a:bodyPr>
          <a:lstStyle>
            <a:lvl1pPr marL="0" indent="0" algn="l" defTabSz="914400" rtl="0" eaLnBrk="1" latinLnBrk="0" hangingPunct="1">
              <a:lnSpc>
                <a:spcPct val="101000"/>
              </a:lnSpc>
              <a:spcBef>
                <a:spcPts val="0"/>
              </a:spcBef>
              <a:spcAft>
                <a:spcPts val="600"/>
              </a:spcAft>
              <a:buNone/>
              <a:defRPr lang="en-US" sz="600" b="0" i="0" kern="1200" dirty="0" smtClean="0">
                <a:solidFill>
                  <a:schemeClr val="bg1"/>
                </a:solidFill>
                <a:latin typeface="+mn-lt"/>
                <a:ea typeface="GT America Regular" charset="0"/>
                <a:cs typeface="GT America Regular" charset="0"/>
              </a:defRPr>
            </a:lvl1pPr>
            <a:lvl2pPr marL="0" indent="0" algn="l" defTabSz="914400" rtl="0" eaLnBrk="1" latinLnBrk="0" hangingPunct="1">
              <a:lnSpc>
                <a:spcPct val="101000"/>
              </a:lnSpc>
              <a:spcBef>
                <a:spcPts val="0"/>
              </a:spcBef>
              <a:spcAft>
                <a:spcPts val="600"/>
              </a:spcAft>
              <a:buNone/>
              <a:defRPr lang="en-US" sz="600" b="0" i="0" kern="1200" dirty="0" smtClean="0">
                <a:solidFill>
                  <a:schemeClr val="bg1"/>
                </a:solidFill>
                <a:latin typeface="+mn-lt"/>
                <a:ea typeface="GT America Regular" charset="0"/>
                <a:cs typeface="GT America Regular" charset="0"/>
              </a:defRPr>
            </a:lvl2pPr>
            <a:lvl3pPr marL="0" indent="0" algn="l" defTabSz="914400" rtl="0" eaLnBrk="1" latinLnBrk="0" hangingPunct="1">
              <a:lnSpc>
                <a:spcPct val="101000"/>
              </a:lnSpc>
              <a:spcBef>
                <a:spcPts val="0"/>
              </a:spcBef>
              <a:spcAft>
                <a:spcPts val="600"/>
              </a:spcAft>
              <a:buNone/>
              <a:defRPr lang="en-US" sz="600" b="0" i="0" kern="1200" dirty="0" smtClean="0">
                <a:solidFill>
                  <a:schemeClr val="bg1"/>
                </a:solidFill>
                <a:latin typeface="+mn-lt"/>
                <a:ea typeface="GT America Regular" charset="0"/>
                <a:cs typeface="GT America Regular" charset="0"/>
              </a:defRPr>
            </a:lvl3pPr>
            <a:lvl4pPr marL="0" indent="0" algn="l" defTabSz="914400" rtl="0" eaLnBrk="1" latinLnBrk="0" hangingPunct="1">
              <a:lnSpc>
                <a:spcPct val="101000"/>
              </a:lnSpc>
              <a:spcBef>
                <a:spcPts val="0"/>
              </a:spcBef>
              <a:spcAft>
                <a:spcPts val="600"/>
              </a:spcAft>
              <a:buNone/>
              <a:defRPr lang="en-US" sz="600" b="0" i="0" kern="1200" dirty="0" smtClean="0">
                <a:solidFill>
                  <a:schemeClr val="bg1"/>
                </a:solidFill>
                <a:latin typeface="+mn-lt"/>
                <a:ea typeface="GT America Regular" charset="0"/>
                <a:cs typeface="GT America Regular" charset="0"/>
              </a:defRPr>
            </a:lvl4pPr>
            <a:lvl5pPr marL="0" indent="0" algn="l" defTabSz="914400" rtl="0" eaLnBrk="1" latinLnBrk="0" hangingPunct="1">
              <a:lnSpc>
                <a:spcPct val="101000"/>
              </a:lnSpc>
              <a:spcBef>
                <a:spcPts val="0"/>
              </a:spcBef>
              <a:spcAft>
                <a:spcPts val="600"/>
              </a:spcAft>
              <a:buNone/>
              <a:defRPr lang="en-US" sz="600" b="0" i="0" kern="1200" dirty="0" smtClean="0">
                <a:solidFill>
                  <a:schemeClr val="bg1"/>
                </a:solidFill>
                <a:latin typeface="+mn-lt"/>
                <a:ea typeface="GT America Regular" charset="0"/>
                <a:cs typeface="GT America Regular" charset="0"/>
              </a:defRPr>
            </a:lvl5pPr>
            <a:lvl6pPr marL="0" indent="0" algn="l" defTabSz="914400" rtl="0" eaLnBrk="1" latinLnBrk="0" hangingPunct="1">
              <a:lnSpc>
                <a:spcPct val="101000"/>
              </a:lnSpc>
              <a:spcBef>
                <a:spcPts val="0"/>
              </a:spcBef>
              <a:spcAft>
                <a:spcPts val="600"/>
              </a:spcAft>
              <a:buNone/>
              <a:defRPr lang="en-US" sz="600" b="0" i="0" kern="1200" dirty="0" smtClean="0">
                <a:solidFill>
                  <a:schemeClr val="bg1"/>
                </a:solidFill>
                <a:latin typeface="+mn-lt"/>
                <a:ea typeface="GT America Regular" charset="0"/>
                <a:cs typeface="GT America Regular" charset="0"/>
              </a:defRPr>
            </a:lvl6pPr>
            <a:lvl7pPr marL="0" indent="0" algn="l" defTabSz="914400" rtl="0" eaLnBrk="1" latinLnBrk="0" hangingPunct="1">
              <a:lnSpc>
                <a:spcPct val="101000"/>
              </a:lnSpc>
              <a:spcBef>
                <a:spcPts val="0"/>
              </a:spcBef>
              <a:spcAft>
                <a:spcPts val="600"/>
              </a:spcAft>
              <a:buNone/>
              <a:defRPr lang="en-US" sz="600" b="0" i="0" kern="1200" dirty="0" smtClean="0">
                <a:solidFill>
                  <a:schemeClr val="bg1"/>
                </a:solidFill>
                <a:latin typeface="+mn-lt"/>
                <a:ea typeface="GT America Regular" charset="0"/>
                <a:cs typeface="GT America Regular" charset="0"/>
              </a:defRPr>
            </a:lvl7pPr>
            <a:lvl8pPr marL="0" indent="0" algn="l" defTabSz="914400" rtl="0" eaLnBrk="1" latinLnBrk="0" hangingPunct="1">
              <a:lnSpc>
                <a:spcPct val="101000"/>
              </a:lnSpc>
              <a:spcBef>
                <a:spcPts val="0"/>
              </a:spcBef>
              <a:spcAft>
                <a:spcPts val="600"/>
              </a:spcAft>
              <a:buNone/>
              <a:defRPr lang="en-US" sz="600" b="0" i="0" kern="1200" dirty="0" smtClean="0">
                <a:solidFill>
                  <a:schemeClr val="bg1"/>
                </a:solidFill>
                <a:latin typeface="+mn-lt"/>
                <a:ea typeface="GT America Regular" charset="0"/>
                <a:cs typeface="GT America Regular" charset="0"/>
              </a:defRPr>
            </a:lvl8pPr>
            <a:lvl9pPr marL="0" indent="0" algn="l" defTabSz="914400" rtl="0" eaLnBrk="1" latinLnBrk="0" hangingPunct="1">
              <a:lnSpc>
                <a:spcPct val="101000"/>
              </a:lnSpc>
              <a:spcBef>
                <a:spcPts val="0"/>
              </a:spcBef>
              <a:spcAft>
                <a:spcPts val="600"/>
              </a:spcAft>
              <a:buNone/>
              <a:defRPr lang="en-US" sz="600" b="0" i="0" kern="1200" dirty="0">
                <a:solidFill>
                  <a:schemeClr val="bg1"/>
                </a:solidFill>
                <a:latin typeface="+mn-lt"/>
                <a:ea typeface="GT America Regular" charset="0"/>
                <a:cs typeface="GT America Regular" charset="0"/>
              </a:defRPr>
            </a:lvl9pPr>
          </a:lstStyle>
          <a:p>
            <a:pPr lvl="0"/>
            <a:r>
              <a:rPr lang="en-US"/>
              <a:t>Click to edit Master text styles</a:t>
            </a:r>
          </a:p>
        </p:txBody>
      </p:sp>
      <p:sp>
        <p:nvSpPr>
          <p:cNvPr id="24" name="Text Placeholder 33">
            <a:extLst>
              <a:ext uri="{FF2B5EF4-FFF2-40B4-BE49-F238E27FC236}">
                <a16:creationId xmlns:a16="http://schemas.microsoft.com/office/drawing/2014/main" id="{BCC2869B-FAAE-3BB6-A892-BE38C3B3A864}"/>
              </a:ext>
            </a:extLst>
          </p:cNvPr>
          <p:cNvSpPr>
            <a:spLocks noGrp="1"/>
          </p:cNvSpPr>
          <p:nvPr>
            <p:ph type="body" sz="quarter" idx="29"/>
          </p:nvPr>
        </p:nvSpPr>
        <p:spPr>
          <a:xfrm>
            <a:off x="546100" y="1849437"/>
            <a:ext cx="6851648" cy="296861"/>
          </a:xfrm>
        </p:spPr>
        <p:txBody>
          <a:bodyPr>
            <a:noAutofit/>
          </a:bodyPr>
          <a:lstStyle>
            <a:lvl1pPr marL="0" indent="0" algn="l" defTabSz="914400" rtl="0" eaLnBrk="1" latinLnBrk="0" hangingPunct="1">
              <a:lnSpc>
                <a:spcPct val="101000"/>
              </a:lnSpc>
              <a:spcBef>
                <a:spcPts val="0"/>
              </a:spcBef>
              <a:spcAft>
                <a:spcPts val="600"/>
              </a:spcAft>
              <a:buNone/>
              <a:defRPr lang="en-US" sz="2000" b="0" i="0" kern="1200" dirty="0" smtClean="0">
                <a:solidFill>
                  <a:schemeClr val="bg1"/>
                </a:solidFill>
                <a:latin typeface="+mj-lt"/>
                <a:ea typeface="GT America Regular" charset="0"/>
                <a:cs typeface="GT America Regular" charset="0"/>
              </a:defRPr>
            </a:lvl1pPr>
            <a:lvl2pPr marL="0" indent="0" algn="l" defTabSz="914400" rtl="0" eaLnBrk="1" latinLnBrk="0" hangingPunct="1">
              <a:lnSpc>
                <a:spcPct val="101000"/>
              </a:lnSpc>
              <a:spcBef>
                <a:spcPts val="0"/>
              </a:spcBef>
              <a:spcAft>
                <a:spcPts val="600"/>
              </a:spcAft>
              <a:buNone/>
              <a:defRPr lang="en-US" sz="2000" b="0" i="0" kern="1200" dirty="0" smtClean="0">
                <a:solidFill>
                  <a:schemeClr val="accent1"/>
                </a:solidFill>
                <a:latin typeface="+mj-lt"/>
                <a:ea typeface="GT America Regular" charset="0"/>
                <a:cs typeface="GT America Regular" charset="0"/>
              </a:defRPr>
            </a:lvl2pPr>
            <a:lvl3pPr marL="0" indent="0" algn="l" defTabSz="914400" rtl="0" eaLnBrk="1" latinLnBrk="0" hangingPunct="1">
              <a:lnSpc>
                <a:spcPct val="101000"/>
              </a:lnSpc>
              <a:spcBef>
                <a:spcPts val="0"/>
              </a:spcBef>
              <a:spcAft>
                <a:spcPts val="600"/>
              </a:spcAft>
              <a:buNone/>
              <a:defRPr lang="en-US" sz="2000" b="0" i="0" kern="1200" dirty="0" smtClean="0">
                <a:solidFill>
                  <a:schemeClr val="accent1"/>
                </a:solidFill>
                <a:latin typeface="+mj-lt"/>
                <a:ea typeface="GT America Regular" charset="0"/>
                <a:cs typeface="GT America Regular" charset="0"/>
              </a:defRPr>
            </a:lvl3pPr>
            <a:lvl4pPr marL="0" indent="0" algn="l" defTabSz="914400" rtl="0" eaLnBrk="1" latinLnBrk="0" hangingPunct="1">
              <a:lnSpc>
                <a:spcPct val="101000"/>
              </a:lnSpc>
              <a:spcBef>
                <a:spcPts val="0"/>
              </a:spcBef>
              <a:spcAft>
                <a:spcPts val="600"/>
              </a:spcAft>
              <a:buNone/>
              <a:defRPr lang="en-US" sz="2000" b="0" i="0" kern="1200" dirty="0" smtClean="0">
                <a:solidFill>
                  <a:schemeClr val="accent1"/>
                </a:solidFill>
                <a:latin typeface="+mj-lt"/>
                <a:ea typeface="GT America Regular" charset="0"/>
                <a:cs typeface="GT America Regular" charset="0"/>
              </a:defRPr>
            </a:lvl4pPr>
            <a:lvl5pPr marL="0" indent="0" algn="l" defTabSz="914400" rtl="0" eaLnBrk="1" latinLnBrk="0" hangingPunct="1">
              <a:lnSpc>
                <a:spcPct val="101000"/>
              </a:lnSpc>
              <a:spcBef>
                <a:spcPts val="0"/>
              </a:spcBef>
              <a:spcAft>
                <a:spcPts val="600"/>
              </a:spcAft>
              <a:buNone/>
              <a:defRPr lang="en-US" sz="2000" b="0" i="0" kern="1200" dirty="0" smtClean="0">
                <a:solidFill>
                  <a:schemeClr val="accent1"/>
                </a:solidFill>
                <a:latin typeface="+mj-lt"/>
                <a:ea typeface="GT America Regular" charset="0"/>
                <a:cs typeface="GT America Regular" charset="0"/>
              </a:defRPr>
            </a:lvl5pPr>
            <a:lvl6pPr marL="0" indent="0" algn="l" defTabSz="914400" rtl="0" eaLnBrk="1" latinLnBrk="0" hangingPunct="1">
              <a:lnSpc>
                <a:spcPct val="101000"/>
              </a:lnSpc>
              <a:spcBef>
                <a:spcPts val="0"/>
              </a:spcBef>
              <a:spcAft>
                <a:spcPts val="600"/>
              </a:spcAft>
              <a:buNone/>
              <a:defRPr lang="en-US" sz="2000" b="0" i="0" kern="1200" dirty="0" smtClean="0">
                <a:solidFill>
                  <a:schemeClr val="accent1"/>
                </a:solidFill>
                <a:latin typeface="+mj-lt"/>
                <a:ea typeface="GT America Regular" charset="0"/>
                <a:cs typeface="GT America Regular" charset="0"/>
              </a:defRPr>
            </a:lvl6pPr>
            <a:lvl7pPr marL="0" indent="0" algn="l" defTabSz="914400" rtl="0" eaLnBrk="1" latinLnBrk="0" hangingPunct="1">
              <a:lnSpc>
                <a:spcPct val="101000"/>
              </a:lnSpc>
              <a:spcBef>
                <a:spcPts val="0"/>
              </a:spcBef>
              <a:spcAft>
                <a:spcPts val="600"/>
              </a:spcAft>
              <a:buNone/>
              <a:defRPr lang="en-US" sz="2000" b="0" i="0" kern="1200" dirty="0" smtClean="0">
                <a:solidFill>
                  <a:schemeClr val="accent1"/>
                </a:solidFill>
                <a:latin typeface="+mj-lt"/>
                <a:ea typeface="GT America Regular" charset="0"/>
                <a:cs typeface="GT America Regular" charset="0"/>
              </a:defRPr>
            </a:lvl7pPr>
            <a:lvl8pPr marL="0" indent="0" algn="l" defTabSz="914400" rtl="0" eaLnBrk="1" latinLnBrk="0" hangingPunct="1">
              <a:lnSpc>
                <a:spcPct val="101000"/>
              </a:lnSpc>
              <a:spcBef>
                <a:spcPts val="0"/>
              </a:spcBef>
              <a:spcAft>
                <a:spcPts val="600"/>
              </a:spcAft>
              <a:buNone/>
              <a:defRPr lang="en-US" sz="2000" b="0" i="0" kern="1200" dirty="0" smtClean="0">
                <a:solidFill>
                  <a:schemeClr val="accent1"/>
                </a:solidFill>
                <a:latin typeface="+mj-lt"/>
                <a:ea typeface="GT America Regular" charset="0"/>
                <a:cs typeface="GT America Regular" charset="0"/>
              </a:defRPr>
            </a:lvl8pPr>
            <a:lvl9pPr marL="0" indent="0" algn="l" defTabSz="914400" rtl="0" eaLnBrk="1" latinLnBrk="0" hangingPunct="1">
              <a:lnSpc>
                <a:spcPct val="101000"/>
              </a:lnSpc>
              <a:spcBef>
                <a:spcPts val="0"/>
              </a:spcBef>
              <a:spcAft>
                <a:spcPts val="600"/>
              </a:spcAft>
              <a:buNone/>
              <a:defRPr lang="en-US" sz="2000" b="0" i="0" kern="1200" dirty="0">
                <a:solidFill>
                  <a:schemeClr val="accent1"/>
                </a:solidFill>
                <a:latin typeface="+mj-lt"/>
                <a:ea typeface="GT America Regular" charset="0"/>
                <a:cs typeface="GT America Regular" charset="0"/>
              </a:defRPr>
            </a:lvl9pPr>
          </a:lstStyle>
          <a:p>
            <a:pPr lvl="0"/>
            <a:r>
              <a:rPr lang="en-US"/>
              <a:t>Click to edit Master text styles</a:t>
            </a:r>
          </a:p>
        </p:txBody>
      </p:sp>
      <p:sp>
        <p:nvSpPr>
          <p:cNvPr id="25" name="Content Placeholder 25">
            <a:extLst>
              <a:ext uri="{FF2B5EF4-FFF2-40B4-BE49-F238E27FC236}">
                <a16:creationId xmlns:a16="http://schemas.microsoft.com/office/drawing/2014/main" id="{9D00109D-23D6-35EC-8D08-145972370CD0}"/>
              </a:ext>
            </a:extLst>
          </p:cNvPr>
          <p:cNvSpPr>
            <a:spLocks noGrp="1"/>
          </p:cNvSpPr>
          <p:nvPr>
            <p:ph sz="quarter" idx="45"/>
          </p:nvPr>
        </p:nvSpPr>
        <p:spPr>
          <a:xfrm>
            <a:off x="546100" y="2425700"/>
            <a:ext cx="6851650" cy="3441700"/>
          </a:xfrm>
        </p:spPr>
        <p:txBody>
          <a:bodyPr/>
          <a:lstStyle>
            <a:lvl1pPr>
              <a:defRPr>
                <a:solidFill>
                  <a:schemeClr val="bg1"/>
                </a:solidFill>
              </a:defRPr>
            </a:lvl1pPr>
            <a:lvl2pPr>
              <a:defRPr>
                <a:solidFill>
                  <a:schemeClr val="bg1"/>
                </a:solidFill>
              </a:defRPr>
            </a:lvl2pPr>
            <a:lvl3pPr>
              <a:buClrTx/>
              <a:defRPr>
                <a:solidFill>
                  <a:schemeClr val="bg1"/>
                </a:solidFill>
              </a:defRPr>
            </a:lvl3pPr>
            <a:lvl4pPr>
              <a:defRPr>
                <a:solidFill>
                  <a:schemeClr val="bg1"/>
                </a:solidFill>
              </a:defRPr>
            </a:lvl4pPr>
            <a:lvl5pPr>
              <a:buClrTx/>
              <a:defRPr>
                <a:solidFill>
                  <a:schemeClr val="bg1"/>
                </a:solidFill>
              </a:defRPr>
            </a:lvl5pPr>
            <a:lvl6pPr>
              <a:defRPr>
                <a:solidFill>
                  <a:schemeClr val="bg1"/>
                </a:solidFill>
              </a:defRPr>
            </a:lvl6pPr>
            <a:lvl7pPr>
              <a:buClrTx/>
              <a:defRPr>
                <a:solidFill>
                  <a:schemeClr val="bg1"/>
                </a:solidFill>
              </a:defRPr>
            </a:lvl7pPr>
            <a:lvl8pPr>
              <a:defRPr>
                <a:solidFill>
                  <a:schemeClr val="bg1"/>
                </a:solidFill>
              </a:defRPr>
            </a:lvl8pPr>
            <a:lvl9pPr>
              <a:buClrTx/>
              <a:defRPr>
                <a:solidFill>
                  <a:schemeClr val="bg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grpSp>
        <p:nvGrpSpPr>
          <p:cNvPr id="41" name="Group 40">
            <a:extLst>
              <a:ext uri="{FF2B5EF4-FFF2-40B4-BE49-F238E27FC236}">
                <a16:creationId xmlns:a16="http://schemas.microsoft.com/office/drawing/2014/main" id="{CEED7497-B020-E8B2-BD14-703EFAD2B9F1}"/>
              </a:ext>
            </a:extLst>
          </p:cNvPr>
          <p:cNvGrpSpPr/>
          <p:nvPr userDrawn="1"/>
        </p:nvGrpSpPr>
        <p:grpSpPr>
          <a:xfrm>
            <a:off x="12356815" y="0"/>
            <a:ext cx="756834" cy="6872642"/>
            <a:chOff x="12356815" y="0"/>
            <a:chExt cx="756834" cy="6872642"/>
          </a:xfrm>
        </p:grpSpPr>
        <p:sp>
          <p:nvSpPr>
            <p:cNvPr id="42" name="Rectangle 41">
              <a:extLst>
                <a:ext uri="{FF2B5EF4-FFF2-40B4-BE49-F238E27FC236}">
                  <a16:creationId xmlns:a16="http://schemas.microsoft.com/office/drawing/2014/main" id="{A48E6A68-A112-1A5F-10E6-58BC4E49E7D7}"/>
                </a:ext>
              </a:extLst>
            </p:cNvPr>
            <p:cNvSpPr/>
            <p:nvPr userDrawn="1"/>
          </p:nvSpPr>
          <p:spPr>
            <a:xfrm>
              <a:off x="12356815" y="0"/>
              <a:ext cx="553069" cy="3279913"/>
            </a:xfrm>
            <a:prstGeom prst="rect">
              <a:avLst/>
            </a:prstGeom>
            <a:solidFill>
              <a:srgbClr val="F2F2F2"/>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a:p>
          </p:txBody>
        </p:sp>
        <p:sp>
          <p:nvSpPr>
            <p:cNvPr id="43" name="TextBox 42">
              <a:extLst>
                <a:ext uri="{FF2B5EF4-FFF2-40B4-BE49-F238E27FC236}">
                  <a16:creationId xmlns:a16="http://schemas.microsoft.com/office/drawing/2014/main" id="{99D26DA9-AE7A-E9F0-F755-40FE495F9407}"/>
                </a:ext>
              </a:extLst>
            </p:cNvPr>
            <p:cNvSpPr txBox="1"/>
            <p:nvPr userDrawn="1"/>
          </p:nvSpPr>
          <p:spPr>
            <a:xfrm rot="16200000">
              <a:off x="12332216" y="1580677"/>
              <a:ext cx="1444306" cy="118559"/>
            </a:xfrm>
            <a:prstGeom prst="rect">
              <a:avLst/>
            </a:prstGeom>
            <a:noFill/>
          </p:spPr>
          <p:txBody>
            <a:bodyPr wrap="none" lIns="0" tIns="0" rIns="0" bIns="0" rtlCol="0">
              <a:spAutoFit/>
            </a:bodyPr>
            <a:lstStyle/>
            <a:p>
              <a:pPr algn="l">
                <a:lnSpc>
                  <a:spcPct val="101000"/>
                </a:lnSpc>
                <a:spcAft>
                  <a:spcPts val="600"/>
                </a:spcAft>
              </a:pPr>
              <a:r>
                <a:rPr kumimoji="0" lang="en-CR" sz="800" b="1" i="0" u="none" strike="noStrike" kern="1200" cap="none" spc="0" normalizeH="0" baseline="0" noProof="0">
                  <a:ln>
                    <a:noFill/>
                  </a:ln>
                  <a:solidFill>
                    <a:srgbClr val="000000"/>
                  </a:solidFill>
                  <a:effectLst/>
                  <a:uLnTx/>
                  <a:uFillTx/>
                  <a:ea typeface="GT America Regular" charset="0"/>
                  <a:cs typeface="GT America Regular" charset="0"/>
                </a:rPr>
                <a:t>ON LIGHT AND EXTRA LIGHT</a:t>
              </a:r>
            </a:p>
          </p:txBody>
        </p:sp>
        <p:sp>
          <p:nvSpPr>
            <p:cNvPr id="44" name="Rectangle 43">
              <a:extLst>
                <a:ext uri="{FF2B5EF4-FFF2-40B4-BE49-F238E27FC236}">
                  <a16:creationId xmlns:a16="http://schemas.microsoft.com/office/drawing/2014/main" id="{5E7B1FC7-6B9A-AB90-2894-7D2A66D3DC7F}"/>
                </a:ext>
              </a:extLst>
            </p:cNvPr>
            <p:cNvSpPr/>
            <p:nvPr userDrawn="1"/>
          </p:nvSpPr>
          <p:spPr>
            <a:xfrm>
              <a:off x="12356815" y="3592729"/>
              <a:ext cx="553069" cy="3279913"/>
            </a:xfrm>
            <a:prstGeom prst="rect">
              <a:avLst/>
            </a:prstGeom>
            <a:solidFill>
              <a:schemeClr val="tx2"/>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a:p>
          </p:txBody>
        </p:sp>
        <p:grpSp>
          <p:nvGrpSpPr>
            <p:cNvPr id="45" name="Group 44">
              <a:extLst>
                <a:ext uri="{FF2B5EF4-FFF2-40B4-BE49-F238E27FC236}">
                  <a16:creationId xmlns:a16="http://schemas.microsoft.com/office/drawing/2014/main" id="{105299D3-E01A-E3CA-CAC8-F80C48CFD2E9}"/>
                </a:ext>
              </a:extLst>
            </p:cNvPr>
            <p:cNvGrpSpPr/>
            <p:nvPr userDrawn="1"/>
          </p:nvGrpSpPr>
          <p:grpSpPr>
            <a:xfrm>
              <a:off x="12442019" y="3791214"/>
              <a:ext cx="382660" cy="2882942"/>
              <a:chOff x="14001569" y="3716048"/>
              <a:chExt cx="316248" cy="3171236"/>
            </a:xfrm>
          </p:grpSpPr>
          <p:sp>
            <p:nvSpPr>
              <p:cNvPr id="58" name="Rectangle 57">
                <a:extLst>
                  <a:ext uri="{FF2B5EF4-FFF2-40B4-BE49-F238E27FC236}">
                    <a16:creationId xmlns:a16="http://schemas.microsoft.com/office/drawing/2014/main" id="{4A4D537B-AC99-3A24-101C-7DF418E703CF}"/>
                  </a:ext>
                </a:extLst>
              </p:cNvPr>
              <p:cNvSpPr/>
              <p:nvPr userDrawn="1"/>
            </p:nvSpPr>
            <p:spPr>
              <a:xfrm rot="5400000">
                <a:off x="14033099" y="5954114"/>
                <a:ext cx="253188" cy="316248"/>
              </a:xfrm>
              <a:prstGeom prst="rect">
                <a:avLst/>
              </a:prstGeom>
              <a:solidFill>
                <a:srgbClr val="005E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59" name="Rectangle 58">
                <a:extLst>
                  <a:ext uri="{FF2B5EF4-FFF2-40B4-BE49-F238E27FC236}">
                    <a16:creationId xmlns:a16="http://schemas.microsoft.com/office/drawing/2014/main" id="{876A2AF9-24CA-BA6D-C601-512DE83B47D4}"/>
                  </a:ext>
                </a:extLst>
              </p:cNvPr>
              <p:cNvSpPr/>
              <p:nvPr userDrawn="1"/>
            </p:nvSpPr>
            <p:spPr>
              <a:xfrm rot="5400000">
                <a:off x="14033099" y="6278342"/>
                <a:ext cx="253188" cy="316248"/>
              </a:xfrm>
              <a:prstGeom prst="rect">
                <a:avLst/>
              </a:prstGeom>
              <a:solidFill>
                <a:srgbClr val="B8B9D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60" name="Rectangle 59">
                <a:extLst>
                  <a:ext uri="{FF2B5EF4-FFF2-40B4-BE49-F238E27FC236}">
                    <a16:creationId xmlns:a16="http://schemas.microsoft.com/office/drawing/2014/main" id="{0BE25111-C6ED-8145-64BF-0311CA4A151A}"/>
                  </a:ext>
                </a:extLst>
              </p:cNvPr>
              <p:cNvSpPr/>
              <p:nvPr userDrawn="1"/>
            </p:nvSpPr>
            <p:spPr>
              <a:xfrm rot="5400000">
                <a:off x="14033099" y="6602566"/>
                <a:ext cx="253188" cy="316248"/>
              </a:xfrm>
              <a:prstGeom prst="rect">
                <a:avLst/>
              </a:prstGeom>
              <a:solidFill>
                <a:srgbClr val="FBE6D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61" name="Rectangle 60">
                <a:extLst>
                  <a:ext uri="{FF2B5EF4-FFF2-40B4-BE49-F238E27FC236}">
                    <a16:creationId xmlns:a16="http://schemas.microsoft.com/office/drawing/2014/main" id="{7ABCA4FF-6A34-1CC2-E5EE-BF16E5D8D2B1}"/>
                  </a:ext>
                </a:extLst>
              </p:cNvPr>
              <p:cNvSpPr/>
              <p:nvPr userDrawn="1"/>
            </p:nvSpPr>
            <p:spPr>
              <a:xfrm rot="5400000">
                <a:off x="14033099" y="4981430"/>
                <a:ext cx="253188" cy="316248"/>
              </a:xfrm>
              <a:prstGeom prst="rect">
                <a:avLst/>
              </a:prstGeom>
              <a:solidFill>
                <a:srgbClr val="BCE09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62" name="Rectangle 61">
                <a:extLst>
                  <a:ext uri="{FF2B5EF4-FFF2-40B4-BE49-F238E27FC236}">
                    <a16:creationId xmlns:a16="http://schemas.microsoft.com/office/drawing/2014/main" id="{007366EE-C945-9FDB-9134-8CD32165EFAD}"/>
                  </a:ext>
                </a:extLst>
              </p:cNvPr>
              <p:cNvSpPr/>
              <p:nvPr userDrawn="1"/>
            </p:nvSpPr>
            <p:spPr>
              <a:xfrm rot="5400000">
                <a:off x="14033099" y="5305658"/>
                <a:ext cx="253188" cy="316248"/>
              </a:xfrm>
              <a:prstGeom prst="rect">
                <a:avLst/>
              </a:prstGeom>
              <a:solidFill>
                <a:srgbClr val="E9783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63" name="Rectangle 62">
                <a:extLst>
                  <a:ext uri="{FF2B5EF4-FFF2-40B4-BE49-F238E27FC236}">
                    <a16:creationId xmlns:a16="http://schemas.microsoft.com/office/drawing/2014/main" id="{8F218091-3A7E-0559-1EB8-7616691C8011}"/>
                  </a:ext>
                </a:extLst>
              </p:cNvPr>
              <p:cNvSpPr/>
              <p:nvPr userDrawn="1"/>
            </p:nvSpPr>
            <p:spPr>
              <a:xfrm rot="5400000">
                <a:off x="14033099" y="5629886"/>
                <a:ext cx="253188" cy="316248"/>
              </a:xfrm>
              <a:prstGeom prst="rect">
                <a:avLst/>
              </a:prstGeom>
              <a:solidFill>
                <a:srgbClr val="B9056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64" name="Rectangle 63">
                <a:extLst>
                  <a:ext uri="{FF2B5EF4-FFF2-40B4-BE49-F238E27FC236}">
                    <a16:creationId xmlns:a16="http://schemas.microsoft.com/office/drawing/2014/main" id="{CEC2AA07-DAE7-C277-17AC-248D335B264A}"/>
                  </a:ext>
                </a:extLst>
              </p:cNvPr>
              <p:cNvSpPr/>
              <p:nvPr userDrawn="1"/>
            </p:nvSpPr>
            <p:spPr>
              <a:xfrm rot="5400000">
                <a:off x="14033099" y="3684518"/>
                <a:ext cx="253188" cy="316248"/>
              </a:xfrm>
              <a:prstGeom prst="rect">
                <a:avLst/>
              </a:prstGeom>
              <a:solidFill>
                <a:srgbClr val="9DC2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65" name="Rectangle 64">
                <a:extLst>
                  <a:ext uri="{FF2B5EF4-FFF2-40B4-BE49-F238E27FC236}">
                    <a16:creationId xmlns:a16="http://schemas.microsoft.com/office/drawing/2014/main" id="{10DC787E-2E1E-AC5E-7255-2B06D862D45D}"/>
                  </a:ext>
                </a:extLst>
              </p:cNvPr>
              <p:cNvSpPr/>
              <p:nvPr userDrawn="1"/>
            </p:nvSpPr>
            <p:spPr>
              <a:xfrm rot="5400000">
                <a:off x="14033099" y="4008746"/>
                <a:ext cx="253188" cy="316248"/>
              </a:xfrm>
              <a:prstGeom prst="rect">
                <a:avLst/>
              </a:prstGeom>
              <a:solidFill>
                <a:srgbClr val="309DA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66" name="Rectangle 65">
                <a:extLst>
                  <a:ext uri="{FF2B5EF4-FFF2-40B4-BE49-F238E27FC236}">
                    <a16:creationId xmlns:a16="http://schemas.microsoft.com/office/drawing/2014/main" id="{A0A1A756-BA85-C957-354E-2BD7CA57BCFF}"/>
                  </a:ext>
                </a:extLst>
              </p:cNvPr>
              <p:cNvSpPr/>
              <p:nvPr userDrawn="1"/>
            </p:nvSpPr>
            <p:spPr>
              <a:xfrm rot="5400000">
                <a:off x="14033099" y="4332974"/>
                <a:ext cx="253188" cy="316248"/>
              </a:xfrm>
              <a:prstGeom prst="rect">
                <a:avLst/>
              </a:prstGeom>
              <a:solidFill>
                <a:srgbClr val="E2C22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67" name="Rectangle 66">
                <a:extLst>
                  <a:ext uri="{FF2B5EF4-FFF2-40B4-BE49-F238E27FC236}">
                    <a16:creationId xmlns:a16="http://schemas.microsoft.com/office/drawing/2014/main" id="{072A9DBD-0464-595E-0010-DAF490DF80C2}"/>
                  </a:ext>
                </a:extLst>
              </p:cNvPr>
              <p:cNvSpPr/>
              <p:nvPr userDrawn="1"/>
            </p:nvSpPr>
            <p:spPr>
              <a:xfrm rot="5400000">
                <a:off x="14033099" y="4657202"/>
                <a:ext cx="253188" cy="316248"/>
              </a:xfrm>
              <a:prstGeom prst="rect">
                <a:avLst/>
              </a:prstGeom>
              <a:solidFill>
                <a:srgbClr val="9158B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grpSp>
        <p:grpSp>
          <p:nvGrpSpPr>
            <p:cNvPr id="46" name="Group 45">
              <a:extLst>
                <a:ext uri="{FF2B5EF4-FFF2-40B4-BE49-F238E27FC236}">
                  <a16:creationId xmlns:a16="http://schemas.microsoft.com/office/drawing/2014/main" id="{851E6719-5CAD-7108-5159-D07C4F478FD9}"/>
                </a:ext>
              </a:extLst>
            </p:cNvPr>
            <p:cNvGrpSpPr/>
            <p:nvPr userDrawn="1"/>
          </p:nvGrpSpPr>
          <p:grpSpPr>
            <a:xfrm>
              <a:off x="12442019" y="198485"/>
              <a:ext cx="382660" cy="2882942"/>
              <a:chOff x="12742785" y="3716048"/>
              <a:chExt cx="316248" cy="3171236"/>
            </a:xfrm>
          </p:grpSpPr>
          <p:sp>
            <p:nvSpPr>
              <p:cNvPr id="48" name="Rectangle 47">
                <a:extLst>
                  <a:ext uri="{FF2B5EF4-FFF2-40B4-BE49-F238E27FC236}">
                    <a16:creationId xmlns:a16="http://schemas.microsoft.com/office/drawing/2014/main" id="{76209397-099D-8D1B-DD50-6DD59E8CF4C3}"/>
                  </a:ext>
                </a:extLst>
              </p:cNvPr>
              <p:cNvSpPr/>
              <p:nvPr userDrawn="1"/>
            </p:nvSpPr>
            <p:spPr>
              <a:xfrm rot="5400000">
                <a:off x="12774315" y="6602566"/>
                <a:ext cx="253188" cy="316248"/>
              </a:xfrm>
              <a:prstGeom prst="rect">
                <a:avLst/>
              </a:prstGeom>
              <a:solidFill>
                <a:srgbClr val="BFD6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49" name="Rectangle 48">
                <a:extLst>
                  <a:ext uri="{FF2B5EF4-FFF2-40B4-BE49-F238E27FC236}">
                    <a16:creationId xmlns:a16="http://schemas.microsoft.com/office/drawing/2014/main" id="{EE11CDB5-40FE-D77F-59D0-69585F3B67A9}"/>
                  </a:ext>
                </a:extLst>
              </p:cNvPr>
              <p:cNvSpPr/>
              <p:nvPr userDrawn="1"/>
            </p:nvSpPr>
            <p:spPr>
              <a:xfrm rot="5400000">
                <a:off x="12774315" y="4981430"/>
                <a:ext cx="253188" cy="316248"/>
              </a:xfrm>
              <a:prstGeom prst="rect">
                <a:avLst/>
              </a:prstGeom>
              <a:solidFill>
                <a:srgbClr val="D25F7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50" name="Rectangle 49">
                <a:extLst>
                  <a:ext uri="{FF2B5EF4-FFF2-40B4-BE49-F238E27FC236}">
                    <a16:creationId xmlns:a16="http://schemas.microsoft.com/office/drawing/2014/main" id="{39115CC8-69A9-E6DB-0B5E-F7753D29948C}"/>
                  </a:ext>
                </a:extLst>
              </p:cNvPr>
              <p:cNvSpPr/>
              <p:nvPr userDrawn="1"/>
            </p:nvSpPr>
            <p:spPr>
              <a:xfrm rot="5400000">
                <a:off x="12774315" y="5305658"/>
                <a:ext cx="253188" cy="316248"/>
              </a:xfrm>
              <a:prstGeom prst="rect">
                <a:avLst/>
              </a:prstGeom>
              <a:solidFill>
                <a:srgbClr val="C6480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51" name="Rectangle 50">
                <a:extLst>
                  <a:ext uri="{FF2B5EF4-FFF2-40B4-BE49-F238E27FC236}">
                    <a16:creationId xmlns:a16="http://schemas.microsoft.com/office/drawing/2014/main" id="{EC2BBB06-CEB4-C6DC-8E7F-0DF7EFD52EA1}"/>
                  </a:ext>
                </a:extLst>
              </p:cNvPr>
              <p:cNvSpPr/>
              <p:nvPr userDrawn="1"/>
            </p:nvSpPr>
            <p:spPr>
              <a:xfrm rot="5400000">
                <a:off x="12774315" y="5629886"/>
                <a:ext cx="253188" cy="316248"/>
              </a:xfrm>
              <a:prstGeom prst="rect">
                <a:avLst/>
              </a:prstGeom>
              <a:solidFill>
                <a:srgbClr val="BA016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52" name="Rectangle 51">
                <a:extLst>
                  <a:ext uri="{FF2B5EF4-FFF2-40B4-BE49-F238E27FC236}">
                    <a16:creationId xmlns:a16="http://schemas.microsoft.com/office/drawing/2014/main" id="{CB586CB2-06F6-E50C-710C-04102DD261B0}"/>
                  </a:ext>
                </a:extLst>
              </p:cNvPr>
              <p:cNvSpPr/>
              <p:nvPr userDrawn="1"/>
            </p:nvSpPr>
            <p:spPr>
              <a:xfrm rot="5400000">
                <a:off x="12774315" y="3684518"/>
                <a:ext cx="253188" cy="316248"/>
              </a:xfrm>
              <a:prstGeom prst="rect">
                <a:avLst/>
              </a:prstGeom>
              <a:solidFill>
                <a:srgbClr val="005E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53" name="Rectangle 52">
                <a:extLst>
                  <a:ext uri="{FF2B5EF4-FFF2-40B4-BE49-F238E27FC236}">
                    <a16:creationId xmlns:a16="http://schemas.microsoft.com/office/drawing/2014/main" id="{B72DC35E-71BE-5C0D-C6A1-F7C9FB5F62E4}"/>
                  </a:ext>
                </a:extLst>
              </p:cNvPr>
              <p:cNvSpPr/>
              <p:nvPr userDrawn="1"/>
            </p:nvSpPr>
            <p:spPr>
              <a:xfrm rot="5400000">
                <a:off x="12774315" y="4008746"/>
                <a:ext cx="253188" cy="316248"/>
              </a:xfrm>
              <a:prstGeom prst="rect">
                <a:avLst/>
              </a:prstGeom>
              <a:solidFill>
                <a:srgbClr val="5EB6B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54" name="Rectangle 53">
                <a:extLst>
                  <a:ext uri="{FF2B5EF4-FFF2-40B4-BE49-F238E27FC236}">
                    <a16:creationId xmlns:a16="http://schemas.microsoft.com/office/drawing/2014/main" id="{80191D05-A64C-3E83-D359-180F0C613CA4}"/>
                  </a:ext>
                </a:extLst>
              </p:cNvPr>
              <p:cNvSpPr/>
              <p:nvPr userDrawn="1"/>
            </p:nvSpPr>
            <p:spPr>
              <a:xfrm rot="5400000">
                <a:off x="12774315" y="4332974"/>
                <a:ext cx="253188" cy="316248"/>
              </a:xfrm>
              <a:prstGeom prst="rect">
                <a:avLst/>
              </a:prstGeom>
              <a:solidFill>
                <a:srgbClr val="C7AB2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55" name="Rectangle 54">
                <a:extLst>
                  <a:ext uri="{FF2B5EF4-FFF2-40B4-BE49-F238E27FC236}">
                    <a16:creationId xmlns:a16="http://schemas.microsoft.com/office/drawing/2014/main" id="{B227E45E-BA14-618A-3E7E-8487DEB20D82}"/>
                  </a:ext>
                </a:extLst>
              </p:cNvPr>
              <p:cNvSpPr/>
              <p:nvPr userDrawn="1"/>
            </p:nvSpPr>
            <p:spPr>
              <a:xfrm rot="5400000">
                <a:off x="12774315" y="4657202"/>
                <a:ext cx="253188" cy="316248"/>
              </a:xfrm>
              <a:prstGeom prst="rect">
                <a:avLst/>
              </a:prstGeom>
              <a:solidFill>
                <a:srgbClr val="5C068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56" name="Rectangle 55">
                <a:extLst>
                  <a:ext uri="{FF2B5EF4-FFF2-40B4-BE49-F238E27FC236}">
                    <a16:creationId xmlns:a16="http://schemas.microsoft.com/office/drawing/2014/main" id="{D391371F-96DE-AA7B-9220-8786D122C67C}"/>
                  </a:ext>
                </a:extLst>
              </p:cNvPr>
              <p:cNvSpPr/>
              <p:nvPr userDrawn="1"/>
            </p:nvSpPr>
            <p:spPr>
              <a:xfrm rot="5400000">
                <a:off x="12774315" y="5954114"/>
                <a:ext cx="253188" cy="316248"/>
              </a:xfrm>
              <a:prstGeom prst="rect">
                <a:avLst/>
              </a:prstGeom>
              <a:solidFill>
                <a:srgbClr val="2A431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57" name="Rectangle 56">
                <a:extLst>
                  <a:ext uri="{FF2B5EF4-FFF2-40B4-BE49-F238E27FC236}">
                    <a16:creationId xmlns:a16="http://schemas.microsoft.com/office/drawing/2014/main" id="{A8ABAA61-B9E4-360E-6AE7-5ACB7B1908FA}"/>
                  </a:ext>
                </a:extLst>
              </p:cNvPr>
              <p:cNvSpPr/>
              <p:nvPr userDrawn="1"/>
            </p:nvSpPr>
            <p:spPr>
              <a:xfrm rot="5400000">
                <a:off x="12774315" y="6278342"/>
                <a:ext cx="253188" cy="316248"/>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grpSp>
        <p:sp>
          <p:nvSpPr>
            <p:cNvPr id="47" name="TextBox 46">
              <a:extLst>
                <a:ext uri="{FF2B5EF4-FFF2-40B4-BE49-F238E27FC236}">
                  <a16:creationId xmlns:a16="http://schemas.microsoft.com/office/drawing/2014/main" id="{F0A44CD2-C5FE-E0DD-2E2C-22551D59A9DA}"/>
                </a:ext>
              </a:extLst>
            </p:cNvPr>
            <p:cNvSpPr txBox="1"/>
            <p:nvPr userDrawn="1"/>
          </p:nvSpPr>
          <p:spPr>
            <a:xfrm rot="16200000">
              <a:off x="12574270" y="5173406"/>
              <a:ext cx="960199" cy="118559"/>
            </a:xfrm>
            <a:prstGeom prst="rect">
              <a:avLst/>
            </a:prstGeom>
            <a:noFill/>
          </p:spPr>
          <p:txBody>
            <a:bodyPr wrap="none" lIns="0" tIns="0" rIns="0" bIns="0" rtlCol="0">
              <a:spAutoFit/>
            </a:bodyPr>
            <a:lstStyle/>
            <a:p>
              <a:pPr algn="l">
                <a:lnSpc>
                  <a:spcPct val="101000"/>
                </a:lnSpc>
                <a:spcAft>
                  <a:spcPts val="600"/>
                </a:spcAft>
              </a:pPr>
              <a:r>
                <a:rPr lang="en-CR" sz="800" b="1">
                  <a:solidFill>
                    <a:srgbClr val="000000"/>
                  </a:solidFill>
                  <a:latin typeface="GT America Regular"/>
                  <a:ea typeface="GT America Regular" charset="0"/>
                  <a:cs typeface="GT America Regular" charset="0"/>
                </a:rPr>
                <a:t>ON MOODY´S BLUE</a:t>
              </a:r>
              <a:endParaRPr kumimoji="0" lang="en-CR" sz="800" b="1" i="0" u="none" strike="noStrike" kern="1200" cap="none" spc="0" normalizeH="0" baseline="0" noProof="0" err="1">
                <a:ln>
                  <a:noFill/>
                </a:ln>
                <a:solidFill>
                  <a:srgbClr val="000000"/>
                </a:solidFill>
                <a:effectLst/>
                <a:uLnTx/>
                <a:uFillTx/>
                <a:latin typeface="GT America Regular"/>
                <a:ea typeface="GT America Regular" charset="0"/>
                <a:cs typeface="GT America Regular" charset="0"/>
              </a:endParaRPr>
            </a:p>
          </p:txBody>
        </p:sp>
      </p:grpSp>
      <p:sp>
        <p:nvSpPr>
          <p:cNvPr id="68" name="TextBox 67">
            <a:extLst>
              <a:ext uri="{FF2B5EF4-FFF2-40B4-BE49-F238E27FC236}">
                <a16:creationId xmlns:a16="http://schemas.microsoft.com/office/drawing/2014/main" id="{781B1016-8886-1036-EEA6-B3036D915465}"/>
              </a:ext>
            </a:extLst>
          </p:cNvPr>
          <p:cNvSpPr txBox="1"/>
          <p:nvPr userDrawn="1"/>
        </p:nvSpPr>
        <p:spPr>
          <a:xfrm>
            <a:off x="12356815" y="3377042"/>
            <a:ext cx="807913" cy="118559"/>
          </a:xfrm>
          <a:prstGeom prst="rect">
            <a:avLst/>
          </a:prstGeom>
          <a:noFill/>
        </p:spPr>
        <p:txBody>
          <a:bodyPr wrap="none" lIns="0" tIns="0" rIns="0" bIns="0" rtlCol="0">
            <a:spAutoFit/>
          </a:bodyPr>
          <a:lstStyle/>
          <a:p>
            <a:pPr algn="l">
              <a:lnSpc>
                <a:spcPct val="101000"/>
              </a:lnSpc>
              <a:spcAft>
                <a:spcPts val="600"/>
              </a:spcAft>
            </a:pPr>
            <a:r>
              <a:rPr kumimoji="0" lang="en-US" sz="800" b="1" i="0" u="none" strike="noStrike" kern="1200" cap="none" spc="0" normalizeH="0" baseline="0" noProof="0" dirty="0">
                <a:ln>
                  <a:noFill/>
                </a:ln>
                <a:solidFill>
                  <a:srgbClr val="000000"/>
                </a:solidFill>
                <a:effectLst/>
                <a:uLnTx/>
                <a:uFillTx/>
                <a:ea typeface="GT America Regular" charset="0"/>
                <a:cs typeface="GT America Regular" charset="0"/>
              </a:rPr>
              <a:t>For charts ONLY</a:t>
            </a:r>
            <a:endParaRPr kumimoji="0" lang="en-CR" sz="800" b="1" i="0" u="none" strike="noStrike" kern="1200" cap="none" spc="0" normalizeH="0" baseline="0" noProof="0">
              <a:ln>
                <a:noFill/>
              </a:ln>
              <a:solidFill>
                <a:srgbClr val="000000"/>
              </a:solidFill>
              <a:effectLst/>
              <a:uLnTx/>
              <a:uFillTx/>
              <a:ea typeface="GT America Regular" charset="0"/>
              <a:cs typeface="GT America Regular" charset="0"/>
            </a:endParaRPr>
          </a:p>
        </p:txBody>
      </p:sp>
    </p:spTree>
    <p:extLst>
      <p:ext uri="{BB962C8B-B14F-4D97-AF65-F5344CB8AC3E}">
        <p14:creationId xmlns:p14="http://schemas.microsoft.com/office/powerpoint/2010/main" val="1095117939"/>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Dynamic Slices 3 / Light">
    <p:spTree>
      <p:nvGrpSpPr>
        <p:cNvPr id="1" name=""/>
        <p:cNvGrpSpPr/>
        <p:nvPr/>
      </p:nvGrpSpPr>
      <p:grpSpPr>
        <a:xfrm>
          <a:off x="0" y="0"/>
          <a:ext cx="0" cy="0"/>
          <a:chOff x="0" y="0"/>
          <a:chExt cx="0" cy="0"/>
        </a:xfrm>
      </p:grpSpPr>
      <p:sp>
        <p:nvSpPr>
          <p:cNvPr id="9" name="Slide Number Placeholder 8">
            <a:extLst>
              <a:ext uri="{FF2B5EF4-FFF2-40B4-BE49-F238E27FC236}">
                <a16:creationId xmlns:a16="http://schemas.microsoft.com/office/drawing/2014/main" id="{CCA8152B-F410-5052-DF3D-06C6DD4D2381}"/>
              </a:ext>
            </a:extLst>
          </p:cNvPr>
          <p:cNvSpPr>
            <a:spLocks noGrp="1"/>
          </p:cNvSpPr>
          <p:nvPr>
            <p:ph type="sldNum" sz="quarter" idx="12"/>
          </p:nvPr>
        </p:nvSpPr>
        <p:spPr/>
        <p:txBody>
          <a:bodyPr/>
          <a:lstStyle>
            <a:lvl1pPr>
              <a:defRPr>
                <a:solidFill>
                  <a:schemeClr val="tx1"/>
                </a:solidFill>
              </a:defRPr>
            </a:lvl1pPr>
          </a:lstStyle>
          <a:p>
            <a:fld id="{862A5111-985B-C14D-9115-5787026182A8}" type="slidenum">
              <a:rPr lang="en-US" smtClean="0"/>
              <a:pPr/>
              <a:t>‹#›</a:t>
            </a:fld>
            <a:endParaRPr lang="en-US" dirty="0"/>
          </a:p>
        </p:txBody>
      </p:sp>
      <p:sp>
        <p:nvSpPr>
          <p:cNvPr id="6" name="Title 5">
            <a:extLst>
              <a:ext uri="{FF2B5EF4-FFF2-40B4-BE49-F238E27FC236}">
                <a16:creationId xmlns:a16="http://schemas.microsoft.com/office/drawing/2014/main" id="{DC8B780F-A068-964A-78C1-26D461FDD8F3}"/>
              </a:ext>
            </a:extLst>
          </p:cNvPr>
          <p:cNvSpPr>
            <a:spLocks noGrp="1"/>
          </p:cNvSpPr>
          <p:nvPr>
            <p:ph type="title"/>
          </p:nvPr>
        </p:nvSpPr>
        <p:spPr>
          <a:xfrm>
            <a:off x="546891" y="552450"/>
            <a:ext cx="6850858" cy="434975"/>
          </a:xfrm>
        </p:spPr>
        <p:txBody>
          <a:bodyPr/>
          <a:lstStyle>
            <a:lvl1pPr>
              <a:defRPr>
                <a:solidFill>
                  <a:schemeClr val="tx2"/>
                </a:solidFill>
              </a:defRPr>
            </a:lvl1pPr>
          </a:lstStyle>
          <a:p>
            <a:r>
              <a:rPr lang="en-US"/>
              <a:t>Click to edit Master title style</a:t>
            </a:r>
            <a:endParaRPr lang="en-US" dirty="0"/>
          </a:p>
        </p:txBody>
      </p:sp>
      <p:sp>
        <p:nvSpPr>
          <p:cNvPr id="10" name="Picture Placeholder 9">
            <a:extLst>
              <a:ext uri="{FF2B5EF4-FFF2-40B4-BE49-F238E27FC236}">
                <a16:creationId xmlns:a16="http://schemas.microsoft.com/office/drawing/2014/main" id="{28364535-ED1A-CBB0-F2E7-B24E32C753E0}"/>
              </a:ext>
            </a:extLst>
          </p:cNvPr>
          <p:cNvSpPr>
            <a:spLocks noGrp="1"/>
          </p:cNvSpPr>
          <p:nvPr>
            <p:ph type="pic" sz="quarter" idx="13" hasCustomPrompt="1"/>
          </p:nvPr>
        </p:nvSpPr>
        <p:spPr>
          <a:xfrm>
            <a:off x="6096000" y="5292725"/>
            <a:ext cx="2029765" cy="1566863"/>
          </a:xfrm>
          <a:solidFill>
            <a:schemeClr val="accent1"/>
          </a:solidFill>
          <a:ln>
            <a:noFill/>
          </a:ln>
        </p:spPr>
        <p:txBody>
          <a:bodyPr anchor="ctr"/>
          <a:lstStyle>
            <a:lvl1pPr algn="ctr">
              <a:defRPr sz="1200" b="0">
                <a:solidFill>
                  <a:schemeClr val="bg1"/>
                </a:solidFill>
                <a:latin typeface="+mn-lt"/>
              </a:defRPr>
            </a:lvl1pPr>
          </a:lstStyle>
          <a:p>
            <a:pPr lvl="0"/>
            <a:r>
              <a:rPr lang="en-US" dirty="0"/>
              <a:t>Dynamic slice image</a:t>
            </a:r>
            <a:br>
              <a:rPr lang="en-US" dirty="0"/>
            </a:br>
            <a:r>
              <a:rPr lang="en-US" dirty="0"/>
              <a:t>or color fill</a:t>
            </a:r>
          </a:p>
        </p:txBody>
      </p:sp>
      <p:sp>
        <p:nvSpPr>
          <p:cNvPr id="4" name="Freeform 5">
            <a:extLst>
              <a:ext uri="{FF2B5EF4-FFF2-40B4-BE49-F238E27FC236}">
                <a16:creationId xmlns:a16="http://schemas.microsoft.com/office/drawing/2014/main" id="{ABBE180D-A7A0-4B00-05DE-E5D0B2830539}"/>
              </a:ext>
            </a:extLst>
          </p:cNvPr>
          <p:cNvSpPr/>
          <p:nvPr userDrawn="1"/>
        </p:nvSpPr>
        <p:spPr bwMode="black">
          <a:xfrm>
            <a:off x="554038" y="6469335"/>
            <a:ext cx="678511" cy="112440"/>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chemeClr val="tx2"/>
          </a:solidFill>
          <a:ln w="0" cap="flat">
            <a:noFill/>
            <a:prstDash val="solid"/>
            <a:miter/>
          </a:ln>
        </p:spPr>
        <p:txBody>
          <a:bodyPr rtlCol="0" anchor="ctr"/>
          <a:lstStyle/>
          <a:p>
            <a:endParaRPr lang="en-US"/>
          </a:p>
        </p:txBody>
      </p:sp>
      <p:sp>
        <p:nvSpPr>
          <p:cNvPr id="16" name="Text Placeholder 11">
            <a:extLst>
              <a:ext uri="{FF2B5EF4-FFF2-40B4-BE49-F238E27FC236}">
                <a16:creationId xmlns:a16="http://schemas.microsoft.com/office/drawing/2014/main" id="{9E4B5CA9-B99A-587A-7D0F-4D043F1DC21F}"/>
              </a:ext>
            </a:extLst>
          </p:cNvPr>
          <p:cNvSpPr>
            <a:spLocks noGrp="1"/>
          </p:cNvSpPr>
          <p:nvPr>
            <p:ph type="body" sz="quarter" idx="18"/>
          </p:nvPr>
        </p:nvSpPr>
        <p:spPr>
          <a:xfrm>
            <a:off x="546100" y="1128713"/>
            <a:ext cx="6851648" cy="293687"/>
          </a:xfrm>
        </p:spPr>
        <p:txBody>
          <a:bodyPr>
            <a:noAutofit/>
          </a:bodyPr>
          <a:lstStyle>
            <a:lvl1pPr marL="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1pPr>
            <a:lvl2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2pPr>
            <a:lvl3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3pPr>
            <a:lvl4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4pPr>
            <a:lvl5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5pPr>
            <a:lvl6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6pPr>
            <a:lvl7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7pPr>
            <a:lvl8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8pPr>
            <a:lvl9pPr marL="0" indent="0" algn="l" defTabSz="914400" rtl="0" eaLnBrk="1" latinLnBrk="0" hangingPunct="1">
              <a:lnSpc>
                <a:spcPct val="80000"/>
              </a:lnSpc>
              <a:spcBef>
                <a:spcPts val="0"/>
              </a:spcBef>
              <a:spcAft>
                <a:spcPts val="0"/>
              </a:spcAft>
              <a:buNone/>
              <a:defRPr lang="en-US" sz="2400" b="0" i="0" kern="1200" dirty="0">
                <a:solidFill>
                  <a:schemeClr val="accent1"/>
                </a:solidFill>
                <a:latin typeface="+mj-lt"/>
                <a:ea typeface="GT America Regular" charset="0"/>
                <a:cs typeface="GT America Regular" charset="0"/>
              </a:defRPr>
            </a:lvl9pPr>
          </a:lstStyle>
          <a:p>
            <a:pPr lvl="0"/>
            <a:r>
              <a:rPr lang="en-US"/>
              <a:t>Click to edit Master text styles</a:t>
            </a:r>
          </a:p>
        </p:txBody>
      </p:sp>
      <p:sp>
        <p:nvSpPr>
          <p:cNvPr id="17" name="Text Placeholder 15">
            <a:extLst>
              <a:ext uri="{FF2B5EF4-FFF2-40B4-BE49-F238E27FC236}">
                <a16:creationId xmlns:a16="http://schemas.microsoft.com/office/drawing/2014/main" id="{4FCD9D92-5EBB-1267-37DE-7FFC864C27C1}"/>
              </a:ext>
            </a:extLst>
          </p:cNvPr>
          <p:cNvSpPr>
            <a:spLocks noGrp="1"/>
          </p:cNvSpPr>
          <p:nvPr>
            <p:ph type="body" sz="quarter" idx="19" hasCustomPrompt="1"/>
          </p:nvPr>
        </p:nvSpPr>
        <p:spPr>
          <a:xfrm>
            <a:off x="546892" y="6019800"/>
            <a:ext cx="5444333" cy="292100"/>
          </a:xfrm>
        </p:spPr>
        <p:txBody>
          <a:bodyPr anchor="b">
            <a:noAutofit/>
          </a:bodyPr>
          <a:lstStyle>
            <a:lvl1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1pPr>
            <a:lvl2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2pPr>
            <a:lvl3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3pPr>
            <a:lvl4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4pPr>
            <a:lvl5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5pPr>
            <a:lvl6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6pPr>
            <a:lvl7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7pPr>
            <a:lvl8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8pPr>
            <a:lvl9pPr marL="0" indent="0" algn="l" defTabSz="914400" rtl="0" eaLnBrk="1" latinLnBrk="0" hangingPunct="1">
              <a:lnSpc>
                <a:spcPct val="101000"/>
              </a:lnSpc>
              <a:spcBef>
                <a:spcPts val="0"/>
              </a:spcBef>
              <a:spcAft>
                <a:spcPts val="600"/>
              </a:spcAft>
              <a:buNone/>
              <a:defRPr lang="en-US" sz="600" b="0" i="0" kern="1200" dirty="0">
                <a:solidFill>
                  <a:srgbClr val="75787B"/>
                </a:solidFill>
                <a:latin typeface="+mn-lt"/>
                <a:ea typeface="GT America Regular" charset="0"/>
                <a:cs typeface="GT America Regular" charset="0"/>
              </a:defRPr>
            </a:lvl9pPr>
          </a:lstStyle>
          <a:p>
            <a:pPr lvl="0"/>
            <a:r>
              <a:rPr lang="en-US" dirty="0"/>
              <a:t>Click to add footnotes or disclaimer information</a:t>
            </a:r>
          </a:p>
        </p:txBody>
      </p:sp>
      <p:sp>
        <p:nvSpPr>
          <p:cNvPr id="18" name="Content Placeholder 25">
            <a:extLst>
              <a:ext uri="{FF2B5EF4-FFF2-40B4-BE49-F238E27FC236}">
                <a16:creationId xmlns:a16="http://schemas.microsoft.com/office/drawing/2014/main" id="{A2A7940A-1484-5578-4B6A-6E74DB89CA57}"/>
              </a:ext>
            </a:extLst>
          </p:cNvPr>
          <p:cNvSpPr>
            <a:spLocks noGrp="1"/>
          </p:cNvSpPr>
          <p:nvPr>
            <p:ph sz="quarter" idx="23"/>
          </p:nvPr>
        </p:nvSpPr>
        <p:spPr>
          <a:xfrm>
            <a:off x="546892" y="1849438"/>
            <a:ext cx="6850858" cy="330199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Rectangle 1">
            <a:extLst>
              <a:ext uri="{FF2B5EF4-FFF2-40B4-BE49-F238E27FC236}">
                <a16:creationId xmlns:a16="http://schemas.microsoft.com/office/drawing/2014/main" id="{1E315FF8-12D7-D071-8093-E6198E390C07}"/>
              </a:ext>
            </a:extLst>
          </p:cNvPr>
          <p:cNvSpPr/>
          <p:nvPr userDrawn="1"/>
        </p:nvSpPr>
        <p:spPr>
          <a:xfrm>
            <a:off x="8125764" y="0"/>
            <a:ext cx="4066235" cy="5291136"/>
          </a:xfrm>
          <a:prstGeom prst="rect">
            <a:avLst/>
          </a:prstGeom>
          <a:solidFill>
            <a:srgbClr val="D7D8D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Picture Placeholder 9">
            <a:extLst>
              <a:ext uri="{FF2B5EF4-FFF2-40B4-BE49-F238E27FC236}">
                <a16:creationId xmlns:a16="http://schemas.microsoft.com/office/drawing/2014/main" id="{A89257F7-621A-5336-6983-2E0294700EF3}"/>
              </a:ext>
            </a:extLst>
          </p:cNvPr>
          <p:cNvSpPr>
            <a:spLocks noGrp="1"/>
          </p:cNvSpPr>
          <p:nvPr>
            <p:ph type="pic" sz="quarter" idx="14" hasCustomPrompt="1"/>
          </p:nvPr>
        </p:nvSpPr>
        <p:spPr>
          <a:xfrm>
            <a:off x="8125765" y="0"/>
            <a:ext cx="4066235" cy="5291137"/>
          </a:xfrm>
          <a:noFill/>
        </p:spPr>
        <p:txBody>
          <a:bodyPr lIns="548640" tIns="548640" rIns="548640" bIns="548640" anchor="ctr"/>
          <a:lstStyle>
            <a:lvl1pPr marL="0" indent="0" algn="l">
              <a:buFont typeface="Arial" panose="020B0604020202020204" pitchFamily="34" charset="0"/>
              <a:buNone/>
              <a:defRPr sz="3600" b="0">
                <a:solidFill>
                  <a:schemeClr val="tx2"/>
                </a:solidFill>
                <a:latin typeface="+mj-lt"/>
              </a:defRPr>
            </a:lvl1pPr>
            <a:lvl2pPr marL="0" indent="0" algn="l">
              <a:buNone/>
              <a:defRPr sz="3600">
                <a:solidFill>
                  <a:schemeClr val="bg1"/>
                </a:solidFill>
                <a:latin typeface="+mj-lt"/>
              </a:defRPr>
            </a:lvl2pPr>
            <a:lvl3pPr marL="0" indent="0">
              <a:buNone/>
              <a:defRPr sz="3600">
                <a:solidFill>
                  <a:schemeClr val="bg1"/>
                </a:solidFill>
                <a:latin typeface="+mj-lt"/>
              </a:defRPr>
            </a:lvl3pPr>
            <a:lvl4pPr marL="0" indent="0">
              <a:buNone/>
              <a:defRPr sz="3600">
                <a:solidFill>
                  <a:schemeClr val="bg1"/>
                </a:solidFill>
                <a:latin typeface="+mj-lt"/>
              </a:defRPr>
            </a:lvl4pPr>
            <a:lvl5pPr marL="0" indent="0">
              <a:buNone/>
              <a:defRPr sz="3600">
                <a:solidFill>
                  <a:schemeClr val="bg1"/>
                </a:solidFill>
                <a:latin typeface="+mj-lt"/>
              </a:defRPr>
            </a:lvl5pPr>
            <a:lvl6pPr marL="0" indent="0">
              <a:buNone/>
              <a:defRPr sz="3600">
                <a:solidFill>
                  <a:schemeClr val="bg1"/>
                </a:solidFill>
                <a:latin typeface="+mj-lt"/>
              </a:defRPr>
            </a:lvl6pPr>
            <a:lvl7pPr marL="0" indent="0">
              <a:buNone/>
              <a:defRPr sz="3600">
                <a:solidFill>
                  <a:schemeClr val="bg1"/>
                </a:solidFill>
                <a:latin typeface="+mj-lt"/>
              </a:defRPr>
            </a:lvl7pPr>
            <a:lvl8pPr marL="0" indent="0">
              <a:buNone/>
              <a:defRPr sz="1200">
                <a:solidFill>
                  <a:schemeClr val="bg1"/>
                </a:solidFill>
                <a:latin typeface="+mn-lt"/>
              </a:defRPr>
            </a:lvl8pPr>
            <a:lvl9pPr marL="171450" indent="-171450" algn="l">
              <a:buClrTx/>
              <a:buFont typeface="Arial" panose="020B0604020202020204" pitchFamily="34" charset="0"/>
              <a:buChar char="•"/>
              <a:defRPr sz="1200">
                <a:solidFill>
                  <a:schemeClr val="bg1"/>
                </a:solidFill>
                <a:latin typeface="+mn-lt"/>
              </a:defRPr>
            </a:lvl9pPr>
          </a:lstStyle>
          <a:p>
            <a:pPr lvl="7"/>
            <a:r>
              <a:rPr lang="en-US" dirty="0"/>
              <a:t>Use this box for the following:</a:t>
            </a:r>
          </a:p>
          <a:p>
            <a:pPr lvl="8"/>
            <a:r>
              <a:rPr lang="en-US" dirty="0"/>
              <a:t>Dynamic slice image</a:t>
            </a:r>
          </a:p>
          <a:p>
            <a:pPr lvl="8"/>
            <a:r>
              <a:rPr lang="en-US" dirty="0"/>
              <a:t>Quote, List level 1</a:t>
            </a:r>
            <a:br>
              <a:rPr lang="en-US" dirty="0"/>
            </a:br>
            <a:r>
              <a:rPr lang="en-US" dirty="0"/>
              <a:t>(Gray Moody’s Blue or Bright blue/white</a:t>
            </a:r>
          </a:p>
          <a:p>
            <a:pPr lvl="0"/>
            <a:r>
              <a:rPr lang="en-US" dirty="0"/>
              <a:t>First level</a:t>
            </a:r>
          </a:p>
        </p:txBody>
      </p:sp>
      <p:grpSp>
        <p:nvGrpSpPr>
          <p:cNvPr id="5" name="Group 4">
            <a:extLst>
              <a:ext uri="{FF2B5EF4-FFF2-40B4-BE49-F238E27FC236}">
                <a16:creationId xmlns:a16="http://schemas.microsoft.com/office/drawing/2014/main" id="{CC0D3AC2-B6D5-AFD7-F29B-5D0ECA2C8066}"/>
              </a:ext>
            </a:extLst>
          </p:cNvPr>
          <p:cNvGrpSpPr/>
          <p:nvPr userDrawn="1"/>
        </p:nvGrpSpPr>
        <p:grpSpPr>
          <a:xfrm>
            <a:off x="12356815" y="0"/>
            <a:ext cx="756834" cy="6872642"/>
            <a:chOff x="12356815" y="0"/>
            <a:chExt cx="756834" cy="6872642"/>
          </a:xfrm>
        </p:grpSpPr>
        <p:sp>
          <p:nvSpPr>
            <p:cNvPr id="7" name="Rectangle 6">
              <a:extLst>
                <a:ext uri="{FF2B5EF4-FFF2-40B4-BE49-F238E27FC236}">
                  <a16:creationId xmlns:a16="http://schemas.microsoft.com/office/drawing/2014/main" id="{243866F9-E936-5346-E879-A4E35034012E}"/>
                </a:ext>
              </a:extLst>
            </p:cNvPr>
            <p:cNvSpPr/>
            <p:nvPr userDrawn="1"/>
          </p:nvSpPr>
          <p:spPr>
            <a:xfrm>
              <a:off x="12356815" y="0"/>
              <a:ext cx="553069" cy="3279913"/>
            </a:xfrm>
            <a:prstGeom prst="rect">
              <a:avLst/>
            </a:prstGeom>
            <a:solidFill>
              <a:srgbClr val="F2F2F2"/>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a:p>
          </p:txBody>
        </p:sp>
        <p:sp>
          <p:nvSpPr>
            <p:cNvPr id="8" name="TextBox 7">
              <a:extLst>
                <a:ext uri="{FF2B5EF4-FFF2-40B4-BE49-F238E27FC236}">
                  <a16:creationId xmlns:a16="http://schemas.microsoft.com/office/drawing/2014/main" id="{C04747FB-32E0-D185-E637-9FBA31308B4B}"/>
                </a:ext>
              </a:extLst>
            </p:cNvPr>
            <p:cNvSpPr txBox="1"/>
            <p:nvPr userDrawn="1"/>
          </p:nvSpPr>
          <p:spPr>
            <a:xfrm rot="16200000">
              <a:off x="12332216" y="1580677"/>
              <a:ext cx="1444306" cy="118559"/>
            </a:xfrm>
            <a:prstGeom prst="rect">
              <a:avLst/>
            </a:prstGeom>
            <a:noFill/>
          </p:spPr>
          <p:txBody>
            <a:bodyPr wrap="none" lIns="0" tIns="0" rIns="0" bIns="0" rtlCol="0">
              <a:spAutoFit/>
            </a:bodyPr>
            <a:lstStyle/>
            <a:p>
              <a:pPr algn="l">
                <a:lnSpc>
                  <a:spcPct val="101000"/>
                </a:lnSpc>
                <a:spcAft>
                  <a:spcPts val="600"/>
                </a:spcAft>
              </a:pPr>
              <a:r>
                <a:rPr kumimoji="0" lang="en-CR" sz="800" b="1" i="0" u="none" strike="noStrike" kern="1200" cap="none" spc="0" normalizeH="0" baseline="0" noProof="0">
                  <a:ln>
                    <a:noFill/>
                  </a:ln>
                  <a:solidFill>
                    <a:srgbClr val="000000"/>
                  </a:solidFill>
                  <a:effectLst/>
                  <a:uLnTx/>
                  <a:uFillTx/>
                  <a:ea typeface="GT America Regular" charset="0"/>
                  <a:cs typeface="GT America Regular" charset="0"/>
                </a:rPr>
                <a:t>ON LIGHT AND EXTRA LIGHT</a:t>
              </a:r>
            </a:p>
          </p:txBody>
        </p:sp>
        <p:sp>
          <p:nvSpPr>
            <p:cNvPr id="11" name="Rectangle 10">
              <a:extLst>
                <a:ext uri="{FF2B5EF4-FFF2-40B4-BE49-F238E27FC236}">
                  <a16:creationId xmlns:a16="http://schemas.microsoft.com/office/drawing/2014/main" id="{29AC48F1-0A28-1BD0-2488-805579E8021C}"/>
                </a:ext>
              </a:extLst>
            </p:cNvPr>
            <p:cNvSpPr/>
            <p:nvPr userDrawn="1"/>
          </p:nvSpPr>
          <p:spPr>
            <a:xfrm>
              <a:off x="12356815" y="3592729"/>
              <a:ext cx="553069" cy="3279913"/>
            </a:xfrm>
            <a:prstGeom prst="rect">
              <a:avLst/>
            </a:prstGeom>
            <a:solidFill>
              <a:schemeClr val="tx2"/>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a:p>
          </p:txBody>
        </p:sp>
        <p:grpSp>
          <p:nvGrpSpPr>
            <p:cNvPr id="12" name="Group 11">
              <a:extLst>
                <a:ext uri="{FF2B5EF4-FFF2-40B4-BE49-F238E27FC236}">
                  <a16:creationId xmlns:a16="http://schemas.microsoft.com/office/drawing/2014/main" id="{C7F9C89D-1DD5-0A76-8D5A-81BB0FA75C18}"/>
                </a:ext>
              </a:extLst>
            </p:cNvPr>
            <p:cNvGrpSpPr/>
            <p:nvPr userDrawn="1"/>
          </p:nvGrpSpPr>
          <p:grpSpPr>
            <a:xfrm>
              <a:off x="12442019" y="3791214"/>
              <a:ext cx="382660" cy="2882942"/>
              <a:chOff x="14001569" y="3716048"/>
              <a:chExt cx="316248" cy="3171236"/>
            </a:xfrm>
          </p:grpSpPr>
          <p:sp>
            <p:nvSpPr>
              <p:cNvPr id="28" name="Rectangle 27">
                <a:extLst>
                  <a:ext uri="{FF2B5EF4-FFF2-40B4-BE49-F238E27FC236}">
                    <a16:creationId xmlns:a16="http://schemas.microsoft.com/office/drawing/2014/main" id="{29247774-12FD-0D3B-A649-7E081FF303EF}"/>
                  </a:ext>
                </a:extLst>
              </p:cNvPr>
              <p:cNvSpPr/>
              <p:nvPr userDrawn="1"/>
            </p:nvSpPr>
            <p:spPr>
              <a:xfrm rot="5400000">
                <a:off x="14033099" y="5954114"/>
                <a:ext cx="253188" cy="316248"/>
              </a:xfrm>
              <a:prstGeom prst="rect">
                <a:avLst/>
              </a:prstGeom>
              <a:solidFill>
                <a:srgbClr val="005E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29" name="Rectangle 28">
                <a:extLst>
                  <a:ext uri="{FF2B5EF4-FFF2-40B4-BE49-F238E27FC236}">
                    <a16:creationId xmlns:a16="http://schemas.microsoft.com/office/drawing/2014/main" id="{D4E86C33-D4A2-87F2-DAB1-12622FF2DF5A}"/>
                  </a:ext>
                </a:extLst>
              </p:cNvPr>
              <p:cNvSpPr/>
              <p:nvPr userDrawn="1"/>
            </p:nvSpPr>
            <p:spPr>
              <a:xfrm rot="5400000">
                <a:off x="14033099" y="6278342"/>
                <a:ext cx="253188" cy="316248"/>
              </a:xfrm>
              <a:prstGeom prst="rect">
                <a:avLst/>
              </a:prstGeom>
              <a:solidFill>
                <a:srgbClr val="B8B9D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30" name="Rectangle 29">
                <a:extLst>
                  <a:ext uri="{FF2B5EF4-FFF2-40B4-BE49-F238E27FC236}">
                    <a16:creationId xmlns:a16="http://schemas.microsoft.com/office/drawing/2014/main" id="{7A2BFF89-9986-8997-37C9-42C759367DA6}"/>
                  </a:ext>
                </a:extLst>
              </p:cNvPr>
              <p:cNvSpPr/>
              <p:nvPr userDrawn="1"/>
            </p:nvSpPr>
            <p:spPr>
              <a:xfrm rot="5400000">
                <a:off x="14033099" y="6602566"/>
                <a:ext cx="253188" cy="316248"/>
              </a:xfrm>
              <a:prstGeom prst="rect">
                <a:avLst/>
              </a:prstGeom>
              <a:solidFill>
                <a:srgbClr val="FBE6D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31" name="Rectangle 30">
                <a:extLst>
                  <a:ext uri="{FF2B5EF4-FFF2-40B4-BE49-F238E27FC236}">
                    <a16:creationId xmlns:a16="http://schemas.microsoft.com/office/drawing/2014/main" id="{3153A164-6F3B-FEFB-3B24-50526C762E9B}"/>
                  </a:ext>
                </a:extLst>
              </p:cNvPr>
              <p:cNvSpPr/>
              <p:nvPr userDrawn="1"/>
            </p:nvSpPr>
            <p:spPr>
              <a:xfrm rot="5400000">
                <a:off x="14033099" y="4981430"/>
                <a:ext cx="253188" cy="316248"/>
              </a:xfrm>
              <a:prstGeom prst="rect">
                <a:avLst/>
              </a:prstGeom>
              <a:solidFill>
                <a:srgbClr val="BCE09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32" name="Rectangle 31">
                <a:extLst>
                  <a:ext uri="{FF2B5EF4-FFF2-40B4-BE49-F238E27FC236}">
                    <a16:creationId xmlns:a16="http://schemas.microsoft.com/office/drawing/2014/main" id="{AA48F97D-837A-9FDC-A103-F39808FA2946}"/>
                  </a:ext>
                </a:extLst>
              </p:cNvPr>
              <p:cNvSpPr/>
              <p:nvPr userDrawn="1"/>
            </p:nvSpPr>
            <p:spPr>
              <a:xfrm rot="5400000">
                <a:off x="14033099" y="5305658"/>
                <a:ext cx="253188" cy="316248"/>
              </a:xfrm>
              <a:prstGeom prst="rect">
                <a:avLst/>
              </a:prstGeom>
              <a:solidFill>
                <a:srgbClr val="E9783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33" name="Rectangle 32">
                <a:extLst>
                  <a:ext uri="{FF2B5EF4-FFF2-40B4-BE49-F238E27FC236}">
                    <a16:creationId xmlns:a16="http://schemas.microsoft.com/office/drawing/2014/main" id="{4E7355EB-C1D1-CE7A-F4BD-FEF8AB6CBDED}"/>
                  </a:ext>
                </a:extLst>
              </p:cNvPr>
              <p:cNvSpPr/>
              <p:nvPr userDrawn="1"/>
            </p:nvSpPr>
            <p:spPr>
              <a:xfrm rot="5400000">
                <a:off x="14033099" y="5629886"/>
                <a:ext cx="253188" cy="316248"/>
              </a:xfrm>
              <a:prstGeom prst="rect">
                <a:avLst/>
              </a:prstGeom>
              <a:solidFill>
                <a:srgbClr val="B9056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34" name="Rectangle 33">
                <a:extLst>
                  <a:ext uri="{FF2B5EF4-FFF2-40B4-BE49-F238E27FC236}">
                    <a16:creationId xmlns:a16="http://schemas.microsoft.com/office/drawing/2014/main" id="{A53CC548-F49A-4F80-85F7-2582F52E83C8}"/>
                  </a:ext>
                </a:extLst>
              </p:cNvPr>
              <p:cNvSpPr/>
              <p:nvPr userDrawn="1"/>
            </p:nvSpPr>
            <p:spPr>
              <a:xfrm rot="5400000">
                <a:off x="14033099" y="3684518"/>
                <a:ext cx="253188" cy="316248"/>
              </a:xfrm>
              <a:prstGeom prst="rect">
                <a:avLst/>
              </a:prstGeom>
              <a:solidFill>
                <a:srgbClr val="9DC2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35" name="Rectangle 34">
                <a:extLst>
                  <a:ext uri="{FF2B5EF4-FFF2-40B4-BE49-F238E27FC236}">
                    <a16:creationId xmlns:a16="http://schemas.microsoft.com/office/drawing/2014/main" id="{57307D34-BB3C-5BF2-54FF-A4D7F1EF1888}"/>
                  </a:ext>
                </a:extLst>
              </p:cNvPr>
              <p:cNvSpPr/>
              <p:nvPr userDrawn="1"/>
            </p:nvSpPr>
            <p:spPr>
              <a:xfrm rot="5400000">
                <a:off x="14033099" y="4008746"/>
                <a:ext cx="253188" cy="316248"/>
              </a:xfrm>
              <a:prstGeom prst="rect">
                <a:avLst/>
              </a:prstGeom>
              <a:solidFill>
                <a:srgbClr val="309DA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36" name="Rectangle 35">
                <a:extLst>
                  <a:ext uri="{FF2B5EF4-FFF2-40B4-BE49-F238E27FC236}">
                    <a16:creationId xmlns:a16="http://schemas.microsoft.com/office/drawing/2014/main" id="{C7475EE9-F099-5CF6-05F4-89B41ED866E0}"/>
                  </a:ext>
                </a:extLst>
              </p:cNvPr>
              <p:cNvSpPr/>
              <p:nvPr userDrawn="1"/>
            </p:nvSpPr>
            <p:spPr>
              <a:xfrm rot="5400000">
                <a:off x="14033099" y="4332974"/>
                <a:ext cx="253188" cy="316248"/>
              </a:xfrm>
              <a:prstGeom prst="rect">
                <a:avLst/>
              </a:prstGeom>
              <a:solidFill>
                <a:srgbClr val="E2C22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37" name="Rectangle 36">
                <a:extLst>
                  <a:ext uri="{FF2B5EF4-FFF2-40B4-BE49-F238E27FC236}">
                    <a16:creationId xmlns:a16="http://schemas.microsoft.com/office/drawing/2014/main" id="{EE9D1EE2-7C05-8A0E-4411-7A42401E3D5D}"/>
                  </a:ext>
                </a:extLst>
              </p:cNvPr>
              <p:cNvSpPr/>
              <p:nvPr userDrawn="1"/>
            </p:nvSpPr>
            <p:spPr>
              <a:xfrm rot="5400000">
                <a:off x="14033099" y="4657202"/>
                <a:ext cx="253188" cy="316248"/>
              </a:xfrm>
              <a:prstGeom prst="rect">
                <a:avLst/>
              </a:prstGeom>
              <a:solidFill>
                <a:srgbClr val="9158B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grpSp>
        <p:grpSp>
          <p:nvGrpSpPr>
            <p:cNvPr id="13" name="Group 12">
              <a:extLst>
                <a:ext uri="{FF2B5EF4-FFF2-40B4-BE49-F238E27FC236}">
                  <a16:creationId xmlns:a16="http://schemas.microsoft.com/office/drawing/2014/main" id="{7ADEAF7F-93E5-E618-272A-753EA34FEE68}"/>
                </a:ext>
              </a:extLst>
            </p:cNvPr>
            <p:cNvGrpSpPr/>
            <p:nvPr userDrawn="1"/>
          </p:nvGrpSpPr>
          <p:grpSpPr>
            <a:xfrm>
              <a:off x="12442019" y="198485"/>
              <a:ext cx="382660" cy="2882942"/>
              <a:chOff x="12742785" y="3716048"/>
              <a:chExt cx="316248" cy="3171236"/>
            </a:xfrm>
          </p:grpSpPr>
          <p:sp>
            <p:nvSpPr>
              <p:cNvPr id="15" name="Rectangle 14">
                <a:extLst>
                  <a:ext uri="{FF2B5EF4-FFF2-40B4-BE49-F238E27FC236}">
                    <a16:creationId xmlns:a16="http://schemas.microsoft.com/office/drawing/2014/main" id="{06D4761C-7298-5D03-CFCB-E7B775C26FA3}"/>
                  </a:ext>
                </a:extLst>
              </p:cNvPr>
              <p:cNvSpPr/>
              <p:nvPr userDrawn="1"/>
            </p:nvSpPr>
            <p:spPr>
              <a:xfrm rot="5400000">
                <a:off x="12774315" y="6602566"/>
                <a:ext cx="253188" cy="316248"/>
              </a:xfrm>
              <a:prstGeom prst="rect">
                <a:avLst/>
              </a:prstGeom>
              <a:solidFill>
                <a:srgbClr val="BFD6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19" name="Rectangle 18">
                <a:extLst>
                  <a:ext uri="{FF2B5EF4-FFF2-40B4-BE49-F238E27FC236}">
                    <a16:creationId xmlns:a16="http://schemas.microsoft.com/office/drawing/2014/main" id="{A28605DD-57BC-7045-8FA0-7612F490057D}"/>
                  </a:ext>
                </a:extLst>
              </p:cNvPr>
              <p:cNvSpPr/>
              <p:nvPr userDrawn="1"/>
            </p:nvSpPr>
            <p:spPr>
              <a:xfrm rot="5400000">
                <a:off x="12774315" y="4981430"/>
                <a:ext cx="253188" cy="316248"/>
              </a:xfrm>
              <a:prstGeom prst="rect">
                <a:avLst/>
              </a:prstGeom>
              <a:solidFill>
                <a:srgbClr val="D25F7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20" name="Rectangle 19">
                <a:extLst>
                  <a:ext uri="{FF2B5EF4-FFF2-40B4-BE49-F238E27FC236}">
                    <a16:creationId xmlns:a16="http://schemas.microsoft.com/office/drawing/2014/main" id="{F418F771-E1A6-CBD8-7824-9EEC6DF5A7EA}"/>
                  </a:ext>
                </a:extLst>
              </p:cNvPr>
              <p:cNvSpPr/>
              <p:nvPr userDrawn="1"/>
            </p:nvSpPr>
            <p:spPr>
              <a:xfrm rot="5400000">
                <a:off x="12774315" y="5305658"/>
                <a:ext cx="253188" cy="316248"/>
              </a:xfrm>
              <a:prstGeom prst="rect">
                <a:avLst/>
              </a:prstGeom>
              <a:solidFill>
                <a:srgbClr val="C6480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21" name="Rectangle 20">
                <a:extLst>
                  <a:ext uri="{FF2B5EF4-FFF2-40B4-BE49-F238E27FC236}">
                    <a16:creationId xmlns:a16="http://schemas.microsoft.com/office/drawing/2014/main" id="{54D84406-D031-9BFB-4852-D5112B67B692}"/>
                  </a:ext>
                </a:extLst>
              </p:cNvPr>
              <p:cNvSpPr/>
              <p:nvPr userDrawn="1"/>
            </p:nvSpPr>
            <p:spPr>
              <a:xfrm rot="5400000">
                <a:off x="12774315" y="5629886"/>
                <a:ext cx="253188" cy="316248"/>
              </a:xfrm>
              <a:prstGeom prst="rect">
                <a:avLst/>
              </a:prstGeom>
              <a:solidFill>
                <a:srgbClr val="BA016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22" name="Rectangle 21">
                <a:extLst>
                  <a:ext uri="{FF2B5EF4-FFF2-40B4-BE49-F238E27FC236}">
                    <a16:creationId xmlns:a16="http://schemas.microsoft.com/office/drawing/2014/main" id="{D2C19C5F-3972-CE6F-C305-3C51E7BCCC3C}"/>
                  </a:ext>
                </a:extLst>
              </p:cNvPr>
              <p:cNvSpPr/>
              <p:nvPr userDrawn="1"/>
            </p:nvSpPr>
            <p:spPr>
              <a:xfrm rot="5400000">
                <a:off x="12774315" y="3684518"/>
                <a:ext cx="253188" cy="316248"/>
              </a:xfrm>
              <a:prstGeom prst="rect">
                <a:avLst/>
              </a:prstGeom>
              <a:solidFill>
                <a:srgbClr val="005E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23" name="Rectangle 22">
                <a:extLst>
                  <a:ext uri="{FF2B5EF4-FFF2-40B4-BE49-F238E27FC236}">
                    <a16:creationId xmlns:a16="http://schemas.microsoft.com/office/drawing/2014/main" id="{982F5249-5265-9218-98B1-E45A1B4DF79A}"/>
                  </a:ext>
                </a:extLst>
              </p:cNvPr>
              <p:cNvSpPr/>
              <p:nvPr userDrawn="1"/>
            </p:nvSpPr>
            <p:spPr>
              <a:xfrm rot="5400000">
                <a:off x="12774315" y="4008746"/>
                <a:ext cx="253188" cy="316248"/>
              </a:xfrm>
              <a:prstGeom prst="rect">
                <a:avLst/>
              </a:prstGeom>
              <a:solidFill>
                <a:srgbClr val="5EB6B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24" name="Rectangle 23">
                <a:extLst>
                  <a:ext uri="{FF2B5EF4-FFF2-40B4-BE49-F238E27FC236}">
                    <a16:creationId xmlns:a16="http://schemas.microsoft.com/office/drawing/2014/main" id="{92034BD1-F5E2-45CF-6FF3-3743275DD73E}"/>
                  </a:ext>
                </a:extLst>
              </p:cNvPr>
              <p:cNvSpPr/>
              <p:nvPr userDrawn="1"/>
            </p:nvSpPr>
            <p:spPr>
              <a:xfrm rot="5400000">
                <a:off x="12774315" y="4332974"/>
                <a:ext cx="253188" cy="316248"/>
              </a:xfrm>
              <a:prstGeom prst="rect">
                <a:avLst/>
              </a:prstGeom>
              <a:solidFill>
                <a:srgbClr val="C7AB2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25" name="Rectangle 24">
                <a:extLst>
                  <a:ext uri="{FF2B5EF4-FFF2-40B4-BE49-F238E27FC236}">
                    <a16:creationId xmlns:a16="http://schemas.microsoft.com/office/drawing/2014/main" id="{A27654A6-FB37-2B2D-1F6A-3F6B6D1C08CF}"/>
                  </a:ext>
                </a:extLst>
              </p:cNvPr>
              <p:cNvSpPr/>
              <p:nvPr userDrawn="1"/>
            </p:nvSpPr>
            <p:spPr>
              <a:xfrm rot="5400000">
                <a:off x="12774315" y="4657202"/>
                <a:ext cx="253188" cy="316248"/>
              </a:xfrm>
              <a:prstGeom prst="rect">
                <a:avLst/>
              </a:prstGeom>
              <a:solidFill>
                <a:srgbClr val="5C068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26" name="Rectangle 25">
                <a:extLst>
                  <a:ext uri="{FF2B5EF4-FFF2-40B4-BE49-F238E27FC236}">
                    <a16:creationId xmlns:a16="http://schemas.microsoft.com/office/drawing/2014/main" id="{FE669427-9554-D0EC-4A49-3CC0A15AFA0B}"/>
                  </a:ext>
                </a:extLst>
              </p:cNvPr>
              <p:cNvSpPr/>
              <p:nvPr userDrawn="1"/>
            </p:nvSpPr>
            <p:spPr>
              <a:xfrm rot="5400000">
                <a:off x="12774315" y="5954114"/>
                <a:ext cx="253188" cy="316248"/>
              </a:xfrm>
              <a:prstGeom prst="rect">
                <a:avLst/>
              </a:prstGeom>
              <a:solidFill>
                <a:srgbClr val="2A431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27" name="Rectangle 26">
                <a:extLst>
                  <a:ext uri="{FF2B5EF4-FFF2-40B4-BE49-F238E27FC236}">
                    <a16:creationId xmlns:a16="http://schemas.microsoft.com/office/drawing/2014/main" id="{2F58B44B-B944-5471-6AFD-9DA6A02C451B}"/>
                  </a:ext>
                </a:extLst>
              </p:cNvPr>
              <p:cNvSpPr/>
              <p:nvPr userDrawn="1"/>
            </p:nvSpPr>
            <p:spPr>
              <a:xfrm rot="5400000">
                <a:off x="12774315" y="6278342"/>
                <a:ext cx="253188" cy="316248"/>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grpSp>
        <p:sp>
          <p:nvSpPr>
            <p:cNvPr id="14" name="TextBox 13">
              <a:extLst>
                <a:ext uri="{FF2B5EF4-FFF2-40B4-BE49-F238E27FC236}">
                  <a16:creationId xmlns:a16="http://schemas.microsoft.com/office/drawing/2014/main" id="{FA11BA5A-FE58-E97E-3270-8A5C8D89E33C}"/>
                </a:ext>
              </a:extLst>
            </p:cNvPr>
            <p:cNvSpPr txBox="1"/>
            <p:nvPr userDrawn="1"/>
          </p:nvSpPr>
          <p:spPr>
            <a:xfrm rot="16200000">
              <a:off x="12574270" y="5173406"/>
              <a:ext cx="960199" cy="118559"/>
            </a:xfrm>
            <a:prstGeom prst="rect">
              <a:avLst/>
            </a:prstGeom>
            <a:noFill/>
          </p:spPr>
          <p:txBody>
            <a:bodyPr wrap="none" lIns="0" tIns="0" rIns="0" bIns="0" rtlCol="0">
              <a:spAutoFit/>
            </a:bodyPr>
            <a:lstStyle/>
            <a:p>
              <a:pPr algn="l">
                <a:lnSpc>
                  <a:spcPct val="101000"/>
                </a:lnSpc>
                <a:spcAft>
                  <a:spcPts val="600"/>
                </a:spcAft>
              </a:pPr>
              <a:r>
                <a:rPr lang="en-CR" sz="800" b="1">
                  <a:solidFill>
                    <a:srgbClr val="000000"/>
                  </a:solidFill>
                  <a:latin typeface="GT America Regular"/>
                  <a:ea typeface="GT America Regular" charset="0"/>
                  <a:cs typeface="GT America Regular" charset="0"/>
                </a:rPr>
                <a:t>ON MOODY´S BLUE</a:t>
              </a:r>
              <a:endParaRPr kumimoji="0" lang="en-CR" sz="800" b="1" i="0" u="none" strike="noStrike" kern="1200" cap="none" spc="0" normalizeH="0" baseline="0" noProof="0" err="1">
                <a:ln>
                  <a:noFill/>
                </a:ln>
                <a:solidFill>
                  <a:srgbClr val="000000"/>
                </a:solidFill>
                <a:effectLst/>
                <a:uLnTx/>
                <a:uFillTx/>
                <a:latin typeface="GT America Regular"/>
                <a:ea typeface="GT America Regular" charset="0"/>
                <a:cs typeface="GT America Regular" charset="0"/>
              </a:endParaRPr>
            </a:p>
          </p:txBody>
        </p:sp>
      </p:grpSp>
      <p:sp>
        <p:nvSpPr>
          <p:cNvPr id="38" name="TextBox 37">
            <a:extLst>
              <a:ext uri="{FF2B5EF4-FFF2-40B4-BE49-F238E27FC236}">
                <a16:creationId xmlns:a16="http://schemas.microsoft.com/office/drawing/2014/main" id="{563E7E32-D8D8-E0EA-B072-D58A22F0767B}"/>
              </a:ext>
            </a:extLst>
          </p:cNvPr>
          <p:cNvSpPr txBox="1"/>
          <p:nvPr userDrawn="1"/>
        </p:nvSpPr>
        <p:spPr>
          <a:xfrm>
            <a:off x="12356815" y="3377042"/>
            <a:ext cx="807913" cy="118559"/>
          </a:xfrm>
          <a:prstGeom prst="rect">
            <a:avLst/>
          </a:prstGeom>
          <a:noFill/>
        </p:spPr>
        <p:txBody>
          <a:bodyPr wrap="none" lIns="0" tIns="0" rIns="0" bIns="0" rtlCol="0">
            <a:spAutoFit/>
          </a:bodyPr>
          <a:lstStyle/>
          <a:p>
            <a:pPr algn="l">
              <a:lnSpc>
                <a:spcPct val="101000"/>
              </a:lnSpc>
              <a:spcAft>
                <a:spcPts val="600"/>
              </a:spcAft>
            </a:pPr>
            <a:r>
              <a:rPr kumimoji="0" lang="en-US" sz="800" b="1" i="0" u="none" strike="noStrike" kern="1200" cap="none" spc="0" normalizeH="0" baseline="0" noProof="0" dirty="0">
                <a:ln>
                  <a:noFill/>
                </a:ln>
                <a:solidFill>
                  <a:srgbClr val="000000"/>
                </a:solidFill>
                <a:effectLst/>
                <a:uLnTx/>
                <a:uFillTx/>
                <a:ea typeface="GT America Regular" charset="0"/>
                <a:cs typeface="GT America Regular" charset="0"/>
              </a:rPr>
              <a:t>For charts ONLY</a:t>
            </a:r>
            <a:endParaRPr kumimoji="0" lang="en-CR" sz="800" b="1" i="0" u="none" strike="noStrike" kern="1200" cap="none" spc="0" normalizeH="0" baseline="0" noProof="0">
              <a:ln>
                <a:noFill/>
              </a:ln>
              <a:solidFill>
                <a:srgbClr val="000000"/>
              </a:solidFill>
              <a:effectLst/>
              <a:uLnTx/>
              <a:uFillTx/>
              <a:ea typeface="GT America Regular" charset="0"/>
              <a:cs typeface="GT America Regular" charset="0"/>
            </a:endParaRPr>
          </a:p>
        </p:txBody>
      </p:sp>
    </p:spTree>
    <p:extLst>
      <p:ext uri="{BB962C8B-B14F-4D97-AF65-F5344CB8AC3E}">
        <p14:creationId xmlns:p14="http://schemas.microsoft.com/office/powerpoint/2010/main" val="981901842"/>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Dynamic Slices 3 / Light - Subhead">
    <p:spTree>
      <p:nvGrpSpPr>
        <p:cNvPr id="1" name=""/>
        <p:cNvGrpSpPr/>
        <p:nvPr/>
      </p:nvGrpSpPr>
      <p:grpSpPr>
        <a:xfrm>
          <a:off x="0" y="0"/>
          <a:ext cx="0" cy="0"/>
          <a:chOff x="0" y="0"/>
          <a:chExt cx="0" cy="0"/>
        </a:xfrm>
      </p:grpSpPr>
      <p:sp>
        <p:nvSpPr>
          <p:cNvPr id="9" name="Slide Number Placeholder 8">
            <a:extLst>
              <a:ext uri="{FF2B5EF4-FFF2-40B4-BE49-F238E27FC236}">
                <a16:creationId xmlns:a16="http://schemas.microsoft.com/office/drawing/2014/main" id="{CCA8152B-F410-5052-DF3D-06C6DD4D2381}"/>
              </a:ext>
            </a:extLst>
          </p:cNvPr>
          <p:cNvSpPr>
            <a:spLocks noGrp="1"/>
          </p:cNvSpPr>
          <p:nvPr>
            <p:ph type="sldNum" sz="quarter" idx="12"/>
          </p:nvPr>
        </p:nvSpPr>
        <p:spPr/>
        <p:txBody>
          <a:bodyPr/>
          <a:lstStyle>
            <a:lvl1pPr>
              <a:defRPr>
                <a:solidFill>
                  <a:schemeClr val="tx1"/>
                </a:solidFill>
              </a:defRPr>
            </a:lvl1pPr>
          </a:lstStyle>
          <a:p>
            <a:fld id="{862A5111-985B-C14D-9115-5787026182A8}" type="slidenum">
              <a:rPr lang="en-US" smtClean="0"/>
              <a:pPr/>
              <a:t>‹#›</a:t>
            </a:fld>
            <a:endParaRPr lang="en-US" dirty="0"/>
          </a:p>
        </p:txBody>
      </p:sp>
      <p:sp>
        <p:nvSpPr>
          <p:cNvPr id="8" name="Title 7">
            <a:extLst>
              <a:ext uri="{FF2B5EF4-FFF2-40B4-BE49-F238E27FC236}">
                <a16:creationId xmlns:a16="http://schemas.microsoft.com/office/drawing/2014/main" id="{F08C48AF-02EF-8FA0-A466-0869BF05C3EF}"/>
              </a:ext>
            </a:extLst>
          </p:cNvPr>
          <p:cNvSpPr>
            <a:spLocks noGrp="1"/>
          </p:cNvSpPr>
          <p:nvPr>
            <p:ph type="title"/>
          </p:nvPr>
        </p:nvSpPr>
        <p:spPr>
          <a:xfrm>
            <a:off x="546100" y="552450"/>
            <a:ext cx="6851649" cy="434975"/>
          </a:xfrm>
        </p:spPr>
        <p:txBody>
          <a:bodyPr/>
          <a:lstStyle>
            <a:lvl1pPr>
              <a:defRPr>
                <a:solidFill>
                  <a:schemeClr val="tx2"/>
                </a:solidFill>
              </a:defRPr>
            </a:lvl1pPr>
          </a:lstStyle>
          <a:p>
            <a:r>
              <a:rPr lang="en-US"/>
              <a:t>Click to edit Master title style</a:t>
            </a:r>
            <a:endParaRPr lang="en-US" dirty="0"/>
          </a:p>
        </p:txBody>
      </p:sp>
      <p:sp>
        <p:nvSpPr>
          <p:cNvPr id="4" name="Freeform 5">
            <a:extLst>
              <a:ext uri="{FF2B5EF4-FFF2-40B4-BE49-F238E27FC236}">
                <a16:creationId xmlns:a16="http://schemas.microsoft.com/office/drawing/2014/main" id="{3A949BFE-ECBB-4316-6710-3684B89FF00C}"/>
              </a:ext>
            </a:extLst>
          </p:cNvPr>
          <p:cNvSpPr/>
          <p:nvPr userDrawn="1"/>
        </p:nvSpPr>
        <p:spPr bwMode="black">
          <a:xfrm>
            <a:off x="554038" y="6469335"/>
            <a:ext cx="678511" cy="112440"/>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chemeClr val="tx2"/>
          </a:solidFill>
          <a:ln w="0" cap="flat">
            <a:noFill/>
            <a:prstDash val="solid"/>
            <a:miter/>
          </a:ln>
        </p:spPr>
        <p:txBody>
          <a:bodyPr rtlCol="0" anchor="ctr"/>
          <a:lstStyle/>
          <a:p>
            <a:endParaRPr lang="en-US"/>
          </a:p>
        </p:txBody>
      </p:sp>
      <p:sp>
        <p:nvSpPr>
          <p:cNvPr id="17" name="Text Placeholder 11">
            <a:extLst>
              <a:ext uri="{FF2B5EF4-FFF2-40B4-BE49-F238E27FC236}">
                <a16:creationId xmlns:a16="http://schemas.microsoft.com/office/drawing/2014/main" id="{42B1C8D0-9BF5-7D51-4653-BA462E698BF8}"/>
              </a:ext>
            </a:extLst>
          </p:cNvPr>
          <p:cNvSpPr>
            <a:spLocks noGrp="1"/>
          </p:cNvSpPr>
          <p:nvPr>
            <p:ph type="body" sz="quarter" idx="23"/>
          </p:nvPr>
        </p:nvSpPr>
        <p:spPr>
          <a:xfrm>
            <a:off x="546100" y="1127125"/>
            <a:ext cx="6853396" cy="292608"/>
          </a:xfrm>
        </p:spPr>
        <p:txBody>
          <a:bodyPr>
            <a:noAutofit/>
          </a:bodyPr>
          <a:lstStyle>
            <a:lvl1pPr marL="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1pPr>
            <a:lvl2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2pPr>
            <a:lvl3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3pPr>
            <a:lvl4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4pPr>
            <a:lvl5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5pPr>
            <a:lvl6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6pPr>
            <a:lvl7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7pPr>
            <a:lvl8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8pPr>
            <a:lvl9pPr marL="0" indent="0" algn="l" defTabSz="914400" rtl="0" eaLnBrk="1" latinLnBrk="0" hangingPunct="1">
              <a:lnSpc>
                <a:spcPct val="80000"/>
              </a:lnSpc>
              <a:spcBef>
                <a:spcPts val="0"/>
              </a:spcBef>
              <a:spcAft>
                <a:spcPts val="0"/>
              </a:spcAft>
              <a:buNone/>
              <a:defRPr lang="en-US" sz="2400" b="0" i="0" kern="1200" dirty="0">
                <a:solidFill>
                  <a:schemeClr val="accent1"/>
                </a:solidFill>
                <a:latin typeface="+mj-lt"/>
                <a:ea typeface="GT America Regular" charset="0"/>
                <a:cs typeface="GT America Regular" charset="0"/>
              </a:defRPr>
            </a:lvl9pPr>
          </a:lstStyle>
          <a:p>
            <a:pPr lvl="0"/>
            <a:r>
              <a:rPr lang="en-US"/>
              <a:t>Click to edit Master text styles</a:t>
            </a:r>
          </a:p>
        </p:txBody>
      </p:sp>
      <p:sp>
        <p:nvSpPr>
          <p:cNvPr id="18" name="Text Placeholder 13">
            <a:extLst>
              <a:ext uri="{FF2B5EF4-FFF2-40B4-BE49-F238E27FC236}">
                <a16:creationId xmlns:a16="http://schemas.microsoft.com/office/drawing/2014/main" id="{871AEB0B-0B00-555A-5C9B-C9A03C9EDEEB}"/>
              </a:ext>
            </a:extLst>
          </p:cNvPr>
          <p:cNvSpPr>
            <a:spLocks noGrp="1"/>
          </p:cNvSpPr>
          <p:nvPr>
            <p:ph type="body" sz="quarter" idx="24"/>
          </p:nvPr>
        </p:nvSpPr>
        <p:spPr>
          <a:xfrm>
            <a:off x="546100" y="6019801"/>
            <a:ext cx="5445125" cy="292100"/>
          </a:xfrm>
        </p:spPr>
        <p:txBody>
          <a:bodyPr anchor="b">
            <a:noAutofit/>
          </a:bodyPr>
          <a:lstStyle>
            <a:lvl1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1pPr>
            <a:lvl2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2pPr>
            <a:lvl3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3pPr>
            <a:lvl4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4pPr>
            <a:lvl5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5pPr>
            <a:lvl6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6pPr>
            <a:lvl7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7pPr>
            <a:lvl8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8pPr>
            <a:lvl9pPr marL="0" indent="0" algn="l" defTabSz="914400" rtl="0" eaLnBrk="1" latinLnBrk="0" hangingPunct="1">
              <a:lnSpc>
                <a:spcPct val="101000"/>
              </a:lnSpc>
              <a:spcBef>
                <a:spcPts val="0"/>
              </a:spcBef>
              <a:spcAft>
                <a:spcPts val="600"/>
              </a:spcAft>
              <a:buNone/>
              <a:defRPr lang="en-US" sz="600" b="0" i="0" kern="1200" dirty="0">
                <a:solidFill>
                  <a:srgbClr val="75787B"/>
                </a:solidFill>
                <a:latin typeface="+mn-lt"/>
                <a:ea typeface="GT America Regular" charset="0"/>
                <a:cs typeface="GT America Regular" charset="0"/>
              </a:defRPr>
            </a:lvl9pPr>
          </a:lstStyle>
          <a:p>
            <a:pPr lvl="0"/>
            <a:r>
              <a:rPr lang="en-US"/>
              <a:t>Click to edit Master text styles</a:t>
            </a:r>
          </a:p>
        </p:txBody>
      </p:sp>
      <p:sp>
        <p:nvSpPr>
          <p:cNvPr id="19" name="Content Placeholder 29">
            <a:extLst>
              <a:ext uri="{FF2B5EF4-FFF2-40B4-BE49-F238E27FC236}">
                <a16:creationId xmlns:a16="http://schemas.microsoft.com/office/drawing/2014/main" id="{B08BBDC8-9EE2-4892-A502-EE24EF94D90E}"/>
              </a:ext>
            </a:extLst>
          </p:cNvPr>
          <p:cNvSpPr>
            <a:spLocks noGrp="1"/>
          </p:cNvSpPr>
          <p:nvPr>
            <p:ph sz="quarter" idx="27"/>
          </p:nvPr>
        </p:nvSpPr>
        <p:spPr>
          <a:xfrm>
            <a:off x="546100" y="2425700"/>
            <a:ext cx="6851650" cy="27257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0" name="Text Placeholder 33">
            <a:extLst>
              <a:ext uri="{FF2B5EF4-FFF2-40B4-BE49-F238E27FC236}">
                <a16:creationId xmlns:a16="http://schemas.microsoft.com/office/drawing/2014/main" id="{49A0AA3E-9575-EECD-E637-A3C1AED8E871}"/>
              </a:ext>
            </a:extLst>
          </p:cNvPr>
          <p:cNvSpPr>
            <a:spLocks noGrp="1"/>
          </p:cNvSpPr>
          <p:nvPr>
            <p:ph type="body" sz="quarter" idx="29"/>
          </p:nvPr>
        </p:nvSpPr>
        <p:spPr>
          <a:xfrm>
            <a:off x="546100" y="1849437"/>
            <a:ext cx="6851650" cy="296861"/>
          </a:xfrm>
        </p:spPr>
        <p:txBody>
          <a:bodyPr>
            <a:noAutofit/>
          </a:bodyPr>
          <a:lstStyle>
            <a:lvl1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1pPr>
            <a:lvl2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2pPr>
            <a:lvl3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3pPr>
            <a:lvl4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4pPr>
            <a:lvl5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5pPr>
            <a:lvl6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6pPr>
            <a:lvl7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7pPr>
            <a:lvl8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8pPr>
            <a:lvl9pPr marL="0" indent="0" algn="l" defTabSz="914400" rtl="0" eaLnBrk="1" latinLnBrk="0" hangingPunct="1">
              <a:lnSpc>
                <a:spcPct val="101000"/>
              </a:lnSpc>
              <a:spcBef>
                <a:spcPts val="0"/>
              </a:spcBef>
              <a:spcAft>
                <a:spcPts val="600"/>
              </a:spcAft>
              <a:buNone/>
              <a:defRPr lang="en-US" sz="2000" b="0" i="0" kern="1200" dirty="0">
                <a:solidFill>
                  <a:schemeClr val="tx2"/>
                </a:solidFill>
                <a:latin typeface="+mj-lt"/>
                <a:ea typeface="GT America Regular" charset="0"/>
                <a:cs typeface="GT America Regular" charset="0"/>
              </a:defRPr>
            </a:lvl9pPr>
          </a:lstStyle>
          <a:p>
            <a:pPr lvl="0"/>
            <a:r>
              <a:rPr lang="en-US"/>
              <a:t>Click to edit Master text styles</a:t>
            </a:r>
          </a:p>
        </p:txBody>
      </p:sp>
      <p:sp>
        <p:nvSpPr>
          <p:cNvPr id="2" name="Picture Placeholder 9">
            <a:extLst>
              <a:ext uri="{FF2B5EF4-FFF2-40B4-BE49-F238E27FC236}">
                <a16:creationId xmlns:a16="http://schemas.microsoft.com/office/drawing/2014/main" id="{378C4A14-D3BD-0C77-5422-EA4EA16B7E7F}"/>
              </a:ext>
            </a:extLst>
          </p:cNvPr>
          <p:cNvSpPr>
            <a:spLocks noGrp="1"/>
          </p:cNvSpPr>
          <p:nvPr>
            <p:ph type="pic" sz="quarter" idx="13" hasCustomPrompt="1"/>
          </p:nvPr>
        </p:nvSpPr>
        <p:spPr>
          <a:xfrm>
            <a:off x="6096000" y="5292725"/>
            <a:ext cx="2029765" cy="1566863"/>
          </a:xfrm>
          <a:solidFill>
            <a:schemeClr val="accent1"/>
          </a:solidFill>
          <a:ln>
            <a:noFill/>
          </a:ln>
        </p:spPr>
        <p:txBody>
          <a:bodyPr anchor="ctr"/>
          <a:lstStyle>
            <a:lvl1pPr algn="ctr">
              <a:defRPr sz="1200" b="0">
                <a:solidFill>
                  <a:schemeClr val="bg1"/>
                </a:solidFill>
                <a:latin typeface="+mn-lt"/>
              </a:defRPr>
            </a:lvl1pPr>
          </a:lstStyle>
          <a:p>
            <a:pPr lvl="0"/>
            <a:r>
              <a:rPr lang="en-US" dirty="0"/>
              <a:t>Dynamic slice image</a:t>
            </a:r>
            <a:br>
              <a:rPr lang="en-US" dirty="0"/>
            </a:br>
            <a:r>
              <a:rPr lang="en-US" dirty="0"/>
              <a:t>or color fill</a:t>
            </a:r>
          </a:p>
        </p:txBody>
      </p:sp>
      <p:sp>
        <p:nvSpPr>
          <p:cNvPr id="3" name="Rectangle 2">
            <a:extLst>
              <a:ext uri="{FF2B5EF4-FFF2-40B4-BE49-F238E27FC236}">
                <a16:creationId xmlns:a16="http://schemas.microsoft.com/office/drawing/2014/main" id="{72BB9506-B167-D1C5-0F86-C217EEE5BFC3}"/>
              </a:ext>
            </a:extLst>
          </p:cNvPr>
          <p:cNvSpPr/>
          <p:nvPr userDrawn="1"/>
        </p:nvSpPr>
        <p:spPr>
          <a:xfrm>
            <a:off x="8125764" y="0"/>
            <a:ext cx="4066235" cy="5291136"/>
          </a:xfrm>
          <a:prstGeom prst="rect">
            <a:avLst/>
          </a:prstGeom>
          <a:solidFill>
            <a:srgbClr val="D7D8D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Picture Placeholder 9">
            <a:extLst>
              <a:ext uri="{FF2B5EF4-FFF2-40B4-BE49-F238E27FC236}">
                <a16:creationId xmlns:a16="http://schemas.microsoft.com/office/drawing/2014/main" id="{1321E794-0491-E9E6-121A-E516B2215417}"/>
              </a:ext>
            </a:extLst>
          </p:cNvPr>
          <p:cNvSpPr>
            <a:spLocks noGrp="1"/>
          </p:cNvSpPr>
          <p:nvPr>
            <p:ph type="pic" sz="quarter" idx="14" hasCustomPrompt="1"/>
          </p:nvPr>
        </p:nvSpPr>
        <p:spPr>
          <a:xfrm>
            <a:off x="8125765" y="0"/>
            <a:ext cx="4066235" cy="5291137"/>
          </a:xfrm>
          <a:noFill/>
        </p:spPr>
        <p:txBody>
          <a:bodyPr lIns="548640" tIns="548640" rIns="548640" bIns="548640" anchor="ctr"/>
          <a:lstStyle>
            <a:lvl1pPr marL="0" indent="0" algn="l">
              <a:buFont typeface="Arial" panose="020B0604020202020204" pitchFamily="34" charset="0"/>
              <a:buNone/>
              <a:defRPr sz="3600" b="0">
                <a:solidFill>
                  <a:schemeClr val="tx2"/>
                </a:solidFill>
                <a:latin typeface="+mj-lt"/>
              </a:defRPr>
            </a:lvl1pPr>
            <a:lvl2pPr marL="0" indent="0" algn="l">
              <a:buNone/>
              <a:defRPr sz="3600">
                <a:solidFill>
                  <a:schemeClr val="bg1"/>
                </a:solidFill>
                <a:latin typeface="+mj-lt"/>
              </a:defRPr>
            </a:lvl2pPr>
            <a:lvl3pPr marL="0" indent="0">
              <a:buNone/>
              <a:defRPr sz="3600">
                <a:solidFill>
                  <a:schemeClr val="bg1"/>
                </a:solidFill>
                <a:latin typeface="+mj-lt"/>
              </a:defRPr>
            </a:lvl3pPr>
            <a:lvl4pPr marL="0" indent="0">
              <a:buNone/>
              <a:defRPr sz="3600">
                <a:solidFill>
                  <a:schemeClr val="bg1"/>
                </a:solidFill>
                <a:latin typeface="+mj-lt"/>
              </a:defRPr>
            </a:lvl4pPr>
            <a:lvl5pPr marL="0" indent="0">
              <a:buNone/>
              <a:defRPr sz="3600">
                <a:solidFill>
                  <a:schemeClr val="bg1"/>
                </a:solidFill>
                <a:latin typeface="+mj-lt"/>
              </a:defRPr>
            </a:lvl5pPr>
            <a:lvl6pPr marL="0" indent="0">
              <a:buNone/>
              <a:defRPr sz="3600">
                <a:solidFill>
                  <a:schemeClr val="bg1"/>
                </a:solidFill>
                <a:latin typeface="+mj-lt"/>
              </a:defRPr>
            </a:lvl6pPr>
            <a:lvl7pPr marL="0" indent="0">
              <a:buNone/>
              <a:defRPr sz="3600">
                <a:solidFill>
                  <a:schemeClr val="bg1"/>
                </a:solidFill>
                <a:latin typeface="+mj-lt"/>
              </a:defRPr>
            </a:lvl7pPr>
            <a:lvl8pPr marL="0" indent="0">
              <a:buNone/>
              <a:defRPr sz="1200">
                <a:solidFill>
                  <a:schemeClr val="bg1"/>
                </a:solidFill>
                <a:latin typeface="+mn-lt"/>
              </a:defRPr>
            </a:lvl8pPr>
            <a:lvl9pPr marL="171450" indent="-171450" algn="l">
              <a:buClrTx/>
              <a:buFont typeface="Arial" panose="020B0604020202020204" pitchFamily="34" charset="0"/>
              <a:buChar char="•"/>
              <a:defRPr sz="1200">
                <a:solidFill>
                  <a:schemeClr val="bg1"/>
                </a:solidFill>
                <a:latin typeface="+mn-lt"/>
              </a:defRPr>
            </a:lvl9pPr>
          </a:lstStyle>
          <a:p>
            <a:pPr lvl="7"/>
            <a:r>
              <a:rPr lang="en-US" dirty="0"/>
              <a:t>Use this box for the following:</a:t>
            </a:r>
          </a:p>
          <a:p>
            <a:pPr lvl="8"/>
            <a:r>
              <a:rPr lang="en-US" dirty="0"/>
              <a:t>Dynamic slice image</a:t>
            </a:r>
          </a:p>
          <a:p>
            <a:pPr lvl="8"/>
            <a:r>
              <a:rPr lang="en-US" dirty="0"/>
              <a:t>Quote, List level 1</a:t>
            </a:r>
            <a:br>
              <a:rPr lang="en-US" dirty="0"/>
            </a:br>
            <a:r>
              <a:rPr lang="en-US" dirty="0"/>
              <a:t>(Gray Moody’s Blue or Bright blue/white</a:t>
            </a:r>
          </a:p>
          <a:p>
            <a:pPr lvl="0"/>
            <a:r>
              <a:rPr lang="en-US" dirty="0"/>
              <a:t>First level</a:t>
            </a:r>
          </a:p>
        </p:txBody>
      </p:sp>
      <p:grpSp>
        <p:nvGrpSpPr>
          <p:cNvPr id="6" name="Group 5">
            <a:extLst>
              <a:ext uri="{FF2B5EF4-FFF2-40B4-BE49-F238E27FC236}">
                <a16:creationId xmlns:a16="http://schemas.microsoft.com/office/drawing/2014/main" id="{E2E63A0B-CD89-E1C5-6A2A-C66B84CF7970}"/>
              </a:ext>
            </a:extLst>
          </p:cNvPr>
          <p:cNvGrpSpPr/>
          <p:nvPr userDrawn="1"/>
        </p:nvGrpSpPr>
        <p:grpSpPr>
          <a:xfrm>
            <a:off x="12356815" y="0"/>
            <a:ext cx="756834" cy="6872642"/>
            <a:chOff x="12356815" y="0"/>
            <a:chExt cx="756834" cy="6872642"/>
          </a:xfrm>
        </p:grpSpPr>
        <p:sp>
          <p:nvSpPr>
            <p:cNvPr id="7" name="Rectangle 6">
              <a:extLst>
                <a:ext uri="{FF2B5EF4-FFF2-40B4-BE49-F238E27FC236}">
                  <a16:creationId xmlns:a16="http://schemas.microsoft.com/office/drawing/2014/main" id="{45DB70A4-31CB-6102-3E2A-D6FA98CD0053}"/>
                </a:ext>
              </a:extLst>
            </p:cNvPr>
            <p:cNvSpPr/>
            <p:nvPr userDrawn="1"/>
          </p:nvSpPr>
          <p:spPr>
            <a:xfrm>
              <a:off x="12356815" y="0"/>
              <a:ext cx="553069" cy="3279913"/>
            </a:xfrm>
            <a:prstGeom prst="rect">
              <a:avLst/>
            </a:prstGeom>
            <a:solidFill>
              <a:srgbClr val="F2F2F2"/>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a:p>
          </p:txBody>
        </p:sp>
        <p:sp>
          <p:nvSpPr>
            <p:cNvPr id="10" name="TextBox 9">
              <a:extLst>
                <a:ext uri="{FF2B5EF4-FFF2-40B4-BE49-F238E27FC236}">
                  <a16:creationId xmlns:a16="http://schemas.microsoft.com/office/drawing/2014/main" id="{AD9D4607-6270-E717-4D41-835D049F0435}"/>
                </a:ext>
              </a:extLst>
            </p:cNvPr>
            <p:cNvSpPr txBox="1"/>
            <p:nvPr userDrawn="1"/>
          </p:nvSpPr>
          <p:spPr>
            <a:xfrm rot="16200000">
              <a:off x="12332216" y="1580677"/>
              <a:ext cx="1444306" cy="118559"/>
            </a:xfrm>
            <a:prstGeom prst="rect">
              <a:avLst/>
            </a:prstGeom>
            <a:noFill/>
          </p:spPr>
          <p:txBody>
            <a:bodyPr wrap="none" lIns="0" tIns="0" rIns="0" bIns="0" rtlCol="0">
              <a:spAutoFit/>
            </a:bodyPr>
            <a:lstStyle/>
            <a:p>
              <a:pPr algn="l">
                <a:lnSpc>
                  <a:spcPct val="101000"/>
                </a:lnSpc>
                <a:spcAft>
                  <a:spcPts val="600"/>
                </a:spcAft>
              </a:pPr>
              <a:r>
                <a:rPr kumimoji="0" lang="en-CR" sz="800" b="1" i="0" u="none" strike="noStrike" kern="1200" cap="none" spc="0" normalizeH="0" baseline="0" noProof="0">
                  <a:ln>
                    <a:noFill/>
                  </a:ln>
                  <a:solidFill>
                    <a:srgbClr val="000000"/>
                  </a:solidFill>
                  <a:effectLst/>
                  <a:uLnTx/>
                  <a:uFillTx/>
                  <a:ea typeface="GT America Regular" charset="0"/>
                  <a:cs typeface="GT America Regular" charset="0"/>
                </a:rPr>
                <a:t>ON LIGHT AND EXTRA LIGHT</a:t>
              </a:r>
            </a:p>
          </p:txBody>
        </p:sp>
        <p:sp>
          <p:nvSpPr>
            <p:cNvPr id="11" name="Rectangle 10">
              <a:extLst>
                <a:ext uri="{FF2B5EF4-FFF2-40B4-BE49-F238E27FC236}">
                  <a16:creationId xmlns:a16="http://schemas.microsoft.com/office/drawing/2014/main" id="{75B87590-74D6-D8DF-065A-D1B3BDD68812}"/>
                </a:ext>
              </a:extLst>
            </p:cNvPr>
            <p:cNvSpPr/>
            <p:nvPr userDrawn="1"/>
          </p:nvSpPr>
          <p:spPr>
            <a:xfrm>
              <a:off x="12356815" y="3592729"/>
              <a:ext cx="553069" cy="3279913"/>
            </a:xfrm>
            <a:prstGeom prst="rect">
              <a:avLst/>
            </a:prstGeom>
            <a:solidFill>
              <a:schemeClr val="tx2"/>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a:p>
          </p:txBody>
        </p:sp>
        <p:grpSp>
          <p:nvGrpSpPr>
            <p:cNvPr id="12" name="Group 11">
              <a:extLst>
                <a:ext uri="{FF2B5EF4-FFF2-40B4-BE49-F238E27FC236}">
                  <a16:creationId xmlns:a16="http://schemas.microsoft.com/office/drawing/2014/main" id="{9D694C48-9FF1-4664-FD81-660DAE81E4E0}"/>
                </a:ext>
              </a:extLst>
            </p:cNvPr>
            <p:cNvGrpSpPr/>
            <p:nvPr userDrawn="1"/>
          </p:nvGrpSpPr>
          <p:grpSpPr>
            <a:xfrm>
              <a:off x="12442019" y="3791214"/>
              <a:ext cx="382660" cy="2882942"/>
              <a:chOff x="14001569" y="3716048"/>
              <a:chExt cx="316248" cy="3171236"/>
            </a:xfrm>
          </p:grpSpPr>
          <p:sp>
            <p:nvSpPr>
              <p:cNvPr id="29" name="Rectangle 28">
                <a:extLst>
                  <a:ext uri="{FF2B5EF4-FFF2-40B4-BE49-F238E27FC236}">
                    <a16:creationId xmlns:a16="http://schemas.microsoft.com/office/drawing/2014/main" id="{526EF5F0-48BE-1815-1FA2-331B8240DF75}"/>
                  </a:ext>
                </a:extLst>
              </p:cNvPr>
              <p:cNvSpPr/>
              <p:nvPr userDrawn="1"/>
            </p:nvSpPr>
            <p:spPr>
              <a:xfrm rot="5400000">
                <a:off x="14033099" y="5954114"/>
                <a:ext cx="253188" cy="316248"/>
              </a:xfrm>
              <a:prstGeom prst="rect">
                <a:avLst/>
              </a:prstGeom>
              <a:solidFill>
                <a:srgbClr val="005E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30" name="Rectangle 29">
                <a:extLst>
                  <a:ext uri="{FF2B5EF4-FFF2-40B4-BE49-F238E27FC236}">
                    <a16:creationId xmlns:a16="http://schemas.microsoft.com/office/drawing/2014/main" id="{6E0E84DF-F5B7-A548-C1F6-F0C71A3D86D9}"/>
                  </a:ext>
                </a:extLst>
              </p:cNvPr>
              <p:cNvSpPr/>
              <p:nvPr userDrawn="1"/>
            </p:nvSpPr>
            <p:spPr>
              <a:xfrm rot="5400000">
                <a:off x="14033099" y="6278342"/>
                <a:ext cx="253188" cy="316248"/>
              </a:xfrm>
              <a:prstGeom prst="rect">
                <a:avLst/>
              </a:prstGeom>
              <a:solidFill>
                <a:srgbClr val="B8B9D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31" name="Rectangle 30">
                <a:extLst>
                  <a:ext uri="{FF2B5EF4-FFF2-40B4-BE49-F238E27FC236}">
                    <a16:creationId xmlns:a16="http://schemas.microsoft.com/office/drawing/2014/main" id="{3A4C8228-71D0-8E3D-E8BE-0F172597FD54}"/>
                  </a:ext>
                </a:extLst>
              </p:cNvPr>
              <p:cNvSpPr/>
              <p:nvPr userDrawn="1"/>
            </p:nvSpPr>
            <p:spPr>
              <a:xfrm rot="5400000">
                <a:off x="14033099" y="6602566"/>
                <a:ext cx="253188" cy="316248"/>
              </a:xfrm>
              <a:prstGeom prst="rect">
                <a:avLst/>
              </a:prstGeom>
              <a:solidFill>
                <a:srgbClr val="FBE6D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32" name="Rectangle 31">
                <a:extLst>
                  <a:ext uri="{FF2B5EF4-FFF2-40B4-BE49-F238E27FC236}">
                    <a16:creationId xmlns:a16="http://schemas.microsoft.com/office/drawing/2014/main" id="{EA9C23D8-8FD8-238D-3893-26C8E7A88403}"/>
                  </a:ext>
                </a:extLst>
              </p:cNvPr>
              <p:cNvSpPr/>
              <p:nvPr userDrawn="1"/>
            </p:nvSpPr>
            <p:spPr>
              <a:xfrm rot="5400000">
                <a:off x="14033099" y="4981430"/>
                <a:ext cx="253188" cy="316248"/>
              </a:xfrm>
              <a:prstGeom prst="rect">
                <a:avLst/>
              </a:prstGeom>
              <a:solidFill>
                <a:srgbClr val="BCE09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33" name="Rectangle 32">
                <a:extLst>
                  <a:ext uri="{FF2B5EF4-FFF2-40B4-BE49-F238E27FC236}">
                    <a16:creationId xmlns:a16="http://schemas.microsoft.com/office/drawing/2014/main" id="{D1BF3D11-78C7-C27E-370A-0D8FABAC048A}"/>
                  </a:ext>
                </a:extLst>
              </p:cNvPr>
              <p:cNvSpPr/>
              <p:nvPr userDrawn="1"/>
            </p:nvSpPr>
            <p:spPr>
              <a:xfrm rot="5400000">
                <a:off x="14033099" y="5305658"/>
                <a:ext cx="253188" cy="316248"/>
              </a:xfrm>
              <a:prstGeom prst="rect">
                <a:avLst/>
              </a:prstGeom>
              <a:solidFill>
                <a:srgbClr val="E9783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34" name="Rectangle 33">
                <a:extLst>
                  <a:ext uri="{FF2B5EF4-FFF2-40B4-BE49-F238E27FC236}">
                    <a16:creationId xmlns:a16="http://schemas.microsoft.com/office/drawing/2014/main" id="{1C4D9ABE-7508-C1A6-2E97-6A9494DC37DF}"/>
                  </a:ext>
                </a:extLst>
              </p:cNvPr>
              <p:cNvSpPr/>
              <p:nvPr userDrawn="1"/>
            </p:nvSpPr>
            <p:spPr>
              <a:xfrm rot="5400000">
                <a:off x="14033099" y="5629886"/>
                <a:ext cx="253188" cy="316248"/>
              </a:xfrm>
              <a:prstGeom prst="rect">
                <a:avLst/>
              </a:prstGeom>
              <a:solidFill>
                <a:srgbClr val="B9056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35" name="Rectangle 34">
                <a:extLst>
                  <a:ext uri="{FF2B5EF4-FFF2-40B4-BE49-F238E27FC236}">
                    <a16:creationId xmlns:a16="http://schemas.microsoft.com/office/drawing/2014/main" id="{2BC38361-5924-88E4-569D-95A4E0BE9CDC}"/>
                  </a:ext>
                </a:extLst>
              </p:cNvPr>
              <p:cNvSpPr/>
              <p:nvPr userDrawn="1"/>
            </p:nvSpPr>
            <p:spPr>
              <a:xfrm rot="5400000">
                <a:off x="14033099" y="3684518"/>
                <a:ext cx="253188" cy="316248"/>
              </a:xfrm>
              <a:prstGeom prst="rect">
                <a:avLst/>
              </a:prstGeom>
              <a:solidFill>
                <a:srgbClr val="9DC2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36" name="Rectangle 35">
                <a:extLst>
                  <a:ext uri="{FF2B5EF4-FFF2-40B4-BE49-F238E27FC236}">
                    <a16:creationId xmlns:a16="http://schemas.microsoft.com/office/drawing/2014/main" id="{5E9D7189-0986-C30E-CF0C-640708195142}"/>
                  </a:ext>
                </a:extLst>
              </p:cNvPr>
              <p:cNvSpPr/>
              <p:nvPr userDrawn="1"/>
            </p:nvSpPr>
            <p:spPr>
              <a:xfrm rot="5400000">
                <a:off x="14033099" y="4008746"/>
                <a:ext cx="253188" cy="316248"/>
              </a:xfrm>
              <a:prstGeom prst="rect">
                <a:avLst/>
              </a:prstGeom>
              <a:solidFill>
                <a:srgbClr val="309DA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37" name="Rectangle 36">
                <a:extLst>
                  <a:ext uri="{FF2B5EF4-FFF2-40B4-BE49-F238E27FC236}">
                    <a16:creationId xmlns:a16="http://schemas.microsoft.com/office/drawing/2014/main" id="{BB129E49-9B77-5AE5-3C05-D07BC6D86771}"/>
                  </a:ext>
                </a:extLst>
              </p:cNvPr>
              <p:cNvSpPr/>
              <p:nvPr userDrawn="1"/>
            </p:nvSpPr>
            <p:spPr>
              <a:xfrm rot="5400000">
                <a:off x="14033099" y="4332974"/>
                <a:ext cx="253188" cy="316248"/>
              </a:xfrm>
              <a:prstGeom prst="rect">
                <a:avLst/>
              </a:prstGeom>
              <a:solidFill>
                <a:srgbClr val="E2C22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38" name="Rectangle 37">
                <a:extLst>
                  <a:ext uri="{FF2B5EF4-FFF2-40B4-BE49-F238E27FC236}">
                    <a16:creationId xmlns:a16="http://schemas.microsoft.com/office/drawing/2014/main" id="{33F8AD7C-F22B-555E-6CF4-F370553EACF6}"/>
                  </a:ext>
                </a:extLst>
              </p:cNvPr>
              <p:cNvSpPr/>
              <p:nvPr userDrawn="1"/>
            </p:nvSpPr>
            <p:spPr>
              <a:xfrm rot="5400000">
                <a:off x="14033099" y="4657202"/>
                <a:ext cx="253188" cy="316248"/>
              </a:xfrm>
              <a:prstGeom prst="rect">
                <a:avLst/>
              </a:prstGeom>
              <a:solidFill>
                <a:srgbClr val="9158B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grpSp>
        <p:grpSp>
          <p:nvGrpSpPr>
            <p:cNvPr id="13" name="Group 12">
              <a:extLst>
                <a:ext uri="{FF2B5EF4-FFF2-40B4-BE49-F238E27FC236}">
                  <a16:creationId xmlns:a16="http://schemas.microsoft.com/office/drawing/2014/main" id="{B0DEC751-9C24-ECB6-63E8-0D84A1893110}"/>
                </a:ext>
              </a:extLst>
            </p:cNvPr>
            <p:cNvGrpSpPr/>
            <p:nvPr userDrawn="1"/>
          </p:nvGrpSpPr>
          <p:grpSpPr>
            <a:xfrm>
              <a:off x="12442019" y="198485"/>
              <a:ext cx="382660" cy="2882942"/>
              <a:chOff x="12742785" y="3716048"/>
              <a:chExt cx="316248" cy="3171236"/>
            </a:xfrm>
          </p:grpSpPr>
          <p:sp>
            <p:nvSpPr>
              <p:cNvPr id="15" name="Rectangle 14">
                <a:extLst>
                  <a:ext uri="{FF2B5EF4-FFF2-40B4-BE49-F238E27FC236}">
                    <a16:creationId xmlns:a16="http://schemas.microsoft.com/office/drawing/2014/main" id="{3F5B6BC1-E8A9-8495-4E15-CE426524888C}"/>
                  </a:ext>
                </a:extLst>
              </p:cNvPr>
              <p:cNvSpPr/>
              <p:nvPr userDrawn="1"/>
            </p:nvSpPr>
            <p:spPr>
              <a:xfrm rot="5400000">
                <a:off x="12774315" y="6602566"/>
                <a:ext cx="253188" cy="316248"/>
              </a:xfrm>
              <a:prstGeom prst="rect">
                <a:avLst/>
              </a:prstGeom>
              <a:solidFill>
                <a:srgbClr val="BFD6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16" name="Rectangle 15">
                <a:extLst>
                  <a:ext uri="{FF2B5EF4-FFF2-40B4-BE49-F238E27FC236}">
                    <a16:creationId xmlns:a16="http://schemas.microsoft.com/office/drawing/2014/main" id="{A7BA631D-2A7E-EE05-AC29-5274F59A7659}"/>
                  </a:ext>
                </a:extLst>
              </p:cNvPr>
              <p:cNvSpPr/>
              <p:nvPr userDrawn="1"/>
            </p:nvSpPr>
            <p:spPr>
              <a:xfrm rot="5400000">
                <a:off x="12774315" y="4981430"/>
                <a:ext cx="253188" cy="316248"/>
              </a:xfrm>
              <a:prstGeom prst="rect">
                <a:avLst/>
              </a:prstGeom>
              <a:solidFill>
                <a:srgbClr val="D25F7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21" name="Rectangle 20">
                <a:extLst>
                  <a:ext uri="{FF2B5EF4-FFF2-40B4-BE49-F238E27FC236}">
                    <a16:creationId xmlns:a16="http://schemas.microsoft.com/office/drawing/2014/main" id="{0C495C51-961E-8380-6F9C-16AFEF394B33}"/>
                  </a:ext>
                </a:extLst>
              </p:cNvPr>
              <p:cNvSpPr/>
              <p:nvPr userDrawn="1"/>
            </p:nvSpPr>
            <p:spPr>
              <a:xfrm rot="5400000">
                <a:off x="12774315" y="5305658"/>
                <a:ext cx="253188" cy="316248"/>
              </a:xfrm>
              <a:prstGeom prst="rect">
                <a:avLst/>
              </a:prstGeom>
              <a:solidFill>
                <a:srgbClr val="C6480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22" name="Rectangle 21">
                <a:extLst>
                  <a:ext uri="{FF2B5EF4-FFF2-40B4-BE49-F238E27FC236}">
                    <a16:creationId xmlns:a16="http://schemas.microsoft.com/office/drawing/2014/main" id="{45D9358D-8335-B12F-6179-DEFE0D2C5AB7}"/>
                  </a:ext>
                </a:extLst>
              </p:cNvPr>
              <p:cNvSpPr/>
              <p:nvPr userDrawn="1"/>
            </p:nvSpPr>
            <p:spPr>
              <a:xfrm rot="5400000">
                <a:off x="12774315" y="5629886"/>
                <a:ext cx="253188" cy="316248"/>
              </a:xfrm>
              <a:prstGeom prst="rect">
                <a:avLst/>
              </a:prstGeom>
              <a:solidFill>
                <a:srgbClr val="BA016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23" name="Rectangle 22">
                <a:extLst>
                  <a:ext uri="{FF2B5EF4-FFF2-40B4-BE49-F238E27FC236}">
                    <a16:creationId xmlns:a16="http://schemas.microsoft.com/office/drawing/2014/main" id="{EC7C677D-37CD-FB52-AD6E-4B4995AE3A40}"/>
                  </a:ext>
                </a:extLst>
              </p:cNvPr>
              <p:cNvSpPr/>
              <p:nvPr userDrawn="1"/>
            </p:nvSpPr>
            <p:spPr>
              <a:xfrm rot="5400000">
                <a:off x="12774315" y="3684518"/>
                <a:ext cx="253188" cy="316248"/>
              </a:xfrm>
              <a:prstGeom prst="rect">
                <a:avLst/>
              </a:prstGeom>
              <a:solidFill>
                <a:srgbClr val="005E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24" name="Rectangle 23">
                <a:extLst>
                  <a:ext uri="{FF2B5EF4-FFF2-40B4-BE49-F238E27FC236}">
                    <a16:creationId xmlns:a16="http://schemas.microsoft.com/office/drawing/2014/main" id="{BA66CB2E-9156-BE3B-D3B9-C31D5C9B2D1F}"/>
                  </a:ext>
                </a:extLst>
              </p:cNvPr>
              <p:cNvSpPr/>
              <p:nvPr userDrawn="1"/>
            </p:nvSpPr>
            <p:spPr>
              <a:xfrm rot="5400000">
                <a:off x="12774315" y="4008746"/>
                <a:ext cx="253188" cy="316248"/>
              </a:xfrm>
              <a:prstGeom prst="rect">
                <a:avLst/>
              </a:prstGeom>
              <a:solidFill>
                <a:srgbClr val="5EB6B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25" name="Rectangle 24">
                <a:extLst>
                  <a:ext uri="{FF2B5EF4-FFF2-40B4-BE49-F238E27FC236}">
                    <a16:creationId xmlns:a16="http://schemas.microsoft.com/office/drawing/2014/main" id="{B4D0D8D2-67E1-D1FE-53F6-BBA9A51D12D4}"/>
                  </a:ext>
                </a:extLst>
              </p:cNvPr>
              <p:cNvSpPr/>
              <p:nvPr userDrawn="1"/>
            </p:nvSpPr>
            <p:spPr>
              <a:xfrm rot="5400000">
                <a:off x="12774315" y="4332974"/>
                <a:ext cx="253188" cy="316248"/>
              </a:xfrm>
              <a:prstGeom prst="rect">
                <a:avLst/>
              </a:prstGeom>
              <a:solidFill>
                <a:srgbClr val="C7AB2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26" name="Rectangle 25">
                <a:extLst>
                  <a:ext uri="{FF2B5EF4-FFF2-40B4-BE49-F238E27FC236}">
                    <a16:creationId xmlns:a16="http://schemas.microsoft.com/office/drawing/2014/main" id="{7EABE609-01ED-B04F-84C2-0F2EF40CE004}"/>
                  </a:ext>
                </a:extLst>
              </p:cNvPr>
              <p:cNvSpPr/>
              <p:nvPr userDrawn="1"/>
            </p:nvSpPr>
            <p:spPr>
              <a:xfrm rot="5400000">
                <a:off x="12774315" y="4657202"/>
                <a:ext cx="253188" cy="316248"/>
              </a:xfrm>
              <a:prstGeom prst="rect">
                <a:avLst/>
              </a:prstGeom>
              <a:solidFill>
                <a:srgbClr val="5C068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27" name="Rectangle 26">
                <a:extLst>
                  <a:ext uri="{FF2B5EF4-FFF2-40B4-BE49-F238E27FC236}">
                    <a16:creationId xmlns:a16="http://schemas.microsoft.com/office/drawing/2014/main" id="{AC985E11-EEEE-517A-2700-92736D58F6D9}"/>
                  </a:ext>
                </a:extLst>
              </p:cNvPr>
              <p:cNvSpPr/>
              <p:nvPr userDrawn="1"/>
            </p:nvSpPr>
            <p:spPr>
              <a:xfrm rot="5400000">
                <a:off x="12774315" y="5954114"/>
                <a:ext cx="253188" cy="316248"/>
              </a:xfrm>
              <a:prstGeom prst="rect">
                <a:avLst/>
              </a:prstGeom>
              <a:solidFill>
                <a:srgbClr val="2A431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28" name="Rectangle 27">
                <a:extLst>
                  <a:ext uri="{FF2B5EF4-FFF2-40B4-BE49-F238E27FC236}">
                    <a16:creationId xmlns:a16="http://schemas.microsoft.com/office/drawing/2014/main" id="{CC33383A-AD20-C330-77AA-9FC46442888E}"/>
                  </a:ext>
                </a:extLst>
              </p:cNvPr>
              <p:cNvSpPr/>
              <p:nvPr userDrawn="1"/>
            </p:nvSpPr>
            <p:spPr>
              <a:xfrm rot="5400000">
                <a:off x="12774315" y="6278342"/>
                <a:ext cx="253188" cy="316248"/>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grpSp>
        <p:sp>
          <p:nvSpPr>
            <p:cNvPr id="14" name="TextBox 13">
              <a:extLst>
                <a:ext uri="{FF2B5EF4-FFF2-40B4-BE49-F238E27FC236}">
                  <a16:creationId xmlns:a16="http://schemas.microsoft.com/office/drawing/2014/main" id="{2FDDF8E7-411E-9C97-CCC1-0AB71C286233}"/>
                </a:ext>
              </a:extLst>
            </p:cNvPr>
            <p:cNvSpPr txBox="1"/>
            <p:nvPr userDrawn="1"/>
          </p:nvSpPr>
          <p:spPr>
            <a:xfrm rot="16200000">
              <a:off x="12574270" y="5173406"/>
              <a:ext cx="960199" cy="118559"/>
            </a:xfrm>
            <a:prstGeom prst="rect">
              <a:avLst/>
            </a:prstGeom>
            <a:noFill/>
          </p:spPr>
          <p:txBody>
            <a:bodyPr wrap="none" lIns="0" tIns="0" rIns="0" bIns="0" rtlCol="0">
              <a:spAutoFit/>
            </a:bodyPr>
            <a:lstStyle/>
            <a:p>
              <a:pPr algn="l">
                <a:lnSpc>
                  <a:spcPct val="101000"/>
                </a:lnSpc>
                <a:spcAft>
                  <a:spcPts val="600"/>
                </a:spcAft>
              </a:pPr>
              <a:r>
                <a:rPr lang="en-CR" sz="800" b="1">
                  <a:solidFill>
                    <a:srgbClr val="000000"/>
                  </a:solidFill>
                  <a:latin typeface="GT America Regular"/>
                  <a:ea typeface="GT America Regular" charset="0"/>
                  <a:cs typeface="GT America Regular" charset="0"/>
                </a:rPr>
                <a:t>ON MOODY´S BLUE</a:t>
              </a:r>
              <a:endParaRPr kumimoji="0" lang="en-CR" sz="800" b="1" i="0" u="none" strike="noStrike" kern="1200" cap="none" spc="0" normalizeH="0" baseline="0" noProof="0" err="1">
                <a:ln>
                  <a:noFill/>
                </a:ln>
                <a:solidFill>
                  <a:srgbClr val="000000"/>
                </a:solidFill>
                <a:effectLst/>
                <a:uLnTx/>
                <a:uFillTx/>
                <a:latin typeface="GT America Regular"/>
                <a:ea typeface="GT America Regular" charset="0"/>
                <a:cs typeface="GT America Regular" charset="0"/>
              </a:endParaRPr>
            </a:p>
          </p:txBody>
        </p:sp>
      </p:grpSp>
      <p:sp>
        <p:nvSpPr>
          <p:cNvPr id="39" name="TextBox 38">
            <a:extLst>
              <a:ext uri="{FF2B5EF4-FFF2-40B4-BE49-F238E27FC236}">
                <a16:creationId xmlns:a16="http://schemas.microsoft.com/office/drawing/2014/main" id="{F3C0566B-300E-AC3F-25C5-4B9F779502DB}"/>
              </a:ext>
            </a:extLst>
          </p:cNvPr>
          <p:cNvSpPr txBox="1"/>
          <p:nvPr userDrawn="1"/>
        </p:nvSpPr>
        <p:spPr>
          <a:xfrm>
            <a:off x="12356815" y="3377042"/>
            <a:ext cx="807913" cy="118559"/>
          </a:xfrm>
          <a:prstGeom prst="rect">
            <a:avLst/>
          </a:prstGeom>
          <a:noFill/>
        </p:spPr>
        <p:txBody>
          <a:bodyPr wrap="none" lIns="0" tIns="0" rIns="0" bIns="0" rtlCol="0">
            <a:spAutoFit/>
          </a:bodyPr>
          <a:lstStyle/>
          <a:p>
            <a:pPr algn="l">
              <a:lnSpc>
                <a:spcPct val="101000"/>
              </a:lnSpc>
              <a:spcAft>
                <a:spcPts val="600"/>
              </a:spcAft>
            </a:pPr>
            <a:r>
              <a:rPr kumimoji="0" lang="en-US" sz="800" b="1" i="0" u="none" strike="noStrike" kern="1200" cap="none" spc="0" normalizeH="0" baseline="0" noProof="0" dirty="0">
                <a:ln>
                  <a:noFill/>
                </a:ln>
                <a:solidFill>
                  <a:srgbClr val="000000"/>
                </a:solidFill>
                <a:effectLst/>
                <a:uLnTx/>
                <a:uFillTx/>
                <a:ea typeface="GT America Regular" charset="0"/>
                <a:cs typeface="GT America Regular" charset="0"/>
              </a:rPr>
              <a:t>For charts ONLY</a:t>
            </a:r>
            <a:endParaRPr kumimoji="0" lang="en-CR" sz="800" b="1" i="0" u="none" strike="noStrike" kern="1200" cap="none" spc="0" normalizeH="0" baseline="0" noProof="0">
              <a:ln>
                <a:noFill/>
              </a:ln>
              <a:solidFill>
                <a:srgbClr val="000000"/>
              </a:solidFill>
              <a:effectLst/>
              <a:uLnTx/>
              <a:uFillTx/>
              <a:ea typeface="GT America Regular" charset="0"/>
              <a:cs typeface="GT America Regular" charset="0"/>
            </a:endParaRPr>
          </a:p>
        </p:txBody>
      </p:sp>
    </p:spTree>
    <p:extLst>
      <p:ext uri="{BB962C8B-B14F-4D97-AF65-F5344CB8AC3E}">
        <p14:creationId xmlns:p14="http://schemas.microsoft.com/office/powerpoint/2010/main" val="3688731392"/>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Dynamic Slices 3 / Dark">
    <p:bg>
      <p:bgPr>
        <a:solidFill>
          <a:schemeClr val="tx2"/>
        </a:solidFill>
        <a:effectLst/>
      </p:bgPr>
    </p:bg>
    <p:spTree>
      <p:nvGrpSpPr>
        <p:cNvPr id="1" name=""/>
        <p:cNvGrpSpPr/>
        <p:nvPr/>
      </p:nvGrpSpPr>
      <p:grpSpPr>
        <a:xfrm>
          <a:off x="0" y="0"/>
          <a:ext cx="0" cy="0"/>
          <a:chOff x="0" y="0"/>
          <a:chExt cx="0" cy="0"/>
        </a:xfrm>
      </p:grpSpPr>
      <p:sp>
        <p:nvSpPr>
          <p:cNvPr id="20" name="Freeform 19">
            <a:extLst>
              <a:ext uri="{FF2B5EF4-FFF2-40B4-BE49-F238E27FC236}">
                <a16:creationId xmlns:a16="http://schemas.microsoft.com/office/drawing/2014/main" id="{091F8258-6B33-2DAE-610E-A14A266200A5}"/>
              </a:ext>
            </a:extLst>
          </p:cNvPr>
          <p:cNvSpPr/>
          <p:nvPr/>
        </p:nvSpPr>
        <p:spPr>
          <a:xfrm>
            <a:off x="554038" y="6469335"/>
            <a:ext cx="678511" cy="112440"/>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chemeClr val="bg1"/>
          </a:solidFill>
          <a:ln w="0" cap="flat">
            <a:noFill/>
            <a:prstDash val="solid"/>
            <a:miter/>
          </a:ln>
        </p:spPr>
        <p:txBody>
          <a:bodyPr rtlCol="0" anchor="ctr"/>
          <a:lstStyle/>
          <a:p>
            <a:endParaRPr lang="en-US"/>
          </a:p>
        </p:txBody>
      </p:sp>
      <p:sp>
        <p:nvSpPr>
          <p:cNvPr id="9" name="Slide Number Placeholder 8">
            <a:extLst>
              <a:ext uri="{FF2B5EF4-FFF2-40B4-BE49-F238E27FC236}">
                <a16:creationId xmlns:a16="http://schemas.microsoft.com/office/drawing/2014/main" id="{CCA8152B-F410-5052-DF3D-06C6DD4D2381}"/>
              </a:ext>
            </a:extLst>
          </p:cNvPr>
          <p:cNvSpPr>
            <a:spLocks noGrp="1"/>
          </p:cNvSpPr>
          <p:nvPr>
            <p:ph type="sldNum" sz="quarter" idx="12"/>
          </p:nvPr>
        </p:nvSpPr>
        <p:spPr/>
        <p:txBody>
          <a:bodyPr/>
          <a:lstStyle>
            <a:lvl1pPr>
              <a:defRPr>
                <a:solidFill>
                  <a:schemeClr val="bg1"/>
                </a:solidFill>
              </a:defRPr>
            </a:lvl1pPr>
          </a:lstStyle>
          <a:p>
            <a:fld id="{862A5111-985B-C14D-9115-5787026182A8}" type="slidenum">
              <a:rPr lang="en-US" smtClean="0"/>
              <a:pPr/>
              <a:t>‹#›</a:t>
            </a:fld>
            <a:endParaRPr lang="en-US" dirty="0"/>
          </a:p>
        </p:txBody>
      </p:sp>
      <p:sp>
        <p:nvSpPr>
          <p:cNvPr id="6" name="Title 5">
            <a:extLst>
              <a:ext uri="{FF2B5EF4-FFF2-40B4-BE49-F238E27FC236}">
                <a16:creationId xmlns:a16="http://schemas.microsoft.com/office/drawing/2014/main" id="{DC8B780F-A068-964A-78C1-26D461FDD8F3}"/>
              </a:ext>
            </a:extLst>
          </p:cNvPr>
          <p:cNvSpPr>
            <a:spLocks noGrp="1"/>
          </p:cNvSpPr>
          <p:nvPr>
            <p:ph type="title"/>
          </p:nvPr>
        </p:nvSpPr>
        <p:spPr>
          <a:xfrm>
            <a:off x="545147" y="552450"/>
            <a:ext cx="6850856" cy="434975"/>
          </a:xfrm>
        </p:spPr>
        <p:txBody>
          <a:bodyPr/>
          <a:lstStyle>
            <a:lvl1pPr>
              <a:defRPr>
                <a:solidFill>
                  <a:schemeClr val="accent1"/>
                </a:solidFill>
              </a:defRPr>
            </a:lvl1pPr>
          </a:lstStyle>
          <a:p>
            <a:r>
              <a:rPr lang="en-US"/>
              <a:t>Click to edit Master title style</a:t>
            </a:r>
            <a:endParaRPr lang="en-US" dirty="0"/>
          </a:p>
        </p:txBody>
      </p:sp>
      <p:sp>
        <p:nvSpPr>
          <p:cNvPr id="15" name="Text Placeholder 11">
            <a:extLst>
              <a:ext uri="{FF2B5EF4-FFF2-40B4-BE49-F238E27FC236}">
                <a16:creationId xmlns:a16="http://schemas.microsoft.com/office/drawing/2014/main" id="{E8E7A520-8D19-1EB7-4C7B-61AA51ACCF70}"/>
              </a:ext>
            </a:extLst>
          </p:cNvPr>
          <p:cNvSpPr>
            <a:spLocks noGrp="1"/>
          </p:cNvSpPr>
          <p:nvPr>
            <p:ph type="body" sz="quarter" idx="18"/>
          </p:nvPr>
        </p:nvSpPr>
        <p:spPr>
          <a:xfrm>
            <a:off x="546100" y="1127126"/>
            <a:ext cx="6851649" cy="295274"/>
          </a:xfrm>
        </p:spPr>
        <p:txBody>
          <a:bodyPr>
            <a:noAutofit/>
          </a:bodyPr>
          <a:lstStyle>
            <a:lvl1pPr marL="0" algn="l" defTabSz="914400" rtl="0" eaLnBrk="1" latinLnBrk="0" hangingPunct="1">
              <a:lnSpc>
                <a:spcPct val="80000"/>
              </a:lnSpc>
              <a:spcBef>
                <a:spcPts val="0"/>
              </a:spcBef>
              <a:spcAft>
                <a:spcPts val="0"/>
              </a:spcAft>
              <a:buNone/>
              <a:defRPr lang="en-US" sz="2400" b="0" i="0" kern="1200" dirty="0" smtClean="0">
                <a:solidFill>
                  <a:schemeClr val="bg1"/>
                </a:solidFill>
                <a:latin typeface="+mj-lt"/>
                <a:ea typeface="GT America Regular" charset="0"/>
                <a:cs typeface="GT America Regular" charset="0"/>
              </a:defRPr>
            </a:lvl1pPr>
            <a:lvl2pPr marL="0" indent="0" algn="l" defTabSz="914400" rtl="0" eaLnBrk="1" latinLnBrk="0" hangingPunct="1">
              <a:lnSpc>
                <a:spcPct val="80000"/>
              </a:lnSpc>
              <a:spcBef>
                <a:spcPts val="0"/>
              </a:spcBef>
              <a:spcAft>
                <a:spcPts val="0"/>
              </a:spcAft>
              <a:buNone/>
              <a:defRPr lang="en-US" sz="2400" b="0" i="0" kern="1200" dirty="0" smtClean="0">
                <a:solidFill>
                  <a:schemeClr val="bg1"/>
                </a:solidFill>
                <a:latin typeface="+mj-lt"/>
                <a:ea typeface="GT America Regular" charset="0"/>
                <a:cs typeface="GT America Regular" charset="0"/>
              </a:defRPr>
            </a:lvl2pPr>
            <a:lvl3pPr marL="0" indent="0" algn="l" defTabSz="914400" rtl="0" eaLnBrk="1" latinLnBrk="0" hangingPunct="1">
              <a:lnSpc>
                <a:spcPct val="80000"/>
              </a:lnSpc>
              <a:spcBef>
                <a:spcPts val="0"/>
              </a:spcBef>
              <a:spcAft>
                <a:spcPts val="0"/>
              </a:spcAft>
              <a:buNone/>
              <a:defRPr lang="en-US" sz="2400" b="0" i="0" kern="1200" dirty="0" smtClean="0">
                <a:solidFill>
                  <a:schemeClr val="bg1"/>
                </a:solidFill>
                <a:latin typeface="+mj-lt"/>
                <a:ea typeface="GT America Regular" charset="0"/>
                <a:cs typeface="GT America Regular" charset="0"/>
              </a:defRPr>
            </a:lvl3pPr>
            <a:lvl4pPr marL="0" indent="0" algn="l" defTabSz="914400" rtl="0" eaLnBrk="1" latinLnBrk="0" hangingPunct="1">
              <a:lnSpc>
                <a:spcPct val="80000"/>
              </a:lnSpc>
              <a:spcBef>
                <a:spcPts val="0"/>
              </a:spcBef>
              <a:spcAft>
                <a:spcPts val="0"/>
              </a:spcAft>
              <a:buNone/>
              <a:defRPr lang="en-US" sz="2400" b="0" i="0" kern="1200" dirty="0" smtClean="0">
                <a:solidFill>
                  <a:schemeClr val="bg1"/>
                </a:solidFill>
                <a:latin typeface="+mj-lt"/>
                <a:ea typeface="GT America Regular" charset="0"/>
                <a:cs typeface="GT America Regular" charset="0"/>
              </a:defRPr>
            </a:lvl4pPr>
            <a:lvl5pPr marL="0" indent="0" algn="l" defTabSz="914400" rtl="0" eaLnBrk="1" latinLnBrk="0" hangingPunct="1">
              <a:lnSpc>
                <a:spcPct val="80000"/>
              </a:lnSpc>
              <a:spcBef>
                <a:spcPts val="0"/>
              </a:spcBef>
              <a:spcAft>
                <a:spcPts val="0"/>
              </a:spcAft>
              <a:buNone/>
              <a:defRPr lang="en-US" sz="2400" b="0" i="0" kern="1200" dirty="0" smtClean="0">
                <a:solidFill>
                  <a:schemeClr val="bg1"/>
                </a:solidFill>
                <a:latin typeface="+mj-lt"/>
                <a:ea typeface="GT America Regular" charset="0"/>
                <a:cs typeface="GT America Regular" charset="0"/>
              </a:defRPr>
            </a:lvl5pPr>
            <a:lvl6pPr marL="0" indent="0" algn="l" defTabSz="914400" rtl="0" eaLnBrk="1" latinLnBrk="0" hangingPunct="1">
              <a:lnSpc>
                <a:spcPct val="80000"/>
              </a:lnSpc>
              <a:spcBef>
                <a:spcPts val="0"/>
              </a:spcBef>
              <a:spcAft>
                <a:spcPts val="0"/>
              </a:spcAft>
              <a:buNone/>
              <a:defRPr lang="en-US" sz="2400" b="0" i="0" kern="1200" dirty="0" smtClean="0">
                <a:solidFill>
                  <a:schemeClr val="bg1"/>
                </a:solidFill>
                <a:latin typeface="+mj-lt"/>
                <a:ea typeface="GT America Regular" charset="0"/>
                <a:cs typeface="GT America Regular" charset="0"/>
              </a:defRPr>
            </a:lvl6pPr>
            <a:lvl7pPr marL="0" indent="0" algn="l" defTabSz="914400" rtl="0" eaLnBrk="1" latinLnBrk="0" hangingPunct="1">
              <a:lnSpc>
                <a:spcPct val="80000"/>
              </a:lnSpc>
              <a:spcBef>
                <a:spcPts val="0"/>
              </a:spcBef>
              <a:spcAft>
                <a:spcPts val="0"/>
              </a:spcAft>
              <a:buNone/>
              <a:defRPr lang="en-US" sz="2400" b="0" i="0" kern="1200" dirty="0" smtClean="0">
                <a:solidFill>
                  <a:schemeClr val="bg1"/>
                </a:solidFill>
                <a:latin typeface="+mj-lt"/>
                <a:ea typeface="GT America Regular" charset="0"/>
                <a:cs typeface="GT America Regular" charset="0"/>
              </a:defRPr>
            </a:lvl7pPr>
            <a:lvl8pPr marL="0" indent="0" algn="l" defTabSz="914400" rtl="0" eaLnBrk="1" latinLnBrk="0" hangingPunct="1">
              <a:lnSpc>
                <a:spcPct val="80000"/>
              </a:lnSpc>
              <a:spcBef>
                <a:spcPts val="0"/>
              </a:spcBef>
              <a:spcAft>
                <a:spcPts val="0"/>
              </a:spcAft>
              <a:buNone/>
              <a:defRPr lang="en-US" sz="2400" b="0" i="0" kern="1200" dirty="0" smtClean="0">
                <a:solidFill>
                  <a:schemeClr val="bg1"/>
                </a:solidFill>
                <a:latin typeface="+mj-lt"/>
                <a:ea typeface="GT America Regular" charset="0"/>
                <a:cs typeface="GT America Regular" charset="0"/>
              </a:defRPr>
            </a:lvl8pPr>
            <a:lvl9pPr marL="0" indent="0" algn="l" defTabSz="914400" rtl="0" eaLnBrk="1" latinLnBrk="0" hangingPunct="1">
              <a:lnSpc>
                <a:spcPct val="80000"/>
              </a:lnSpc>
              <a:spcBef>
                <a:spcPts val="0"/>
              </a:spcBef>
              <a:spcAft>
                <a:spcPts val="0"/>
              </a:spcAft>
              <a:buNone/>
              <a:defRPr lang="en-US" sz="2400" b="0" i="0" kern="1200" dirty="0">
                <a:solidFill>
                  <a:schemeClr val="bg1"/>
                </a:solidFill>
                <a:latin typeface="+mj-lt"/>
                <a:ea typeface="GT America Regular" charset="0"/>
                <a:cs typeface="GT America Regular" charset="0"/>
              </a:defRPr>
            </a:lvl9pPr>
          </a:lstStyle>
          <a:p>
            <a:pPr lvl="0"/>
            <a:r>
              <a:rPr lang="en-US"/>
              <a:t>Click to edit Master text styles</a:t>
            </a:r>
          </a:p>
        </p:txBody>
      </p:sp>
      <p:sp>
        <p:nvSpPr>
          <p:cNvPr id="16" name="Content Placeholder 25">
            <a:extLst>
              <a:ext uri="{FF2B5EF4-FFF2-40B4-BE49-F238E27FC236}">
                <a16:creationId xmlns:a16="http://schemas.microsoft.com/office/drawing/2014/main" id="{28AF4221-65CA-B054-F531-6DBCC5DE6AC0}"/>
              </a:ext>
            </a:extLst>
          </p:cNvPr>
          <p:cNvSpPr>
            <a:spLocks noGrp="1"/>
          </p:cNvSpPr>
          <p:nvPr>
            <p:ph sz="quarter" idx="23"/>
          </p:nvPr>
        </p:nvSpPr>
        <p:spPr>
          <a:xfrm>
            <a:off x="546892" y="1849438"/>
            <a:ext cx="6850857" cy="3302000"/>
          </a:xfrm>
        </p:spPr>
        <p:txBody>
          <a:bodyPr/>
          <a:lstStyle>
            <a:lvl1pPr>
              <a:defRPr>
                <a:solidFill>
                  <a:schemeClr val="bg1"/>
                </a:solidFill>
              </a:defRPr>
            </a:lvl1pPr>
            <a:lvl2pPr>
              <a:defRPr>
                <a:solidFill>
                  <a:schemeClr val="bg1"/>
                </a:solidFill>
              </a:defRPr>
            </a:lvl2pPr>
            <a:lvl3pPr>
              <a:buClrTx/>
              <a:defRPr>
                <a:solidFill>
                  <a:schemeClr val="bg1"/>
                </a:solidFill>
              </a:defRPr>
            </a:lvl3pPr>
            <a:lvl4pPr>
              <a:defRPr>
                <a:solidFill>
                  <a:schemeClr val="bg1"/>
                </a:solidFill>
              </a:defRPr>
            </a:lvl4pPr>
            <a:lvl5pPr>
              <a:buClrTx/>
              <a:defRPr>
                <a:solidFill>
                  <a:schemeClr val="bg1"/>
                </a:solidFill>
              </a:defRPr>
            </a:lvl5pPr>
            <a:lvl6pPr>
              <a:defRPr>
                <a:solidFill>
                  <a:schemeClr val="bg1"/>
                </a:solidFill>
              </a:defRPr>
            </a:lvl6pPr>
            <a:lvl7pPr>
              <a:buClrTx/>
              <a:defRPr>
                <a:solidFill>
                  <a:schemeClr val="bg1"/>
                </a:solidFill>
              </a:defRPr>
            </a:lvl7pPr>
            <a:lvl8pPr>
              <a:defRPr>
                <a:solidFill>
                  <a:schemeClr val="bg1"/>
                </a:solidFill>
              </a:defRPr>
            </a:lvl8pPr>
            <a:lvl9pPr>
              <a:buClrTx/>
              <a:defRPr>
                <a:solidFill>
                  <a:schemeClr val="bg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7" name="Text Placeholder 13">
            <a:extLst>
              <a:ext uri="{FF2B5EF4-FFF2-40B4-BE49-F238E27FC236}">
                <a16:creationId xmlns:a16="http://schemas.microsoft.com/office/drawing/2014/main" id="{C1A6F190-ADA1-E908-E0F1-D9B0DC198DAE}"/>
              </a:ext>
            </a:extLst>
          </p:cNvPr>
          <p:cNvSpPr>
            <a:spLocks noGrp="1"/>
          </p:cNvSpPr>
          <p:nvPr>
            <p:ph type="body" sz="quarter" idx="24"/>
          </p:nvPr>
        </p:nvSpPr>
        <p:spPr>
          <a:xfrm>
            <a:off x="546892" y="6019801"/>
            <a:ext cx="5444333" cy="292100"/>
          </a:xfrm>
        </p:spPr>
        <p:txBody>
          <a:bodyPr anchor="b">
            <a:noAutofit/>
          </a:bodyPr>
          <a:lstStyle>
            <a:lvl1pPr marL="0" indent="0" algn="l" defTabSz="914400" rtl="0" eaLnBrk="1" latinLnBrk="0" hangingPunct="1">
              <a:lnSpc>
                <a:spcPct val="101000"/>
              </a:lnSpc>
              <a:spcBef>
                <a:spcPts val="0"/>
              </a:spcBef>
              <a:spcAft>
                <a:spcPts val="600"/>
              </a:spcAft>
              <a:buNone/>
              <a:defRPr lang="en-US" sz="600" b="0" i="0" kern="1200" dirty="0" smtClean="0">
                <a:solidFill>
                  <a:schemeClr val="bg1"/>
                </a:solidFill>
                <a:latin typeface="+mn-lt"/>
                <a:ea typeface="GT America Regular" charset="0"/>
                <a:cs typeface="GT America Regular" charset="0"/>
              </a:defRPr>
            </a:lvl1pPr>
            <a:lvl2pPr marL="0" indent="0" algn="l" defTabSz="914400" rtl="0" eaLnBrk="1" latinLnBrk="0" hangingPunct="1">
              <a:lnSpc>
                <a:spcPct val="101000"/>
              </a:lnSpc>
              <a:spcBef>
                <a:spcPts val="0"/>
              </a:spcBef>
              <a:spcAft>
                <a:spcPts val="600"/>
              </a:spcAft>
              <a:buNone/>
              <a:defRPr lang="en-US" sz="600" b="0" i="0" kern="1200" dirty="0" smtClean="0">
                <a:solidFill>
                  <a:schemeClr val="bg1"/>
                </a:solidFill>
                <a:latin typeface="+mn-lt"/>
                <a:ea typeface="GT America Regular" charset="0"/>
                <a:cs typeface="GT America Regular" charset="0"/>
              </a:defRPr>
            </a:lvl2pPr>
            <a:lvl3pPr marL="0" indent="0" algn="l" defTabSz="914400" rtl="0" eaLnBrk="1" latinLnBrk="0" hangingPunct="1">
              <a:lnSpc>
                <a:spcPct val="101000"/>
              </a:lnSpc>
              <a:spcBef>
                <a:spcPts val="0"/>
              </a:spcBef>
              <a:spcAft>
                <a:spcPts val="600"/>
              </a:spcAft>
              <a:buNone/>
              <a:defRPr lang="en-US" sz="600" b="0" i="0" kern="1200" dirty="0" smtClean="0">
                <a:solidFill>
                  <a:schemeClr val="bg1"/>
                </a:solidFill>
                <a:latin typeface="+mn-lt"/>
                <a:ea typeface="GT America Regular" charset="0"/>
                <a:cs typeface="GT America Regular" charset="0"/>
              </a:defRPr>
            </a:lvl3pPr>
            <a:lvl4pPr marL="0" indent="0" algn="l" defTabSz="914400" rtl="0" eaLnBrk="1" latinLnBrk="0" hangingPunct="1">
              <a:lnSpc>
                <a:spcPct val="101000"/>
              </a:lnSpc>
              <a:spcBef>
                <a:spcPts val="0"/>
              </a:spcBef>
              <a:spcAft>
                <a:spcPts val="600"/>
              </a:spcAft>
              <a:buNone/>
              <a:defRPr lang="en-US" sz="600" b="0" i="0" kern="1200" dirty="0" smtClean="0">
                <a:solidFill>
                  <a:schemeClr val="bg1"/>
                </a:solidFill>
                <a:latin typeface="+mn-lt"/>
                <a:ea typeface="GT America Regular" charset="0"/>
                <a:cs typeface="GT America Regular" charset="0"/>
              </a:defRPr>
            </a:lvl4pPr>
            <a:lvl5pPr marL="0" indent="0" algn="l" defTabSz="914400" rtl="0" eaLnBrk="1" latinLnBrk="0" hangingPunct="1">
              <a:lnSpc>
                <a:spcPct val="101000"/>
              </a:lnSpc>
              <a:spcBef>
                <a:spcPts val="0"/>
              </a:spcBef>
              <a:spcAft>
                <a:spcPts val="600"/>
              </a:spcAft>
              <a:buNone/>
              <a:defRPr lang="en-US" sz="600" b="0" i="0" kern="1200" dirty="0" smtClean="0">
                <a:solidFill>
                  <a:schemeClr val="bg1"/>
                </a:solidFill>
                <a:latin typeface="+mn-lt"/>
                <a:ea typeface="GT America Regular" charset="0"/>
                <a:cs typeface="GT America Regular" charset="0"/>
              </a:defRPr>
            </a:lvl5pPr>
            <a:lvl6pPr marL="0" indent="0" algn="l" defTabSz="914400" rtl="0" eaLnBrk="1" latinLnBrk="0" hangingPunct="1">
              <a:lnSpc>
                <a:spcPct val="101000"/>
              </a:lnSpc>
              <a:spcBef>
                <a:spcPts val="0"/>
              </a:spcBef>
              <a:spcAft>
                <a:spcPts val="600"/>
              </a:spcAft>
              <a:buNone/>
              <a:defRPr lang="en-US" sz="600" b="0" i="0" kern="1200" dirty="0" smtClean="0">
                <a:solidFill>
                  <a:schemeClr val="bg1"/>
                </a:solidFill>
                <a:latin typeface="+mn-lt"/>
                <a:ea typeface="GT America Regular" charset="0"/>
                <a:cs typeface="GT America Regular" charset="0"/>
              </a:defRPr>
            </a:lvl6pPr>
            <a:lvl7pPr marL="0" indent="0" algn="l" defTabSz="914400" rtl="0" eaLnBrk="1" latinLnBrk="0" hangingPunct="1">
              <a:lnSpc>
                <a:spcPct val="101000"/>
              </a:lnSpc>
              <a:spcBef>
                <a:spcPts val="0"/>
              </a:spcBef>
              <a:spcAft>
                <a:spcPts val="600"/>
              </a:spcAft>
              <a:buNone/>
              <a:defRPr lang="en-US" sz="600" b="0" i="0" kern="1200" dirty="0" smtClean="0">
                <a:solidFill>
                  <a:schemeClr val="bg1"/>
                </a:solidFill>
                <a:latin typeface="+mn-lt"/>
                <a:ea typeface="GT America Regular" charset="0"/>
                <a:cs typeface="GT America Regular" charset="0"/>
              </a:defRPr>
            </a:lvl7pPr>
            <a:lvl8pPr marL="0" indent="0" algn="l" defTabSz="914400" rtl="0" eaLnBrk="1" latinLnBrk="0" hangingPunct="1">
              <a:lnSpc>
                <a:spcPct val="101000"/>
              </a:lnSpc>
              <a:spcBef>
                <a:spcPts val="0"/>
              </a:spcBef>
              <a:spcAft>
                <a:spcPts val="600"/>
              </a:spcAft>
              <a:buNone/>
              <a:defRPr lang="en-US" sz="600" b="0" i="0" kern="1200" dirty="0" smtClean="0">
                <a:solidFill>
                  <a:schemeClr val="bg1"/>
                </a:solidFill>
                <a:latin typeface="+mn-lt"/>
                <a:ea typeface="GT America Regular" charset="0"/>
                <a:cs typeface="GT America Regular" charset="0"/>
              </a:defRPr>
            </a:lvl8pPr>
            <a:lvl9pPr marL="0" indent="0" algn="l" defTabSz="914400" rtl="0" eaLnBrk="1" latinLnBrk="0" hangingPunct="1">
              <a:lnSpc>
                <a:spcPct val="101000"/>
              </a:lnSpc>
              <a:spcBef>
                <a:spcPts val="0"/>
              </a:spcBef>
              <a:spcAft>
                <a:spcPts val="600"/>
              </a:spcAft>
              <a:buNone/>
              <a:defRPr lang="en-US" sz="600" b="0" i="0" kern="1200" dirty="0">
                <a:solidFill>
                  <a:schemeClr val="bg1"/>
                </a:solidFill>
                <a:latin typeface="+mn-lt"/>
                <a:ea typeface="GT America Regular" charset="0"/>
                <a:cs typeface="GT America Regular" charset="0"/>
              </a:defRPr>
            </a:lvl9pPr>
          </a:lstStyle>
          <a:p>
            <a:pPr lvl="0"/>
            <a:r>
              <a:rPr lang="en-US"/>
              <a:t>Click to edit Master text styles</a:t>
            </a:r>
          </a:p>
        </p:txBody>
      </p:sp>
      <p:sp>
        <p:nvSpPr>
          <p:cNvPr id="2" name="Picture Placeholder 9">
            <a:extLst>
              <a:ext uri="{FF2B5EF4-FFF2-40B4-BE49-F238E27FC236}">
                <a16:creationId xmlns:a16="http://schemas.microsoft.com/office/drawing/2014/main" id="{7DD19302-3490-4363-31D6-A0E59636C5F8}"/>
              </a:ext>
            </a:extLst>
          </p:cNvPr>
          <p:cNvSpPr>
            <a:spLocks noGrp="1"/>
          </p:cNvSpPr>
          <p:nvPr>
            <p:ph type="pic" sz="quarter" idx="13" hasCustomPrompt="1"/>
          </p:nvPr>
        </p:nvSpPr>
        <p:spPr>
          <a:xfrm>
            <a:off x="6096000" y="5292725"/>
            <a:ext cx="2029765" cy="1566863"/>
          </a:xfrm>
          <a:solidFill>
            <a:schemeClr val="accent1"/>
          </a:solidFill>
          <a:ln>
            <a:noFill/>
          </a:ln>
        </p:spPr>
        <p:txBody>
          <a:bodyPr anchor="ctr"/>
          <a:lstStyle>
            <a:lvl1pPr algn="ctr">
              <a:defRPr sz="1200" b="0">
                <a:solidFill>
                  <a:schemeClr val="bg1"/>
                </a:solidFill>
                <a:latin typeface="+mn-lt"/>
              </a:defRPr>
            </a:lvl1pPr>
          </a:lstStyle>
          <a:p>
            <a:pPr lvl="0"/>
            <a:r>
              <a:rPr lang="en-US" dirty="0"/>
              <a:t>Dynamic slice image</a:t>
            </a:r>
            <a:br>
              <a:rPr lang="en-US" dirty="0"/>
            </a:br>
            <a:r>
              <a:rPr lang="en-US" dirty="0"/>
              <a:t>or color fill</a:t>
            </a:r>
          </a:p>
        </p:txBody>
      </p:sp>
      <p:sp>
        <p:nvSpPr>
          <p:cNvPr id="3" name="Rectangle 2">
            <a:extLst>
              <a:ext uri="{FF2B5EF4-FFF2-40B4-BE49-F238E27FC236}">
                <a16:creationId xmlns:a16="http://schemas.microsoft.com/office/drawing/2014/main" id="{398A8D35-FB18-754A-7B6A-B3BC203A0044}"/>
              </a:ext>
            </a:extLst>
          </p:cNvPr>
          <p:cNvSpPr/>
          <p:nvPr userDrawn="1"/>
        </p:nvSpPr>
        <p:spPr>
          <a:xfrm>
            <a:off x="8125764" y="0"/>
            <a:ext cx="4066235" cy="5291136"/>
          </a:xfrm>
          <a:prstGeom prst="rect">
            <a:avLst/>
          </a:prstGeom>
          <a:solidFill>
            <a:srgbClr val="D7D8D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Picture Placeholder 9">
            <a:extLst>
              <a:ext uri="{FF2B5EF4-FFF2-40B4-BE49-F238E27FC236}">
                <a16:creationId xmlns:a16="http://schemas.microsoft.com/office/drawing/2014/main" id="{DF234296-5557-C221-1254-5A736D5B7FFF}"/>
              </a:ext>
            </a:extLst>
          </p:cNvPr>
          <p:cNvSpPr>
            <a:spLocks noGrp="1"/>
          </p:cNvSpPr>
          <p:nvPr>
            <p:ph type="pic" sz="quarter" idx="14" hasCustomPrompt="1"/>
          </p:nvPr>
        </p:nvSpPr>
        <p:spPr>
          <a:xfrm>
            <a:off x="8125765" y="0"/>
            <a:ext cx="4066235" cy="5291137"/>
          </a:xfrm>
          <a:noFill/>
        </p:spPr>
        <p:txBody>
          <a:bodyPr lIns="548640" tIns="548640" rIns="548640" bIns="548640" anchor="ctr"/>
          <a:lstStyle>
            <a:lvl1pPr marL="0" indent="0" algn="l">
              <a:buFont typeface="Arial" panose="020B0604020202020204" pitchFamily="34" charset="0"/>
              <a:buNone/>
              <a:defRPr sz="3600" b="0">
                <a:solidFill>
                  <a:schemeClr val="tx2"/>
                </a:solidFill>
                <a:latin typeface="+mj-lt"/>
              </a:defRPr>
            </a:lvl1pPr>
            <a:lvl2pPr marL="0" indent="0" algn="l">
              <a:buNone/>
              <a:defRPr sz="3600">
                <a:solidFill>
                  <a:schemeClr val="bg1"/>
                </a:solidFill>
                <a:latin typeface="+mj-lt"/>
              </a:defRPr>
            </a:lvl2pPr>
            <a:lvl3pPr marL="0" indent="0">
              <a:buNone/>
              <a:defRPr sz="3600">
                <a:solidFill>
                  <a:schemeClr val="bg1"/>
                </a:solidFill>
                <a:latin typeface="+mj-lt"/>
              </a:defRPr>
            </a:lvl3pPr>
            <a:lvl4pPr marL="0" indent="0">
              <a:buNone/>
              <a:defRPr sz="3600">
                <a:solidFill>
                  <a:schemeClr val="bg1"/>
                </a:solidFill>
                <a:latin typeface="+mj-lt"/>
              </a:defRPr>
            </a:lvl4pPr>
            <a:lvl5pPr marL="0" indent="0">
              <a:buNone/>
              <a:defRPr sz="3600">
                <a:solidFill>
                  <a:schemeClr val="bg1"/>
                </a:solidFill>
                <a:latin typeface="+mj-lt"/>
              </a:defRPr>
            </a:lvl5pPr>
            <a:lvl6pPr marL="0" indent="0">
              <a:buNone/>
              <a:defRPr sz="3600">
                <a:solidFill>
                  <a:schemeClr val="bg1"/>
                </a:solidFill>
                <a:latin typeface="+mj-lt"/>
              </a:defRPr>
            </a:lvl6pPr>
            <a:lvl7pPr marL="0" indent="0">
              <a:buNone/>
              <a:defRPr sz="3600">
                <a:solidFill>
                  <a:schemeClr val="bg1"/>
                </a:solidFill>
                <a:latin typeface="+mj-lt"/>
              </a:defRPr>
            </a:lvl7pPr>
            <a:lvl8pPr marL="0" indent="0">
              <a:buNone/>
              <a:defRPr sz="1200">
                <a:solidFill>
                  <a:schemeClr val="bg1"/>
                </a:solidFill>
                <a:latin typeface="+mn-lt"/>
              </a:defRPr>
            </a:lvl8pPr>
            <a:lvl9pPr marL="171450" indent="-171450" algn="l">
              <a:buClrTx/>
              <a:buFont typeface="Arial" panose="020B0604020202020204" pitchFamily="34" charset="0"/>
              <a:buChar char="•"/>
              <a:defRPr sz="1200">
                <a:solidFill>
                  <a:schemeClr val="bg1"/>
                </a:solidFill>
                <a:latin typeface="+mn-lt"/>
              </a:defRPr>
            </a:lvl9pPr>
          </a:lstStyle>
          <a:p>
            <a:pPr lvl="7"/>
            <a:r>
              <a:rPr lang="en-US" dirty="0"/>
              <a:t>Use this box for the following:</a:t>
            </a:r>
          </a:p>
          <a:p>
            <a:pPr lvl="8"/>
            <a:r>
              <a:rPr lang="en-US" dirty="0"/>
              <a:t>Dynamic slice image</a:t>
            </a:r>
          </a:p>
          <a:p>
            <a:pPr lvl="8"/>
            <a:r>
              <a:rPr lang="en-US" dirty="0"/>
              <a:t>Quote, List level 1</a:t>
            </a:r>
            <a:br>
              <a:rPr lang="en-US" dirty="0"/>
            </a:br>
            <a:r>
              <a:rPr lang="en-US" dirty="0"/>
              <a:t>(Gray Moody’s Blue or Bright blue/white</a:t>
            </a:r>
          </a:p>
          <a:p>
            <a:pPr lvl="0"/>
            <a:r>
              <a:rPr lang="en-US" dirty="0"/>
              <a:t>First level</a:t>
            </a:r>
          </a:p>
        </p:txBody>
      </p:sp>
      <p:grpSp>
        <p:nvGrpSpPr>
          <p:cNvPr id="5" name="Group 4">
            <a:extLst>
              <a:ext uri="{FF2B5EF4-FFF2-40B4-BE49-F238E27FC236}">
                <a16:creationId xmlns:a16="http://schemas.microsoft.com/office/drawing/2014/main" id="{479B363D-56C0-34D5-43C4-5EBE0B9FE560}"/>
              </a:ext>
            </a:extLst>
          </p:cNvPr>
          <p:cNvGrpSpPr/>
          <p:nvPr userDrawn="1"/>
        </p:nvGrpSpPr>
        <p:grpSpPr>
          <a:xfrm>
            <a:off x="12356815" y="0"/>
            <a:ext cx="756834" cy="6872642"/>
            <a:chOff x="12356815" y="0"/>
            <a:chExt cx="756834" cy="6872642"/>
          </a:xfrm>
        </p:grpSpPr>
        <p:sp>
          <p:nvSpPr>
            <p:cNvPr id="7" name="Rectangle 6">
              <a:extLst>
                <a:ext uri="{FF2B5EF4-FFF2-40B4-BE49-F238E27FC236}">
                  <a16:creationId xmlns:a16="http://schemas.microsoft.com/office/drawing/2014/main" id="{4C0E3BB4-F02F-EB4E-BCCB-12B80A677222}"/>
                </a:ext>
              </a:extLst>
            </p:cNvPr>
            <p:cNvSpPr/>
            <p:nvPr userDrawn="1"/>
          </p:nvSpPr>
          <p:spPr>
            <a:xfrm>
              <a:off x="12356815" y="0"/>
              <a:ext cx="553069" cy="3279913"/>
            </a:xfrm>
            <a:prstGeom prst="rect">
              <a:avLst/>
            </a:prstGeom>
            <a:solidFill>
              <a:srgbClr val="F2F2F2"/>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a:p>
          </p:txBody>
        </p:sp>
        <p:sp>
          <p:nvSpPr>
            <p:cNvPr id="8" name="TextBox 7">
              <a:extLst>
                <a:ext uri="{FF2B5EF4-FFF2-40B4-BE49-F238E27FC236}">
                  <a16:creationId xmlns:a16="http://schemas.microsoft.com/office/drawing/2014/main" id="{C13B9926-24E9-D6C0-B834-A83C3B365246}"/>
                </a:ext>
              </a:extLst>
            </p:cNvPr>
            <p:cNvSpPr txBox="1"/>
            <p:nvPr userDrawn="1"/>
          </p:nvSpPr>
          <p:spPr>
            <a:xfrm rot="16200000">
              <a:off x="12332216" y="1580677"/>
              <a:ext cx="1444306" cy="118559"/>
            </a:xfrm>
            <a:prstGeom prst="rect">
              <a:avLst/>
            </a:prstGeom>
            <a:noFill/>
          </p:spPr>
          <p:txBody>
            <a:bodyPr wrap="none" lIns="0" tIns="0" rIns="0" bIns="0" rtlCol="0">
              <a:spAutoFit/>
            </a:bodyPr>
            <a:lstStyle/>
            <a:p>
              <a:pPr algn="l">
                <a:lnSpc>
                  <a:spcPct val="101000"/>
                </a:lnSpc>
                <a:spcAft>
                  <a:spcPts val="600"/>
                </a:spcAft>
              </a:pPr>
              <a:r>
                <a:rPr kumimoji="0" lang="en-CR" sz="800" b="1" i="0" u="none" strike="noStrike" kern="1200" cap="none" spc="0" normalizeH="0" baseline="0" noProof="0">
                  <a:ln>
                    <a:noFill/>
                  </a:ln>
                  <a:solidFill>
                    <a:srgbClr val="000000"/>
                  </a:solidFill>
                  <a:effectLst/>
                  <a:uLnTx/>
                  <a:uFillTx/>
                  <a:ea typeface="GT America Regular" charset="0"/>
                  <a:cs typeface="GT America Regular" charset="0"/>
                </a:rPr>
                <a:t>ON LIGHT AND EXTRA LIGHT</a:t>
              </a:r>
            </a:p>
          </p:txBody>
        </p:sp>
        <p:sp>
          <p:nvSpPr>
            <p:cNvPr id="10" name="Rectangle 9">
              <a:extLst>
                <a:ext uri="{FF2B5EF4-FFF2-40B4-BE49-F238E27FC236}">
                  <a16:creationId xmlns:a16="http://schemas.microsoft.com/office/drawing/2014/main" id="{3C00C6B9-F316-7599-CE40-3A35495FCF33}"/>
                </a:ext>
              </a:extLst>
            </p:cNvPr>
            <p:cNvSpPr/>
            <p:nvPr userDrawn="1"/>
          </p:nvSpPr>
          <p:spPr>
            <a:xfrm>
              <a:off x="12356815" y="3592729"/>
              <a:ext cx="553069" cy="3279913"/>
            </a:xfrm>
            <a:prstGeom prst="rect">
              <a:avLst/>
            </a:prstGeom>
            <a:solidFill>
              <a:schemeClr val="tx2"/>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a:p>
          </p:txBody>
        </p:sp>
        <p:grpSp>
          <p:nvGrpSpPr>
            <p:cNvPr id="11" name="Group 10">
              <a:extLst>
                <a:ext uri="{FF2B5EF4-FFF2-40B4-BE49-F238E27FC236}">
                  <a16:creationId xmlns:a16="http://schemas.microsoft.com/office/drawing/2014/main" id="{226F0E18-4548-CDBE-5C64-83E289841077}"/>
                </a:ext>
              </a:extLst>
            </p:cNvPr>
            <p:cNvGrpSpPr/>
            <p:nvPr userDrawn="1"/>
          </p:nvGrpSpPr>
          <p:grpSpPr>
            <a:xfrm>
              <a:off x="12442019" y="3791214"/>
              <a:ext cx="382660" cy="2882942"/>
              <a:chOff x="14001569" y="3716048"/>
              <a:chExt cx="316248" cy="3171236"/>
            </a:xfrm>
          </p:grpSpPr>
          <p:sp>
            <p:nvSpPr>
              <p:cNvPr id="28" name="Rectangle 27">
                <a:extLst>
                  <a:ext uri="{FF2B5EF4-FFF2-40B4-BE49-F238E27FC236}">
                    <a16:creationId xmlns:a16="http://schemas.microsoft.com/office/drawing/2014/main" id="{D36F5767-DD71-CDFB-A856-351AA667708D}"/>
                  </a:ext>
                </a:extLst>
              </p:cNvPr>
              <p:cNvSpPr/>
              <p:nvPr userDrawn="1"/>
            </p:nvSpPr>
            <p:spPr>
              <a:xfrm rot="5400000">
                <a:off x="14033099" y="5954114"/>
                <a:ext cx="253188" cy="316248"/>
              </a:xfrm>
              <a:prstGeom prst="rect">
                <a:avLst/>
              </a:prstGeom>
              <a:solidFill>
                <a:srgbClr val="005E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29" name="Rectangle 28">
                <a:extLst>
                  <a:ext uri="{FF2B5EF4-FFF2-40B4-BE49-F238E27FC236}">
                    <a16:creationId xmlns:a16="http://schemas.microsoft.com/office/drawing/2014/main" id="{726B03CB-E7C4-29B0-28F0-5132EFEAC58C}"/>
                  </a:ext>
                </a:extLst>
              </p:cNvPr>
              <p:cNvSpPr/>
              <p:nvPr userDrawn="1"/>
            </p:nvSpPr>
            <p:spPr>
              <a:xfrm rot="5400000">
                <a:off x="14033099" y="6278342"/>
                <a:ext cx="253188" cy="316248"/>
              </a:xfrm>
              <a:prstGeom prst="rect">
                <a:avLst/>
              </a:prstGeom>
              <a:solidFill>
                <a:srgbClr val="B8B9D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30" name="Rectangle 29">
                <a:extLst>
                  <a:ext uri="{FF2B5EF4-FFF2-40B4-BE49-F238E27FC236}">
                    <a16:creationId xmlns:a16="http://schemas.microsoft.com/office/drawing/2014/main" id="{1ADA8E06-07E3-A97A-D6CB-AB6C3018F2A1}"/>
                  </a:ext>
                </a:extLst>
              </p:cNvPr>
              <p:cNvSpPr/>
              <p:nvPr userDrawn="1"/>
            </p:nvSpPr>
            <p:spPr>
              <a:xfrm rot="5400000">
                <a:off x="14033099" y="6602566"/>
                <a:ext cx="253188" cy="316248"/>
              </a:xfrm>
              <a:prstGeom prst="rect">
                <a:avLst/>
              </a:prstGeom>
              <a:solidFill>
                <a:srgbClr val="FBE6D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31" name="Rectangle 30">
                <a:extLst>
                  <a:ext uri="{FF2B5EF4-FFF2-40B4-BE49-F238E27FC236}">
                    <a16:creationId xmlns:a16="http://schemas.microsoft.com/office/drawing/2014/main" id="{1E362D25-209E-8984-EF45-11ADD3F7E015}"/>
                  </a:ext>
                </a:extLst>
              </p:cNvPr>
              <p:cNvSpPr/>
              <p:nvPr userDrawn="1"/>
            </p:nvSpPr>
            <p:spPr>
              <a:xfrm rot="5400000">
                <a:off x="14033099" y="4981430"/>
                <a:ext cx="253188" cy="316248"/>
              </a:xfrm>
              <a:prstGeom prst="rect">
                <a:avLst/>
              </a:prstGeom>
              <a:solidFill>
                <a:srgbClr val="BCE09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32" name="Rectangle 31">
                <a:extLst>
                  <a:ext uri="{FF2B5EF4-FFF2-40B4-BE49-F238E27FC236}">
                    <a16:creationId xmlns:a16="http://schemas.microsoft.com/office/drawing/2014/main" id="{5FAC854B-F5AA-7329-F8FA-7059A597EC71}"/>
                  </a:ext>
                </a:extLst>
              </p:cNvPr>
              <p:cNvSpPr/>
              <p:nvPr userDrawn="1"/>
            </p:nvSpPr>
            <p:spPr>
              <a:xfrm rot="5400000">
                <a:off x="14033099" y="5305658"/>
                <a:ext cx="253188" cy="316248"/>
              </a:xfrm>
              <a:prstGeom prst="rect">
                <a:avLst/>
              </a:prstGeom>
              <a:solidFill>
                <a:srgbClr val="E9783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33" name="Rectangle 32">
                <a:extLst>
                  <a:ext uri="{FF2B5EF4-FFF2-40B4-BE49-F238E27FC236}">
                    <a16:creationId xmlns:a16="http://schemas.microsoft.com/office/drawing/2014/main" id="{7A969ACB-2155-9EE1-26A7-D15A3D1FA11A}"/>
                  </a:ext>
                </a:extLst>
              </p:cNvPr>
              <p:cNvSpPr/>
              <p:nvPr userDrawn="1"/>
            </p:nvSpPr>
            <p:spPr>
              <a:xfrm rot="5400000">
                <a:off x="14033099" y="5629886"/>
                <a:ext cx="253188" cy="316248"/>
              </a:xfrm>
              <a:prstGeom prst="rect">
                <a:avLst/>
              </a:prstGeom>
              <a:solidFill>
                <a:srgbClr val="B9056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34" name="Rectangle 33">
                <a:extLst>
                  <a:ext uri="{FF2B5EF4-FFF2-40B4-BE49-F238E27FC236}">
                    <a16:creationId xmlns:a16="http://schemas.microsoft.com/office/drawing/2014/main" id="{A8576C5E-8706-1000-F71B-D3E809BE47C7}"/>
                  </a:ext>
                </a:extLst>
              </p:cNvPr>
              <p:cNvSpPr/>
              <p:nvPr userDrawn="1"/>
            </p:nvSpPr>
            <p:spPr>
              <a:xfrm rot="5400000">
                <a:off x="14033099" y="3684518"/>
                <a:ext cx="253188" cy="316248"/>
              </a:xfrm>
              <a:prstGeom prst="rect">
                <a:avLst/>
              </a:prstGeom>
              <a:solidFill>
                <a:srgbClr val="9DC2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35" name="Rectangle 34">
                <a:extLst>
                  <a:ext uri="{FF2B5EF4-FFF2-40B4-BE49-F238E27FC236}">
                    <a16:creationId xmlns:a16="http://schemas.microsoft.com/office/drawing/2014/main" id="{AACF60D7-E537-BF28-719A-FADE07C76B53}"/>
                  </a:ext>
                </a:extLst>
              </p:cNvPr>
              <p:cNvSpPr/>
              <p:nvPr userDrawn="1"/>
            </p:nvSpPr>
            <p:spPr>
              <a:xfrm rot="5400000">
                <a:off x="14033099" y="4008746"/>
                <a:ext cx="253188" cy="316248"/>
              </a:xfrm>
              <a:prstGeom prst="rect">
                <a:avLst/>
              </a:prstGeom>
              <a:solidFill>
                <a:srgbClr val="309DA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36" name="Rectangle 35">
                <a:extLst>
                  <a:ext uri="{FF2B5EF4-FFF2-40B4-BE49-F238E27FC236}">
                    <a16:creationId xmlns:a16="http://schemas.microsoft.com/office/drawing/2014/main" id="{6AF1CEC6-50FC-8637-01BA-A7E7351FDFE9}"/>
                  </a:ext>
                </a:extLst>
              </p:cNvPr>
              <p:cNvSpPr/>
              <p:nvPr userDrawn="1"/>
            </p:nvSpPr>
            <p:spPr>
              <a:xfrm rot="5400000">
                <a:off x="14033099" y="4332974"/>
                <a:ext cx="253188" cy="316248"/>
              </a:xfrm>
              <a:prstGeom prst="rect">
                <a:avLst/>
              </a:prstGeom>
              <a:solidFill>
                <a:srgbClr val="E2C22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37" name="Rectangle 36">
                <a:extLst>
                  <a:ext uri="{FF2B5EF4-FFF2-40B4-BE49-F238E27FC236}">
                    <a16:creationId xmlns:a16="http://schemas.microsoft.com/office/drawing/2014/main" id="{09D4A896-BC47-F225-5291-6072A6FE71E6}"/>
                  </a:ext>
                </a:extLst>
              </p:cNvPr>
              <p:cNvSpPr/>
              <p:nvPr userDrawn="1"/>
            </p:nvSpPr>
            <p:spPr>
              <a:xfrm rot="5400000">
                <a:off x="14033099" y="4657202"/>
                <a:ext cx="253188" cy="316248"/>
              </a:xfrm>
              <a:prstGeom prst="rect">
                <a:avLst/>
              </a:prstGeom>
              <a:solidFill>
                <a:srgbClr val="9158B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grpSp>
        <p:grpSp>
          <p:nvGrpSpPr>
            <p:cNvPr id="12" name="Group 11">
              <a:extLst>
                <a:ext uri="{FF2B5EF4-FFF2-40B4-BE49-F238E27FC236}">
                  <a16:creationId xmlns:a16="http://schemas.microsoft.com/office/drawing/2014/main" id="{C62F3B3A-8BF2-FB7E-7E3F-FFFD0C348BAB}"/>
                </a:ext>
              </a:extLst>
            </p:cNvPr>
            <p:cNvGrpSpPr/>
            <p:nvPr userDrawn="1"/>
          </p:nvGrpSpPr>
          <p:grpSpPr>
            <a:xfrm>
              <a:off x="12442019" y="198485"/>
              <a:ext cx="382660" cy="2882942"/>
              <a:chOff x="12742785" y="3716048"/>
              <a:chExt cx="316248" cy="3171236"/>
            </a:xfrm>
          </p:grpSpPr>
          <p:sp>
            <p:nvSpPr>
              <p:cNvPr id="14" name="Rectangle 13">
                <a:extLst>
                  <a:ext uri="{FF2B5EF4-FFF2-40B4-BE49-F238E27FC236}">
                    <a16:creationId xmlns:a16="http://schemas.microsoft.com/office/drawing/2014/main" id="{59E99FE7-7F57-78D7-0E3D-611ABF3352B4}"/>
                  </a:ext>
                </a:extLst>
              </p:cNvPr>
              <p:cNvSpPr/>
              <p:nvPr userDrawn="1"/>
            </p:nvSpPr>
            <p:spPr>
              <a:xfrm rot="5400000">
                <a:off x="12774315" y="6602566"/>
                <a:ext cx="253188" cy="316248"/>
              </a:xfrm>
              <a:prstGeom prst="rect">
                <a:avLst/>
              </a:prstGeom>
              <a:solidFill>
                <a:srgbClr val="BFD6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18" name="Rectangle 17">
                <a:extLst>
                  <a:ext uri="{FF2B5EF4-FFF2-40B4-BE49-F238E27FC236}">
                    <a16:creationId xmlns:a16="http://schemas.microsoft.com/office/drawing/2014/main" id="{74170B5D-E932-396A-F7D4-7934263DC0B2}"/>
                  </a:ext>
                </a:extLst>
              </p:cNvPr>
              <p:cNvSpPr/>
              <p:nvPr userDrawn="1"/>
            </p:nvSpPr>
            <p:spPr>
              <a:xfrm rot="5400000">
                <a:off x="12774315" y="4981430"/>
                <a:ext cx="253188" cy="316248"/>
              </a:xfrm>
              <a:prstGeom prst="rect">
                <a:avLst/>
              </a:prstGeom>
              <a:solidFill>
                <a:srgbClr val="D25F7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19" name="Rectangle 18">
                <a:extLst>
                  <a:ext uri="{FF2B5EF4-FFF2-40B4-BE49-F238E27FC236}">
                    <a16:creationId xmlns:a16="http://schemas.microsoft.com/office/drawing/2014/main" id="{A7D10867-B4BB-05D3-4F4A-A609472CD791}"/>
                  </a:ext>
                </a:extLst>
              </p:cNvPr>
              <p:cNvSpPr/>
              <p:nvPr userDrawn="1"/>
            </p:nvSpPr>
            <p:spPr>
              <a:xfrm rot="5400000">
                <a:off x="12774315" y="5305658"/>
                <a:ext cx="253188" cy="316248"/>
              </a:xfrm>
              <a:prstGeom prst="rect">
                <a:avLst/>
              </a:prstGeom>
              <a:solidFill>
                <a:srgbClr val="C6480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21" name="Rectangle 20">
                <a:extLst>
                  <a:ext uri="{FF2B5EF4-FFF2-40B4-BE49-F238E27FC236}">
                    <a16:creationId xmlns:a16="http://schemas.microsoft.com/office/drawing/2014/main" id="{5409F1B4-6DD0-1734-1784-7833EEACF56D}"/>
                  </a:ext>
                </a:extLst>
              </p:cNvPr>
              <p:cNvSpPr/>
              <p:nvPr userDrawn="1"/>
            </p:nvSpPr>
            <p:spPr>
              <a:xfrm rot="5400000">
                <a:off x="12774315" y="5629886"/>
                <a:ext cx="253188" cy="316248"/>
              </a:xfrm>
              <a:prstGeom prst="rect">
                <a:avLst/>
              </a:prstGeom>
              <a:solidFill>
                <a:srgbClr val="BA016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22" name="Rectangle 21">
                <a:extLst>
                  <a:ext uri="{FF2B5EF4-FFF2-40B4-BE49-F238E27FC236}">
                    <a16:creationId xmlns:a16="http://schemas.microsoft.com/office/drawing/2014/main" id="{FAD8762D-DE26-3095-C84B-6652B04CD73C}"/>
                  </a:ext>
                </a:extLst>
              </p:cNvPr>
              <p:cNvSpPr/>
              <p:nvPr userDrawn="1"/>
            </p:nvSpPr>
            <p:spPr>
              <a:xfrm rot="5400000">
                <a:off x="12774315" y="3684518"/>
                <a:ext cx="253188" cy="316248"/>
              </a:xfrm>
              <a:prstGeom prst="rect">
                <a:avLst/>
              </a:prstGeom>
              <a:solidFill>
                <a:srgbClr val="005E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23" name="Rectangle 22">
                <a:extLst>
                  <a:ext uri="{FF2B5EF4-FFF2-40B4-BE49-F238E27FC236}">
                    <a16:creationId xmlns:a16="http://schemas.microsoft.com/office/drawing/2014/main" id="{C3FEFD3A-996C-C179-7D69-48E8C05DEC8D}"/>
                  </a:ext>
                </a:extLst>
              </p:cNvPr>
              <p:cNvSpPr/>
              <p:nvPr userDrawn="1"/>
            </p:nvSpPr>
            <p:spPr>
              <a:xfrm rot="5400000">
                <a:off x="12774315" y="4008746"/>
                <a:ext cx="253188" cy="316248"/>
              </a:xfrm>
              <a:prstGeom prst="rect">
                <a:avLst/>
              </a:prstGeom>
              <a:solidFill>
                <a:srgbClr val="5EB6B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24" name="Rectangle 23">
                <a:extLst>
                  <a:ext uri="{FF2B5EF4-FFF2-40B4-BE49-F238E27FC236}">
                    <a16:creationId xmlns:a16="http://schemas.microsoft.com/office/drawing/2014/main" id="{E83C343F-3DC9-9467-2CC7-6F54711EA07D}"/>
                  </a:ext>
                </a:extLst>
              </p:cNvPr>
              <p:cNvSpPr/>
              <p:nvPr userDrawn="1"/>
            </p:nvSpPr>
            <p:spPr>
              <a:xfrm rot="5400000">
                <a:off x="12774315" y="4332974"/>
                <a:ext cx="253188" cy="316248"/>
              </a:xfrm>
              <a:prstGeom prst="rect">
                <a:avLst/>
              </a:prstGeom>
              <a:solidFill>
                <a:srgbClr val="C7AB2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25" name="Rectangle 24">
                <a:extLst>
                  <a:ext uri="{FF2B5EF4-FFF2-40B4-BE49-F238E27FC236}">
                    <a16:creationId xmlns:a16="http://schemas.microsoft.com/office/drawing/2014/main" id="{5B9EEB28-0C1D-5F77-95B2-E820E006388A}"/>
                  </a:ext>
                </a:extLst>
              </p:cNvPr>
              <p:cNvSpPr/>
              <p:nvPr userDrawn="1"/>
            </p:nvSpPr>
            <p:spPr>
              <a:xfrm rot="5400000">
                <a:off x="12774315" y="4657202"/>
                <a:ext cx="253188" cy="316248"/>
              </a:xfrm>
              <a:prstGeom prst="rect">
                <a:avLst/>
              </a:prstGeom>
              <a:solidFill>
                <a:srgbClr val="5C068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26" name="Rectangle 25">
                <a:extLst>
                  <a:ext uri="{FF2B5EF4-FFF2-40B4-BE49-F238E27FC236}">
                    <a16:creationId xmlns:a16="http://schemas.microsoft.com/office/drawing/2014/main" id="{FF2C969D-7F7F-7B6E-A988-EBA5FEE501D3}"/>
                  </a:ext>
                </a:extLst>
              </p:cNvPr>
              <p:cNvSpPr/>
              <p:nvPr userDrawn="1"/>
            </p:nvSpPr>
            <p:spPr>
              <a:xfrm rot="5400000">
                <a:off x="12774315" y="5954114"/>
                <a:ext cx="253188" cy="316248"/>
              </a:xfrm>
              <a:prstGeom prst="rect">
                <a:avLst/>
              </a:prstGeom>
              <a:solidFill>
                <a:srgbClr val="2A431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27" name="Rectangle 26">
                <a:extLst>
                  <a:ext uri="{FF2B5EF4-FFF2-40B4-BE49-F238E27FC236}">
                    <a16:creationId xmlns:a16="http://schemas.microsoft.com/office/drawing/2014/main" id="{1A87B964-A70E-5FE5-772D-D6AE7D003DC5}"/>
                  </a:ext>
                </a:extLst>
              </p:cNvPr>
              <p:cNvSpPr/>
              <p:nvPr userDrawn="1"/>
            </p:nvSpPr>
            <p:spPr>
              <a:xfrm rot="5400000">
                <a:off x="12774315" y="6278342"/>
                <a:ext cx="253188" cy="316248"/>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grpSp>
        <p:sp>
          <p:nvSpPr>
            <p:cNvPr id="13" name="TextBox 12">
              <a:extLst>
                <a:ext uri="{FF2B5EF4-FFF2-40B4-BE49-F238E27FC236}">
                  <a16:creationId xmlns:a16="http://schemas.microsoft.com/office/drawing/2014/main" id="{3AB270FA-A8C2-CD62-FC77-CB928FDAD456}"/>
                </a:ext>
              </a:extLst>
            </p:cNvPr>
            <p:cNvSpPr txBox="1"/>
            <p:nvPr userDrawn="1"/>
          </p:nvSpPr>
          <p:spPr>
            <a:xfrm rot="16200000">
              <a:off x="12574270" y="5173406"/>
              <a:ext cx="960199" cy="118559"/>
            </a:xfrm>
            <a:prstGeom prst="rect">
              <a:avLst/>
            </a:prstGeom>
            <a:noFill/>
          </p:spPr>
          <p:txBody>
            <a:bodyPr wrap="none" lIns="0" tIns="0" rIns="0" bIns="0" rtlCol="0">
              <a:spAutoFit/>
            </a:bodyPr>
            <a:lstStyle/>
            <a:p>
              <a:pPr algn="l">
                <a:lnSpc>
                  <a:spcPct val="101000"/>
                </a:lnSpc>
                <a:spcAft>
                  <a:spcPts val="600"/>
                </a:spcAft>
              </a:pPr>
              <a:r>
                <a:rPr lang="en-CR" sz="800" b="1">
                  <a:solidFill>
                    <a:srgbClr val="000000"/>
                  </a:solidFill>
                  <a:latin typeface="GT America Regular"/>
                  <a:ea typeface="GT America Regular" charset="0"/>
                  <a:cs typeface="GT America Regular" charset="0"/>
                </a:rPr>
                <a:t>ON MOODY´S BLUE</a:t>
              </a:r>
              <a:endParaRPr kumimoji="0" lang="en-CR" sz="800" b="1" i="0" u="none" strike="noStrike" kern="1200" cap="none" spc="0" normalizeH="0" baseline="0" noProof="0" err="1">
                <a:ln>
                  <a:noFill/>
                </a:ln>
                <a:solidFill>
                  <a:srgbClr val="000000"/>
                </a:solidFill>
                <a:effectLst/>
                <a:uLnTx/>
                <a:uFillTx/>
                <a:latin typeface="GT America Regular"/>
                <a:ea typeface="GT America Regular" charset="0"/>
                <a:cs typeface="GT America Regular" charset="0"/>
              </a:endParaRPr>
            </a:p>
          </p:txBody>
        </p:sp>
      </p:grpSp>
      <p:sp>
        <p:nvSpPr>
          <p:cNvPr id="38" name="TextBox 37">
            <a:extLst>
              <a:ext uri="{FF2B5EF4-FFF2-40B4-BE49-F238E27FC236}">
                <a16:creationId xmlns:a16="http://schemas.microsoft.com/office/drawing/2014/main" id="{C54487EF-E881-3F73-4591-DFC87B042D38}"/>
              </a:ext>
            </a:extLst>
          </p:cNvPr>
          <p:cNvSpPr txBox="1"/>
          <p:nvPr userDrawn="1"/>
        </p:nvSpPr>
        <p:spPr>
          <a:xfrm>
            <a:off x="12356815" y="3377042"/>
            <a:ext cx="807913" cy="118559"/>
          </a:xfrm>
          <a:prstGeom prst="rect">
            <a:avLst/>
          </a:prstGeom>
          <a:noFill/>
        </p:spPr>
        <p:txBody>
          <a:bodyPr wrap="none" lIns="0" tIns="0" rIns="0" bIns="0" rtlCol="0">
            <a:spAutoFit/>
          </a:bodyPr>
          <a:lstStyle/>
          <a:p>
            <a:pPr algn="l">
              <a:lnSpc>
                <a:spcPct val="101000"/>
              </a:lnSpc>
              <a:spcAft>
                <a:spcPts val="600"/>
              </a:spcAft>
            </a:pPr>
            <a:r>
              <a:rPr kumimoji="0" lang="en-US" sz="800" b="1" i="0" u="none" strike="noStrike" kern="1200" cap="none" spc="0" normalizeH="0" baseline="0" noProof="0" dirty="0">
                <a:ln>
                  <a:noFill/>
                </a:ln>
                <a:solidFill>
                  <a:srgbClr val="000000"/>
                </a:solidFill>
                <a:effectLst/>
                <a:uLnTx/>
                <a:uFillTx/>
                <a:ea typeface="GT America Regular" charset="0"/>
                <a:cs typeface="GT America Regular" charset="0"/>
              </a:rPr>
              <a:t>For charts ONLY</a:t>
            </a:r>
            <a:endParaRPr kumimoji="0" lang="en-CR" sz="800" b="1" i="0" u="none" strike="noStrike" kern="1200" cap="none" spc="0" normalizeH="0" baseline="0" noProof="0">
              <a:ln>
                <a:noFill/>
              </a:ln>
              <a:solidFill>
                <a:srgbClr val="000000"/>
              </a:solidFill>
              <a:effectLst/>
              <a:uLnTx/>
              <a:uFillTx/>
              <a:ea typeface="GT America Regular" charset="0"/>
              <a:cs typeface="GT America Regular" charset="0"/>
            </a:endParaRPr>
          </a:p>
        </p:txBody>
      </p:sp>
    </p:spTree>
    <p:extLst>
      <p:ext uri="{BB962C8B-B14F-4D97-AF65-F5344CB8AC3E}">
        <p14:creationId xmlns:p14="http://schemas.microsoft.com/office/powerpoint/2010/main" val="3761546649"/>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Dynamic Slices 3 / Dark - Subhead">
    <p:bg>
      <p:bgPr>
        <a:solidFill>
          <a:schemeClr val="tx2"/>
        </a:solidFill>
        <a:effectLst/>
      </p:bgPr>
    </p:bg>
    <p:spTree>
      <p:nvGrpSpPr>
        <p:cNvPr id="1" name=""/>
        <p:cNvGrpSpPr/>
        <p:nvPr/>
      </p:nvGrpSpPr>
      <p:grpSpPr>
        <a:xfrm>
          <a:off x="0" y="0"/>
          <a:ext cx="0" cy="0"/>
          <a:chOff x="0" y="0"/>
          <a:chExt cx="0" cy="0"/>
        </a:xfrm>
      </p:grpSpPr>
      <p:sp>
        <p:nvSpPr>
          <p:cNvPr id="20" name="Freeform 19">
            <a:extLst>
              <a:ext uri="{FF2B5EF4-FFF2-40B4-BE49-F238E27FC236}">
                <a16:creationId xmlns:a16="http://schemas.microsoft.com/office/drawing/2014/main" id="{091F8258-6B33-2DAE-610E-A14A266200A5}"/>
              </a:ext>
            </a:extLst>
          </p:cNvPr>
          <p:cNvSpPr/>
          <p:nvPr/>
        </p:nvSpPr>
        <p:spPr>
          <a:xfrm>
            <a:off x="554038" y="6469335"/>
            <a:ext cx="678511" cy="112440"/>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chemeClr val="bg1"/>
          </a:solidFill>
          <a:ln w="0" cap="flat">
            <a:noFill/>
            <a:prstDash val="solid"/>
            <a:miter/>
          </a:ln>
        </p:spPr>
        <p:txBody>
          <a:bodyPr rtlCol="0" anchor="ctr"/>
          <a:lstStyle/>
          <a:p>
            <a:endParaRPr lang="en-US"/>
          </a:p>
        </p:txBody>
      </p:sp>
      <p:sp>
        <p:nvSpPr>
          <p:cNvPr id="9" name="Slide Number Placeholder 8">
            <a:extLst>
              <a:ext uri="{FF2B5EF4-FFF2-40B4-BE49-F238E27FC236}">
                <a16:creationId xmlns:a16="http://schemas.microsoft.com/office/drawing/2014/main" id="{CCA8152B-F410-5052-DF3D-06C6DD4D2381}"/>
              </a:ext>
            </a:extLst>
          </p:cNvPr>
          <p:cNvSpPr>
            <a:spLocks noGrp="1"/>
          </p:cNvSpPr>
          <p:nvPr>
            <p:ph type="sldNum" sz="quarter" idx="12"/>
          </p:nvPr>
        </p:nvSpPr>
        <p:spPr/>
        <p:txBody>
          <a:bodyPr/>
          <a:lstStyle>
            <a:lvl1pPr>
              <a:defRPr>
                <a:solidFill>
                  <a:schemeClr val="bg1"/>
                </a:solidFill>
              </a:defRPr>
            </a:lvl1pPr>
          </a:lstStyle>
          <a:p>
            <a:fld id="{862A5111-985B-C14D-9115-5787026182A8}" type="slidenum">
              <a:rPr lang="en-US" smtClean="0"/>
              <a:pPr/>
              <a:t>‹#›</a:t>
            </a:fld>
            <a:endParaRPr lang="en-US" dirty="0"/>
          </a:p>
        </p:txBody>
      </p:sp>
      <p:sp>
        <p:nvSpPr>
          <p:cNvPr id="8" name="Title 7">
            <a:extLst>
              <a:ext uri="{FF2B5EF4-FFF2-40B4-BE49-F238E27FC236}">
                <a16:creationId xmlns:a16="http://schemas.microsoft.com/office/drawing/2014/main" id="{F08C48AF-02EF-8FA0-A466-0869BF05C3EF}"/>
              </a:ext>
            </a:extLst>
          </p:cNvPr>
          <p:cNvSpPr>
            <a:spLocks noGrp="1"/>
          </p:cNvSpPr>
          <p:nvPr>
            <p:ph type="title"/>
          </p:nvPr>
        </p:nvSpPr>
        <p:spPr>
          <a:xfrm>
            <a:off x="546100" y="552450"/>
            <a:ext cx="6851649" cy="434975"/>
          </a:xfrm>
        </p:spPr>
        <p:txBody>
          <a:bodyPr/>
          <a:lstStyle>
            <a:lvl1pPr>
              <a:defRPr>
                <a:solidFill>
                  <a:schemeClr val="accent1"/>
                </a:solidFill>
              </a:defRPr>
            </a:lvl1pPr>
          </a:lstStyle>
          <a:p>
            <a:r>
              <a:rPr lang="en-US"/>
              <a:t>Click to edit Master title style</a:t>
            </a:r>
            <a:endParaRPr lang="en-US" dirty="0"/>
          </a:p>
        </p:txBody>
      </p:sp>
      <p:sp>
        <p:nvSpPr>
          <p:cNvPr id="13" name="Text Placeholder 11">
            <a:extLst>
              <a:ext uri="{FF2B5EF4-FFF2-40B4-BE49-F238E27FC236}">
                <a16:creationId xmlns:a16="http://schemas.microsoft.com/office/drawing/2014/main" id="{C1B3D74E-B270-D5EC-6F1E-2F3F425D169B}"/>
              </a:ext>
            </a:extLst>
          </p:cNvPr>
          <p:cNvSpPr>
            <a:spLocks noGrp="1"/>
          </p:cNvSpPr>
          <p:nvPr>
            <p:ph type="body" sz="quarter" idx="23"/>
          </p:nvPr>
        </p:nvSpPr>
        <p:spPr>
          <a:xfrm>
            <a:off x="546892" y="1127125"/>
            <a:ext cx="6853452" cy="292607"/>
          </a:xfrm>
        </p:spPr>
        <p:txBody>
          <a:bodyPr>
            <a:noAutofit/>
          </a:bodyPr>
          <a:lstStyle>
            <a:lvl1pPr marL="0" algn="l" defTabSz="914400" rtl="0" eaLnBrk="1" latinLnBrk="0" hangingPunct="1">
              <a:lnSpc>
                <a:spcPct val="80000"/>
              </a:lnSpc>
              <a:spcBef>
                <a:spcPts val="0"/>
              </a:spcBef>
              <a:spcAft>
                <a:spcPts val="0"/>
              </a:spcAft>
              <a:buNone/>
              <a:defRPr lang="en-US" sz="2400" b="0" i="0" kern="1200" dirty="0" smtClean="0">
                <a:solidFill>
                  <a:schemeClr val="bg1"/>
                </a:solidFill>
                <a:latin typeface="+mj-lt"/>
                <a:ea typeface="GT America Regular" charset="0"/>
                <a:cs typeface="GT America Regular" charset="0"/>
              </a:defRPr>
            </a:lvl1pPr>
            <a:lvl2pPr marL="0" indent="0" algn="l" defTabSz="914400" rtl="0" eaLnBrk="1" latinLnBrk="0" hangingPunct="1">
              <a:lnSpc>
                <a:spcPct val="80000"/>
              </a:lnSpc>
              <a:spcBef>
                <a:spcPts val="0"/>
              </a:spcBef>
              <a:spcAft>
                <a:spcPts val="0"/>
              </a:spcAft>
              <a:buNone/>
              <a:defRPr lang="en-US" sz="2400" b="0" i="0" kern="1200" dirty="0" smtClean="0">
                <a:solidFill>
                  <a:schemeClr val="bg1"/>
                </a:solidFill>
                <a:latin typeface="+mj-lt"/>
                <a:ea typeface="GT America Regular" charset="0"/>
                <a:cs typeface="GT America Regular" charset="0"/>
              </a:defRPr>
            </a:lvl2pPr>
            <a:lvl3pPr marL="0" indent="0" algn="l" defTabSz="914400" rtl="0" eaLnBrk="1" latinLnBrk="0" hangingPunct="1">
              <a:lnSpc>
                <a:spcPct val="80000"/>
              </a:lnSpc>
              <a:spcBef>
                <a:spcPts val="0"/>
              </a:spcBef>
              <a:spcAft>
                <a:spcPts val="0"/>
              </a:spcAft>
              <a:buNone/>
              <a:defRPr lang="en-US" sz="2400" b="0" i="0" kern="1200" dirty="0" smtClean="0">
                <a:solidFill>
                  <a:schemeClr val="bg1"/>
                </a:solidFill>
                <a:latin typeface="+mj-lt"/>
                <a:ea typeface="GT America Regular" charset="0"/>
                <a:cs typeface="GT America Regular" charset="0"/>
              </a:defRPr>
            </a:lvl3pPr>
            <a:lvl4pPr marL="0" indent="0" algn="l" defTabSz="914400" rtl="0" eaLnBrk="1" latinLnBrk="0" hangingPunct="1">
              <a:lnSpc>
                <a:spcPct val="80000"/>
              </a:lnSpc>
              <a:spcBef>
                <a:spcPts val="0"/>
              </a:spcBef>
              <a:spcAft>
                <a:spcPts val="0"/>
              </a:spcAft>
              <a:buNone/>
              <a:defRPr lang="en-US" sz="2400" b="0" i="0" kern="1200" dirty="0" smtClean="0">
                <a:solidFill>
                  <a:schemeClr val="bg1"/>
                </a:solidFill>
                <a:latin typeface="+mj-lt"/>
                <a:ea typeface="GT America Regular" charset="0"/>
                <a:cs typeface="GT America Regular" charset="0"/>
              </a:defRPr>
            </a:lvl4pPr>
            <a:lvl5pPr marL="0" indent="0" algn="l" defTabSz="914400" rtl="0" eaLnBrk="1" latinLnBrk="0" hangingPunct="1">
              <a:lnSpc>
                <a:spcPct val="80000"/>
              </a:lnSpc>
              <a:spcBef>
                <a:spcPts val="0"/>
              </a:spcBef>
              <a:spcAft>
                <a:spcPts val="0"/>
              </a:spcAft>
              <a:buNone/>
              <a:defRPr lang="en-US" sz="2400" b="0" i="0" kern="1200" dirty="0" smtClean="0">
                <a:solidFill>
                  <a:schemeClr val="bg1"/>
                </a:solidFill>
                <a:latin typeface="+mj-lt"/>
                <a:ea typeface="GT America Regular" charset="0"/>
                <a:cs typeface="GT America Regular" charset="0"/>
              </a:defRPr>
            </a:lvl5pPr>
            <a:lvl6pPr marL="0" indent="0" algn="l" defTabSz="914400" rtl="0" eaLnBrk="1" latinLnBrk="0" hangingPunct="1">
              <a:lnSpc>
                <a:spcPct val="80000"/>
              </a:lnSpc>
              <a:spcBef>
                <a:spcPts val="0"/>
              </a:spcBef>
              <a:spcAft>
                <a:spcPts val="0"/>
              </a:spcAft>
              <a:buNone/>
              <a:defRPr lang="en-US" sz="2400" b="0" i="0" kern="1200" dirty="0" smtClean="0">
                <a:solidFill>
                  <a:schemeClr val="bg1"/>
                </a:solidFill>
                <a:latin typeface="+mj-lt"/>
                <a:ea typeface="GT America Regular" charset="0"/>
                <a:cs typeface="GT America Regular" charset="0"/>
              </a:defRPr>
            </a:lvl6pPr>
            <a:lvl7pPr marL="0" indent="0" algn="l" defTabSz="914400" rtl="0" eaLnBrk="1" latinLnBrk="0" hangingPunct="1">
              <a:lnSpc>
                <a:spcPct val="80000"/>
              </a:lnSpc>
              <a:spcBef>
                <a:spcPts val="0"/>
              </a:spcBef>
              <a:spcAft>
                <a:spcPts val="0"/>
              </a:spcAft>
              <a:buNone/>
              <a:defRPr lang="en-US" sz="2400" b="0" i="0" kern="1200" dirty="0" smtClean="0">
                <a:solidFill>
                  <a:schemeClr val="bg1"/>
                </a:solidFill>
                <a:latin typeface="+mj-lt"/>
                <a:ea typeface="GT America Regular" charset="0"/>
                <a:cs typeface="GT America Regular" charset="0"/>
              </a:defRPr>
            </a:lvl7pPr>
            <a:lvl8pPr marL="0" indent="0" algn="l" defTabSz="914400" rtl="0" eaLnBrk="1" latinLnBrk="0" hangingPunct="1">
              <a:lnSpc>
                <a:spcPct val="80000"/>
              </a:lnSpc>
              <a:spcBef>
                <a:spcPts val="0"/>
              </a:spcBef>
              <a:spcAft>
                <a:spcPts val="0"/>
              </a:spcAft>
              <a:buNone/>
              <a:defRPr lang="en-US" sz="2400" b="0" i="0" kern="1200" dirty="0" smtClean="0">
                <a:solidFill>
                  <a:schemeClr val="bg1"/>
                </a:solidFill>
                <a:latin typeface="+mj-lt"/>
                <a:ea typeface="GT America Regular" charset="0"/>
                <a:cs typeface="GT America Regular" charset="0"/>
              </a:defRPr>
            </a:lvl8pPr>
            <a:lvl9pPr marL="0" indent="0" algn="l" defTabSz="914400" rtl="0" eaLnBrk="1" latinLnBrk="0" hangingPunct="1">
              <a:lnSpc>
                <a:spcPct val="80000"/>
              </a:lnSpc>
              <a:spcBef>
                <a:spcPts val="0"/>
              </a:spcBef>
              <a:spcAft>
                <a:spcPts val="0"/>
              </a:spcAft>
              <a:buNone/>
              <a:defRPr lang="en-US" sz="2400" b="0" i="0" kern="1200" dirty="0">
                <a:solidFill>
                  <a:schemeClr val="bg1"/>
                </a:solidFill>
                <a:latin typeface="+mj-lt"/>
                <a:ea typeface="GT America Regular" charset="0"/>
                <a:cs typeface="GT America Regular" charset="0"/>
              </a:defRPr>
            </a:lvl9pPr>
          </a:lstStyle>
          <a:p>
            <a:pPr lvl="0"/>
            <a:r>
              <a:rPr lang="en-US"/>
              <a:t>Click to edit Master text styles</a:t>
            </a:r>
          </a:p>
        </p:txBody>
      </p:sp>
      <p:sp>
        <p:nvSpPr>
          <p:cNvPr id="17" name="Text Placeholder 13">
            <a:extLst>
              <a:ext uri="{FF2B5EF4-FFF2-40B4-BE49-F238E27FC236}">
                <a16:creationId xmlns:a16="http://schemas.microsoft.com/office/drawing/2014/main" id="{1F0B1429-1262-BB0D-EEE9-9308631827BA}"/>
              </a:ext>
            </a:extLst>
          </p:cNvPr>
          <p:cNvSpPr>
            <a:spLocks noGrp="1"/>
          </p:cNvSpPr>
          <p:nvPr>
            <p:ph type="body" sz="quarter" idx="24"/>
          </p:nvPr>
        </p:nvSpPr>
        <p:spPr>
          <a:xfrm>
            <a:off x="546892" y="6019801"/>
            <a:ext cx="5444333" cy="292100"/>
          </a:xfrm>
        </p:spPr>
        <p:txBody>
          <a:bodyPr anchor="b">
            <a:noAutofit/>
          </a:bodyPr>
          <a:lstStyle>
            <a:lvl1pPr marL="0" indent="0" algn="l" defTabSz="914400" rtl="0" eaLnBrk="1" latinLnBrk="0" hangingPunct="1">
              <a:lnSpc>
                <a:spcPct val="101000"/>
              </a:lnSpc>
              <a:spcBef>
                <a:spcPts val="0"/>
              </a:spcBef>
              <a:spcAft>
                <a:spcPts val="600"/>
              </a:spcAft>
              <a:buNone/>
              <a:defRPr lang="en-US" sz="600" b="0" i="0" kern="1200" dirty="0" smtClean="0">
                <a:solidFill>
                  <a:schemeClr val="bg1"/>
                </a:solidFill>
                <a:latin typeface="+mn-lt"/>
                <a:ea typeface="GT America Regular" charset="0"/>
                <a:cs typeface="GT America Regular" charset="0"/>
              </a:defRPr>
            </a:lvl1pPr>
            <a:lvl2pPr marL="0" indent="0" algn="l" defTabSz="914400" rtl="0" eaLnBrk="1" latinLnBrk="0" hangingPunct="1">
              <a:lnSpc>
                <a:spcPct val="101000"/>
              </a:lnSpc>
              <a:spcBef>
                <a:spcPts val="0"/>
              </a:spcBef>
              <a:spcAft>
                <a:spcPts val="600"/>
              </a:spcAft>
              <a:buNone/>
              <a:defRPr lang="en-US" sz="600" b="0" i="0" kern="1200" dirty="0" smtClean="0">
                <a:solidFill>
                  <a:schemeClr val="bg1"/>
                </a:solidFill>
                <a:latin typeface="+mn-lt"/>
                <a:ea typeface="GT America Regular" charset="0"/>
                <a:cs typeface="GT America Regular" charset="0"/>
              </a:defRPr>
            </a:lvl2pPr>
            <a:lvl3pPr marL="0" indent="0" algn="l" defTabSz="914400" rtl="0" eaLnBrk="1" latinLnBrk="0" hangingPunct="1">
              <a:lnSpc>
                <a:spcPct val="101000"/>
              </a:lnSpc>
              <a:spcBef>
                <a:spcPts val="0"/>
              </a:spcBef>
              <a:spcAft>
                <a:spcPts val="600"/>
              </a:spcAft>
              <a:buNone/>
              <a:defRPr lang="en-US" sz="600" b="0" i="0" kern="1200" dirty="0" smtClean="0">
                <a:solidFill>
                  <a:schemeClr val="bg1"/>
                </a:solidFill>
                <a:latin typeface="+mn-lt"/>
                <a:ea typeface="GT America Regular" charset="0"/>
                <a:cs typeface="GT America Regular" charset="0"/>
              </a:defRPr>
            </a:lvl3pPr>
            <a:lvl4pPr marL="0" indent="0" algn="l" defTabSz="914400" rtl="0" eaLnBrk="1" latinLnBrk="0" hangingPunct="1">
              <a:lnSpc>
                <a:spcPct val="101000"/>
              </a:lnSpc>
              <a:spcBef>
                <a:spcPts val="0"/>
              </a:spcBef>
              <a:spcAft>
                <a:spcPts val="600"/>
              </a:spcAft>
              <a:buNone/>
              <a:defRPr lang="en-US" sz="600" b="0" i="0" kern="1200" dirty="0" smtClean="0">
                <a:solidFill>
                  <a:schemeClr val="bg1"/>
                </a:solidFill>
                <a:latin typeface="+mn-lt"/>
                <a:ea typeface="GT America Regular" charset="0"/>
                <a:cs typeface="GT America Regular" charset="0"/>
              </a:defRPr>
            </a:lvl4pPr>
            <a:lvl5pPr marL="0" indent="0" algn="l" defTabSz="914400" rtl="0" eaLnBrk="1" latinLnBrk="0" hangingPunct="1">
              <a:lnSpc>
                <a:spcPct val="101000"/>
              </a:lnSpc>
              <a:spcBef>
                <a:spcPts val="0"/>
              </a:spcBef>
              <a:spcAft>
                <a:spcPts val="600"/>
              </a:spcAft>
              <a:buNone/>
              <a:defRPr lang="en-US" sz="600" b="0" i="0" kern="1200" dirty="0" smtClean="0">
                <a:solidFill>
                  <a:schemeClr val="bg1"/>
                </a:solidFill>
                <a:latin typeface="+mn-lt"/>
                <a:ea typeface="GT America Regular" charset="0"/>
                <a:cs typeface="GT America Regular" charset="0"/>
              </a:defRPr>
            </a:lvl5pPr>
            <a:lvl6pPr marL="0" indent="0" algn="l" defTabSz="914400" rtl="0" eaLnBrk="1" latinLnBrk="0" hangingPunct="1">
              <a:lnSpc>
                <a:spcPct val="101000"/>
              </a:lnSpc>
              <a:spcBef>
                <a:spcPts val="0"/>
              </a:spcBef>
              <a:spcAft>
                <a:spcPts val="600"/>
              </a:spcAft>
              <a:buNone/>
              <a:defRPr lang="en-US" sz="600" b="0" i="0" kern="1200" dirty="0" smtClean="0">
                <a:solidFill>
                  <a:schemeClr val="bg1"/>
                </a:solidFill>
                <a:latin typeface="+mn-lt"/>
                <a:ea typeface="GT America Regular" charset="0"/>
                <a:cs typeface="GT America Regular" charset="0"/>
              </a:defRPr>
            </a:lvl6pPr>
            <a:lvl7pPr marL="0" indent="0" algn="l" defTabSz="914400" rtl="0" eaLnBrk="1" latinLnBrk="0" hangingPunct="1">
              <a:lnSpc>
                <a:spcPct val="101000"/>
              </a:lnSpc>
              <a:spcBef>
                <a:spcPts val="0"/>
              </a:spcBef>
              <a:spcAft>
                <a:spcPts val="600"/>
              </a:spcAft>
              <a:buNone/>
              <a:defRPr lang="en-US" sz="600" b="0" i="0" kern="1200" dirty="0" smtClean="0">
                <a:solidFill>
                  <a:schemeClr val="bg1"/>
                </a:solidFill>
                <a:latin typeface="+mn-lt"/>
                <a:ea typeface="GT America Regular" charset="0"/>
                <a:cs typeface="GT America Regular" charset="0"/>
              </a:defRPr>
            </a:lvl7pPr>
            <a:lvl8pPr marL="0" indent="0" algn="l" defTabSz="914400" rtl="0" eaLnBrk="1" latinLnBrk="0" hangingPunct="1">
              <a:lnSpc>
                <a:spcPct val="101000"/>
              </a:lnSpc>
              <a:spcBef>
                <a:spcPts val="0"/>
              </a:spcBef>
              <a:spcAft>
                <a:spcPts val="600"/>
              </a:spcAft>
              <a:buNone/>
              <a:defRPr lang="en-US" sz="600" b="0" i="0" kern="1200" dirty="0" smtClean="0">
                <a:solidFill>
                  <a:schemeClr val="bg1"/>
                </a:solidFill>
                <a:latin typeface="+mn-lt"/>
                <a:ea typeface="GT America Regular" charset="0"/>
                <a:cs typeface="GT America Regular" charset="0"/>
              </a:defRPr>
            </a:lvl8pPr>
            <a:lvl9pPr marL="0" indent="0" algn="l" defTabSz="914400" rtl="0" eaLnBrk="1" latinLnBrk="0" hangingPunct="1">
              <a:lnSpc>
                <a:spcPct val="101000"/>
              </a:lnSpc>
              <a:spcBef>
                <a:spcPts val="0"/>
              </a:spcBef>
              <a:spcAft>
                <a:spcPts val="600"/>
              </a:spcAft>
              <a:buNone/>
              <a:defRPr lang="en-US" sz="600" b="0" i="0" kern="1200" dirty="0">
                <a:solidFill>
                  <a:schemeClr val="bg1"/>
                </a:solidFill>
                <a:latin typeface="+mn-lt"/>
                <a:ea typeface="GT America Regular" charset="0"/>
                <a:cs typeface="GT America Regular" charset="0"/>
              </a:defRPr>
            </a:lvl9pPr>
          </a:lstStyle>
          <a:p>
            <a:pPr lvl="0"/>
            <a:r>
              <a:rPr lang="en-US"/>
              <a:t>Click to edit Master text styles</a:t>
            </a:r>
          </a:p>
        </p:txBody>
      </p:sp>
      <p:sp>
        <p:nvSpPr>
          <p:cNvPr id="18" name="Text Placeholder 33">
            <a:extLst>
              <a:ext uri="{FF2B5EF4-FFF2-40B4-BE49-F238E27FC236}">
                <a16:creationId xmlns:a16="http://schemas.microsoft.com/office/drawing/2014/main" id="{FC341142-156C-1A12-BFCF-8E43F622EC84}"/>
              </a:ext>
            </a:extLst>
          </p:cNvPr>
          <p:cNvSpPr>
            <a:spLocks noGrp="1"/>
          </p:cNvSpPr>
          <p:nvPr>
            <p:ph type="body" sz="quarter" idx="29"/>
          </p:nvPr>
        </p:nvSpPr>
        <p:spPr>
          <a:xfrm>
            <a:off x="546892" y="1849437"/>
            <a:ext cx="6850858" cy="296861"/>
          </a:xfrm>
        </p:spPr>
        <p:txBody>
          <a:bodyPr>
            <a:noAutofit/>
          </a:bodyPr>
          <a:lstStyle>
            <a:lvl1pPr marL="0" indent="0" algn="l" defTabSz="914400" rtl="0" eaLnBrk="1" latinLnBrk="0" hangingPunct="1">
              <a:lnSpc>
                <a:spcPct val="101000"/>
              </a:lnSpc>
              <a:spcBef>
                <a:spcPts val="0"/>
              </a:spcBef>
              <a:spcAft>
                <a:spcPts val="600"/>
              </a:spcAft>
              <a:buNone/>
              <a:defRPr lang="en-US" sz="2000" b="0" i="0" kern="1200" dirty="0" smtClean="0">
                <a:solidFill>
                  <a:schemeClr val="bg1"/>
                </a:solidFill>
                <a:latin typeface="+mj-lt"/>
                <a:ea typeface="GT America Regular" charset="0"/>
                <a:cs typeface="GT America Regular" charset="0"/>
              </a:defRPr>
            </a:lvl1pPr>
            <a:lvl2pPr marL="0" indent="0" algn="l" defTabSz="914400" rtl="0" eaLnBrk="1" latinLnBrk="0" hangingPunct="1">
              <a:lnSpc>
                <a:spcPct val="101000"/>
              </a:lnSpc>
              <a:spcBef>
                <a:spcPts val="0"/>
              </a:spcBef>
              <a:spcAft>
                <a:spcPts val="600"/>
              </a:spcAft>
              <a:buNone/>
              <a:defRPr lang="en-US" sz="2000" b="0" i="0" kern="1200" dirty="0" smtClean="0">
                <a:solidFill>
                  <a:schemeClr val="accent1"/>
                </a:solidFill>
                <a:latin typeface="+mj-lt"/>
                <a:ea typeface="GT America Regular" charset="0"/>
                <a:cs typeface="GT America Regular" charset="0"/>
              </a:defRPr>
            </a:lvl2pPr>
            <a:lvl3pPr marL="0" indent="0" algn="l" defTabSz="914400" rtl="0" eaLnBrk="1" latinLnBrk="0" hangingPunct="1">
              <a:lnSpc>
                <a:spcPct val="101000"/>
              </a:lnSpc>
              <a:spcBef>
                <a:spcPts val="0"/>
              </a:spcBef>
              <a:spcAft>
                <a:spcPts val="600"/>
              </a:spcAft>
              <a:buNone/>
              <a:defRPr lang="en-US" sz="2000" b="0" i="0" kern="1200" dirty="0" smtClean="0">
                <a:solidFill>
                  <a:schemeClr val="accent1"/>
                </a:solidFill>
                <a:latin typeface="+mj-lt"/>
                <a:ea typeface="GT America Regular" charset="0"/>
                <a:cs typeface="GT America Regular" charset="0"/>
              </a:defRPr>
            </a:lvl3pPr>
            <a:lvl4pPr marL="0" indent="0" algn="l" defTabSz="914400" rtl="0" eaLnBrk="1" latinLnBrk="0" hangingPunct="1">
              <a:lnSpc>
                <a:spcPct val="101000"/>
              </a:lnSpc>
              <a:spcBef>
                <a:spcPts val="0"/>
              </a:spcBef>
              <a:spcAft>
                <a:spcPts val="600"/>
              </a:spcAft>
              <a:buNone/>
              <a:defRPr lang="en-US" sz="2000" b="0" i="0" kern="1200" dirty="0" smtClean="0">
                <a:solidFill>
                  <a:schemeClr val="accent1"/>
                </a:solidFill>
                <a:latin typeface="+mj-lt"/>
                <a:ea typeface="GT America Regular" charset="0"/>
                <a:cs typeface="GT America Regular" charset="0"/>
              </a:defRPr>
            </a:lvl4pPr>
            <a:lvl5pPr marL="0" indent="0" algn="l" defTabSz="914400" rtl="0" eaLnBrk="1" latinLnBrk="0" hangingPunct="1">
              <a:lnSpc>
                <a:spcPct val="101000"/>
              </a:lnSpc>
              <a:spcBef>
                <a:spcPts val="0"/>
              </a:spcBef>
              <a:spcAft>
                <a:spcPts val="600"/>
              </a:spcAft>
              <a:buNone/>
              <a:defRPr lang="en-US" sz="2000" b="0" i="0" kern="1200" dirty="0" smtClean="0">
                <a:solidFill>
                  <a:schemeClr val="accent1"/>
                </a:solidFill>
                <a:latin typeface="+mj-lt"/>
                <a:ea typeface="GT America Regular" charset="0"/>
                <a:cs typeface="GT America Regular" charset="0"/>
              </a:defRPr>
            </a:lvl5pPr>
            <a:lvl6pPr marL="0" indent="0" algn="l" defTabSz="914400" rtl="0" eaLnBrk="1" latinLnBrk="0" hangingPunct="1">
              <a:lnSpc>
                <a:spcPct val="101000"/>
              </a:lnSpc>
              <a:spcBef>
                <a:spcPts val="0"/>
              </a:spcBef>
              <a:spcAft>
                <a:spcPts val="600"/>
              </a:spcAft>
              <a:buNone/>
              <a:defRPr lang="en-US" sz="2000" b="0" i="0" kern="1200" dirty="0" smtClean="0">
                <a:solidFill>
                  <a:schemeClr val="accent1"/>
                </a:solidFill>
                <a:latin typeface="+mj-lt"/>
                <a:ea typeface="GT America Regular" charset="0"/>
                <a:cs typeface="GT America Regular" charset="0"/>
              </a:defRPr>
            </a:lvl6pPr>
            <a:lvl7pPr marL="0" indent="0" algn="l" defTabSz="914400" rtl="0" eaLnBrk="1" latinLnBrk="0" hangingPunct="1">
              <a:lnSpc>
                <a:spcPct val="101000"/>
              </a:lnSpc>
              <a:spcBef>
                <a:spcPts val="0"/>
              </a:spcBef>
              <a:spcAft>
                <a:spcPts val="600"/>
              </a:spcAft>
              <a:buNone/>
              <a:defRPr lang="en-US" sz="2000" b="0" i="0" kern="1200" dirty="0" smtClean="0">
                <a:solidFill>
                  <a:schemeClr val="accent1"/>
                </a:solidFill>
                <a:latin typeface="+mj-lt"/>
                <a:ea typeface="GT America Regular" charset="0"/>
                <a:cs typeface="GT America Regular" charset="0"/>
              </a:defRPr>
            </a:lvl7pPr>
            <a:lvl8pPr marL="0" indent="0" algn="l" defTabSz="914400" rtl="0" eaLnBrk="1" latinLnBrk="0" hangingPunct="1">
              <a:lnSpc>
                <a:spcPct val="101000"/>
              </a:lnSpc>
              <a:spcBef>
                <a:spcPts val="0"/>
              </a:spcBef>
              <a:spcAft>
                <a:spcPts val="600"/>
              </a:spcAft>
              <a:buNone/>
              <a:defRPr lang="en-US" sz="2000" b="0" i="0" kern="1200" dirty="0" smtClean="0">
                <a:solidFill>
                  <a:schemeClr val="accent1"/>
                </a:solidFill>
                <a:latin typeface="+mj-lt"/>
                <a:ea typeface="GT America Regular" charset="0"/>
                <a:cs typeface="GT America Regular" charset="0"/>
              </a:defRPr>
            </a:lvl8pPr>
            <a:lvl9pPr marL="0" indent="0" algn="l" defTabSz="914400" rtl="0" eaLnBrk="1" latinLnBrk="0" hangingPunct="1">
              <a:lnSpc>
                <a:spcPct val="101000"/>
              </a:lnSpc>
              <a:spcBef>
                <a:spcPts val="0"/>
              </a:spcBef>
              <a:spcAft>
                <a:spcPts val="600"/>
              </a:spcAft>
              <a:buNone/>
              <a:defRPr lang="en-US" sz="2000" b="0" i="0" kern="1200" dirty="0">
                <a:solidFill>
                  <a:schemeClr val="accent1"/>
                </a:solidFill>
                <a:latin typeface="+mj-lt"/>
                <a:ea typeface="GT America Regular" charset="0"/>
                <a:cs typeface="GT America Regular" charset="0"/>
              </a:defRPr>
            </a:lvl9pPr>
          </a:lstStyle>
          <a:p>
            <a:pPr lvl="0"/>
            <a:r>
              <a:rPr lang="en-US"/>
              <a:t>Click to edit Master text styles</a:t>
            </a:r>
          </a:p>
        </p:txBody>
      </p:sp>
      <p:sp>
        <p:nvSpPr>
          <p:cNvPr id="19" name="Content Placeholder 25">
            <a:extLst>
              <a:ext uri="{FF2B5EF4-FFF2-40B4-BE49-F238E27FC236}">
                <a16:creationId xmlns:a16="http://schemas.microsoft.com/office/drawing/2014/main" id="{697DE6C5-E6D7-D5B0-D5AF-03E4A50E0461}"/>
              </a:ext>
            </a:extLst>
          </p:cNvPr>
          <p:cNvSpPr>
            <a:spLocks noGrp="1"/>
          </p:cNvSpPr>
          <p:nvPr>
            <p:ph sz="quarter" idx="45"/>
          </p:nvPr>
        </p:nvSpPr>
        <p:spPr>
          <a:xfrm>
            <a:off x="546892" y="2425700"/>
            <a:ext cx="6850858" cy="2725738"/>
          </a:xfrm>
        </p:spPr>
        <p:txBody>
          <a:bodyPr/>
          <a:lstStyle>
            <a:lvl1pPr>
              <a:defRPr>
                <a:solidFill>
                  <a:schemeClr val="bg1"/>
                </a:solidFill>
              </a:defRPr>
            </a:lvl1pPr>
            <a:lvl2pPr>
              <a:defRPr>
                <a:solidFill>
                  <a:schemeClr val="bg1"/>
                </a:solidFill>
              </a:defRPr>
            </a:lvl2pPr>
            <a:lvl3pPr>
              <a:buClrTx/>
              <a:defRPr>
                <a:solidFill>
                  <a:schemeClr val="bg1"/>
                </a:solidFill>
              </a:defRPr>
            </a:lvl3pPr>
            <a:lvl4pPr>
              <a:defRPr>
                <a:solidFill>
                  <a:schemeClr val="bg1"/>
                </a:solidFill>
              </a:defRPr>
            </a:lvl4pPr>
            <a:lvl5pPr>
              <a:buClrTx/>
              <a:defRPr>
                <a:solidFill>
                  <a:schemeClr val="bg1"/>
                </a:solidFill>
              </a:defRPr>
            </a:lvl5pPr>
            <a:lvl6pPr>
              <a:defRPr>
                <a:solidFill>
                  <a:schemeClr val="bg1"/>
                </a:solidFill>
              </a:defRPr>
            </a:lvl6pPr>
            <a:lvl7pPr>
              <a:buClrTx/>
              <a:defRPr>
                <a:solidFill>
                  <a:schemeClr val="bg1"/>
                </a:solidFill>
              </a:defRPr>
            </a:lvl7pPr>
            <a:lvl8pPr>
              <a:defRPr>
                <a:solidFill>
                  <a:schemeClr val="bg1"/>
                </a:solidFill>
              </a:defRPr>
            </a:lvl8pPr>
            <a:lvl9pPr>
              <a:buClrTx/>
              <a:defRPr>
                <a:solidFill>
                  <a:schemeClr val="bg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Picture Placeholder 9">
            <a:extLst>
              <a:ext uri="{FF2B5EF4-FFF2-40B4-BE49-F238E27FC236}">
                <a16:creationId xmlns:a16="http://schemas.microsoft.com/office/drawing/2014/main" id="{C6BD3E9F-3FB2-86B5-5D44-D025A9DEC744}"/>
              </a:ext>
            </a:extLst>
          </p:cNvPr>
          <p:cNvSpPr>
            <a:spLocks noGrp="1"/>
          </p:cNvSpPr>
          <p:nvPr>
            <p:ph type="pic" sz="quarter" idx="13" hasCustomPrompt="1"/>
          </p:nvPr>
        </p:nvSpPr>
        <p:spPr>
          <a:xfrm>
            <a:off x="6096000" y="5292725"/>
            <a:ext cx="2029765" cy="1566863"/>
          </a:xfrm>
          <a:solidFill>
            <a:schemeClr val="accent1"/>
          </a:solidFill>
          <a:ln>
            <a:noFill/>
          </a:ln>
        </p:spPr>
        <p:txBody>
          <a:bodyPr anchor="ctr"/>
          <a:lstStyle>
            <a:lvl1pPr algn="ctr">
              <a:defRPr sz="1200" b="0">
                <a:solidFill>
                  <a:schemeClr val="bg1"/>
                </a:solidFill>
                <a:latin typeface="+mn-lt"/>
              </a:defRPr>
            </a:lvl1pPr>
          </a:lstStyle>
          <a:p>
            <a:pPr lvl="0"/>
            <a:r>
              <a:rPr lang="en-US" dirty="0"/>
              <a:t>Dynamic slice image</a:t>
            </a:r>
            <a:br>
              <a:rPr lang="en-US" dirty="0"/>
            </a:br>
            <a:r>
              <a:rPr lang="en-US" dirty="0"/>
              <a:t>or color fill</a:t>
            </a:r>
          </a:p>
        </p:txBody>
      </p:sp>
      <p:sp>
        <p:nvSpPr>
          <p:cNvPr id="3" name="Rectangle 2">
            <a:extLst>
              <a:ext uri="{FF2B5EF4-FFF2-40B4-BE49-F238E27FC236}">
                <a16:creationId xmlns:a16="http://schemas.microsoft.com/office/drawing/2014/main" id="{CEE01ADF-2A73-83EE-EE3F-AC171880FCD8}"/>
              </a:ext>
            </a:extLst>
          </p:cNvPr>
          <p:cNvSpPr/>
          <p:nvPr userDrawn="1"/>
        </p:nvSpPr>
        <p:spPr>
          <a:xfrm>
            <a:off x="8125764" y="0"/>
            <a:ext cx="4066235" cy="5291136"/>
          </a:xfrm>
          <a:prstGeom prst="rect">
            <a:avLst/>
          </a:prstGeom>
          <a:solidFill>
            <a:srgbClr val="D7D8D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Picture Placeholder 9">
            <a:extLst>
              <a:ext uri="{FF2B5EF4-FFF2-40B4-BE49-F238E27FC236}">
                <a16:creationId xmlns:a16="http://schemas.microsoft.com/office/drawing/2014/main" id="{254E1435-77AE-ED78-111D-A9A3F32B09FD}"/>
              </a:ext>
            </a:extLst>
          </p:cNvPr>
          <p:cNvSpPr>
            <a:spLocks noGrp="1"/>
          </p:cNvSpPr>
          <p:nvPr>
            <p:ph type="pic" sz="quarter" idx="14" hasCustomPrompt="1"/>
          </p:nvPr>
        </p:nvSpPr>
        <p:spPr>
          <a:xfrm>
            <a:off x="8125765" y="0"/>
            <a:ext cx="4066235" cy="5291137"/>
          </a:xfrm>
          <a:noFill/>
        </p:spPr>
        <p:txBody>
          <a:bodyPr lIns="548640" tIns="548640" rIns="548640" bIns="548640" anchor="ctr"/>
          <a:lstStyle>
            <a:lvl1pPr marL="0" indent="0" algn="l">
              <a:buFont typeface="Arial" panose="020B0604020202020204" pitchFamily="34" charset="0"/>
              <a:buNone/>
              <a:defRPr sz="3600" b="0">
                <a:solidFill>
                  <a:schemeClr val="tx2"/>
                </a:solidFill>
                <a:latin typeface="+mj-lt"/>
              </a:defRPr>
            </a:lvl1pPr>
            <a:lvl2pPr marL="0" indent="0" algn="l">
              <a:buNone/>
              <a:defRPr sz="3600">
                <a:solidFill>
                  <a:schemeClr val="bg1"/>
                </a:solidFill>
                <a:latin typeface="+mj-lt"/>
              </a:defRPr>
            </a:lvl2pPr>
            <a:lvl3pPr marL="0" indent="0">
              <a:buNone/>
              <a:defRPr sz="3600">
                <a:solidFill>
                  <a:schemeClr val="bg1"/>
                </a:solidFill>
                <a:latin typeface="+mj-lt"/>
              </a:defRPr>
            </a:lvl3pPr>
            <a:lvl4pPr marL="0" indent="0">
              <a:buNone/>
              <a:defRPr sz="3600">
                <a:solidFill>
                  <a:schemeClr val="bg1"/>
                </a:solidFill>
                <a:latin typeface="+mj-lt"/>
              </a:defRPr>
            </a:lvl4pPr>
            <a:lvl5pPr marL="0" indent="0">
              <a:buNone/>
              <a:defRPr sz="3600">
                <a:solidFill>
                  <a:schemeClr val="bg1"/>
                </a:solidFill>
                <a:latin typeface="+mj-lt"/>
              </a:defRPr>
            </a:lvl5pPr>
            <a:lvl6pPr marL="0" indent="0">
              <a:buNone/>
              <a:defRPr sz="3600">
                <a:solidFill>
                  <a:schemeClr val="bg1"/>
                </a:solidFill>
                <a:latin typeface="+mj-lt"/>
              </a:defRPr>
            </a:lvl6pPr>
            <a:lvl7pPr marL="0" indent="0">
              <a:buNone/>
              <a:defRPr sz="3600">
                <a:solidFill>
                  <a:schemeClr val="bg1"/>
                </a:solidFill>
                <a:latin typeface="+mj-lt"/>
              </a:defRPr>
            </a:lvl7pPr>
            <a:lvl8pPr marL="0" indent="0">
              <a:buNone/>
              <a:defRPr sz="1200">
                <a:solidFill>
                  <a:schemeClr val="bg1"/>
                </a:solidFill>
                <a:latin typeface="+mn-lt"/>
              </a:defRPr>
            </a:lvl8pPr>
            <a:lvl9pPr marL="171450" indent="-171450" algn="l">
              <a:buClrTx/>
              <a:buFont typeface="Arial" panose="020B0604020202020204" pitchFamily="34" charset="0"/>
              <a:buChar char="•"/>
              <a:defRPr sz="1200">
                <a:solidFill>
                  <a:schemeClr val="bg1"/>
                </a:solidFill>
                <a:latin typeface="+mn-lt"/>
              </a:defRPr>
            </a:lvl9pPr>
          </a:lstStyle>
          <a:p>
            <a:pPr lvl="7"/>
            <a:r>
              <a:rPr lang="en-US" dirty="0"/>
              <a:t>Use this box for the following:</a:t>
            </a:r>
          </a:p>
          <a:p>
            <a:pPr lvl="8"/>
            <a:r>
              <a:rPr lang="en-US" dirty="0"/>
              <a:t>Dynamic slice image</a:t>
            </a:r>
          </a:p>
          <a:p>
            <a:pPr lvl="8"/>
            <a:r>
              <a:rPr lang="en-US" dirty="0"/>
              <a:t>Quote, List level 1</a:t>
            </a:r>
            <a:br>
              <a:rPr lang="en-US" dirty="0"/>
            </a:br>
            <a:r>
              <a:rPr lang="en-US" dirty="0"/>
              <a:t>(Gray Moody’s Blue or Bright blue/white</a:t>
            </a:r>
          </a:p>
          <a:p>
            <a:pPr lvl="0"/>
            <a:r>
              <a:rPr lang="en-US" dirty="0"/>
              <a:t>First level</a:t>
            </a:r>
          </a:p>
        </p:txBody>
      </p:sp>
      <p:grpSp>
        <p:nvGrpSpPr>
          <p:cNvPr id="5" name="Group 4">
            <a:extLst>
              <a:ext uri="{FF2B5EF4-FFF2-40B4-BE49-F238E27FC236}">
                <a16:creationId xmlns:a16="http://schemas.microsoft.com/office/drawing/2014/main" id="{4D07265E-3743-A2E5-A6C8-86AF700CD2EC}"/>
              </a:ext>
            </a:extLst>
          </p:cNvPr>
          <p:cNvGrpSpPr/>
          <p:nvPr userDrawn="1"/>
        </p:nvGrpSpPr>
        <p:grpSpPr>
          <a:xfrm>
            <a:off x="12356815" y="0"/>
            <a:ext cx="756834" cy="6872642"/>
            <a:chOff x="12356815" y="0"/>
            <a:chExt cx="756834" cy="6872642"/>
          </a:xfrm>
        </p:grpSpPr>
        <p:sp>
          <p:nvSpPr>
            <p:cNvPr id="6" name="Rectangle 5">
              <a:extLst>
                <a:ext uri="{FF2B5EF4-FFF2-40B4-BE49-F238E27FC236}">
                  <a16:creationId xmlns:a16="http://schemas.microsoft.com/office/drawing/2014/main" id="{4D932539-2AEF-A84E-2085-2E7CB317D62E}"/>
                </a:ext>
              </a:extLst>
            </p:cNvPr>
            <p:cNvSpPr/>
            <p:nvPr userDrawn="1"/>
          </p:nvSpPr>
          <p:spPr>
            <a:xfrm>
              <a:off x="12356815" y="0"/>
              <a:ext cx="553069" cy="3279913"/>
            </a:xfrm>
            <a:prstGeom prst="rect">
              <a:avLst/>
            </a:prstGeom>
            <a:solidFill>
              <a:srgbClr val="F2F2F2"/>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a:p>
          </p:txBody>
        </p:sp>
        <p:sp>
          <p:nvSpPr>
            <p:cNvPr id="7" name="TextBox 6">
              <a:extLst>
                <a:ext uri="{FF2B5EF4-FFF2-40B4-BE49-F238E27FC236}">
                  <a16:creationId xmlns:a16="http://schemas.microsoft.com/office/drawing/2014/main" id="{FCEF6CE8-EC75-9146-6823-37329CE548D6}"/>
                </a:ext>
              </a:extLst>
            </p:cNvPr>
            <p:cNvSpPr txBox="1"/>
            <p:nvPr userDrawn="1"/>
          </p:nvSpPr>
          <p:spPr>
            <a:xfrm rot="16200000">
              <a:off x="12332216" y="1580677"/>
              <a:ext cx="1444306" cy="118559"/>
            </a:xfrm>
            <a:prstGeom prst="rect">
              <a:avLst/>
            </a:prstGeom>
            <a:noFill/>
          </p:spPr>
          <p:txBody>
            <a:bodyPr wrap="none" lIns="0" tIns="0" rIns="0" bIns="0" rtlCol="0">
              <a:spAutoFit/>
            </a:bodyPr>
            <a:lstStyle/>
            <a:p>
              <a:pPr algn="l">
                <a:lnSpc>
                  <a:spcPct val="101000"/>
                </a:lnSpc>
                <a:spcAft>
                  <a:spcPts val="600"/>
                </a:spcAft>
              </a:pPr>
              <a:r>
                <a:rPr kumimoji="0" lang="en-CR" sz="800" b="1" i="0" u="none" strike="noStrike" kern="1200" cap="none" spc="0" normalizeH="0" baseline="0" noProof="0">
                  <a:ln>
                    <a:noFill/>
                  </a:ln>
                  <a:solidFill>
                    <a:srgbClr val="000000"/>
                  </a:solidFill>
                  <a:effectLst/>
                  <a:uLnTx/>
                  <a:uFillTx/>
                  <a:ea typeface="GT America Regular" charset="0"/>
                  <a:cs typeface="GT America Regular" charset="0"/>
                </a:rPr>
                <a:t>ON LIGHT AND EXTRA LIGHT</a:t>
              </a:r>
            </a:p>
          </p:txBody>
        </p:sp>
        <p:sp>
          <p:nvSpPr>
            <p:cNvPr id="10" name="Rectangle 9">
              <a:extLst>
                <a:ext uri="{FF2B5EF4-FFF2-40B4-BE49-F238E27FC236}">
                  <a16:creationId xmlns:a16="http://schemas.microsoft.com/office/drawing/2014/main" id="{41010E6F-4B24-C82D-4C9B-7577816C0D8F}"/>
                </a:ext>
              </a:extLst>
            </p:cNvPr>
            <p:cNvSpPr/>
            <p:nvPr userDrawn="1"/>
          </p:nvSpPr>
          <p:spPr>
            <a:xfrm>
              <a:off x="12356815" y="3592729"/>
              <a:ext cx="553069" cy="3279913"/>
            </a:xfrm>
            <a:prstGeom prst="rect">
              <a:avLst/>
            </a:prstGeom>
            <a:solidFill>
              <a:schemeClr val="tx2"/>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a:p>
          </p:txBody>
        </p:sp>
        <p:grpSp>
          <p:nvGrpSpPr>
            <p:cNvPr id="11" name="Group 10">
              <a:extLst>
                <a:ext uri="{FF2B5EF4-FFF2-40B4-BE49-F238E27FC236}">
                  <a16:creationId xmlns:a16="http://schemas.microsoft.com/office/drawing/2014/main" id="{2F4EA5BA-6D6D-7DC1-E9BA-2299D34DCFF5}"/>
                </a:ext>
              </a:extLst>
            </p:cNvPr>
            <p:cNvGrpSpPr/>
            <p:nvPr userDrawn="1"/>
          </p:nvGrpSpPr>
          <p:grpSpPr>
            <a:xfrm>
              <a:off x="12442019" y="3791214"/>
              <a:ext cx="382660" cy="2882942"/>
              <a:chOff x="14001569" y="3716048"/>
              <a:chExt cx="316248" cy="3171236"/>
            </a:xfrm>
          </p:grpSpPr>
          <p:sp>
            <p:nvSpPr>
              <p:cNvPr id="29" name="Rectangle 28">
                <a:extLst>
                  <a:ext uri="{FF2B5EF4-FFF2-40B4-BE49-F238E27FC236}">
                    <a16:creationId xmlns:a16="http://schemas.microsoft.com/office/drawing/2014/main" id="{EC88D823-E7E0-2AB0-5305-7BCC8101AD42}"/>
                  </a:ext>
                </a:extLst>
              </p:cNvPr>
              <p:cNvSpPr/>
              <p:nvPr userDrawn="1"/>
            </p:nvSpPr>
            <p:spPr>
              <a:xfrm rot="5400000">
                <a:off x="14033099" y="5954114"/>
                <a:ext cx="253188" cy="316248"/>
              </a:xfrm>
              <a:prstGeom prst="rect">
                <a:avLst/>
              </a:prstGeom>
              <a:solidFill>
                <a:srgbClr val="005E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30" name="Rectangle 29">
                <a:extLst>
                  <a:ext uri="{FF2B5EF4-FFF2-40B4-BE49-F238E27FC236}">
                    <a16:creationId xmlns:a16="http://schemas.microsoft.com/office/drawing/2014/main" id="{041E4FB9-FB97-6F5F-DFEA-BD783024FC93}"/>
                  </a:ext>
                </a:extLst>
              </p:cNvPr>
              <p:cNvSpPr/>
              <p:nvPr userDrawn="1"/>
            </p:nvSpPr>
            <p:spPr>
              <a:xfrm rot="5400000">
                <a:off x="14033099" y="6278342"/>
                <a:ext cx="253188" cy="316248"/>
              </a:xfrm>
              <a:prstGeom prst="rect">
                <a:avLst/>
              </a:prstGeom>
              <a:solidFill>
                <a:srgbClr val="B8B9D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31" name="Rectangle 30">
                <a:extLst>
                  <a:ext uri="{FF2B5EF4-FFF2-40B4-BE49-F238E27FC236}">
                    <a16:creationId xmlns:a16="http://schemas.microsoft.com/office/drawing/2014/main" id="{92D62CF0-FFFA-52C9-A681-E54661F191C1}"/>
                  </a:ext>
                </a:extLst>
              </p:cNvPr>
              <p:cNvSpPr/>
              <p:nvPr userDrawn="1"/>
            </p:nvSpPr>
            <p:spPr>
              <a:xfrm rot="5400000">
                <a:off x="14033099" y="6602566"/>
                <a:ext cx="253188" cy="316248"/>
              </a:xfrm>
              <a:prstGeom prst="rect">
                <a:avLst/>
              </a:prstGeom>
              <a:solidFill>
                <a:srgbClr val="FBE6D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32" name="Rectangle 31">
                <a:extLst>
                  <a:ext uri="{FF2B5EF4-FFF2-40B4-BE49-F238E27FC236}">
                    <a16:creationId xmlns:a16="http://schemas.microsoft.com/office/drawing/2014/main" id="{B0CD0F4F-E91C-F1F8-A7D2-D26CFE2A19CF}"/>
                  </a:ext>
                </a:extLst>
              </p:cNvPr>
              <p:cNvSpPr/>
              <p:nvPr userDrawn="1"/>
            </p:nvSpPr>
            <p:spPr>
              <a:xfrm rot="5400000">
                <a:off x="14033099" y="4981430"/>
                <a:ext cx="253188" cy="316248"/>
              </a:xfrm>
              <a:prstGeom prst="rect">
                <a:avLst/>
              </a:prstGeom>
              <a:solidFill>
                <a:srgbClr val="BCE09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33" name="Rectangle 32">
                <a:extLst>
                  <a:ext uri="{FF2B5EF4-FFF2-40B4-BE49-F238E27FC236}">
                    <a16:creationId xmlns:a16="http://schemas.microsoft.com/office/drawing/2014/main" id="{C056DFA6-67A4-5472-073F-E3727407E381}"/>
                  </a:ext>
                </a:extLst>
              </p:cNvPr>
              <p:cNvSpPr/>
              <p:nvPr userDrawn="1"/>
            </p:nvSpPr>
            <p:spPr>
              <a:xfrm rot="5400000">
                <a:off x="14033099" y="5305658"/>
                <a:ext cx="253188" cy="316248"/>
              </a:xfrm>
              <a:prstGeom prst="rect">
                <a:avLst/>
              </a:prstGeom>
              <a:solidFill>
                <a:srgbClr val="E9783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34" name="Rectangle 33">
                <a:extLst>
                  <a:ext uri="{FF2B5EF4-FFF2-40B4-BE49-F238E27FC236}">
                    <a16:creationId xmlns:a16="http://schemas.microsoft.com/office/drawing/2014/main" id="{483BF9C3-1D69-03E0-3968-730433010AC9}"/>
                  </a:ext>
                </a:extLst>
              </p:cNvPr>
              <p:cNvSpPr/>
              <p:nvPr userDrawn="1"/>
            </p:nvSpPr>
            <p:spPr>
              <a:xfrm rot="5400000">
                <a:off x="14033099" y="5629886"/>
                <a:ext cx="253188" cy="316248"/>
              </a:xfrm>
              <a:prstGeom prst="rect">
                <a:avLst/>
              </a:prstGeom>
              <a:solidFill>
                <a:srgbClr val="B9056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35" name="Rectangle 34">
                <a:extLst>
                  <a:ext uri="{FF2B5EF4-FFF2-40B4-BE49-F238E27FC236}">
                    <a16:creationId xmlns:a16="http://schemas.microsoft.com/office/drawing/2014/main" id="{E4E40B05-DFA7-9456-B359-8E3D7149FFB2}"/>
                  </a:ext>
                </a:extLst>
              </p:cNvPr>
              <p:cNvSpPr/>
              <p:nvPr userDrawn="1"/>
            </p:nvSpPr>
            <p:spPr>
              <a:xfrm rot="5400000">
                <a:off x="14033099" y="3684518"/>
                <a:ext cx="253188" cy="316248"/>
              </a:xfrm>
              <a:prstGeom prst="rect">
                <a:avLst/>
              </a:prstGeom>
              <a:solidFill>
                <a:srgbClr val="9DC2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36" name="Rectangle 35">
                <a:extLst>
                  <a:ext uri="{FF2B5EF4-FFF2-40B4-BE49-F238E27FC236}">
                    <a16:creationId xmlns:a16="http://schemas.microsoft.com/office/drawing/2014/main" id="{D80D032F-DBA1-91D5-D90A-163C817EA03E}"/>
                  </a:ext>
                </a:extLst>
              </p:cNvPr>
              <p:cNvSpPr/>
              <p:nvPr userDrawn="1"/>
            </p:nvSpPr>
            <p:spPr>
              <a:xfrm rot="5400000">
                <a:off x="14033099" y="4008746"/>
                <a:ext cx="253188" cy="316248"/>
              </a:xfrm>
              <a:prstGeom prst="rect">
                <a:avLst/>
              </a:prstGeom>
              <a:solidFill>
                <a:srgbClr val="309DA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37" name="Rectangle 36">
                <a:extLst>
                  <a:ext uri="{FF2B5EF4-FFF2-40B4-BE49-F238E27FC236}">
                    <a16:creationId xmlns:a16="http://schemas.microsoft.com/office/drawing/2014/main" id="{8F7D7989-A0FF-CA77-27AA-12AA05212ED1}"/>
                  </a:ext>
                </a:extLst>
              </p:cNvPr>
              <p:cNvSpPr/>
              <p:nvPr userDrawn="1"/>
            </p:nvSpPr>
            <p:spPr>
              <a:xfrm rot="5400000">
                <a:off x="14033099" y="4332974"/>
                <a:ext cx="253188" cy="316248"/>
              </a:xfrm>
              <a:prstGeom prst="rect">
                <a:avLst/>
              </a:prstGeom>
              <a:solidFill>
                <a:srgbClr val="E2C22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38" name="Rectangle 37">
                <a:extLst>
                  <a:ext uri="{FF2B5EF4-FFF2-40B4-BE49-F238E27FC236}">
                    <a16:creationId xmlns:a16="http://schemas.microsoft.com/office/drawing/2014/main" id="{3ACDB2D4-859D-A62D-A7B3-7BF7CB2F84CC}"/>
                  </a:ext>
                </a:extLst>
              </p:cNvPr>
              <p:cNvSpPr/>
              <p:nvPr userDrawn="1"/>
            </p:nvSpPr>
            <p:spPr>
              <a:xfrm rot="5400000">
                <a:off x="14033099" y="4657202"/>
                <a:ext cx="253188" cy="316248"/>
              </a:xfrm>
              <a:prstGeom prst="rect">
                <a:avLst/>
              </a:prstGeom>
              <a:solidFill>
                <a:srgbClr val="9158B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grpSp>
        <p:grpSp>
          <p:nvGrpSpPr>
            <p:cNvPr id="12" name="Group 11">
              <a:extLst>
                <a:ext uri="{FF2B5EF4-FFF2-40B4-BE49-F238E27FC236}">
                  <a16:creationId xmlns:a16="http://schemas.microsoft.com/office/drawing/2014/main" id="{A770586D-32CE-2C72-11DC-651C601A4881}"/>
                </a:ext>
              </a:extLst>
            </p:cNvPr>
            <p:cNvGrpSpPr/>
            <p:nvPr userDrawn="1"/>
          </p:nvGrpSpPr>
          <p:grpSpPr>
            <a:xfrm>
              <a:off x="12442019" y="198485"/>
              <a:ext cx="382660" cy="2882942"/>
              <a:chOff x="12742785" y="3716048"/>
              <a:chExt cx="316248" cy="3171236"/>
            </a:xfrm>
          </p:grpSpPr>
          <p:sp>
            <p:nvSpPr>
              <p:cNvPr id="15" name="Rectangle 14">
                <a:extLst>
                  <a:ext uri="{FF2B5EF4-FFF2-40B4-BE49-F238E27FC236}">
                    <a16:creationId xmlns:a16="http://schemas.microsoft.com/office/drawing/2014/main" id="{235A8C70-4C64-E578-1BDF-447A5BA87EE8}"/>
                  </a:ext>
                </a:extLst>
              </p:cNvPr>
              <p:cNvSpPr/>
              <p:nvPr userDrawn="1"/>
            </p:nvSpPr>
            <p:spPr>
              <a:xfrm rot="5400000">
                <a:off x="12774315" y="6602566"/>
                <a:ext cx="253188" cy="316248"/>
              </a:xfrm>
              <a:prstGeom prst="rect">
                <a:avLst/>
              </a:prstGeom>
              <a:solidFill>
                <a:srgbClr val="BFD6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16" name="Rectangle 15">
                <a:extLst>
                  <a:ext uri="{FF2B5EF4-FFF2-40B4-BE49-F238E27FC236}">
                    <a16:creationId xmlns:a16="http://schemas.microsoft.com/office/drawing/2014/main" id="{54EF3A9C-2DC6-D603-BCD5-15AC8EE38896}"/>
                  </a:ext>
                </a:extLst>
              </p:cNvPr>
              <p:cNvSpPr/>
              <p:nvPr userDrawn="1"/>
            </p:nvSpPr>
            <p:spPr>
              <a:xfrm rot="5400000">
                <a:off x="12774315" y="4981430"/>
                <a:ext cx="253188" cy="316248"/>
              </a:xfrm>
              <a:prstGeom prst="rect">
                <a:avLst/>
              </a:prstGeom>
              <a:solidFill>
                <a:srgbClr val="D25F7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21" name="Rectangle 20">
                <a:extLst>
                  <a:ext uri="{FF2B5EF4-FFF2-40B4-BE49-F238E27FC236}">
                    <a16:creationId xmlns:a16="http://schemas.microsoft.com/office/drawing/2014/main" id="{70F0C310-0412-F6E9-3465-299804511743}"/>
                  </a:ext>
                </a:extLst>
              </p:cNvPr>
              <p:cNvSpPr/>
              <p:nvPr userDrawn="1"/>
            </p:nvSpPr>
            <p:spPr>
              <a:xfrm rot="5400000">
                <a:off x="12774315" y="5305658"/>
                <a:ext cx="253188" cy="316248"/>
              </a:xfrm>
              <a:prstGeom prst="rect">
                <a:avLst/>
              </a:prstGeom>
              <a:solidFill>
                <a:srgbClr val="C6480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22" name="Rectangle 21">
                <a:extLst>
                  <a:ext uri="{FF2B5EF4-FFF2-40B4-BE49-F238E27FC236}">
                    <a16:creationId xmlns:a16="http://schemas.microsoft.com/office/drawing/2014/main" id="{DCC248DF-F2FC-FC52-84FE-2BA5379D41B9}"/>
                  </a:ext>
                </a:extLst>
              </p:cNvPr>
              <p:cNvSpPr/>
              <p:nvPr userDrawn="1"/>
            </p:nvSpPr>
            <p:spPr>
              <a:xfrm rot="5400000">
                <a:off x="12774315" y="5629886"/>
                <a:ext cx="253188" cy="316248"/>
              </a:xfrm>
              <a:prstGeom prst="rect">
                <a:avLst/>
              </a:prstGeom>
              <a:solidFill>
                <a:srgbClr val="BA016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23" name="Rectangle 22">
                <a:extLst>
                  <a:ext uri="{FF2B5EF4-FFF2-40B4-BE49-F238E27FC236}">
                    <a16:creationId xmlns:a16="http://schemas.microsoft.com/office/drawing/2014/main" id="{5C10430F-C822-51BA-8C8A-95F308D8F643}"/>
                  </a:ext>
                </a:extLst>
              </p:cNvPr>
              <p:cNvSpPr/>
              <p:nvPr userDrawn="1"/>
            </p:nvSpPr>
            <p:spPr>
              <a:xfrm rot="5400000">
                <a:off x="12774315" y="3684518"/>
                <a:ext cx="253188" cy="316248"/>
              </a:xfrm>
              <a:prstGeom prst="rect">
                <a:avLst/>
              </a:prstGeom>
              <a:solidFill>
                <a:srgbClr val="005E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24" name="Rectangle 23">
                <a:extLst>
                  <a:ext uri="{FF2B5EF4-FFF2-40B4-BE49-F238E27FC236}">
                    <a16:creationId xmlns:a16="http://schemas.microsoft.com/office/drawing/2014/main" id="{1DA211D6-B749-7037-0B3E-33E5782494A2}"/>
                  </a:ext>
                </a:extLst>
              </p:cNvPr>
              <p:cNvSpPr/>
              <p:nvPr userDrawn="1"/>
            </p:nvSpPr>
            <p:spPr>
              <a:xfrm rot="5400000">
                <a:off x="12774315" y="4008746"/>
                <a:ext cx="253188" cy="316248"/>
              </a:xfrm>
              <a:prstGeom prst="rect">
                <a:avLst/>
              </a:prstGeom>
              <a:solidFill>
                <a:srgbClr val="5EB6B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25" name="Rectangle 24">
                <a:extLst>
                  <a:ext uri="{FF2B5EF4-FFF2-40B4-BE49-F238E27FC236}">
                    <a16:creationId xmlns:a16="http://schemas.microsoft.com/office/drawing/2014/main" id="{C1A36456-FF47-88F1-1ABE-AD90C5912123}"/>
                  </a:ext>
                </a:extLst>
              </p:cNvPr>
              <p:cNvSpPr/>
              <p:nvPr userDrawn="1"/>
            </p:nvSpPr>
            <p:spPr>
              <a:xfrm rot="5400000">
                <a:off x="12774315" y="4332974"/>
                <a:ext cx="253188" cy="316248"/>
              </a:xfrm>
              <a:prstGeom prst="rect">
                <a:avLst/>
              </a:prstGeom>
              <a:solidFill>
                <a:srgbClr val="C7AB2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26" name="Rectangle 25">
                <a:extLst>
                  <a:ext uri="{FF2B5EF4-FFF2-40B4-BE49-F238E27FC236}">
                    <a16:creationId xmlns:a16="http://schemas.microsoft.com/office/drawing/2014/main" id="{77CAFF07-E034-5BB7-668A-3C71F2CD725D}"/>
                  </a:ext>
                </a:extLst>
              </p:cNvPr>
              <p:cNvSpPr/>
              <p:nvPr userDrawn="1"/>
            </p:nvSpPr>
            <p:spPr>
              <a:xfrm rot="5400000">
                <a:off x="12774315" y="4657202"/>
                <a:ext cx="253188" cy="316248"/>
              </a:xfrm>
              <a:prstGeom prst="rect">
                <a:avLst/>
              </a:prstGeom>
              <a:solidFill>
                <a:srgbClr val="5C068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27" name="Rectangle 26">
                <a:extLst>
                  <a:ext uri="{FF2B5EF4-FFF2-40B4-BE49-F238E27FC236}">
                    <a16:creationId xmlns:a16="http://schemas.microsoft.com/office/drawing/2014/main" id="{BC02A43D-13E2-53F8-A390-A3C73FAD4C05}"/>
                  </a:ext>
                </a:extLst>
              </p:cNvPr>
              <p:cNvSpPr/>
              <p:nvPr userDrawn="1"/>
            </p:nvSpPr>
            <p:spPr>
              <a:xfrm rot="5400000">
                <a:off x="12774315" y="5954114"/>
                <a:ext cx="253188" cy="316248"/>
              </a:xfrm>
              <a:prstGeom prst="rect">
                <a:avLst/>
              </a:prstGeom>
              <a:solidFill>
                <a:srgbClr val="2A431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28" name="Rectangle 27">
                <a:extLst>
                  <a:ext uri="{FF2B5EF4-FFF2-40B4-BE49-F238E27FC236}">
                    <a16:creationId xmlns:a16="http://schemas.microsoft.com/office/drawing/2014/main" id="{6A52903A-09C2-77EF-CF0E-65C9669BF565}"/>
                  </a:ext>
                </a:extLst>
              </p:cNvPr>
              <p:cNvSpPr/>
              <p:nvPr userDrawn="1"/>
            </p:nvSpPr>
            <p:spPr>
              <a:xfrm rot="5400000">
                <a:off x="12774315" y="6278342"/>
                <a:ext cx="253188" cy="316248"/>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grpSp>
        <p:sp>
          <p:nvSpPr>
            <p:cNvPr id="14" name="TextBox 13">
              <a:extLst>
                <a:ext uri="{FF2B5EF4-FFF2-40B4-BE49-F238E27FC236}">
                  <a16:creationId xmlns:a16="http://schemas.microsoft.com/office/drawing/2014/main" id="{D9B2B9B3-82BF-BC3D-7BBE-8C56AA725BDA}"/>
                </a:ext>
              </a:extLst>
            </p:cNvPr>
            <p:cNvSpPr txBox="1"/>
            <p:nvPr userDrawn="1"/>
          </p:nvSpPr>
          <p:spPr>
            <a:xfrm rot="16200000">
              <a:off x="12574270" y="5173406"/>
              <a:ext cx="960199" cy="118559"/>
            </a:xfrm>
            <a:prstGeom prst="rect">
              <a:avLst/>
            </a:prstGeom>
            <a:noFill/>
          </p:spPr>
          <p:txBody>
            <a:bodyPr wrap="none" lIns="0" tIns="0" rIns="0" bIns="0" rtlCol="0">
              <a:spAutoFit/>
            </a:bodyPr>
            <a:lstStyle/>
            <a:p>
              <a:pPr algn="l">
                <a:lnSpc>
                  <a:spcPct val="101000"/>
                </a:lnSpc>
                <a:spcAft>
                  <a:spcPts val="600"/>
                </a:spcAft>
              </a:pPr>
              <a:r>
                <a:rPr lang="en-CR" sz="800" b="1">
                  <a:solidFill>
                    <a:srgbClr val="000000"/>
                  </a:solidFill>
                  <a:latin typeface="GT America Regular"/>
                  <a:ea typeface="GT America Regular" charset="0"/>
                  <a:cs typeface="GT America Regular" charset="0"/>
                </a:rPr>
                <a:t>ON MOODY´S BLUE</a:t>
              </a:r>
              <a:endParaRPr kumimoji="0" lang="en-CR" sz="800" b="1" i="0" u="none" strike="noStrike" kern="1200" cap="none" spc="0" normalizeH="0" baseline="0" noProof="0" err="1">
                <a:ln>
                  <a:noFill/>
                </a:ln>
                <a:solidFill>
                  <a:srgbClr val="000000"/>
                </a:solidFill>
                <a:effectLst/>
                <a:uLnTx/>
                <a:uFillTx/>
                <a:latin typeface="GT America Regular"/>
                <a:ea typeface="GT America Regular" charset="0"/>
                <a:cs typeface="GT America Regular" charset="0"/>
              </a:endParaRPr>
            </a:p>
          </p:txBody>
        </p:sp>
      </p:grpSp>
      <p:sp>
        <p:nvSpPr>
          <p:cNvPr id="39" name="TextBox 38">
            <a:extLst>
              <a:ext uri="{FF2B5EF4-FFF2-40B4-BE49-F238E27FC236}">
                <a16:creationId xmlns:a16="http://schemas.microsoft.com/office/drawing/2014/main" id="{AE08BE5B-0A88-2312-C8AC-884ADC63496A}"/>
              </a:ext>
            </a:extLst>
          </p:cNvPr>
          <p:cNvSpPr txBox="1"/>
          <p:nvPr userDrawn="1"/>
        </p:nvSpPr>
        <p:spPr>
          <a:xfrm>
            <a:off x="12356815" y="3377042"/>
            <a:ext cx="807913" cy="118559"/>
          </a:xfrm>
          <a:prstGeom prst="rect">
            <a:avLst/>
          </a:prstGeom>
          <a:noFill/>
        </p:spPr>
        <p:txBody>
          <a:bodyPr wrap="none" lIns="0" tIns="0" rIns="0" bIns="0" rtlCol="0">
            <a:spAutoFit/>
          </a:bodyPr>
          <a:lstStyle/>
          <a:p>
            <a:pPr algn="l">
              <a:lnSpc>
                <a:spcPct val="101000"/>
              </a:lnSpc>
              <a:spcAft>
                <a:spcPts val="600"/>
              </a:spcAft>
            </a:pPr>
            <a:r>
              <a:rPr kumimoji="0" lang="en-US" sz="800" b="1" i="0" u="none" strike="noStrike" kern="1200" cap="none" spc="0" normalizeH="0" baseline="0" noProof="0" dirty="0">
                <a:ln>
                  <a:noFill/>
                </a:ln>
                <a:solidFill>
                  <a:srgbClr val="000000"/>
                </a:solidFill>
                <a:effectLst/>
                <a:uLnTx/>
                <a:uFillTx/>
                <a:ea typeface="GT America Regular" charset="0"/>
                <a:cs typeface="GT America Regular" charset="0"/>
              </a:rPr>
              <a:t>For charts ONLY</a:t>
            </a:r>
            <a:endParaRPr kumimoji="0" lang="en-CR" sz="800" b="1" i="0" u="none" strike="noStrike" kern="1200" cap="none" spc="0" normalizeH="0" baseline="0" noProof="0">
              <a:ln>
                <a:noFill/>
              </a:ln>
              <a:solidFill>
                <a:srgbClr val="000000"/>
              </a:solidFill>
              <a:effectLst/>
              <a:uLnTx/>
              <a:uFillTx/>
              <a:ea typeface="GT America Regular" charset="0"/>
              <a:cs typeface="GT America Regular" charset="0"/>
            </a:endParaRPr>
          </a:p>
        </p:txBody>
      </p:sp>
    </p:spTree>
    <p:extLst>
      <p:ext uri="{BB962C8B-B14F-4D97-AF65-F5344CB8AC3E}">
        <p14:creationId xmlns:p14="http://schemas.microsoft.com/office/powerpoint/2010/main" val="3958338965"/>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1 Column - Thirds Right">
    <p:spTree>
      <p:nvGrpSpPr>
        <p:cNvPr id="1" name=""/>
        <p:cNvGrpSpPr/>
        <p:nvPr/>
      </p:nvGrpSpPr>
      <p:grpSpPr>
        <a:xfrm>
          <a:off x="0" y="0"/>
          <a:ext cx="0" cy="0"/>
          <a:chOff x="0" y="0"/>
          <a:chExt cx="0" cy="0"/>
        </a:xfrm>
      </p:grpSpPr>
      <p:sp>
        <p:nvSpPr>
          <p:cNvPr id="45" name="Rectangle 44">
            <a:extLst>
              <a:ext uri="{FF2B5EF4-FFF2-40B4-BE49-F238E27FC236}">
                <a16:creationId xmlns:a16="http://schemas.microsoft.com/office/drawing/2014/main" id="{BB9BC941-343A-ECD1-D9EB-762F51A4DB1C}"/>
              </a:ext>
            </a:extLst>
          </p:cNvPr>
          <p:cNvSpPr/>
          <p:nvPr userDrawn="1"/>
        </p:nvSpPr>
        <p:spPr bwMode="hidden">
          <a:xfrm>
            <a:off x="4072128" y="0"/>
            <a:ext cx="2706624" cy="68580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Rectangle 45">
            <a:extLst>
              <a:ext uri="{FF2B5EF4-FFF2-40B4-BE49-F238E27FC236}">
                <a16:creationId xmlns:a16="http://schemas.microsoft.com/office/drawing/2014/main" id="{A5650459-F1D6-356F-1BD0-28F741FD03A7}"/>
              </a:ext>
            </a:extLst>
          </p:cNvPr>
          <p:cNvSpPr/>
          <p:nvPr userDrawn="1"/>
        </p:nvSpPr>
        <p:spPr bwMode="hidden">
          <a:xfrm>
            <a:off x="6778752" y="0"/>
            <a:ext cx="2706624" cy="685800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Rectangle 46">
            <a:extLst>
              <a:ext uri="{FF2B5EF4-FFF2-40B4-BE49-F238E27FC236}">
                <a16:creationId xmlns:a16="http://schemas.microsoft.com/office/drawing/2014/main" id="{F231D05A-0C4D-9AD2-7B54-AEC3D27C0526}"/>
              </a:ext>
            </a:extLst>
          </p:cNvPr>
          <p:cNvSpPr/>
          <p:nvPr userDrawn="1"/>
        </p:nvSpPr>
        <p:spPr bwMode="hidden">
          <a:xfrm>
            <a:off x="9485376" y="0"/>
            <a:ext cx="2706624" cy="6858000"/>
          </a:xfrm>
          <a:prstGeom prst="rect">
            <a:avLst/>
          </a:prstGeom>
          <a:solidFill>
            <a:srgbClr val="F0F0F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Picture Placeholder 9">
            <a:extLst>
              <a:ext uri="{FF2B5EF4-FFF2-40B4-BE49-F238E27FC236}">
                <a16:creationId xmlns:a16="http://schemas.microsoft.com/office/drawing/2014/main" id="{CC315AB5-1A8A-0272-124A-17B0C97D4F3F}"/>
              </a:ext>
            </a:extLst>
          </p:cNvPr>
          <p:cNvSpPr>
            <a:spLocks noGrp="1"/>
          </p:cNvSpPr>
          <p:nvPr>
            <p:ph type="pic" sz="quarter" idx="28" hasCustomPrompt="1"/>
          </p:nvPr>
        </p:nvSpPr>
        <p:spPr>
          <a:xfrm>
            <a:off x="4287583" y="1700213"/>
            <a:ext cx="722376" cy="725487"/>
          </a:xfrm>
          <a:noFill/>
          <a:ln>
            <a:noFill/>
          </a:ln>
        </p:spPr>
        <p:txBody>
          <a:bodyPr anchor="b"/>
          <a:lstStyle>
            <a:lvl1pPr algn="ctr">
              <a:defRPr>
                <a:solidFill>
                  <a:schemeClr val="bg1"/>
                </a:solidFill>
              </a:defRPr>
            </a:lvl1pPr>
          </a:lstStyle>
          <a:p>
            <a:r>
              <a:rPr lang="en-US" dirty="0"/>
              <a:t>Icon</a:t>
            </a:r>
          </a:p>
        </p:txBody>
      </p:sp>
      <p:sp>
        <p:nvSpPr>
          <p:cNvPr id="21" name="Picture Placeholder 9">
            <a:extLst>
              <a:ext uri="{FF2B5EF4-FFF2-40B4-BE49-F238E27FC236}">
                <a16:creationId xmlns:a16="http://schemas.microsoft.com/office/drawing/2014/main" id="{9E00C7D1-33B8-8C13-3170-53723F9DC775}"/>
              </a:ext>
            </a:extLst>
          </p:cNvPr>
          <p:cNvSpPr>
            <a:spLocks noGrp="1"/>
          </p:cNvSpPr>
          <p:nvPr>
            <p:ph type="pic" sz="quarter" idx="29" hasCustomPrompt="1"/>
          </p:nvPr>
        </p:nvSpPr>
        <p:spPr>
          <a:xfrm>
            <a:off x="6969823" y="1700213"/>
            <a:ext cx="722376" cy="725487"/>
          </a:xfrm>
          <a:noFill/>
          <a:ln>
            <a:noFill/>
          </a:ln>
        </p:spPr>
        <p:txBody>
          <a:bodyPr anchor="b"/>
          <a:lstStyle>
            <a:lvl1pPr algn="ctr">
              <a:defRPr>
                <a:solidFill>
                  <a:schemeClr val="bg1"/>
                </a:solidFill>
              </a:defRPr>
            </a:lvl1pPr>
          </a:lstStyle>
          <a:p>
            <a:r>
              <a:rPr lang="en-US" dirty="0"/>
              <a:t>Icon</a:t>
            </a:r>
          </a:p>
        </p:txBody>
      </p:sp>
      <p:sp>
        <p:nvSpPr>
          <p:cNvPr id="22" name="Picture Placeholder 9">
            <a:extLst>
              <a:ext uri="{FF2B5EF4-FFF2-40B4-BE49-F238E27FC236}">
                <a16:creationId xmlns:a16="http://schemas.microsoft.com/office/drawing/2014/main" id="{25C2B24F-2F63-693C-4B5C-5218010E6E17}"/>
              </a:ext>
            </a:extLst>
          </p:cNvPr>
          <p:cNvSpPr>
            <a:spLocks noGrp="1"/>
          </p:cNvSpPr>
          <p:nvPr>
            <p:ph type="pic" sz="quarter" idx="30" hasCustomPrompt="1"/>
          </p:nvPr>
        </p:nvSpPr>
        <p:spPr>
          <a:xfrm>
            <a:off x="9695606" y="1700213"/>
            <a:ext cx="722376" cy="725487"/>
          </a:xfrm>
          <a:noFill/>
          <a:ln>
            <a:noFill/>
          </a:ln>
        </p:spPr>
        <p:txBody>
          <a:bodyPr anchor="b"/>
          <a:lstStyle>
            <a:lvl1pPr algn="ctr">
              <a:defRPr>
                <a:solidFill>
                  <a:schemeClr val="tx1"/>
                </a:solidFill>
              </a:defRPr>
            </a:lvl1pPr>
          </a:lstStyle>
          <a:p>
            <a:r>
              <a:rPr lang="en-US" dirty="0"/>
              <a:t>Icon</a:t>
            </a:r>
          </a:p>
        </p:txBody>
      </p:sp>
      <p:sp>
        <p:nvSpPr>
          <p:cNvPr id="6" name="Title 5">
            <a:extLst>
              <a:ext uri="{FF2B5EF4-FFF2-40B4-BE49-F238E27FC236}">
                <a16:creationId xmlns:a16="http://schemas.microsoft.com/office/drawing/2014/main" id="{F70F910A-0FDA-8569-64E0-CDA719003479}"/>
              </a:ext>
            </a:extLst>
          </p:cNvPr>
          <p:cNvSpPr>
            <a:spLocks noGrp="1"/>
          </p:cNvSpPr>
          <p:nvPr>
            <p:ph type="title"/>
          </p:nvPr>
        </p:nvSpPr>
        <p:spPr>
          <a:xfrm>
            <a:off x="546101" y="552450"/>
            <a:ext cx="3513784" cy="434975"/>
          </a:xfrm>
        </p:spPr>
        <p:txBody>
          <a:bodyPr rIns="274320"/>
          <a:lstStyle>
            <a:lvl1pPr>
              <a:defRPr>
                <a:solidFill>
                  <a:schemeClr val="tx2"/>
                </a:solidFill>
              </a:defRPr>
            </a:lvl1pPr>
          </a:lstStyle>
          <a:p>
            <a:r>
              <a:rPr lang="en-US"/>
              <a:t>Click to edit Master title style</a:t>
            </a:r>
            <a:endParaRPr lang="en-US" dirty="0"/>
          </a:p>
        </p:txBody>
      </p:sp>
      <p:sp>
        <p:nvSpPr>
          <p:cNvPr id="4" name="Freeform 5">
            <a:extLst>
              <a:ext uri="{FF2B5EF4-FFF2-40B4-BE49-F238E27FC236}">
                <a16:creationId xmlns:a16="http://schemas.microsoft.com/office/drawing/2014/main" id="{C6DF79E6-D4E8-1A83-F47C-3A44B264B93E}"/>
              </a:ext>
            </a:extLst>
          </p:cNvPr>
          <p:cNvSpPr/>
          <p:nvPr userDrawn="1"/>
        </p:nvSpPr>
        <p:spPr bwMode="black">
          <a:xfrm>
            <a:off x="554038" y="6469335"/>
            <a:ext cx="678511" cy="112440"/>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chemeClr val="tx2"/>
          </a:solidFill>
          <a:ln w="0" cap="flat">
            <a:noFill/>
            <a:prstDash val="solid"/>
            <a:miter/>
          </a:ln>
        </p:spPr>
        <p:txBody>
          <a:bodyPr rtlCol="0" anchor="ctr"/>
          <a:lstStyle/>
          <a:p>
            <a:endParaRPr lang="en-US"/>
          </a:p>
        </p:txBody>
      </p:sp>
      <p:sp>
        <p:nvSpPr>
          <p:cNvPr id="35" name="Text Placeholder 10">
            <a:extLst>
              <a:ext uri="{FF2B5EF4-FFF2-40B4-BE49-F238E27FC236}">
                <a16:creationId xmlns:a16="http://schemas.microsoft.com/office/drawing/2014/main" id="{B88CC021-CDD2-6418-1ADC-6959FDAC120A}"/>
              </a:ext>
            </a:extLst>
          </p:cNvPr>
          <p:cNvSpPr>
            <a:spLocks noGrp="1"/>
          </p:cNvSpPr>
          <p:nvPr>
            <p:ph type="body" sz="quarter" idx="21"/>
          </p:nvPr>
        </p:nvSpPr>
        <p:spPr>
          <a:xfrm>
            <a:off x="546100" y="1127125"/>
            <a:ext cx="3310473" cy="295275"/>
          </a:xfrm>
        </p:spPr>
        <p:txBody>
          <a:bodyPr>
            <a:noAutofit/>
          </a:bodyPr>
          <a:lstStyle>
            <a:lvl1pPr marL="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1pPr>
            <a:lvl2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2pPr>
            <a:lvl3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3pPr>
            <a:lvl4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4pPr>
            <a:lvl5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5pPr>
            <a:lvl6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6pPr>
            <a:lvl7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7pPr>
            <a:lvl8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8pPr>
            <a:lvl9pPr marL="0" indent="0" algn="l" defTabSz="914400" rtl="0" eaLnBrk="1" latinLnBrk="0" hangingPunct="1">
              <a:lnSpc>
                <a:spcPct val="80000"/>
              </a:lnSpc>
              <a:spcBef>
                <a:spcPts val="0"/>
              </a:spcBef>
              <a:spcAft>
                <a:spcPts val="0"/>
              </a:spcAft>
              <a:buNone/>
              <a:defRPr lang="en-US" sz="2400" b="0" i="0" kern="1200" dirty="0">
                <a:solidFill>
                  <a:schemeClr val="accent1"/>
                </a:solidFill>
                <a:latin typeface="+mj-lt"/>
                <a:ea typeface="GT America Regular" charset="0"/>
                <a:cs typeface="GT America Regular" charset="0"/>
              </a:defRPr>
            </a:lvl9pPr>
          </a:lstStyle>
          <a:p>
            <a:pPr lvl="0"/>
            <a:r>
              <a:rPr lang="en-US"/>
              <a:t>Click to edit Master text styles</a:t>
            </a:r>
          </a:p>
        </p:txBody>
      </p:sp>
      <p:sp>
        <p:nvSpPr>
          <p:cNvPr id="36" name="Text Placeholder 15">
            <a:extLst>
              <a:ext uri="{FF2B5EF4-FFF2-40B4-BE49-F238E27FC236}">
                <a16:creationId xmlns:a16="http://schemas.microsoft.com/office/drawing/2014/main" id="{BC76AFF6-CF90-29B2-6B5F-2F953DE61D0F}"/>
              </a:ext>
            </a:extLst>
          </p:cNvPr>
          <p:cNvSpPr>
            <a:spLocks noGrp="1"/>
          </p:cNvSpPr>
          <p:nvPr>
            <p:ph type="body" sz="quarter" idx="22"/>
          </p:nvPr>
        </p:nvSpPr>
        <p:spPr>
          <a:xfrm>
            <a:off x="546100" y="6019800"/>
            <a:ext cx="3314822" cy="289560"/>
          </a:xfrm>
        </p:spPr>
        <p:txBody>
          <a:bodyPr anchor="b" anchorCtr="0">
            <a:noAutofit/>
          </a:bodyPr>
          <a:lstStyle>
            <a:lvl1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1pPr>
            <a:lvl2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2pPr>
            <a:lvl3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3pPr>
            <a:lvl4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4pPr>
            <a:lvl5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5pPr>
            <a:lvl6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6pPr>
            <a:lvl7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7pPr>
            <a:lvl8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8pPr>
            <a:lvl9pPr marL="0" indent="0" algn="l" defTabSz="914400" rtl="0" eaLnBrk="1" latinLnBrk="0" hangingPunct="1">
              <a:lnSpc>
                <a:spcPct val="101000"/>
              </a:lnSpc>
              <a:spcBef>
                <a:spcPts val="0"/>
              </a:spcBef>
              <a:spcAft>
                <a:spcPts val="600"/>
              </a:spcAft>
              <a:buNone/>
              <a:defRPr lang="en-US" sz="600" b="0" i="0" kern="1200" dirty="0">
                <a:solidFill>
                  <a:srgbClr val="75787B"/>
                </a:solidFill>
                <a:latin typeface="+mn-lt"/>
                <a:ea typeface="GT America Regular" charset="0"/>
                <a:cs typeface="GT America Regular" charset="0"/>
              </a:defRPr>
            </a:lvl9pPr>
          </a:lstStyle>
          <a:p>
            <a:pPr lvl="0"/>
            <a:r>
              <a:rPr lang="en-US"/>
              <a:t>Click to edit Master text styles</a:t>
            </a:r>
          </a:p>
        </p:txBody>
      </p:sp>
      <p:sp>
        <p:nvSpPr>
          <p:cNvPr id="37" name="Content Placeholder 22">
            <a:extLst>
              <a:ext uri="{FF2B5EF4-FFF2-40B4-BE49-F238E27FC236}">
                <a16:creationId xmlns:a16="http://schemas.microsoft.com/office/drawing/2014/main" id="{97E0F40B-B869-0C41-17E9-7CB4DEBBA384}"/>
              </a:ext>
            </a:extLst>
          </p:cNvPr>
          <p:cNvSpPr>
            <a:spLocks noGrp="1"/>
          </p:cNvSpPr>
          <p:nvPr>
            <p:ph sz="quarter" idx="23"/>
          </p:nvPr>
        </p:nvSpPr>
        <p:spPr>
          <a:xfrm>
            <a:off x="546099" y="1849438"/>
            <a:ext cx="3310473" cy="4017962"/>
          </a:xfrm>
        </p:spPr>
        <p:txBody>
          <a:bodyPr/>
          <a:lstStyle>
            <a:lvl1pPr>
              <a:defRPr lang="en-US" sz="2000" b="0" i="0" kern="1200" dirty="0" smtClean="0">
                <a:solidFill>
                  <a:schemeClr val="tx2"/>
                </a:solidFill>
                <a:latin typeface="+mj-lt"/>
                <a:ea typeface="GT America Regular" charset="0"/>
                <a:cs typeface="GT America Regular" charset="0"/>
              </a:defRPr>
            </a:lvl1pPr>
          </a:lstStyle>
          <a:p>
            <a:pPr marL="0" lvl="0" indent="0" algn="l" defTabSz="914400" rtl="0" eaLnBrk="1" latinLnBrk="0" hangingPunct="1">
              <a:lnSpc>
                <a:spcPct val="101000"/>
              </a:lnSpc>
              <a:spcBef>
                <a:spcPts val="0"/>
              </a:spcBef>
              <a:spcAft>
                <a:spcPts val="600"/>
              </a:spcAft>
              <a:buFont typeface="GT America Regular"/>
              <a:buNone/>
            </a:pPr>
            <a:r>
              <a:rPr lang="en-US"/>
              <a:t>Click to edit Master text styles</a:t>
            </a:r>
          </a:p>
          <a:p>
            <a:pPr marL="0" lvl="1" indent="0" algn="l" defTabSz="914400" rtl="0" eaLnBrk="1" latinLnBrk="0" hangingPunct="1">
              <a:lnSpc>
                <a:spcPct val="101000"/>
              </a:lnSpc>
              <a:spcBef>
                <a:spcPts val="0"/>
              </a:spcBef>
              <a:spcAft>
                <a:spcPts val="600"/>
              </a:spcAft>
              <a:buFont typeface="GT America Regular"/>
              <a:buNone/>
            </a:pPr>
            <a:r>
              <a:rPr lang="en-US"/>
              <a:t>Second level</a:t>
            </a:r>
          </a:p>
          <a:p>
            <a:pPr marL="0" lvl="2" indent="0" algn="l" defTabSz="914400" rtl="0" eaLnBrk="1" latinLnBrk="0" hangingPunct="1">
              <a:lnSpc>
                <a:spcPct val="101000"/>
              </a:lnSpc>
              <a:spcBef>
                <a:spcPts val="0"/>
              </a:spcBef>
              <a:spcAft>
                <a:spcPts val="600"/>
              </a:spcAft>
              <a:buFont typeface="GT America Regular"/>
              <a:buNone/>
            </a:pPr>
            <a:r>
              <a:rPr lang="en-US"/>
              <a:t>Third level</a:t>
            </a:r>
          </a:p>
        </p:txBody>
      </p:sp>
      <p:sp>
        <p:nvSpPr>
          <p:cNvPr id="39" name="Content Placeholder 38">
            <a:extLst>
              <a:ext uri="{FF2B5EF4-FFF2-40B4-BE49-F238E27FC236}">
                <a16:creationId xmlns:a16="http://schemas.microsoft.com/office/drawing/2014/main" id="{B8FB8A65-64DE-688C-A8C8-69259DE4ACFC}"/>
              </a:ext>
            </a:extLst>
          </p:cNvPr>
          <p:cNvSpPr>
            <a:spLocks noGrp="1"/>
          </p:cNvSpPr>
          <p:nvPr>
            <p:ph sz="quarter" idx="51"/>
          </p:nvPr>
        </p:nvSpPr>
        <p:spPr>
          <a:xfrm>
            <a:off x="4287584" y="2714626"/>
            <a:ext cx="1947672" cy="2727324"/>
          </a:xfrm>
        </p:spPr>
        <p:txBody>
          <a:bodyPr/>
          <a:lstStyle>
            <a:lvl1pPr>
              <a:defRPr b="1">
                <a:solidFill>
                  <a:schemeClr val="bg1"/>
                </a:solidFill>
              </a:defRPr>
            </a:lvl1pPr>
            <a:lvl2pPr>
              <a:defRPr>
                <a:solidFill>
                  <a:schemeClr val="bg1"/>
                </a:solidFill>
              </a:defRPr>
            </a:lvl2pPr>
            <a:lvl3pPr>
              <a:buClrTx/>
              <a:defRPr>
                <a:solidFill>
                  <a:schemeClr val="bg1"/>
                </a:solidFill>
              </a:defRPr>
            </a:lvl3pPr>
            <a:lvl4pPr>
              <a:defRPr>
                <a:solidFill>
                  <a:schemeClr val="bg1"/>
                </a:solidFill>
              </a:defRPr>
            </a:lvl4pPr>
            <a:lvl5pPr>
              <a:buClrTx/>
              <a:defRPr>
                <a:solidFill>
                  <a:schemeClr val="bg1"/>
                </a:solidFill>
              </a:defRPr>
            </a:lvl5pPr>
            <a:lvl6pPr>
              <a:defRPr>
                <a:solidFill>
                  <a:schemeClr val="bg1"/>
                </a:solidFill>
              </a:defRPr>
            </a:lvl6pPr>
            <a:lvl7pPr>
              <a:buClrTx/>
              <a:defRPr>
                <a:solidFill>
                  <a:schemeClr val="bg1"/>
                </a:solidFill>
              </a:defRPr>
            </a:lvl7pPr>
            <a:lvl8pPr>
              <a:defRPr>
                <a:solidFill>
                  <a:schemeClr val="bg1"/>
                </a:solidFill>
              </a:defRPr>
            </a:lvl8pPr>
            <a:lvl9pPr>
              <a:buClrTx/>
              <a:defRPr>
                <a:solidFill>
                  <a:schemeClr val="bg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1" name="Content Placeholder 40">
            <a:extLst>
              <a:ext uri="{FF2B5EF4-FFF2-40B4-BE49-F238E27FC236}">
                <a16:creationId xmlns:a16="http://schemas.microsoft.com/office/drawing/2014/main" id="{83F5807E-64D9-26C9-A052-A940055EC2EC}"/>
              </a:ext>
            </a:extLst>
          </p:cNvPr>
          <p:cNvSpPr>
            <a:spLocks noGrp="1"/>
          </p:cNvSpPr>
          <p:nvPr>
            <p:ph sz="quarter" idx="52"/>
          </p:nvPr>
        </p:nvSpPr>
        <p:spPr>
          <a:xfrm>
            <a:off x="6988240" y="2714625"/>
            <a:ext cx="1947672" cy="2727325"/>
          </a:xfrm>
        </p:spPr>
        <p:txBody>
          <a:bodyPr/>
          <a:lstStyle>
            <a:lvl1pPr>
              <a:defRPr b="1">
                <a:solidFill>
                  <a:schemeClr val="bg1"/>
                </a:solidFill>
              </a:defRPr>
            </a:lvl1pPr>
            <a:lvl2pPr>
              <a:defRPr>
                <a:solidFill>
                  <a:schemeClr val="bg1"/>
                </a:solidFill>
              </a:defRPr>
            </a:lvl2pPr>
            <a:lvl3pPr>
              <a:buClrTx/>
              <a:defRPr>
                <a:solidFill>
                  <a:schemeClr val="bg1"/>
                </a:solidFill>
              </a:defRPr>
            </a:lvl3pPr>
            <a:lvl4pPr>
              <a:defRPr>
                <a:solidFill>
                  <a:schemeClr val="bg1"/>
                </a:solidFill>
              </a:defRPr>
            </a:lvl4pPr>
            <a:lvl5pPr>
              <a:buClrTx/>
              <a:defRPr>
                <a:solidFill>
                  <a:schemeClr val="bg1"/>
                </a:solidFill>
              </a:defRPr>
            </a:lvl5pPr>
            <a:lvl6pPr>
              <a:defRPr>
                <a:solidFill>
                  <a:schemeClr val="bg1"/>
                </a:solidFill>
              </a:defRPr>
            </a:lvl6pPr>
            <a:lvl7pPr>
              <a:buClrTx/>
              <a:defRPr>
                <a:solidFill>
                  <a:schemeClr val="bg1"/>
                </a:solidFill>
              </a:defRPr>
            </a:lvl7pPr>
            <a:lvl8pPr>
              <a:defRPr>
                <a:solidFill>
                  <a:schemeClr val="bg1"/>
                </a:solidFill>
              </a:defRPr>
            </a:lvl8pPr>
            <a:lvl9pPr>
              <a:buClrTx/>
              <a:defRPr>
                <a:solidFill>
                  <a:schemeClr val="bg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3" name="Content Placeholder 42">
            <a:extLst>
              <a:ext uri="{FF2B5EF4-FFF2-40B4-BE49-F238E27FC236}">
                <a16:creationId xmlns:a16="http://schemas.microsoft.com/office/drawing/2014/main" id="{D4223DE0-4467-4663-D8D2-667F2C64D3E3}"/>
              </a:ext>
            </a:extLst>
          </p:cNvPr>
          <p:cNvSpPr>
            <a:spLocks noGrp="1"/>
          </p:cNvSpPr>
          <p:nvPr>
            <p:ph sz="quarter" idx="53"/>
          </p:nvPr>
        </p:nvSpPr>
        <p:spPr>
          <a:xfrm>
            <a:off x="9694862" y="2714625"/>
            <a:ext cx="1943101" cy="2727325"/>
          </a:xfrm>
        </p:spPr>
        <p:txBody>
          <a:bodyPr/>
          <a:lstStyle>
            <a:lvl1pPr>
              <a:defRPr b="1">
                <a:solidFill>
                  <a:schemeClr val="tx2"/>
                </a:solidFill>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grpSp>
        <p:nvGrpSpPr>
          <p:cNvPr id="2" name="Group 1">
            <a:extLst>
              <a:ext uri="{FF2B5EF4-FFF2-40B4-BE49-F238E27FC236}">
                <a16:creationId xmlns:a16="http://schemas.microsoft.com/office/drawing/2014/main" id="{7C930647-C925-0065-2526-F24095F4EAA5}"/>
              </a:ext>
            </a:extLst>
          </p:cNvPr>
          <p:cNvGrpSpPr/>
          <p:nvPr userDrawn="1"/>
        </p:nvGrpSpPr>
        <p:grpSpPr>
          <a:xfrm>
            <a:off x="12356815" y="0"/>
            <a:ext cx="756834" cy="6872642"/>
            <a:chOff x="12356815" y="0"/>
            <a:chExt cx="756834" cy="6872642"/>
          </a:xfrm>
        </p:grpSpPr>
        <p:sp>
          <p:nvSpPr>
            <p:cNvPr id="5" name="Rectangle 4">
              <a:extLst>
                <a:ext uri="{FF2B5EF4-FFF2-40B4-BE49-F238E27FC236}">
                  <a16:creationId xmlns:a16="http://schemas.microsoft.com/office/drawing/2014/main" id="{19577CA9-ABAC-2B62-BE71-5872F4297D70}"/>
                </a:ext>
              </a:extLst>
            </p:cNvPr>
            <p:cNvSpPr/>
            <p:nvPr userDrawn="1"/>
          </p:nvSpPr>
          <p:spPr>
            <a:xfrm>
              <a:off x="12356815" y="0"/>
              <a:ext cx="553069" cy="3279913"/>
            </a:xfrm>
            <a:prstGeom prst="rect">
              <a:avLst/>
            </a:prstGeom>
            <a:solidFill>
              <a:srgbClr val="F2F2F2"/>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a:p>
          </p:txBody>
        </p:sp>
        <p:sp>
          <p:nvSpPr>
            <p:cNvPr id="7" name="TextBox 6">
              <a:extLst>
                <a:ext uri="{FF2B5EF4-FFF2-40B4-BE49-F238E27FC236}">
                  <a16:creationId xmlns:a16="http://schemas.microsoft.com/office/drawing/2014/main" id="{45F4B5AD-A422-A490-114E-57BA5DEAC45C}"/>
                </a:ext>
              </a:extLst>
            </p:cNvPr>
            <p:cNvSpPr txBox="1"/>
            <p:nvPr userDrawn="1"/>
          </p:nvSpPr>
          <p:spPr>
            <a:xfrm rot="16200000">
              <a:off x="12332216" y="1580677"/>
              <a:ext cx="1444306" cy="118559"/>
            </a:xfrm>
            <a:prstGeom prst="rect">
              <a:avLst/>
            </a:prstGeom>
            <a:noFill/>
          </p:spPr>
          <p:txBody>
            <a:bodyPr wrap="none" lIns="0" tIns="0" rIns="0" bIns="0" rtlCol="0">
              <a:spAutoFit/>
            </a:bodyPr>
            <a:lstStyle/>
            <a:p>
              <a:pPr algn="l">
                <a:lnSpc>
                  <a:spcPct val="101000"/>
                </a:lnSpc>
                <a:spcAft>
                  <a:spcPts val="600"/>
                </a:spcAft>
              </a:pPr>
              <a:r>
                <a:rPr kumimoji="0" lang="en-CR" sz="800" b="1" i="0" u="none" strike="noStrike" kern="1200" cap="none" spc="0" normalizeH="0" baseline="0" noProof="0">
                  <a:ln>
                    <a:noFill/>
                  </a:ln>
                  <a:solidFill>
                    <a:srgbClr val="000000"/>
                  </a:solidFill>
                  <a:effectLst/>
                  <a:uLnTx/>
                  <a:uFillTx/>
                  <a:ea typeface="GT America Regular" charset="0"/>
                  <a:cs typeface="GT America Regular" charset="0"/>
                </a:rPr>
                <a:t>ON LIGHT AND EXTRA LIGHT</a:t>
              </a:r>
            </a:p>
          </p:txBody>
        </p:sp>
        <p:sp>
          <p:nvSpPr>
            <p:cNvPr id="8" name="Rectangle 7">
              <a:extLst>
                <a:ext uri="{FF2B5EF4-FFF2-40B4-BE49-F238E27FC236}">
                  <a16:creationId xmlns:a16="http://schemas.microsoft.com/office/drawing/2014/main" id="{1FABA76C-7796-0FC9-DF1A-CBB563B6E0F9}"/>
                </a:ext>
              </a:extLst>
            </p:cNvPr>
            <p:cNvSpPr/>
            <p:nvPr userDrawn="1"/>
          </p:nvSpPr>
          <p:spPr>
            <a:xfrm>
              <a:off x="12356815" y="3592729"/>
              <a:ext cx="553069" cy="3279913"/>
            </a:xfrm>
            <a:prstGeom prst="rect">
              <a:avLst/>
            </a:prstGeom>
            <a:solidFill>
              <a:schemeClr val="tx2"/>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a:p>
          </p:txBody>
        </p:sp>
        <p:grpSp>
          <p:nvGrpSpPr>
            <p:cNvPr id="10" name="Group 9">
              <a:extLst>
                <a:ext uri="{FF2B5EF4-FFF2-40B4-BE49-F238E27FC236}">
                  <a16:creationId xmlns:a16="http://schemas.microsoft.com/office/drawing/2014/main" id="{66820B3D-4954-F4A7-8B15-866971C52CE6}"/>
                </a:ext>
              </a:extLst>
            </p:cNvPr>
            <p:cNvGrpSpPr/>
            <p:nvPr userDrawn="1"/>
          </p:nvGrpSpPr>
          <p:grpSpPr>
            <a:xfrm>
              <a:off x="12442019" y="3791214"/>
              <a:ext cx="382660" cy="2882942"/>
              <a:chOff x="14001569" y="3716048"/>
              <a:chExt cx="316248" cy="3171236"/>
            </a:xfrm>
          </p:grpSpPr>
          <p:sp>
            <p:nvSpPr>
              <p:cNvPr id="28" name="Rectangle 27">
                <a:extLst>
                  <a:ext uri="{FF2B5EF4-FFF2-40B4-BE49-F238E27FC236}">
                    <a16:creationId xmlns:a16="http://schemas.microsoft.com/office/drawing/2014/main" id="{C3B516E0-4451-5633-F201-5D7C102B91D2}"/>
                  </a:ext>
                </a:extLst>
              </p:cNvPr>
              <p:cNvSpPr/>
              <p:nvPr userDrawn="1"/>
            </p:nvSpPr>
            <p:spPr>
              <a:xfrm rot="5400000">
                <a:off x="14033099" y="5954114"/>
                <a:ext cx="253188" cy="316248"/>
              </a:xfrm>
              <a:prstGeom prst="rect">
                <a:avLst/>
              </a:prstGeom>
              <a:solidFill>
                <a:srgbClr val="005E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29" name="Rectangle 28">
                <a:extLst>
                  <a:ext uri="{FF2B5EF4-FFF2-40B4-BE49-F238E27FC236}">
                    <a16:creationId xmlns:a16="http://schemas.microsoft.com/office/drawing/2014/main" id="{446D274A-A48C-8CEA-6825-157FDABA2BC6}"/>
                  </a:ext>
                </a:extLst>
              </p:cNvPr>
              <p:cNvSpPr/>
              <p:nvPr userDrawn="1"/>
            </p:nvSpPr>
            <p:spPr>
              <a:xfrm rot="5400000">
                <a:off x="14033099" y="6278342"/>
                <a:ext cx="253188" cy="316248"/>
              </a:xfrm>
              <a:prstGeom prst="rect">
                <a:avLst/>
              </a:prstGeom>
              <a:solidFill>
                <a:srgbClr val="B8B9D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30" name="Rectangle 29">
                <a:extLst>
                  <a:ext uri="{FF2B5EF4-FFF2-40B4-BE49-F238E27FC236}">
                    <a16:creationId xmlns:a16="http://schemas.microsoft.com/office/drawing/2014/main" id="{0D485CE5-53AE-00F4-BFC7-6EE31FA7AA96}"/>
                  </a:ext>
                </a:extLst>
              </p:cNvPr>
              <p:cNvSpPr/>
              <p:nvPr userDrawn="1"/>
            </p:nvSpPr>
            <p:spPr>
              <a:xfrm rot="5400000">
                <a:off x="14033099" y="6602566"/>
                <a:ext cx="253188" cy="316248"/>
              </a:xfrm>
              <a:prstGeom prst="rect">
                <a:avLst/>
              </a:prstGeom>
              <a:solidFill>
                <a:srgbClr val="FBE6D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31" name="Rectangle 30">
                <a:extLst>
                  <a:ext uri="{FF2B5EF4-FFF2-40B4-BE49-F238E27FC236}">
                    <a16:creationId xmlns:a16="http://schemas.microsoft.com/office/drawing/2014/main" id="{B0F7208D-BBAC-2D69-9041-614EF9A884FB}"/>
                  </a:ext>
                </a:extLst>
              </p:cNvPr>
              <p:cNvSpPr/>
              <p:nvPr userDrawn="1"/>
            </p:nvSpPr>
            <p:spPr>
              <a:xfrm rot="5400000">
                <a:off x="14033099" y="4981430"/>
                <a:ext cx="253188" cy="316248"/>
              </a:xfrm>
              <a:prstGeom prst="rect">
                <a:avLst/>
              </a:prstGeom>
              <a:solidFill>
                <a:srgbClr val="BCE09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32" name="Rectangle 31">
                <a:extLst>
                  <a:ext uri="{FF2B5EF4-FFF2-40B4-BE49-F238E27FC236}">
                    <a16:creationId xmlns:a16="http://schemas.microsoft.com/office/drawing/2014/main" id="{EC892C34-872B-8D5E-E1F7-0F33BCD6AC47}"/>
                  </a:ext>
                </a:extLst>
              </p:cNvPr>
              <p:cNvSpPr/>
              <p:nvPr userDrawn="1"/>
            </p:nvSpPr>
            <p:spPr>
              <a:xfrm rot="5400000">
                <a:off x="14033099" y="5305658"/>
                <a:ext cx="253188" cy="316248"/>
              </a:xfrm>
              <a:prstGeom prst="rect">
                <a:avLst/>
              </a:prstGeom>
              <a:solidFill>
                <a:srgbClr val="E9783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33" name="Rectangle 32">
                <a:extLst>
                  <a:ext uri="{FF2B5EF4-FFF2-40B4-BE49-F238E27FC236}">
                    <a16:creationId xmlns:a16="http://schemas.microsoft.com/office/drawing/2014/main" id="{270495D2-9BD6-2A92-DFA9-CD8DCC8ACBCF}"/>
                  </a:ext>
                </a:extLst>
              </p:cNvPr>
              <p:cNvSpPr/>
              <p:nvPr userDrawn="1"/>
            </p:nvSpPr>
            <p:spPr>
              <a:xfrm rot="5400000">
                <a:off x="14033099" y="5629886"/>
                <a:ext cx="253188" cy="316248"/>
              </a:xfrm>
              <a:prstGeom prst="rect">
                <a:avLst/>
              </a:prstGeom>
              <a:solidFill>
                <a:srgbClr val="B9056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34" name="Rectangle 33">
                <a:extLst>
                  <a:ext uri="{FF2B5EF4-FFF2-40B4-BE49-F238E27FC236}">
                    <a16:creationId xmlns:a16="http://schemas.microsoft.com/office/drawing/2014/main" id="{DB7EC6E5-D71C-BD8C-6F42-7C7C51B0F119}"/>
                  </a:ext>
                </a:extLst>
              </p:cNvPr>
              <p:cNvSpPr/>
              <p:nvPr userDrawn="1"/>
            </p:nvSpPr>
            <p:spPr>
              <a:xfrm rot="5400000">
                <a:off x="14033099" y="3684518"/>
                <a:ext cx="253188" cy="316248"/>
              </a:xfrm>
              <a:prstGeom prst="rect">
                <a:avLst/>
              </a:prstGeom>
              <a:solidFill>
                <a:srgbClr val="9DC2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38" name="Rectangle 37">
                <a:extLst>
                  <a:ext uri="{FF2B5EF4-FFF2-40B4-BE49-F238E27FC236}">
                    <a16:creationId xmlns:a16="http://schemas.microsoft.com/office/drawing/2014/main" id="{EAAA6F67-F3D5-8155-153A-82DC7A4D72AB}"/>
                  </a:ext>
                </a:extLst>
              </p:cNvPr>
              <p:cNvSpPr/>
              <p:nvPr userDrawn="1"/>
            </p:nvSpPr>
            <p:spPr>
              <a:xfrm rot="5400000">
                <a:off x="14033099" y="4008746"/>
                <a:ext cx="253188" cy="316248"/>
              </a:xfrm>
              <a:prstGeom prst="rect">
                <a:avLst/>
              </a:prstGeom>
              <a:solidFill>
                <a:srgbClr val="309DA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40" name="Rectangle 39">
                <a:extLst>
                  <a:ext uri="{FF2B5EF4-FFF2-40B4-BE49-F238E27FC236}">
                    <a16:creationId xmlns:a16="http://schemas.microsoft.com/office/drawing/2014/main" id="{96160E80-CB8B-0170-1CC1-F3CC3ED1A27A}"/>
                  </a:ext>
                </a:extLst>
              </p:cNvPr>
              <p:cNvSpPr/>
              <p:nvPr userDrawn="1"/>
            </p:nvSpPr>
            <p:spPr>
              <a:xfrm rot="5400000">
                <a:off x="14033099" y="4332974"/>
                <a:ext cx="253188" cy="316248"/>
              </a:xfrm>
              <a:prstGeom prst="rect">
                <a:avLst/>
              </a:prstGeom>
              <a:solidFill>
                <a:srgbClr val="E2C22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42" name="Rectangle 41">
                <a:extLst>
                  <a:ext uri="{FF2B5EF4-FFF2-40B4-BE49-F238E27FC236}">
                    <a16:creationId xmlns:a16="http://schemas.microsoft.com/office/drawing/2014/main" id="{6E6C9571-DCE8-3213-65C0-0EA0E758459A}"/>
                  </a:ext>
                </a:extLst>
              </p:cNvPr>
              <p:cNvSpPr/>
              <p:nvPr userDrawn="1"/>
            </p:nvSpPr>
            <p:spPr>
              <a:xfrm rot="5400000">
                <a:off x="14033099" y="4657202"/>
                <a:ext cx="253188" cy="316248"/>
              </a:xfrm>
              <a:prstGeom prst="rect">
                <a:avLst/>
              </a:prstGeom>
              <a:solidFill>
                <a:srgbClr val="9158B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grpSp>
        <p:grpSp>
          <p:nvGrpSpPr>
            <p:cNvPr id="11" name="Group 10">
              <a:extLst>
                <a:ext uri="{FF2B5EF4-FFF2-40B4-BE49-F238E27FC236}">
                  <a16:creationId xmlns:a16="http://schemas.microsoft.com/office/drawing/2014/main" id="{EA579511-F297-C4BC-C08C-DB53B1B533B4}"/>
                </a:ext>
              </a:extLst>
            </p:cNvPr>
            <p:cNvGrpSpPr/>
            <p:nvPr userDrawn="1"/>
          </p:nvGrpSpPr>
          <p:grpSpPr>
            <a:xfrm>
              <a:off x="12442019" y="198485"/>
              <a:ext cx="382660" cy="2882942"/>
              <a:chOff x="12742785" y="3716048"/>
              <a:chExt cx="316248" cy="3171236"/>
            </a:xfrm>
          </p:grpSpPr>
          <p:sp>
            <p:nvSpPr>
              <p:cNvPr id="15" name="Rectangle 14">
                <a:extLst>
                  <a:ext uri="{FF2B5EF4-FFF2-40B4-BE49-F238E27FC236}">
                    <a16:creationId xmlns:a16="http://schemas.microsoft.com/office/drawing/2014/main" id="{3CB78981-26D9-311D-BC5B-5D31080178E9}"/>
                  </a:ext>
                </a:extLst>
              </p:cNvPr>
              <p:cNvSpPr/>
              <p:nvPr userDrawn="1"/>
            </p:nvSpPr>
            <p:spPr>
              <a:xfrm rot="5400000">
                <a:off x="12774315" y="6602566"/>
                <a:ext cx="253188" cy="316248"/>
              </a:xfrm>
              <a:prstGeom prst="rect">
                <a:avLst/>
              </a:prstGeom>
              <a:solidFill>
                <a:srgbClr val="BFD6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16" name="Rectangle 15">
                <a:extLst>
                  <a:ext uri="{FF2B5EF4-FFF2-40B4-BE49-F238E27FC236}">
                    <a16:creationId xmlns:a16="http://schemas.microsoft.com/office/drawing/2014/main" id="{6EDDF6B1-FFA2-8B14-7AF3-34BF9029F508}"/>
                  </a:ext>
                </a:extLst>
              </p:cNvPr>
              <p:cNvSpPr/>
              <p:nvPr userDrawn="1"/>
            </p:nvSpPr>
            <p:spPr>
              <a:xfrm rot="5400000">
                <a:off x="12774315" y="4981430"/>
                <a:ext cx="253188" cy="316248"/>
              </a:xfrm>
              <a:prstGeom prst="rect">
                <a:avLst/>
              </a:prstGeom>
              <a:solidFill>
                <a:srgbClr val="D25F7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17" name="Rectangle 16">
                <a:extLst>
                  <a:ext uri="{FF2B5EF4-FFF2-40B4-BE49-F238E27FC236}">
                    <a16:creationId xmlns:a16="http://schemas.microsoft.com/office/drawing/2014/main" id="{FEA19526-FCEC-BE07-5300-852A6C5BF71B}"/>
                  </a:ext>
                </a:extLst>
              </p:cNvPr>
              <p:cNvSpPr/>
              <p:nvPr userDrawn="1"/>
            </p:nvSpPr>
            <p:spPr>
              <a:xfrm rot="5400000">
                <a:off x="12774315" y="5305658"/>
                <a:ext cx="253188" cy="316248"/>
              </a:xfrm>
              <a:prstGeom prst="rect">
                <a:avLst/>
              </a:prstGeom>
              <a:solidFill>
                <a:srgbClr val="C6480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19" name="Rectangle 18">
                <a:extLst>
                  <a:ext uri="{FF2B5EF4-FFF2-40B4-BE49-F238E27FC236}">
                    <a16:creationId xmlns:a16="http://schemas.microsoft.com/office/drawing/2014/main" id="{43C0F84E-DB85-3966-54B8-5D656A15DC3B}"/>
                  </a:ext>
                </a:extLst>
              </p:cNvPr>
              <p:cNvSpPr/>
              <p:nvPr userDrawn="1"/>
            </p:nvSpPr>
            <p:spPr>
              <a:xfrm rot="5400000">
                <a:off x="12774315" y="5629886"/>
                <a:ext cx="253188" cy="316248"/>
              </a:xfrm>
              <a:prstGeom prst="rect">
                <a:avLst/>
              </a:prstGeom>
              <a:solidFill>
                <a:srgbClr val="BA016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20" name="Rectangle 19">
                <a:extLst>
                  <a:ext uri="{FF2B5EF4-FFF2-40B4-BE49-F238E27FC236}">
                    <a16:creationId xmlns:a16="http://schemas.microsoft.com/office/drawing/2014/main" id="{0F731B32-23C1-ACE8-0AD4-F7FFEF28338A}"/>
                  </a:ext>
                </a:extLst>
              </p:cNvPr>
              <p:cNvSpPr/>
              <p:nvPr userDrawn="1"/>
            </p:nvSpPr>
            <p:spPr>
              <a:xfrm rot="5400000">
                <a:off x="12774315" y="3684518"/>
                <a:ext cx="253188" cy="316248"/>
              </a:xfrm>
              <a:prstGeom prst="rect">
                <a:avLst/>
              </a:prstGeom>
              <a:solidFill>
                <a:srgbClr val="005E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23" name="Rectangle 22">
                <a:extLst>
                  <a:ext uri="{FF2B5EF4-FFF2-40B4-BE49-F238E27FC236}">
                    <a16:creationId xmlns:a16="http://schemas.microsoft.com/office/drawing/2014/main" id="{D419114A-8FB0-4539-A1F8-BFEA74605D60}"/>
                  </a:ext>
                </a:extLst>
              </p:cNvPr>
              <p:cNvSpPr/>
              <p:nvPr userDrawn="1"/>
            </p:nvSpPr>
            <p:spPr>
              <a:xfrm rot="5400000">
                <a:off x="12774315" y="4008746"/>
                <a:ext cx="253188" cy="316248"/>
              </a:xfrm>
              <a:prstGeom prst="rect">
                <a:avLst/>
              </a:prstGeom>
              <a:solidFill>
                <a:srgbClr val="5EB6B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24" name="Rectangle 23">
                <a:extLst>
                  <a:ext uri="{FF2B5EF4-FFF2-40B4-BE49-F238E27FC236}">
                    <a16:creationId xmlns:a16="http://schemas.microsoft.com/office/drawing/2014/main" id="{C420684A-94D0-80AE-8572-F1C5887135EB}"/>
                  </a:ext>
                </a:extLst>
              </p:cNvPr>
              <p:cNvSpPr/>
              <p:nvPr userDrawn="1"/>
            </p:nvSpPr>
            <p:spPr>
              <a:xfrm rot="5400000">
                <a:off x="12774315" y="4332974"/>
                <a:ext cx="253188" cy="316248"/>
              </a:xfrm>
              <a:prstGeom prst="rect">
                <a:avLst/>
              </a:prstGeom>
              <a:solidFill>
                <a:srgbClr val="C7AB2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25" name="Rectangle 24">
                <a:extLst>
                  <a:ext uri="{FF2B5EF4-FFF2-40B4-BE49-F238E27FC236}">
                    <a16:creationId xmlns:a16="http://schemas.microsoft.com/office/drawing/2014/main" id="{74DF98DB-B192-D6EB-DB60-28647058CECC}"/>
                  </a:ext>
                </a:extLst>
              </p:cNvPr>
              <p:cNvSpPr/>
              <p:nvPr userDrawn="1"/>
            </p:nvSpPr>
            <p:spPr>
              <a:xfrm rot="5400000">
                <a:off x="12774315" y="4657202"/>
                <a:ext cx="253188" cy="316248"/>
              </a:xfrm>
              <a:prstGeom prst="rect">
                <a:avLst/>
              </a:prstGeom>
              <a:solidFill>
                <a:srgbClr val="5C068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26" name="Rectangle 25">
                <a:extLst>
                  <a:ext uri="{FF2B5EF4-FFF2-40B4-BE49-F238E27FC236}">
                    <a16:creationId xmlns:a16="http://schemas.microsoft.com/office/drawing/2014/main" id="{D316C908-6CCA-2B91-FEF0-85084A7064B0}"/>
                  </a:ext>
                </a:extLst>
              </p:cNvPr>
              <p:cNvSpPr/>
              <p:nvPr userDrawn="1"/>
            </p:nvSpPr>
            <p:spPr>
              <a:xfrm rot="5400000">
                <a:off x="12774315" y="5954114"/>
                <a:ext cx="253188" cy="316248"/>
              </a:xfrm>
              <a:prstGeom prst="rect">
                <a:avLst/>
              </a:prstGeom>
              <a:solidFill>
                <a:srgbClr val="2A431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27" name="Rectangle 26">
                <a:extLst>
                  <a:ext uri="{FF2B5EF4-FFF2-40B4-BE49-F238E27FC236}">
                    <a16:creationId xmlns:a16="http://schemas.microsoft.com/office/drawing/2014/main" id="{F7E9C187-8FDB-BED3-1C6A-74715F7EDA3D}"/>
                  </a:ext>
                </a:extLst>
              </p:cNvPr>
              <p:cNvSpPr/>
              <p:nvPr userDrawn="1"/>
            </p:nvSpPr>
            <p:spPr>
              <a:xfrm rot="5400000">
                <a:off x="12774315" y="6278342"/>
                <a:ext cx="253188" cy="316248"/>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grpSp>
        <p:sp>
          <p:nvSpPr>
            <p:cNvPr id="14" name="TextBox 13">
              <a:extLst>
                <a:ext uri="{FF2B5EF4-FFF2-40B4-BE49-F238E27FC236}">
                  <a16:creationId xmlns:a16="http://schemas.microsoft.com/office/drawing/2014/main" id="{10A62F19-3B6A-C6BE-3467-2B323D91C6FF}"/>
                </a:ext>
              </a:extLst>
            </p:cNvPr>
            <p:cNvSpPr txBox="1"/>
            <p:nvPr userDrawn="1"/>
          </p:nvSpPr>
          <p:spPr>
            <a:xfrm rot="16200000">
              <a:off x="12574270" y="5173406"/>
              <a:ext cx="960199" cy="118559"/>
            </a:xfrm>
            <a:prstGeom prst="rect">
              <a:avLst/>
            </a:prstGeom>
            <a:noFill/>
          </p:spPr>
          <p:txBody>
            <a:bodyPr wrap="none" lIns="0" tIns="0" rIns="0" bIns="0" rtlCol="0">
              <a:spAutoFit/>
            </a:bodyPr>
            <a:lstStyle/>
            <a:p>
              <a:pPr algn="l">
                <a:lnSpc>
                  <a:spcPct val="101000"/>
                </a:lnSpc>
                <a:spcAft>
                  <a:spcPts val="600"/>
                </a:spcAft>
              </a:pPr>
              <a:r>
                <a:rPr lang="en-CR" sz="800" b="1">
                  <a:solidFill>
                    <a:srgbClr val="000000"/>
                  </a:solidFill>
                  <a:latin typeface="GT America Regular"/>
                  <a:ea typeface="GT America Regular" charset="0"/>
                  <a:cs typeface="GT America Regular" charset="0"/>
                </a:rPr>
                <a:t>ON MOODY´S BLUE</a:t>
              </a:r>
              <a:endParaRPr kumimoji="0" lang="en-CR" sz="800" b="1" i="0" u="none" strike="noStrike" kern="1200" cap="none" spc="0" normalizeH="0" baseline="0" noProof="0" err="1">
                <a:ln>
                  <a:noFill/>
                </a:ln>
                <a:solidFill>
                  <a:srgbClr val="000000"/>
                </a:solidFill>
                <a:effectLst/>
                <a:uLnTx/>
                <a:uFillTx/>
                <a:latin typeface="GT America Regular"/>
                <a:ea typeface="GT America Regular" charset="0"/>
                <a:cs typeface="GT America Regular" charset="0"/>
              </a:endParaRPr>
            </a:p>
          </p:txBody>
        </p:sp>
      </p:grpSp>
      <p:sp>
        <p:nvSpPr>
          <p:cNvPr id="44" name="TextBox 43">
            <a:extLst>
              <a:ext uri="{FF2B5EF4-FFF2-40B4-BE49-F238E27FC236}">
                <a16:creationId xmlns:a16="http://schemas.microsoft.com/office/drawing/2014/main" id="{B88BC211-8CF8-8741-A95A-ABD6889C6615}"/>
              </a:ext>
            </a:extLst>
          </p:cNvPr>
          <p:cNvSpPr txBox="1"/>
          <p:nvPr userDrawn="1"/>
        </p:nvSpPr>
        <p:spPr>
          <a:xfrm>
            <a:off x="12356815" y="3377042"/>
            <a:ext cx="807913" cy="118559"/>
          </a:xfrm>
          <a:prstGeom prst="rect">
            <a:avLst/>
          </a:prstGeom>
          <a:noFill/>
        </p:spPr>
        <p:txBody>
          <a:bodyPr wrap="none" lIns="0" tIns="0" rIns="0" bIns="0" rtlCol="0">
            <a:spAutoFit/>
          </a:bodyPr>
          <a:lstStyle/>
          <a:p>
            <a:pPr algn="l">
              <a:lnSpc>
                <a:spcPct val="101000"/>
              </a:lnSpc>
              <a:spcAft>
                <a:spcPts val="600"/>
              </a:spcAft>
            </a:pPr>
            <a:r>
              <a:rPr kumimoji="0" lang="en-US" sz="800" b="1" i="0" u="none" strike="noStrike" kern="1200" cap="none" spc="0" normalizeH="0" baseline="0" noProof="0" dirty="0">
                <a:ln>
                  <a:noFill/>
                </a:ln>
                <a:solidFill>
                  <a:srgbClr val="000000"/>
                </a:solidFill>
                <a:effectLst/>
                <a:uLnTx/>
                <a:uFillTx/>
                <a:ea typeface="GT America Regular" charset="0"/>
                <a:cs typeface="GT America Regular" charset="0"/>
              </a:rPr>
              <a:t>For charts ONLY</a:t>
            </a:r>
            <a:endParaRPr kumimoji="0" lang="en-CR" sz="800" b="1" i="0" u="none" strike="noStrike" kern="1200" cap="none" spc="0" normalizeH="0" baseline="0" noProof="0">
              <a:ln>
                <a:noFill/>
              </a:ln>
              <a:solidFill>
                <a:srgbClr val="000000"/>
              </a:solidFill>
              <a:effectLst/>
              <a:uLnTx/>
              <a:uFillTx/>
              <a:ea typeface="GT America Regular" charset="0"/>
              <a:cs typeface="GT America Regular" charset="0"/>
            </a:endParaRPr>
          </a:p>
        </p:txBody>
      </p:sp>
      <p:sp>
        <p:nvSpPr>
          <p:cNvPr id="9" name="Slide Number Placeholder 8">
            <a:extLst>
              <a:ext uri="{FF2B5EF4-FFF2-40B4-BE49-F238E27FC236}">
                <a16:creationId xmlns:a16="http://schemas.microsoft.com/office/drawing/2014/main" id="{CCA8152B-F410-5052-DF3D-06C6DD4D2381}"/>
              </a:ext>
            </a:extLst>
          </p:cNvPr>
          <p:cNvSpPr>
            <a:spLocks noGrp="1"/>
          </p:cNvSpPr>
          <p:nvPr>
            <p:ph type="sldNum" sz="quarter" idx="12"/>
          </p:nvPr>
        </p:nvSpPr>
        <p:spPr/>
        <p:txBody>
          <a:bodyPr/>
          <a:lstStyle>
            <a:lvl1pPr>
              <a:defRPr>
                <a:solidFill>
                  <a:schemeClr val="tx1"/>
                </a:solidFill>
              </a:defRPr>
            </a:lvl1pPr>
          </a:lstStyle>
          <a:p>
            <a:fld id="{862A5111-985B-C14D-9115-5787026182A8}" type="slidenum">
              <a:rPr lang="en-US" smtClean="0"/>
              <a:pPr/>
              <a:t>‹#›</a:t>
            </a:fld>
            <a:endParaRPr lang="en-US" dirty="0"/>
          </a:p>
        </p:txBody>
      </p:sp>
    </p:spTree>
    <p:extLst>
      <p:ext uri="{BB962C8B-B14F-4D97-AF65-F5344CB8AC3E}">
        <p14:creationId xmlns:p14="http://schemas.microsoft.com/office/powerpoint/2010/main" val="740752853"/>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1 Column Left - Custom Columns Right">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DC42E88-6CA5-D615-F095-E179BC98BD17}"/>
              </a:ext>
            </a:extLst>
          </p:cNvPr>
          <p:cNvSpPr/>
          <p:nvPr userDrawn="1"/>
        </p:nvSpPr>
        <p:spPr bwMode="hidden">
          <a:xfrm>
            <a:off x="4059886" y="0"/>
            <a:ext cx="8132114" cy="68580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itle 5">
            <a:extLst>
              <a:ext uri="{FF2B5EF4-FFF2-40B4-BE49-F238E27FC236}">
                <a16:creationId xmlns:a16="http://schemas.microsoft.com/office/drawing/2014/main" id="{F70F910A-0FDA-8569-64E0-CDA719003479}"/>
              </a:ext>
            </a:extLst>
          </p:cNvPr>
          <p:cNvSpPr>
            <a:spLocks noGrp="1"/>
          </p:cNvSpPr>
          <p:nvPr>
            <p:ph type="title"/>
          </p:nvPr>
        </p:nvSpPr>
        <p:spPr>
          <a:xfrm>
            <a:off x="546099" y="552450"/>
            <a:ext cx="3513785" cy="434975"/>
          </a:xfrm>
        </p:spPr>
        <p:txBody>
          <a:bodyPr rIns="274320"/>
          <a:lstStyle/>
          <a:p>
            <a:r>
              <a:rPr lang="en-US"/>
              <a:t>Click to edit Master title style</a:t>
            </a:r>
            <a:endParaRPr lang="en-US" dirty="0"/>
          </a:p>
        </p:txBody>
      </p:sp>
      <p:sp>
        <p:nvSpPr>
          <p:cNvPr id="11" name="Footer Placeholder 10">
            <a:extLst>
              <a:ext uri="{FF2B5EF4-FFF2-40B4-BE49-F238E27FC236}">
                <a16:creationId xmlns:a16="http://schemas.microsoft.com/office/drawing/2014/main" id="{BAECEC3D-770F-7250-26AF-412E70DE9C76}"/>
              </a:ext>
            </a:extLst>
          </p:cNvPr>
          <p:cNvSpPr>
            <a:spLocks noGrp="1"/>
          </p:cNvSpPr>
          <p:nvPr>
            <p:ph type="ftr" sz="quarter" idx="33"/>
          </p:nvPr>
        </p:nvSpPr>
        <p:spPr/>
        <p:txBody>
          <a:bodyPr/>
          <a:lstStyle>
            <a:lvl1pPr>
              <a:defRPr>
                <a:solidFill>
                  <a:schemeClr val="bg1"/>
                </a:solidFill>
              </a:defRPr>
            </a:lvl1pPr>
          </a:lstStyle>
          <a:p>
            <a:r>
              <a:rPr lang="en-US"/>
              <a:t>See slide 12 for instructions on how to update footer</a:t>
            </a:r>
            <a:endParaRPr lang="en-US" dirty="0"/>
          </a:p>
        </p:txBody>
      </p:sp>
      <p:sp>
        <p:nvSpPr>
          <p:cNvPr id="16" name="Slide Number Placeholder 15">
            <a:extLst>
              <a:ext uri="{FF2B5EF4-FFF2-40B4-BE49-F238E27FC236}">
                <a16:creationId xmlns:a16="http://schemas.microsoft.com/office/drawing/2014/main" id="{C768E3CA-EE05-5C0C-7FDE-235DD91067BA}"/>
              </a:ext>
            </a:extLst>
          </p:cNvPr>
          <p:cNvSpPr>
            <a:spLocks noGrp="1"/>
          </p:cNvSpPr>
          <p:nvPr>
            <p:ph type="sldNum" sz="quarter" idx="34"/>
          </p:nvPr>
        </p:nvSpPr>
        <p:spPr/>
        <p:txBody>
          <a:bodyPr/>
          <a:lstStyle>
            <a:lvl1pPr>
              <a:defRPr>
                <a:solidFill>
                  <a:schemeClr val="bg1"/>
                </a:solidFill>
              </a:defRPr>
            </a:lvl1pPr>
          </a:lstStyle>
          <a:p>
            <a:fld id="{862A5111-985B-C14D-9115-5787026182A8}" type="slidenum">
              <a:rPr lang="en-US" smtClean="0"/>
              <a:pPr/>
              <a:t>‹#›</a:t>
            </a:fld>
            <a:endParaRPr lang="en-US" dirty="0"/>
          </a:p>
        </p:txBody>
      </p:sp>
      <p:sp>
        <p:nvSpPr>
          <p:cNvPr id="4" name="Freeform 5">
            <a:extLst>
              <a:ext uri="{FF2B5EF4-FFF2-40B4-BE49-F238E27FC236}">
                <a16:creationId xmlns:a16="http://schemas.microsoft.com/office/drawing/2014/main" id="{074E9702-7D53-759A-8744-90315F172A39}"/>
              </a:ext>
            </a:extLst>
          </p:cNvPr>
          <p:cNvSpPr/>
          <p:nvPr userDrawn="1"/>
        </p:nvSpPr>
        <p:spPr bwMode="black">
          <a:xfrm>
            <a:off x="554038" y="6469335"/>
            <a:ext cx="678511" cy="112440"/>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chemeClr val="tx2"/>
          </a:solidFill>
          <a:ln w="0" cap="flat">
            <a:noFill/>
            <a:prstDash val="solid"/>
            <a:miter/>
          </a:ln>
        </p:spPr>
        <p:txBody>
          <a:bodyPr rtlCol="0" anchor="ctr"/>
          <a:lstStyle/>
          <a:p>
            <a:endParaRPr lang="en-US"/>
          </a:p>
        </p:txBody>
      </p:sp>
      <p:sp>
        <p:nvSpPr>
          <p:cNvPr id="27" name="Text Placeholder 10">
            <a:extLst>
              <a:ext uri="{FF2B5EF4-FFF2-40B4-BE49-F238E27FC236}">
                <a16:creationId xmlns:a16="http://schemas.microsoft.com/office/drawing/2014/main" id="{8476A416-A714-4210-10C5-4ECE5403AD92}"/>
              </a:ext>
            </a:extLst>
          </p:cNvPr>
          <p:cNvSpPr>
            <a:spLocks noGrp="1"/>
          </p:cNvSpPr>
          <p:nvPr>
            <p:ph type="body" sz="quarter" idx="21"/>
          </p:nvPr>
        </p:nvSpPr>
        <p:spPr>
          <a:xfrm>
            <a:off x="546100" y="1127125"/>
            <a:ext cx="3310473" cy="295275"/>
          </a:xfrm>
        </p:spPr>
        <p:txBody>
          <a:bodyPr>
            <a:noAutofit/>
          </a:bodyPr>
          <a:lstStyle>
            <a:lvl1pPr marL="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1pPr>
            <a:lvl2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2pPr>
            <a:lvl3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3pPr>
            <a:lvl4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4pPr>
            <a:lvl5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5pPr>
            <a:lvl6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6pPr>
            <a:lvl7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7pPr>
            <a:lvl8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8pPr>
            <a:lvl9pPr marL="0" indent="0" algn="l" defTabSz="914400" rtl="0" eaLnBrk="1" latinLnBrk="0" hangingPunct="1">
              <a:lnSpc>
                <a:spcPct val="80000"/>
              </a:lnSpc>
              <a:spcBef>
                <a:spcPts val="0"/>
              </a:spcBef>
              <a:spcAft>
                <a:spcPts val="0"/>
              </a:spcAft>
              <a:buNone/>
              <a:defRPr lang="en-US" sz="2400" b="0" i="0" kern="1200" dirty="0">
                <a:solidFill>
                  <a:schemeClr val="accent1"/>
                </a:solidFill>
                <a:latin typeface="+mj-lt"/>
                <a:ea typeface="GT America Regular" charset="0"/>
                <a:cs typeface="GT America Regular" charset="0"/>
              </a:defRPr>
            </a:lvl9pPr>
          </a:lstStyle>
          <a:p>
            <a:pPr lvl="0"/>
            <a:r>
              <a:rPr lang="en-US"/>
              <a:t>Click to edit Master text styles</a:t>
            </a:r>
          </a:p>
        </p:txBody>
      </p:sp>
      <p:sp>
        <p:nvSpPr>
          <p:cNvPr id="28" name="Text Placeholder 15">
            <a:extLst>
              <a:ext uri="{FF2B5EF4-FFF2-40B4-BE49-F238E27FC236}">
                <a16:creationId xmlns:a16="http://schemas.microsoft.com/office/drawing/2014/main" id="{E821CB68-EA76-1467-1729-66BB76463650}"/>
              </a:ext>
            </a:extLst>
          </p:cNvPr>
          <p:cNvSpPr>
            <a:spLocks noGrp="1"/>
          </p:cNvSpPr>
          <p:nvPr>
            <p:ph type="body" sz="quarter" idx="22"/>
          </p:nvPr>
        </p:nvSpPr>
        <p:spPr>
          <a:xfrm>
            <a:off x="546100" y="6019800"/>
            <a:ext cx="3314822" cy="289560"/>
          </a:xfrm>
        </p:spPr>
        <p:txBody>
          <a:bodyPr anchor="b" anchorCtr="0">
            <a:noAutofit/>
          </a:bodyPr>
          <a:lstStyle>
            <a:lvl1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1pPr>
            <a:lvl2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2pPr>
            <a:lvl3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3pPr>
            <a:lvl4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4pPr>
            <a:lvl5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5pPr>
            <a:lvl6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6pPr>
            <a:lvl7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7pPr>
            <a:lvl8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8pPr>
            <a:lvl9pPr marL="0" indent="0" algn="l" defTabSz="914400" rtl="0" eaLnBrk="1" latinLnBrk="0" hangingPunct="1">
              <a:lnSpc>
                <a:spcPct val="101000"/>
              </a:lnSpc>
              <a:spcBef>
                <a:spcPts val="0"/>
              </a:spcBef>
              <a:spcAft>
                <a:spcPts val="600"/>
              </a:spcAft>
              <a:buNone/>
              <a:defRPr lang="en-US" sz="600" b="0" i="0" kern="1200" dirty="0">
                <a:solidFill>
                  <a:srgbClr val="75787B"/>
                </a:solidFill>
                <a:latin typeface="+mn-lt"/>
                <a:ea typeface="GT America Regular" charset="0"/>
                <a:cs typeface="GT America Regular" charset="0"/>
              </a:defRPr>
            </a:lvl9pPr>
          </a:lstStyle>
          <a:p>
            <a:pPr lvl="0"/>
            <a:r>
              <a:rPr lang="en-US"/>
              <a:t>Click to edit Master text styles</a:t>
            </a:r>
          </a:p>
        </p:txBody>
      </p:sp>
      <p:sp>
        <p:nvSpPr>
          <p:cNvPr id="29" name="Content Placeholder 22">
            <a:extLst>
              <a:ext uri="{FF2B5EF4-FFF2-40B4-BE49-F238E27FC236}">
                <a16:creationId xmlns:a16="http://schemas.microsoft.com/office/drawing/2014/main" id="{51AAE891-E737-DFDA-7D8D-D6B9BFB4D07E}"/>
              </a:ext>
            </a:extLst>
          </p:cNvPr>
          <p:cNvSpPr>
            <a:spLocks noGrp="1"/>
          </p:cNvSpPr>
          <p:nvPr>
            <p:ph sz="quarter" idx="23"/>
          </p:nvPr>
        </p:nvSpPr>
        <p:spPr>
          <a:xfrm>
            <a:off x="546099" y="1849438"/>
            <a:ext cx="3310473" cy="4017962"/>
          </a:xfrm>
        </p:spPr>
        <p:txBody>
          <a:bodyPr/>
          <a:lstStyle>
            <a:lvl1pPr>
              <a:defRPr lang="en-US" sz="2000" b="0" i="0" kern="1200" dirty="0" smtClean="0">
                <a:solidFill>
                  <a:schemeClr val="tx2"/>
                </a:solidFill>
                <a:latin typeface="+mj-lt"/>
                <a:ea typeface="GT America Regular" charset="0"/>
                <a:cs typeface="GT America Regular" charset="0"/>
              </a:defRPr>
            </a:lvl1pPr>
          </a:lstStyle>
          <a:p>
            <a:pPr marL="0" lvl="0" indent="0" algn="l" defTabSz="914400" rtl="0" eaLnBrk="1" latinLnBrk="0" hangingPunct="1">
              <a:lnSpc>
                <a:spcPct val="101000"/>
              </a:lnSpc>
              <a:spcBef>
                <a:spcPts val="0"/>
              </a:spcBef>
              <a:spcAft>
                <a:spcPts val="600"/>
              </a:spcAft>
              <a:buFont typeface="GT America Regular"/>
              <a:buNone/>
            </a:pPr>
            <a:r>
              <a:rPr lang="en-US"/>
              <a:t>Click to edit Master text styles</a:t>
            </a:r>
          </a:p>
          <a:p>
            <a:pPr marL="0" lvl="1" indent="0" algn="l" defTabSz="914400" rtl="0" eaLnBrk="1" latinLnBrk="0" hangingPunct="1">
              <a:lnSpc>
                <a:spcPct val="101000"/>
              </a:lnSpc>
              <a:spcBef>
                <a:spcPts val="0"/>
              </a:spcBef>
              <a:spcAft>
                <a:spcPts val="600"/>
              </a:spcAft>
              <a:buFont typeface="GT America Regular"/>
              <a:buNone/>
            </a:pPr>
            <a:r>
              <a:rPr lang="en-US"/>
              <a:t>Second level</a:t>
            </a:r>
          </a:p>
          <a:p>
            <a:pPr marL="0" lvl="2" indent="0" algn="l" defTabSz="914400" rtl="0" eaLnBrk="1" latinLnBrk="0" hangingPunct="1">
              <a:lnSpc>
                <a:spcPct val="101000"/>
              </a:lnSpc>
              <a:spcBef>
                <a:spcPts val="0"/>
              </a:spcBef>
              <a:spcAft>
                <a:spcPts val="600"/>
              </a:spcAft>
              <a:buFont typeface="GT America Regular"/>
              <a:buNone/>
            </a:pPr>
            <a:r>
              <a:rPr lang="en-US"/>
              <a:t>Third level</a:t>
            </a:r>
          </a:p>
        </p:txBody>
      </p:sp>
      <p:sp>
        <p:nvSpPr>
          <p:cNvPr id="31" name="Content Placeholder 30">
            <a:extLst>
              <a:ext uri="{FF2B5EF4-FFF2-40B4-BE49-F238E27FC236}">
                <a16:creationId xmlns:a16="http://schemas.microsoft.com/office/drawing/2014/main" id="{11D2A5E2-5CF6-5A53-7EC3-8225F0D7FD1E}"/>
              </a:ext>
            </a:extLst>
          </p:cNvPr>
          <p:cNvSpPr>
            <a:spLocks noGrp="1"/>
          </p:cNvSpPr>
          <p:nvPr>
            <p:ph sz="quarter" idx="49" hasCustomPrompt="1"/>
          </p:nvPr>
        </p:nvSpPr>
        <p:spPr>
          <a:xfrm>
            <a:off x="4781550" y="552448"/>
            <a:ext cx="2103120" cy="2057400"/>
          </a:xfrm>
        </p:spPr>
        <p:txBody>
          <a:bodyPr/>
          <a:lstStyle>
            <a:lvl1pPr>
              <a:defRPr sz="4800">
                <a:solidFill>
                  <a:schemeClr val="accent1"/>
                </a:solidFill>
                <a:latin typeface="+mj-lt"/>
              </a:defRPr>
            </a:lvl1pPr>
            <a:lvl2pPr>
              <a:defRPr>
                <a:solidFill>
                  <a:schemeClr val="bg1"/>
                </a:solidFill>
              </a:defRPr>
            </a:lvl2pPr>
            <a:lvl3pPr>
              <a:buClrTx/>
              <a:defRPr>
                <a:solidFill>
                  <a:schemeClr val="bg1"/>
                </a:solidFill>
              </a:defRPr>
            </a:lvl3pPr>
            <a:lvl4pPr>
              <a:defRPr>
                <a:solidFill>
                  <a:schemeClr val="bg1"/>
                </a:solidFill>
              </a:defRPr>
            </a:lvl4pPr>
            <a:lvl5pPr>
              <a:buClrTx/>
              <a:defRPr>
                <a:solidFill>
                  <a:schemeClr val="bg1"/>
                </a:solidFill>
              </a:defRPr>
            </a:lvl5pPr>
            <a:lvl6pPr>
              <a:buClrTx/>
              <a:defRPr>
                <a:solidFill>
                  <a:schemeClr val="bg1"/>
                </a:solidFill>
              </a:defRPr>
            </a:lvl6pPr>
            <a:lvl7pPr>
              <a:buClrTx/>
              <a:defRPr>
                <a:solidFill>
                  <a:schemeClr val="bg1"/>
                </a:solidFill>
              </a:defRPr>
            </a:lvl7pPr>
            <a:lvl8pPr>
              <a:buClrTx/>
              <a:defRPr>
                <a:solidFill>
                  <a:schemeClr val="bg1"/>
                </a:solidFill>
              </a:defRPr>
            </a:lvl8pPr>
            <a:lvl9pPr>
              <a:buClrTx/>
              <a:defRPr>
                <a:solidFill>
                  <a:schemeClr val="bg1"/>
                </a:solidFill>
              </a:defRPr>
            </a:lvl9pPr>
          </a:lstStyle>
          <a:p>
            <a:pPr lvl="0"/>
            <a:r>
              <a:rPr lang="en-US" dirty="0"/>
              <a:t>00</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4" name="Content Placeholder 33">
            <a:extLst>
              <a:ext uri="{FF2B5EF4-FFF2-40B4-BE49-F238E27FC236}">
                <a16:creationId xmlns:a16="http://schemas.microsoft.com/office/drawing/2014/main" id="{1325EC07-DA2D-56D3-9A3C-C6F0509F3655}"/>
              </a:ext>
            </a:extLst>
          </p:cNvPr>
          <p:cNvSpPr>
            <a:spLocks noGrp="1"/>
          </p:cNvSpPr>
          <p:nvPr>
            <p:ph sz="quarter" idx="50" hasCustomPrompt="1"/>
          </p:nvPr>
        </p:nvSpPr>
        <p:spPr>
          <a:xfrm>
            <a:off x="7157707" y="552449"/>
            <a:ext cx="2103120" cy="2057400"/>
          </a:xfrm>
        </p:spPr>
        <p:txBody>
          <a:bodyPr/>
          <a:lstStyle>
            <a:lvl1pPr>
              <a:defRPr lang="en-US" sz="4800" b="0" i="0" kern="1200" dirty="0" smtClean="0">
                <a:solidFill>
                  <a:schemeClr val="accent1"/>
                </a:solidFill>
                <a:latin typeface="+mj-lt"/>
                <a:ea typeface="GT America Regular" charset="0"/>
                <a:cs typeface="GT America Regular" charset="0"/>
              </a:defRPr>
            </a:lvl1pPr>
            <a:lvl2pPr>
              <a:buClrTx/>
              <a:defRPr>
                <a:solidFill>
                  <a:schemeClr val="bg1"/>
                </a:solidFill>
              </a:defRPr>
            </a:lvl2pPr>
            <a:lvl3pPr>
              <a:buClrTx/>
              <a:defRPr>
                <a:solidFill>
                  <a:schemeClr val="bg1"/>
                </a:solidFill>
              </a:defRPr>
            </a:lvl3pPr>
            <a:lvl4pPr>
              <a:buClrTx/>
              <a:defRPr>
                <a:solidFill>
                  <a:schemeClr val="bg1"/>
                </a:solidFill>
              </a:defRPr>
            </a:lvl4pPr>
            <a:lvl5pPr>
              <a:buClrTx/>
              <a:defRPr>
                <a:solidFill>
                  <a:schemeClr val="bg1"/>
                </a:solidFill>
              </a:defRPr>
            </a:lvl5pPr>
            <a:lvl6pPr>
              <a:buClrTx/>
              <a:defRPr>
                <a:solidFill>
                  <a:schemeClr val="bg1"/>
                </a:solidFill>
              </a:defRPr>
            </a:lvl6pPr>
            <a:lvl7pPr>
              <a:buClrTx/>
              <a:defRPr>
                <a:solidFill>
                  <a:schemeClr val="bg1"/>
                </a:solidFill>
              </a:defRPr>
            </a:lvl7pPr>
            <a:lvl8pPr>
              <a:buClrTx/>
              <a:defRPr>
                <a:solidFill>
                  <a:schemeClr val="bg1"/>
                </a:solidFill>
              </a:defRPr>
            </a:lvl8pPr>
            <a:lvl9pPr>
              <a:buClrTx/>
              <a:defRPr>
                <a:solidFill>
                  <a:schemeClr val="bg1"/>
                </a:solidFill>
              </a:defRPr>
            </a:lvl9pPr>
          </a:lstStyle>
          <a:p>
            <a:pPr marL="0" lvl="0" indent="0" algn="l" defTabSz="914400" rtl="0" eaLnBrk="1" latinLnBrk="0" hangingPunct="1">
              <a:lnSpc>
                <a:spcPct val="101000"/>
              </a:lnSpc>
              <a:spcBef>
                <a:spcPts val="0"/>
              </a:spcBef>
              <a:spcAft>
                <a:spcPts val="600"/>
              </a:spcAft>
              <a:buFont typeface="GT America Regular"/>
              <a:buNone/>
            </a:pPr>
            <a:r>
              <a:rPr lang="en-US" dirty="0"/>
              <a:t>00</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6" name="Content Placeholder 35">
            <a:extLst>
              <a:ext uri="{FF2B5EF4-FFF2-40B4-BE49-F238E27FC236}">
                <a16:creationId xmlns:a16="http://schemas.microsoft.com/office/drawing/2014/main" id="{34DD913C-76A7-91A4-17C2-6A7974B58E09}"/>
              </a:ext>
            </a:extLst>
          </p:cNvPr>
          <p:cNvSpPr>
            <a:spLocks noGrp="1"/>
          </p:cNvSpPr>
          <p:nvPr>
            <p:ph sz="quarter" idx="51" hasCustomPrompt="1"/>
          </p:nvPr>
        </p:nvSpPr>
        <p:spPr>
          <a:xfrm>
            <a:off x="9533864" y="552449"/>
            <a:ext cx="2103120" cy="2057400"/>
          </a:xfrm>
        </p:spPr>
        <p:txBody>
          <a:bodyPr/>
          <a:lstStyle>
            <a:lvl1pPr>
              <a:defRPr lang="en-US" sz="4800" b="0" i="0" kern="1200" dirty="0" smtClean="0">
                <a:solidFill>
                  <a:schemeClr val="accent1"/>
                </a:solidFill>
                <a:latin typeface="+mj-lt"/>
                <a:ea typeface="GT America Regular" charset="0"/>
                <a:cs typeface="GT America Regular" charset="0"/>
              </a:defRPr>
            </a:lvl1pPr>
            <a:lvl2pPr>
              <a:buClrTx/>
              <a:defRPr>
                <a:solidFill>
                  <a:schemeClr val="bg1"/>
                </a:solidFill>
              </a:defRPr>
            </a:lvl2pPr>
            <a:lvl3pPr>
              <a:buClrTx/>
              <a:defRPr>
                <a:solidFill>
                  <a:schemeClr val="bg1"/>
                </a:solidFill>
              </a:defRPr>
            </a:lvl3pPr>
            <a:lvl4pPr>
              <a:buClrTx/>
              <a:defRPr>
                <a:solidFill>
                  <a:schemeClr val="bg1"/>
                </a:solidFill>
              </a:defRPr>
            </a:lvl4pPr>
            <a:lvl5pPr>
              <a:buClrTx/>
              <a:defRPr>
                <a:solidFill>
                  <a:schemeClr val="bg1"/>
                </a:solidFill>
              </a:defRPr>
            </a:lvl5pPr>
            <a:lvl6pPr>
              <a:buClrTx/>
              <a:defRPr>
                <a:solidFill>
                  <a:schemeClr val="bg1"/>
                </a:solidFill>
              </a:defRPr>
            </a:lvl6pPr>
            <a:lvl7pPr>
              <a:buClrTx/>
              <a:defRPr>
                <a:solidFill>
                  <a:schemeClr val="bg1"/>
                </a:solidFill>
              </a:defRPr>
            </a:lvl7pPr>
            <a:lvl8pPr>
              <a:buClrTx/>
              <a:defRPr>
                <a:solidFill>
                  <a:schemeClr val="bg1"/>
                </a:solidFill>
              </a:defRPr>
            </a:lvl8pPr>
            <a:lvl9pPr>
              <a:buClrTx/>
              <a:defRPr>
                <a:solidFill>
                  <a:schemeClr val="bg1"/>
                </a:solidFill>
              </a:defRPr>
            </a:lvl9pPr>
          </a:lstStyle>
          <a:p>
            <a:pPr marL="0" lvl="0" indent="0" algn="l" defTabSz="914400" rtl="0" eaLnBrk="1" latinLnBrk="0" hangingPunct="1">
              <a:lnSpc>
                <a:spcPct val="101000"/>
              </a:lnSpc>
              <a:spcBef>
                <a:spcPts val="0"/>
              </a:spcBef>
              <a:spcAft>
                <a:spcPts val="600"/>
              </a:spcAft>
              <a:buFont typeface="GT America Regular"/>
              <a:buNone/>
            </a:pPr>
            <a:r>
              <a:rPr lang="en-US" dirty="0"/>
              <a:t>00</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8" name="Content Placeholder 37">
            <a:extLst>
              <a:ext uri="{FF2B5EF4-FFF2-40B4-BE49-F238E27FC236}">
                <a16:creationId xmlns:a16="http://schemas.microsoft.com/office/drawing/2014/main" id="{91F7FEDE-0C8C-BB6B-64FE-0D7DAA4C41CC}"/>
              </a:ext>
            </a:extLst>
          </p:cNvPr>
          <p:cNvSpPr>
            <a:spLocks noGrp="1"/>
          </p:cNvSpPr>
          <p:nvPr>
            <p:ph sz="quarter" idx="52" hasCustomPrompt="1"/>
          </p:nvPr>
        </p:nvSpPr>
        <p:spPr>
          <a:xfrm>
            <a:off x="4781550" y="3013075"/>
            <a:ext cx="2103120" cy="2057400"/>
          </a:xfrm>
        </p:spPr>
        <p:txBody>
          <a:bodyPr/>
          <a:lstStyle>
            <a:lvl1pPr>
              <a:defRPr lang="en-US" sz="4800" b="0" i="0" kern="1200" dirty="0" smtClean="0">
                <a:solidFill>
                  <a:schemeClr val="accent1"/>
                </a:solidFill>
                <a:latin typeface="+mj-lt"/>
                <a:ea typeface="GT America Regular" charset="0"/>
                <a:cs typeface="GT America Regular" charset="0"/>
              </a:defRPr>
            </a:lvl1pPr>
            <a:lvl2pPr>
              <a:buClrTx/>
              <a:defRPr>
                <a:solidFill>
                  <a:schemeClr val="bg1"/>
                </a:solidFill>
              </a:defRPr>
            </a:lvl2pPr>
            <a:lvl3pPr>
              <a:buClrTx/>
              <a:defRPr>
                <a:solidFill>
                  <a:schemeClr val="bg1"/>
                </a:solidFill>
              </a:defRPr>
            </a:lvl3pPr>
            <a:lvl4pPr>
              <a:buClrTx/>
              <a:defRPr>
                <a:solidFill>
                  <a:schemeClr val="bg1"/>
                </a:solidFill>
              </a:defRPr>
            </a:lvl4pPr>
            <a:lvl5pPr>
              <a:buClrTx/>
              <a:defRPr>
                <a:solidFill>
                  <a:schemeClr val="bg1"/>
                </a:solidFill>
              </a:defRPr>
            </a:lvl5pPr>
            <a:lvl6pPr>
              <a:buClrTx/>
              <a:defRPr>
                <a:solidFill>
                  <a:schemeClr val="bg1"/>
                </a:solidFill>
              </a:defRPr>
            </a:lvl6pPr>
            <a:lvl7pPr>
              <a:buClrTx/>
              <a:defRPr>
                <a:solidFill>
                  <a:schemeClr val="bg1"/>
                </a:solidFill>
              </a:defRPr>
            </a:lvl7pPr>
            <a:lvl8pPr>
              <a:buClrTx/>
              <a:defRPr>
                <a:solidFill>
                  <a:schemeClr val="bg1"/>
                </a:solidFill>
              </a:defRPr>
            </a:lvl8pPr>
            <a:lvl9pPr>
              <a:buClrTx/>
              <a:defRPr>
                <a:solidFill>
                  <a:schemeClr val="bg1"/>
                </a:solidFill>
              </a:defRPr>
            </a:lvl9pPr>
          </a:lstStyle>
          <a:p>
            <a:pPr marL="0" lvl="0" indent="0" algn="l" defTabSz="914400" rtl="0" eaLnBrk="1" latinLnBrk="0" hangingPunct="1">
              <a:lnSpc>
                <a:spcPct val="101000"/>
              </a:lnSpc>
              <a:spcBef>
                <a:spcPts val="0"/>
              </a:spcBef>
              <a:spcAft>
                <a:spcPts val="600"/>
              </a:spcAft>
              <a:buFont typeface="GT America Regular"/>
              <a:buNone/>
            </a:pPr>
            <a:r>
              <a:rPr lang="en-US" dirty="0"/>
              <a:t>00</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0" name="Content Placeholder 39">
            <a:extLst>
              <a:ext uri="{FF2B5EF4-FFF2-40B4-BE49-F238E27FC236}">
                <a16:creationId xmlns:a16="http://schemas.microsoft.com/office/drawing/2014/main" id="{F341F831-D937-52AC-79EE-ED9B317A7A26}"/>
              </a:ext>
            </a:extLst>
          </p:cNvPr>
          <p:cNvSpPr>
            <a:spLocks noGrp="1"/>
          </p:cNvSpPr>
          <p:nvPr>
            <p:ph sz="quarter" idx="53" hasCustomPrompt="1"/>
          </p:nvPr>
        </p:nvSpPr>
        <p:spPr>
          <a:xfrm>
            <a:off x="7157707" y="3013074"/>
            <a:ext cx="2103120" cy="2057400"/>
          </a:xfrm>
        </p:spPr>
        <p:txBody>
          <a:bodyPr/>
          <a:lstStyle>
            <a:lvl1pPr>
              <a:defRPr lang="en-US" sz="4800" b="0" i="0" kern="1200" dirty="0" smtClean="0">
                <a:solidFill>
                  <a:schemeClr val="accent1"/>
                </a:solidFill>
                <a:latin typeface="+mj-lt"/>
                <a:ea typeface="GT America Regular" charset="0"/>
                <a:cs typeface="GT America Regular" charset="0"/>
              </a:defRPr>
            </a:lvl1pPr>
            <a:lvl2pPr>
              <a:buClrTx/>
              <a:defRPr>
                <a:solidFill>
                  <a:schemeClr val="bg1"/>
                </a:solidFill>
              </a:defRPr>
            </a:lvl2pPr>
            <a:lvl3pPr>
              <a:buClrTx/>
              <a:defRPr>
                <a:solidFill>
                  <a:schemeClr val="bg1"/>
                </a:solidFill>
              </a:defRPr>
            </a:lvl3pPr>
            <a:lvl4pPr>
              <a:buClrTx/>
              <a:defRPr>
                <a:solidFill>
                  <a:schemeClr val="bg1"/>
                </a:solidFill>
              </a:defRPr>
            </a:lvl4pPr>
            <a:lvl5pPr>
              <a:buClrTx/>
              <a:defRPr>
                <a:solidFill>
                  <a:schemeClr val="bg1"/>
                </a:solidFill>
              </a:defRPr>
            </a:lvl5pPr>
            <a:lvl6pPr>
              <a:buClrTx/>
              <a:defRPr>
                <a:solidFill>
                  <a:schemeClr val="bg1"/>
                </a:solidFill>
              </a:defRPr>
            </a:lvl6pPr>
            <a:lvl7pPr>
              <a:buClrTx/>
              <a:defRPr>
                <a:solidFill>
                  <a:schemeClr val="bg1"/>
                </a:solidFill>
              </a:defRPr>
            </a:lvl7pPr>
            <a:lvl8pPr>
              <a:buClrTx/>
              <a:defRPr>
                <a:solidFill>
                  <a:schemeClr val="bg1"/>
                </a:solidFill>
              </a:defRPr>
            </a:lvl8pPr>
            <a:lvl9pPr>
              <a:buClrTx/>
              <a:defRPr>
                <a:solidFill>
                  <a:schemeClr val="bg1"/>
                </a:solidFill>
              </a:defRPr>
            </a:lvl9pPr>
          </a:lstStyle>
          <a:p>
            <a:pPr marL="0" lvl="0" indent="0" algn="l" defTabSz="914400" rtl="0" eaLnBrk="1" latinLnBrk="0" hangingPunct="1">
              <a:lnSpc>
                <a:spcPct val="101000"/>
              </a:lnSpc>
              <a:spcBef>
                <a:spcPts val="0"/>
              </a:spcBef>
              <a:spcAft>
                <a:spcPts val="600"/>
              </a:spcAft>
              <a:buFont typeface="GT America Regular"/>
              <a:buNone/>
            </a:pPr>
            <a:r>
              <a:rPr lang="en-US" dirty="0"/>
              <a:t>00</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2" name="Content Placeholder 41">
            <a:extLst>
              <a:ext uri="{FF2B5EF4-FFF2-40B4-BE49-F238E27FC236}">
                <a16:creationId xmlns:a16="http://schemas.microsoft.com/office/drawing/2014/main" id="{34CDFFDE-72E2-952B-48CC-53250B995DFF}"/>
              </a:ext>
            </a:extLst>
          </p:cNvPr>
          <p:cNvSpPr>
            <a:spLocks noGrp="1"/>
          </p:cNvSpPr>
          <p:nvPr>
            <p:ph sz="quarter" idx="54" hasCustomPrompt="1"/>
          </p:nvPr>
        </p:nvSpPr>
        <p:spPr>
          <a:xfrm>
            <a:off x="9520599" y="3013074"/>
            <a:ext cx="2116385" cy="2057400"/>
          </a:xfrm>
        </p:spPr>
        <p:txBody>
          <a:bodyPr/>
          <a:lstStyle>
            <a:lvl1pPr>
              <a:defRPr lang="en-US" sz="4800" b="0" i="0" kern="1200" dirty="0" smtClean="0">
                <a:solidFill>
                  <a:schemeClr val="accent1"/>
                </a:solidFill>
                <a:latin typeface="+mj-lt"/>
                <a:ea typeface="GT America Regular" charset="0"/>
                <a:cs typeface="GT America Regular" charset="0"/>
              </a:defRPr>
            </a:lvl1pPr>
            <a:lvl2pPr>
              <a:buClrTx/>
              <a:defRPr>
                <a:solidFill>
                  <a:schemeClr val="bg1"/>
                </a:solidFill>
              </a:defRPr>
            </a:lvl2pPr>
            <a:lvl3pPr>
              <a:buClrTx/>
              <a:defRPr>
                <a:solidFill>
                  <a:schemeClr val="bg1"/>
                </a:solidFill>
              </a:defRPr>
            </a:lvl3pPr>
            <a:lvl4pPr>
              <a:buClrTx/>
              <a:defRPr>
                <a:solidFill>
                  <a:schemeClr val="bg1"/>
                </a:solidFill>
              </a:defRPr>
            </a:lvl4pPr>
            <a:lvl5pPr>
              <a:buClrTx/>
              <a:defRPr>
                <a:solidFill>
                  <a:schemeClr val="bg1"/>
                </a:solidFill>
              </a:defRPr>
            </a:lvl5pPr>
            <a:lvl6pPr>
              <a:buClrTx/>
              <a:defRPr>
                <a:solidFill>
                  <a:schemeClr val="bg1"/>
                </a:solidFill>
              </a:defRPr>
            </a:lvl6pPr>
            <a:lvl7pPr>
              <a:buClrTx/>
              <a:defRPr>
                <a:solidFill>
                  <a:schemeClr val="bg1"/>
                </a:solidFill>
              </a:defRPr>
            </a:lvl7pPr>
            <a:lvl8pPr>
              <a:buClrTx/>
              <a:defRPr>
                <a:solidFill>
                  <a:schemeClr val="bg1"/>
                </a:solidFill>
              </a:defRPr>
            </a:lvl8pPr>
            <a:lvl9pPr>
              <a:buClrTx/>
              <a:defRPr>
                <a:solidFill>
                  <a:schemeClr val="bg1"/>
                </a:solidFill>
              </a:defRPr>
            </a:lvl9pPr>
          </a:lstStyle>
          <a:p>
            <a:pPr marL="0" lvl="0" indent="0" algn="l" defTabSz="914400" rtl="0" eaLnBrk="1" latinLnBrk="0" hangingPunct="1">
              <a:lnSpc>
                <a:spcPct val="101000"/>
              </a:lnSpc>
              <a:spcBef>
                <a:spcPts val="0"/>
              </a:spcBef>
              <a:spcAft>
                <a:spcPts val="600"/>
              </a:spcAft>
              <a:buFont typeface="GT America Regular"/>
              <a:buNone/>
            </a:pPr>
            <a:r>
              <a:rPr lang="en-US" dirty="0"/>
              <a:t>00</a:t>
            </a:r>
          </a:p>
          <a:p>
            <a:pPr lvl="1"/>
            <a:r>
              <a:rPr lang="en-US" dirty="0"/>
              <a:t>Second level</a:t>
            </a:r>
          </a:p>
          <a:p>
            <a:pPr lvl="2"/>
            <a:r>
              <a:rPr lang="en-US" dirty="0"/>
              <a:t>Third level</a:t>
            </a:r>
          </a:p>
          <a:p>
            <a:pPr lvl="3"/>
            <a:r>
              <a:rPr lang="en-US" dirty="0"/>
              <a:t>Fourth level</a:t>
            </a:r>
          </a:p>
          <a:p>
            <a:pPr lvl="4"/>
            <a:r>
              <a:rPr lang="en-US" dirty="0"/>
              <a:t>Fifth level</a:t>
            </a:r>
          </a:p>
        </p:txBody>
      </p:sp>
      <p:grpSp>
        <p:nvGrpSpPr>
          <p:cNvPr id="2" name="Group 1">
            <a:extLst>
              <a:ext uri="{FF2B5EF4-FFF2-40B4-BE49-F238E27FC236}">
                <a16:creationId xmlns:a16="http://schemas.microsoft.com/office/drawing/2014/main" id="{EAAEDAD4-7B1D-E59A-BA97-6301D2373503}"/>
              </a:ext>
            </a:extLst>
          </p:cNvPr>
          <p:cNvGrpSpPr/>
          <p:nvPr userDrawn="1"/>
        </p:nvGrpSpPr>
        <p:grpSpPr>
          <a:xfrm>
            <a:off x="12356815" y="0"/>
            <a:ext cx="756834" cy="6872642"/>
            <a:chOff x="12356815" y="0"/>
            <a:chExt cx="756834" cy="6872642"/>
          </a:xfrm>
        </p:grpSpPr>
        <p:sp>
          <p:nvSpPr>
            <p:cNvPr id="5" name="Rectangle 4">
              <a:extLst>
                <a:ext uri="{FF2B5EF4-FFF2-40B4-BE49-F238E27FC236}">
                  <a16:creationId xmlns:a16="http://schemas.microsoft.com/office/drawing/2014/main" id="{0BE931A6-2091-8340-0C7E-093313250407}"/>
                </a:ext>
              </a:extLst>
            </p:cNvPr>
            <p:cNvSpPr/>
            <p:nvPr userDrawn="1"/>
          </p:nvSpPr>
          <p:spPr>
            <a:xfrm>
              <a:off x="12356815" y="0"/>
              <a:ext cx="553069" cy="3279913"/>
            </a:xfrm>
            <a:prstGeom prst="rect">
              <a:avLst/>
            </a:prstGeom>
            <a:solidFill>
              <a:srgbClr val="F2F2F2"/>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a:p>
          </p:txBody>
        </p:sp>
        <p:sp>
          <p:nvSpPr>
            <p:cNvPr id="7" name="TextBox 6">
              <a:extLst>
                <a:ext uri="{FF2B5EF4-FFF2-40B4-BE49-F238E27FC236}">
                  <a16:creationId xmlns:a16="http://schemas.microsoft.com/office/drawing/2014/main" id="{33E90741-F9CB-168F-8DCF-B6737454BBA5}"/>
                </a:ext>
              </a:extLst>
            </p:cNvPr>
            <p:cNvSpPr txBox="1"/>
            <p:nvPr userDrawn="1"/>
          </p:nvSpPr>
          <p:spPr>
            <a:xfrm rot="16200000">
              <a:off x="12332216" y="1580677"/>
              <a:ext cx="1444306" cy="118559"/>
            </a:xfrm>
            <a:prstGeom prst="rect">
              <a:avLst/>
            </a:prstGeom>
            <a:noFill/>
          </p:spPr>
          <p:txBody>
            <a:bodyPr wrap="none" lIns="0" tIns="0" rIns="0" bIns="0" rtlCol="0">
              <a:spAutoFit/>
            </a:bodyPr>
            <a:lstStyle/>
            <a:p>
              <a:pPr algn="l">
                <a:lnSpc>
                  <a:spcPct val="101000"/>
                </a:lnSpc>
                <a:spcAft>
                  <a:spcPts val="600"/>
                </a:spcAft>
              </a:pPr>
              <a:r>
                <a:rPr kumimoji="0" lang="en-CR" sz="800" b="1" i="0" u="none" strike="noStrike" kern="1200" cap="none" spc="0" normalizeH="0" baseline="0" noProof="0">
                  <a:ln>
                    <a:noFill/>
                  </a:ln>
                  <a:solidFill>
                    <a:srgbClr val="000000"/>
                  </a:solidFill>
                  <a:effectLst/>
                  <a:uLnTx/>
                  <a:uFillTx/>
                  <a:ea typeface="GT America Regular" charset="0"/>
                  <a:cs typeface="GT America Regular" charset="0"/>
                </a:rPr>
                <a:t>ON LIGHT AND EXTRA LIGHT</a:t>
              </a:r>
            </a:p>
          </p:txBody>
        </p:sp>
        <p:sp>
          <p:nvSpPr>
            <p:cNvPr id="8" name="Rectangle 7">
              <a:extLst>
                <a:ext uri="{FF2B5EF4-FFF2-40B4-BE49-F238E27FC236}">
                  <a16:creationId xmlns:a16="http://schemas.microsoft.com/office/drawing/2014/main" id="{F32FE6EE-46CF-7F99-C688-3216B2769D7E}"/>
                </a:ext>
              </a:extLst>
            </p:cNvPr>
            <p:cNvSpPr/>
            <p:nvPr userDrawn="1"/>
          </p:nvSpPr>
          <p:spPr>
            <a:xfrm>
              <a:off x="12356815" y="3592729"/>
              <a:ext cx="553069" cy="3279913"/>
            </a:xfrm>
            <a:prstGeom prst="rect">
              <a:avLst/>
            </a:prstGeom>
            <a:solidFill>
              <a:schemeClr val="tx2"/>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a:p>
          </p:txBody>
        </p:sp>
        <p:grpSp>
          <p:nvGrpSpPr>
            <p:cNvPr id="9" name="Group 8">
              <a:extLst>
                <a:ext uri="{FF2B5EF4-FFF2-40B4-BE49-F238E27FC236}">
                  <a16:creationId xmlns:a16="http://schemas.microsoft.com/office/drawing/2014/main" id="{5665B730-6F90-B9D5-3208-8F2AA19964A5}"/>
                </a:ext>
              </a:extLst>
            </p:cNvPr>
            <p:cNvGrpSpPr/>
            <p:nvPr userDrawn="1"/>
          </p:nvGrpSpPr>
          <p:grpSpPr>
            <a:xfrm>
              <a:off x="12442019" y="3791214"/>
              <a:ext cx="382660" cy="2882942"/>
              <a:chOff x="14001569" y="3716048"/>
              <a:chExt cx="316248" cy="3171236"/>
            </a:xfrm>
          </p:grpSpPr>
          <p:sp>
            <p:nvSpPr>
              <p:cNvPr id="24" name="Rectangle 23">
                <a:extLst>
                  <a:ext uri="{FF2B5EF4-FFF2-40B4-BE49-F238E27FC236}">
                    <a16:creationId xmlns:a16="http://schemas.microsoft.com/office/drawing/2014/main" id="{7A9807DF-826F-EE49-A5FF-DCFC6E7E06BF}"/>
                  </a:ext>
                </a:extLst>
              </p:cNvPr>
              <p:cNvSpPr/>
              <p:nvPr userDrawn="1"/>
            </p:nvSpPr>
            <p:spPr>
              <a:xfrm rot="5400000">
                <a:off x="14033099" y="5954114"/>
                <a:ext cx="253188" cy="316248"/>
              </a:xfrm>
              <a:prstGeom prst="rect">
                <a:avLst/>
              </a:prstGeom>
              <a:solidFill>
                <a:srgbClr val="005E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25" name="Rectangle 24">
                <a:extLst>
                  <a:ext uri="{FF2B5EF4-FFF2-40B4-BE49-F238E27FC236}">
                    <a16:creationId xmlns:a16="http://schemas.microsoft.com/office/drawing/2014/main" id="{0F7D59AA-6218-333D-C8AB-4B714DC6BDA1}"/>
                  </a:ext>
                </a:extLst>
              </p:cNvPr>
              <p:cNvSpPr/>
              <p:nvPr userDrawn="1"/>
            </p:nvSpPr>
            <p:spPr>
              <a:xfrm rot="5400000">
                <a:off x="14033099" y="6278342"/>
                <a:ext cx="253188" cy="316248"/>
              </a:xfrm>
              <a:prstGeom prst="rect">
                <a:avLst/>
              </a:prstGeom>
              <a:solidFill>
                <a:srgbClr val="B8B9D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26" name="Rectangle 25">
                <a:extLst>
                  <a:ext uri="{FF2B5EF4-FFF2-40B4-BE49-F238E27FC236}">
                    <a16:creationId xmlns:a16="http://schemas.microsoft.com/office/drawing/2014/main" id="{0FB23A2F-CF28-7C4C-7434-16FE8344486B}"/>
                  </a:ext>
                </a:extLst>
              </p:cNvPr>
              <p:cNvSpPr/>
              <p:nvPr userDrawn="1"/>
            </p:nvSpPr>
            <p:spPr>
              <a:xfrm rot="5400000">
                <a:off x="14033099" y="6602566"/>
                <a:ext cx="253188" cy="316248"/>
              </a:xfrm>
              <a:prstGeom prst="rect">
                <a:avLst/>
              </a:prstGeom>
              <a:solidFill>
                <a:srgbClr val="FBE6D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30" name="Rectangle 29">
                <a:extLst>
                  <a:ext uri="{FF2B5EF4-FFF2-40B4-BE49-F238E27FC236}">
                    <a16:creationId xmlns:a16="http://schemas.microsoft.com/office/drawing/2014/main" id="{D8D66CFA-1D06-CC3E-EAC4-EFEBE79A77C8}"/>
                  </a:ext>
                </a:extLst>
              </p:cNvPr>
              <p:cNvSpPr/>
              <p:nvPr userDrawn="1"/>
            </p:nvSpPr>
            <p:spPr>
              <a:xfrm rot="5400000">
                <a:off x="14033099" y="4981430"/>
                <a:ext cx="253188" cy="316248"/>
              </a:xfrm>
              <a:prstGeom prst="rect">
                <a:avLst/>
              </a:prstGeom>
              <a:solidFill>
                <a:srgbClr val="BCE09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32" name="Rectangle 31">
                <a:extLst>
                  <a:ext uri="{FF2B5EF4-FFF2-40B4-BE49-F238E27FC236}">
                    <a16:creationId xmlns:a16="http://schemas.microsoft.com/office/drawing/2014/main" id="{51D61DD5-44B6-6C16-C263-FC54482706C0}"/>
                  </a:ext>
                </a:extLst>
              </p:cNvPr>
              <p:cNvSpPr/>
              <p:nvPr userDrawn="1"/>
            </p:nvSpPr>
            <p:spPr>
              <a:xfrm rot="5400000">
                <a:off x="14033099" y="5305658"/>
                <a:ext cx="253188" cy="316248"/>
              </a:xfrm>
              <a:prstGeom prst="rect">
                <a:avLst/>
              </a:prstGeom>
              <a:solidFill>
                <a:srgbClr val="E9783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33" name="Rectangle 32">
                <a:extLst>
                  <a:ext uri="{FF2B5EF4-FFF2-40B4-BE49-F238E27FC236}">
                    <a16:creationId xmlns:a16="http://schemas.microsoft.com/office/drawing/2014/main" id="{AB2ACAA0-B5AD-9E6A-8BC2-158DCA3EDF3E}"/>
                  </a:ext>
                </a:extLst>
              </p:cNvPr>
              <p:cNvSpPr/>
              <p:nvPr userDrawn="1"/>
            </p:nvSpPr>
            <p:spPr>
              <a:xfrm rot="5400000">
                <a:off x="14033099" y="5629886"/>
                <a:ext cx="253188" cy="316248"/>
              </a:xfrm>
              <a:prstGeom prst="rect">
                <a:avLst/>
              </a:prstGeom>
              <a:solidFill>
                <a:srgbClr val="B9056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35" name="Rectangle 34">
                <a:extLst>
                  <a:ext uri="{FF2B5EF4-FFF2-40B4-BE49-F238E27FC236}">
                    <a16:creationId xmlns:a16="http://schemas.microsoft.com/office/drawing/2014/main" id="{24CC9552-918D-A99A-E304-6F5286BF97FF}"/>
                  </a:ext>
                </a:extLst>
              </p:cNvPr>
              <p:cNvSpPr/>
              <p:nvPr userDrawn="1"/>
            </p:nvSpPr>
            <p:spPr>
              <a:xfrm rot="5400000">
                <a:off x="14033099" y="3684518"/>
                <a:ext cx="253188" cy="316248"/>
              </a:xfrm>
              <a:prstGeom prst="rect">
                <a:avLst/>
              </a:prstGeom>
              <a:solidFill>
                <a:srgbClr val="9DC2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37" name="Rectangle 36">
                <a:extLst>
                  <a:ext uri="{FF2B5EF4-FFF2-40B4-BE49-F238E27FC236}">
                    <a16:creationId xmlns:a16="http://schemas.microsoft.com/office/drawing/2014/main" id="{0CD82511-BAB1-DC1C-01A0-4EFF38EC9EC4}"/>
                  </a:ext>
                </a:extLst>
              </p:cNvPr>
              <p:cNvSpPr/>
              <p:nvPr userDrawn="1"/>
            </p:nvSpPr>
            <p:spPr>
              <a:xfrm rot="5400000">
                <a:off x="14033099" y="4008746"/>
                <a:ext cx="253188" cy="316248"/>
              </a:xfrm>
              <a:prstGeom prst="rect">
                <a:avLst/>
              </a:prstGeom>
              <a:solidFill>
                <a:srgbClr val="309DA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39" name="Rectangle 38">
                <a:extLst>
                  <a:ext uri="{FF2B5EF4-FFF2-40B4-BE49-F238E27FC236}">
                    <a16:creationId xmlns:a16="http://schemas.microsoft.com/office/drawing/2014/main" id="{B2911A88-9742-BDF0-F286-1CF879AC32F2}"/>
                  </a:ext>
                </a:extLst>
              </p:cNvPr>
              <p:cNvSpPr/>
              <p:nvPr userDrawn="1"/>
            </p:nvSpPr>
            <p:spPr>
              <a:xfrm rot="5400000">
                <a:off x="14033099" y="4332974"/>
                <a:ext cx="253188" cy="316248"/>
              </a:xfrm>
              <a:prstGeom prst="rect">
                <a:avLst/>
              </a:prstGeom>
              <a:solidFill>
                <a:srgbClr val="E2C22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41" name="Rectangle 40">
                <a:extLst>
                  <a:ext uri="{FF2B5EF4-FFF2-40B4-BE49-F238E27FC236}">
                    <a16:creationId xmlns:a16="http://schemas.microsoft.com/office/drawing/2014/main" id="{BD6DA7BB-2941-8119-C880-C0B17A3789EA}"/>
                  </a:ext>
                </a:extLst>
              </p:cNvPr>
              <p:cNvSpPr/>
              <p:nvPr userDrawn="1"/>
            </p:nvSpPr>
            <p:spPr>
              <a:xfrm rot="5400000">
                <a:off x="14033099" y="4657202"/>
                <a:ext cx="253188" cy="316248"/>
              </a:xfrm>
              <a:prstGeom prst="rect">
                <a:avLst/>
              </a:prstGeom>
              <a:solidFill>
                <a:srgbClr val="9158B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grpSp>
        <p:grpSp>
          <p:nvGrpSpPr>
            <p:cNvPr id="10" name="Group 9">
              <a:extLst>
                <a:ext uri="{FF2B5EF4-FFF2-40B4-BE49-F238E27FC236}">
                  <a16:creationId xmlns:a16="http://schemas.microsoft.com/office/drawing/2014/main" id="{EB2C39D0-FD28-5784-9119-EC68B0F08089}"/>
                </a:ext>
              </a:extLst>
            </p:cNvPr>
            <p:cNvGrpSpPr/>
            <p:nvPr userDrawn="1"/>
          </p:nvGrpSpPr>
          <p:grpSpPr>
            <a:xfrm>
              <a:off x="12442019" y="198485"/>
              <a:ext cx="382660" cy="2882942"/>
              <a:chOff x="12742785" y="3716048"/>
              <a:chExt cx="316248" cy="3171236"/>
            </a:xfrm>
          </p:grpSpPr>
          <p:sp>
            <p:nvSpPr>
              <p:cNvPr id="13" name="Rectangle 12">
                <a:extLst>
                  <a:ext uri="{FF2B5EF4-FFF2-40B4-BE49-F238E27FC236}">
                    <a16:creationId xmlns:a16="http://schemas.microsoft.com/office/drawing/2014/main" id="{129D6D7D-C314-F3D8-5F62-95B0B1868992}"/>
                  </a:ext>
                </a:extLst>
              </p:cNvPr>
              <p:cNvSpPr/>
              <p:nvPr userDrawn="1"/>
            </p:nvSpPr>
            <p:spPr>
              <a:xfrm rot="5400000">
                <a:off x="12774315" y="6602566"/>
                <a:ext cx="253188" cy="316248"/>
              </a:xfrm>
              <a:prstGeom prst="rect">
                <a:avLst/>
              </a:prstGeom>
              <a:solidFill>
                <a:srgbClr val="BFD6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14" name="Rectangle 13">
                <a:extLst>
                  <a:ext uri="{FF2B5EF4-FFF2-40B4-BE49-F238E27FC236}">
                    <a16:creationId xmlns:a16="http://schemas.microsoft.com/office/drawing/2014/main" id="{5CB44431-BDA0-5950-D099-4BE1FC0DDD08}"/>
                  </a:ext>
                </a:extLst>
              </p:cNvPr>
              <p:cNvSpPr/>
              <p:nvPr userDrawn="1"/>
            </p:nvSpPr>
            <p:spPr>
              <a:xfrm rot="5400000">
                <a:off x="12774315" y="4981430"/>
                <a:ext cx="253188" cy="316248"/>
              </a:xfrm>
              <a:prstGeom prst="rect">
                <a:avLst/>
              </a:prstGeom>
              <a:solidFill>
                <a:srgbClr val="D25F7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15" name="Rectangle 14">
                <a:extLst>
                  <a:ext uri="{FF2B5EF4-FFF2-40B4-BE49-F238E27FC236}">
                    <a16:creationId xmlns:a16="http://schemas.microsoft.com/office/drawing/2014/main" id="{F1680EF5-7F62-73A6-5ED6-C3C1EFAE4693}"/>
                  </a:ext>
                </a:extLst>
              </p:cNvPr>
              <p:cNvSpPr/>
              <p:nvPr userDrawn="1"/>
            </p:nvSpPr>
            <p:spPr>
              <a:xfrm rot="5400000">
                <a:off x="12774315" y="5305658"/>
                <a:ext cx="253188" cy="316248"/>
              </a:xfrm>
              <a:prstGeom prst="rect">
                <a:avLst/>
              </a:prstGeom>
              <a:solidFill>
                <a:srgbClr val="C6480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17" name="Rectangle 16">
                <a:extLst>
                  <a:ext uri="{FF2B5EF4-FFF2-40B4-BE49-F238E27FC236}">
                    <a16:creationId xmlns:a16="http://schemas.microsoft.com/office/drawing/2014/main" id="{86364995-3867-BB89-4154-971C9F619E1B}"/>
                  </a:ext>
                </a:extLst>
              </p:cNvPr>
              <p:cNvSpPr/>
              <p:nvPr userDrawn="1"/>
            </p:nvSpPr>
            <p:spPr>
              <a:xfrm rot="5400000">
                <a:off x="12774315" y="5629886"/>
                <a:ext cx="253188" cy="316248"/>
              </a:xfrm>
              <a:prstGeom prst="rect">
                <a:avLst/>
              </a:prstGeom>
              <a:solidFill>
                <a:srgbClr val="BA016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18" name="Rectangle 17">
                <a:extLst>
                  <a:ext uri="{FF2B5EF4-FFF2-40B4-BE49-F238E27FC236}">
                    <a16:creationId xmlns:a16="http://schemas.microsoft.com/office/drawing/2014/main" id="{D434F222-6FE1-8C35-13F3-ADC2B968EE28}"/>
                  </a:ext>
                </a:extLst>
              </p:cNvPr>
              <p:cNvSpPr/>
              <p:nvPr userDrawn="1"/>
            </p:nvSpPr>
            <p:spPr>
              <a:xfrm rot="5400000">
                <a:off x="12774315" y="3684518"/>
                <a:ext cx="253188" cy="316248"/>
              </a:xfrm>
              <a:prstGeom prst="rect">
                <a:avLst/>
              </a:prstGeom>
              <a:solidFill>
                <a:srgbClr val="005E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19" name="Rectangle 18">
                <a:extLst>
                  <a:ext uri="{FF2B5EF4-FFF2-40B4-BE49-F238E27FC236}">
                    <a16:creationId xmlns:a16="http://schemas.microsoft.com/office/drawing/2014/main" id="{0E3C89B8-9517-BB91-2C94-F2FE3F50ADC9}"/>
                  </a:ext>
                </a:extLst>
              </p:cNvPr>
              <p:cNvSpPr/>
              <p:nvPr userDrawn="1"/>
            </p:nvSpPr>
            <p:spPr>
              <a:xfrm rot="5400000">
                <a:off x="12774315" y="4008746"/>
                <a:ext cx="253188" cy="316248"/>
              </a:xfrm>
              <a:prstGeom prst="rect">
                <a:avLst/>
              </a:prstGeom>
              <a:solidFill>
                <a:srgbClr val="5EB6B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20" name="Rectangle 19">
                <a:extLst>
                  <a:ext uri="{FF2B5EF4-FFF2-40B4-BE49-F238E27FC236}">
                    <a16:creationId xmlns:a16="http://schemas.microsoft.com/office/drawing/2014/main" id="{A942637C-EB25-364E-14B2-42348A364F5D}"/>
                  </a:ext>
                </a:extLst>
              </p:cNvPr>
              <p:cNvSpPr/>
              <p:nvPr userDrawn="1"/>
            </p:nvSpPr>
            <p:spPr>
              <a:xfrm rot="5400000">
                <a:off x="12774315" y="4332974"/>
                <a:ext cx="253188" cy="316248"/>
              </a:xfrm>
              <a:prstGeom prst="rect">
                <a:avLst/>
              </a:prstGeom>
              <a:solidFill>
                <a:srgbClr val="C7AB2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21" name="Rectangle 20">
                <a:extLst>
                  <a:ext uri="{FF2B5EF4-FFF2-40B4-BE49-F238E27FC236}">
                    <a16:creationId xmlns:a16="http://schemas.microsoft.com/office/drawing/2014/main" id="{D282BF48-9CF3-BE44-1B66-DA96228F5144}"/>
                  </a:ext>
                </a:extLst>
              </p:cNvPr>
              <p:cNvSpPr/>
              <p:nvPr userDrawn="1"/>
            </p:nvSpPr>
            <p:spPr>
              <a:xfrm rot="5400000">
                <a:off x="12774315" y="4657202"/>
                <a:ext cx="253188" cy="316248"/>
              </a:xfrm>
              <a:prstGeom prst="rect">
                <a:avLst/>
              </a:prstGeom>
              <a:solidFill>
                <a:srgbClr val="5C068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22" name="Rectangle 21">
                <a:extLst>
                  <a:ext uri="{FF2B5EF4-FFF2-40B4-BE49-F238E27FC236}">
                    <a16:creationId xmlns:a16="http://schemas.microsoft.com/office/drawing/2014/main" id="{829089D8-040C-1DDF-BACC-7E9E6C1236D8}"/>
                  </a:ext>
                </a:extLst>
              </p:cNvPr>
              <p:cNvSpPr/>
              <p:nvPr userDrawn="1"/>
            </p:nvSpPr>
            <p:spPr>
              <a:xfrm rot="5400000">
                <a:off x="12774315" y="5954114"/>
                <a:ext cx="253188" cy="316248"/>
              </a:xfrm>
              <a:prstGeom prst="rect">
                <a:avLst/>
              </a:prstGeom>
              <a:solidFill>
                <a:srgbClr val="2A431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23" name="Rectangle 22">
                <a:extLst>
                  <a:ext uri="{FF2B5EF4-FFF2-40B4-BE49-F238E27FC236}">
                    <a16:creationId xmlns:a16="http://schemas.microsoft.com/office/drawing/2014/main" id="{6CD07C1F-A9BC-9081-4B2D-650A47386706}"/>
                  </a:ext>
                </a:extLst>
              </p:cNvPr>
              <p:cNvSpPr/>
              <p:nvPr userDrawn="1"/>
            </p:nvSpPr>
            <p:spPr>
              <a:xfrm rot="5400000">
                <a:off x="12774315" y="6278342"/>
                <a:ext cx="253188" cy="316248"/>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grpSp>
        <p:sp>
          <p:nvSpPr>
            <p:cNvPr id="12" name="TextBox 11">
              <a:extLst>
                <a:ext uri="{FF2B5EF4-FFF2-40B4-BE49-F238E27FC236}">
                  <a16:creationId xmlns:a16="http://schemas.microsoft.com/office/drawing/2014/main" id="{D8D091E1-1492-68A2-8B3C-1E9C77DF5515}"/>
                </a:ext>
              </a:extLst>
            </p:cNvPr>
            <p:cNvSpPr txBox="1"/>
            <p:nvPr userDrawn="1"/>
          </p:nvSpPr>
          <p:spPr>
            <a:xfrm rot="16200000">
              <a:off x="12574270" y="5173406"/>
              <a:ext cx="960199" cy="118559"/>
            </a:xfrm>
            <a:prstGeom prst="rect">
              <a:avLst/>
            </a:prstGeom>
            <a:noFill/>
          </p:spPr>
          <p:txBody>
            <a:bodyPr wrap="none" lIns="0" tIns="0" rIns="0" bIns="0" rtlCol="0">
              <a:spAutoFit/>
            </a:bodyPr>
            <a:lstStyle/>
            <a:p>
              <a:pPr algn="l">
                <a:lnSpc>
                  <a:spcPct val="101000"/>
                </a:lnSpc>
                <a:spcAft>
                  <a:spcPts val="600"/>
                </a:spcAft>
              </a:pPr>
              <a:r>
                <a:rPr lang="en-CR" sz="800" b="1">
                  <a:solidFill>
                    <a:srgbClr val="000000"/>
                  </a:solidFill>
                  <a:latin typeface="GT America Regular"/>
                  <a:ea typeface="GT America Regular" charset="0"/>
                  <a:cs typeface="GT America Regular" charset="0"/>
                </a:rPr>
                <a:t>ON MOODY´S BLUE</a:t>
              </a:r>
              <a:endParaRPr kumimoji="0" lang="en-CR" sz="800" b="1" i="0" u="none" strike="noStrike" kern="1200" cap="none" spc="0" normalizeH="0" baseline="0" noProof="0" err="1">
                <a:ln>
                  <a:noFill/>
                </a:ln>
                <a:solidFill>
                  <a:srgbClr val="000000"/>
                </a:solidFill>
                <a:effectLst/>
                <a:uLnTx/>
                <a:uFillTx/>
                <a:latin typeface="GT America Regular"/>
                <a:ea typeface="GT America Regular" charset="0"/>
                <a:cs typeface="GT America Regular" charset="0"/>
              </a:endParaRPr>
            </a:p>
          </p:txBody>
        </p:sp>
      </p:grpSp>
      <p:sp>
        <p:nvSpPr>
          <p:cNvPr id="43" name="TextBox 42">
            <a:extLst>
              <a:ext uri="{FF2B5EF4-FFF2-40B4-BE49-F238E27FC236}">
                <a16:creationId xmlns:a16="http://schemas.microsoft.com/office/drawing/2014/main" id="{6DAFFC7D-D942-E990-ABA6-A3AE3F096775}"/>
              </a:ext>
            </a:extLst>
          </p:cNvPr>
          <p:cNvSpPr txBox="1"/>
          <p:nvPr userDrawn="1"/>
        </p:nvSpPr>
        <p:spPr>
          <a:xfrm>
            <a:off x="12356815" y="3377042"/>
            <a:ext cx="807913" cy="118559"/>
          </a:xfrm>
          <a:prstGeom prst="rect">
            <a:avLst/>
          </a:prstGeom>
          <a:noFill/>
        </p:spPr>
        <p:txBody>
          <a:bodyPr wrap="none" lIns="0" tIns="0" rIns="0" bIns="0" rtlCol="0">
            <a:spAutoFit/>
          </a:bodyPr>
          <a:lstStyle/>
          <a:p>
            <a:pPr algn="l">
              <a:lnSpc>
                <a:spcPct val="101000"/>
              </a:lnSpc>
              <a:spcAft>
                <a:spcPts val="600"/>
              </a:spcAft>
            </a:pPr>
            <a:r>
              <a:rPr kumimoji="0" lang="en-US" sz="800" b="1" i="0" u="none" strike="noStrike" kern="1200" cap="none" spc="0" normalizeH="0" baseline="0" noProof="0" dirty="0">
                <a:ln>
                  <a:noFill/>
                </a:ln>
                <a:solidFill>
                  <a:srgbClr val="000000"/>
                </a:solidFill>
                <a:effectLst/>
                <a:uLnTx/>
                <a:uFillTx/>
                <a:ea typeface="GT America Regular" charset="0"/>
                <a:cs typeface="GT America Regular" charset="0"/>
              </a:rPr>
              <a:t>For charts ONLY</a:t>
            </a:r>
            <a:endParaRPr kumimoji="0" lang="en-CR" sz="800" b="1" i="0" u="none" strike="noStrike" kern="1200" cap="none" spc="0" normalizeH="0" baseline="0" noProof="0">
              <a:ln>
                <a:noFill/>
              </a:ln>
              <a:solidFill>
                <a:srgbClr val="000000"/>
              </a:solidFill>
              <a:effectLst/>
              <a:uLnTx/>
              <a:uFillTx/>
              <a:ea typeface="GT America Regular" charset="0"/>
              <a:cs typeface="GT America Regular" charset="0"/>
            </a:endParaRPr>
          </a:p>
        </p:txBody>
      </p:sp>
    </p:spTree>
    <p:extLst>
      <p:ext uri="{BB962C8B-B14F-4D97-AF65-F5344CB8AC3E}">
        <p14:creationId xmlns:p14="http://schemas.microsoft.com/office/powerpoint/2010/main" val="1130739741"/>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1 Column Left - Quadrants">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10A8DD4-AFB3-6A0D-E0DC-BE0C252106E0}"/>
              </a:ext>
            </a:extLst>
          </p:cNvPr>
          <p:cNvSpPr>
            <a:spLocks/>
          </p:cNvSpPr>
          <p:nvPr userDrawn="1"/>
        </p:nvSpPr>
        <p:spPr>
          <a:xfrm>
            <a:off x="4055115" y="-3224"/>
            <a:ext cx="8136885" cy="6861224"/>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5DF7171D-56DB-60BD-88D4-7F7BF6A5CD65}"/>
              </a:ext>
            </a:extLst>
          </p:cNvPr>
          <p:cNvSpPr/>
          <p:nvPr userDrawn="1"/>
        </p:nvSpPr>
        <p:spPr>
          <a:xfrm>
            <a:off x="4055115" y="3429000"/>
            <a:ext cx="4069080" cy="34290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C166F2CC-C885-AE48-D625-8EF6963758F0}"/>
              </a:ext>
            </a:extLst>
          </p:cNvPr>
          <p:cNvSpPr/>
          <p:nvPr userDrawn="1"/>
        </p:nvSpPr>
        <p:spPr>
          <a:xfrm>
            <a:off x="8121341" y="0"/>
            <a:ext cx="4069080" cy="34290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Freeform 5">
            <a:extLst>
              <a:ext uri="{FF2B5EF4-FFF2-40B4-BE49-F238E27FC236}">
                <a16:creationId xmlns:a16="http://schemas.microsoft.com/office/drawing/2014/main" id="{68BA6A1E-20D9-E197-8F00-A2A7CD418E82}"/>
              </a:ext>
            </a:extLst>
          </p:cNvPr>
          <p:cNvSpPr/>
          <p:nvPr userDrawn="1"/>
        </p:nvSpPr>
        <p:spPr bwMode="black">
          <a:xfrm>
            <a:off x="554038" y="6469335"/>
            <a:ext cx="678511" cy="112440"/>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chemeClr val="tx2"/>
          </a:solidFill>
          <a:ln w="0" cap="flat">
            <a:noFill/>
            <a:prstDash val="solid"/>
            <a:miter/>
          </a:ln>
        </p:spPr>
        <p:txBody>
          <a:bodyPr rtlCol="0" anchor="ctr"/>
          <a:lstStyle/>
          <a:p>
            <a:endParaRPr lang="en-US"/>
          </a:p>
        </p:txBody>
      </p:sp>
      <p:sp>
        <p:nvSpPr>
          <p:cNvPr id="12" name="Text Placeholder 15">
            <a:extLst>
              <a:ext uri="{FF2B5EF4-FFF2-40B4-BE49-F238E27FC236}">
                <a16:creationId xmlns:a16="http://schemas.microsoft.com/office/drawing/2014/main" id="{10D68855-6C8B-26E2-7D19-EF4C14B54255}"/>
              </a:ext>
            </a:extLst>
          </p:cNvPr>
          <p:cNvSpPr>
            <a:spLocks noGrp="1"/>
          </p:cNvSpPr>
          <p:nvPr>
            <p:ph type="body" sz="quarter" idx="46"/>
          </p:nvPr>
        </p:nvSpPr>
        <p:spPr>
          <a:xfrm>
            <a:off x="546100" y="6019800"/>
            <a:ext cx="3314822" cy="289560"/>
          </a:xfrm>
        </p:spPr>
        <p:txBody>
          <a:bodyPr anchor="b" anchorCtr="0">
            <a:noAutofit/>
          </a:bodyPr>
          <a:lstStyle>
            <a:lvl1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1pPr>
            <a:lvl2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2pPr>
            <a:lvl3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3pPr>
            <a:lvl4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4pPr>
            <a:lvl5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5pPr>
            <a:lvl6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6pPr>
            <a:lvl7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7pPr>
            <a:lvl8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8pPr>
            <a:lvl9pPr marL="0" indent="0" algn="l" defTabSz="914400" rtl="0" eaLnBrk="1" latinLnBrk="0" hangingPunct="1">
              <a:lnSpc>
                <a:spcPct val="101000"/>
              </a:lnSpc>
              <a:spcBef>
                <a:spcPts val="0"/>
              </a:spcBef>
              <a:spcAft>
                <a:spcPts val="600"/>
              </a:spcAft>
              <a:buNone/>
              <a:defRPr lang="en-US" sz="600" b="0" i="0" kern="1200" dirty="0">
                <a:solidFill>
                  <a:srgbClr val="75787B"/>
                </a:solidFill>
                <a:latin typeface="+mn-lt"/>
                <a:ea typeface="GT America Regular" charset="0"/>
                <a:cs typeface="GT America Regular" charset="0"/>
              </a:defRPr>
            </a:lvl9pPr>
          </a:lstStyle>
          <a:p>
            <a:pPr lvl="0"/>
            <a:r>
              <a:rPr lang="en-US"/>
              <a:t>Click to edit Master text styles</a:t>
            </a:r>
          </a:p>
        </p:txBody>
      </p:sp>
      <p:sp>
        <p:nvSpPr>
          <p:cNvPr id="20" name="Content Placeholder 19">
            <a:extLst>
              <a:ext uri="{FF2B5EF4-FFF2-40B4-BE49-F238E27FC236}">
                <a16:creationId xmlns:a16="http://schemas.microsoft.com/office/drawing/2014/main" id="{8C68C4CC-CEF3-3402-F640-B77CCA9E63E6}"/>
              </a:ext>
            </a:extLst>
          </p:cNvPr>
          <p:cNvSpPr>
            <a:spLocks noGrp="1"/>
          </p:cNvSpPr>
          <p:nvPr>
            <p:ph sz="quarter" idx="47" hasCustomPrompt="1"/>
          </p:nvPr>
        </p:nvSpPr>
        <p:spPr>
          <a:xfrm>
            <a:off x="4055115" y="-3223"/>
            <a:ext cx="4069080" cy="3429000"/>
          </a:xfrm>
          <a:noFill/>
        </p:spPr>
        <p:txBody>
          <a:bodyPr lIns="548640" tIns="0" rIns="548640" bIns="0" anchor="ctr"/>
          <a:lstStyle>
            <a:lvl1pPr>
              <a:defRPr b="1">
                <a:solidFill>
                  <a:schemeClr val="bg1"/>
                </a:solidFill>
              </a:defRPr>
            </a:lvl1pPr>
            <a:lvl2pPr>
              <a:defRPr>
                <a:solidFill>
                  <a:schemeClr val="bg1"/>
                </a:solidFill>
              </a:defRPr>
            </a:lvl2pPr>
            <a:lvl3pPr>
              <a:buClrTx/>
              <a:defRPr>
                <a:solidFill>
                  <a:schemeClr val="bg1"/>
                </a:solidFill>
              </a:defRPr>
            </a:lvl3pPr>
            <a:lvl4pPr>
              <a:defRPr>
                <a:solidFill>
                  <a:schemeClr val="bg1"/>
                </a:solidFill>
              </a:defRPr>
            </a:lvl4pPr>
            <a:lvl5pPr>
              <a:buClrTx/>
              <a:defRPr>
                <a:solidFill>
                  <a:schemeClr val="bg1"/>
                </a:solidFill>
              </a:defRPr>
            </a:lvl5pPr>
            <a:lvl6pPr marL="800100" indent="0">
              <a:buNone/>
              <a:defRPr>
                <a:solidFill>
                  <a:schemeClr val="bg1"/>
                </a:solidFill>
              </a:defRPr>
            </a:lvl6pPr>
            <a:lvl7pPr>
              <a:buClrTx/>
              <a:defRPr>
                <a:solidFill>
                  <a:schemeClr val="bg1"/>
                </a:solidFill>
              </a:defRPr>
            </a:lvl7pPr>
            <a:lvl8pPr>
              <a:defRPr>
                <a:solidFill>
                  <a:schemeClr val="bg1"/>
                </a:solidFill>
              </a:defRPr>
            </a:lvl8pPr>
            <a:lvl9pPr>
              <a:buClrTx/>
              <a:defRPr>
                <a:solidFill>
                  <a:schemeClr val="bg1"/>
                </a:solidFill>
              </a:defRPr>
            </a:lvl9pPr>
          </a:lstStyle>
          <a:p>
            <a:pPr lvl="0"/>
            <a:r>
              <a:rPr lang="en-US" dirty="0"/>
              <a:t>Add a photo or chart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2" name="Content Placeholder 21">
            <a:extLst>
              <a:ext uri="{FF2B5EF4-FFF2-40B4-BE49-F238E27FC236}">
                <a16:creationId xmlns:a16="http://schemas.microsoft.com/office/drawing/2014/main" id="{419B93D8-9F40-73DB-5A94-C874C8DAA5C6}"/>
              </a:ext>
            </a:extLst>
          </p:cNvPr>
          <p:cNvSpPr>
            <a:spLocks noGrp="1"/>
          </p:cNvSpPr>
          <p:nvPr>
            <p:ph sz="quarter" idx="48" hasCustomPrompt="1"/>
          </p:nvPr>
        </p:nvSpPr>
        <p:spPr>
          <a:xfrm>
            <a:off x="8496993" y="3747156"/>
            <a:ext cx="3320934" cy="2795912"/>
          </a:xfrm>
          <a:noFill/>
        </p:spPr>
        <p:txBody>
          <a:bodyPr lIns="548640" tIns="0" rIns="548640" bIns="0" anchor="ctr" anchorCtr="0"/>
          <a:lstStyle>
            <a:lvl1pPr>
              <a:defRPr b="1">
                <a:solidFill>
                  <a:schemeClr val="bg1"/>
                </a:solidFill>
              </a:defRPr>
            </a:lvl1pPr>
            <a:lvl2pPr>
              <a:buClrTx/>
              <a:defRPr>
                <a:solidFill>
                  <a:schemeClr val="bg1"/>
                </a:solidFill>
              </a:defRPr>
            </a:lvl2pPr>
            <a:lvl3pPr>
              <a:buClrTx/>
              <a:defRPr>
                <a:solidFill>
                  <a:schemeClr val="bg1"/>
                </a:solidFill>
              </a:defRPr>
            </a:lvl3pPr>
            <a:lvl4pPr>
              <a:buClrTx/>
              <a:defRPr>
                <a:solidFill>
                  <a:schemeClr val="bg1"/>
                </a:solidFill>
              </a:defRPr>
            </a:lvl4pPr>
            <a:lvl5pPr>
              <a:buClrTx/>
              <a:defRPr>
                <a:solidFill>
                  <a:schemeClr val="bg1"/>
                </a:solidFill>
              </a:defRPr>
            </a:lvl5pPr>
            <a:lvl6pPr>
              <a:buClrTx/>
              <a:defRPr>
                <a:solidFill>
                  <a:schemeClr val="bg1"/>
                </a:solidFill>
              </a:defRPr>
            </a:lvl6pPr>
            <a:lvl7pPr>
              <a:buClrTx/>
              <a:defRPr>
                <a:solidFill>
                  <a:schemeClr val="bg1"/>
                </a:solidFill>
              </a:defRPr>
            </a:lvl7pPr>
            <a:lvl8pPr>
              <a:buClrTx/>
              <a:defRPr>
                <a:solidFill>
                  <a:schemeClr val="bg1"/>
                </a:solidFill>
              </a:defRPr>
            </a:lvl8pPr>
            <a:lvl9pPr>
              <a:buClrTx/>
              <a:defRPr>
                <a:solidFill>
                  <a:schemeClr val="bg1"/>
                </a:solidFill>
              </a:defRPr>
            </a:lvl9pPr>
          </a:lstStyle>
          <a:p>
            <a:pPr lvl="0"/>
            <a:r>
              <a:rPr lang="en-US" dirty="0"/>
              <a:t>Add a photo or chart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5" name="Content Placeholder 24">
            <a:extLst>
              <a:ext uri="{FF2B5EF4-FFF2-40B4-BE49-F238E27FC236}">
                <a16:creationId xmlns:a16="http://schemas.microsoft.com/office/drawing/2014/main" id="{F6249455-82E8-40E3-5DFB-873B422998AB}"/>
              </a:ext>
            </a:extLst>
          </p:cNvPr>
          <p:cNvSpPr>
            <a:spLocks noGrp="1"/>
          </p:cNvSpPr>
          <p:nvPr>
            <p:ph sz="quarter" idx="49" hasCustomPrompt="1"/>
          </p:nvPr>
        </p:nvSpPr>
        <p:spPr>
          <a:xfrm>
            <a:off x="4055115" y="3429000"/>
            <a:ext cx="4069080" cy="3429000"/>
          </a:xfrm>
          <a:noFill/>
        </p:spPr>
        <p:txBody>
          <a:bodyPr vert="horz" lIns="548640" tIns="0" rIns="548640" bIns="0" rtlCol="0" anchor="ctr">
            <a:normAutofit/>
          </a:bodyPr>
          <a:lstStyle>
            <a:lvl1pPr>
              <a:defRPr lang="en-US" sz="2100" b="0" dirty="0" smtClean="0">
                <a:solidFill>
                  <a:schemeClr val="bg1"/>
                </a:solidFill>
                <a:latin typeface="+mj-lt"/>
              </a:defRPr>
            </a:lvl1pPr>
            <a:lvl2pPr>
              <a:defRPr lang="en-US" dirty="0" smtClean="0">
                <a:solidFill>
                  <a:schemeClr val="bg1"/>
                </a:solidFill>
              </a:defRPr>
            </a:lvl2pPr>
            <a:lvl3pPr>
              <a:buClrTx/>
              <a:defRPr lang="en-US" dirty="0" smtClean="0">
                <a:solidFill>
                  <a:schemeClr val="bg1"/>
                </a:solidFill>
              </a:defRPr>
            </a:lvl3pPr>
            <a:lvl4pPr>
              <a:defRPr lang="en-US" dirty="0" smtClean="0">
                <a:solidFill>
                  <a:schemeClr val="bg1"/>
                </a:solidFill>
              </a:defRPr>
            </a:lvl4pPr>
            <a:lvl5pPr>
              <a:buClrTx/>
              <a:defRPr lang="en-US" dirty="0">
                <a:solidFill>
                  <a:schemeClr val="bg1"/>
                </a:solidFill>
              </a:defRPr>
            </a:lvl5pPr>
            <a:lvl6pPr marL="800100" indent="0">
              <a:buNone/>
              <a:defRPr>
                <a:solidFill>
                  <a:schemeClr val="bg1"/>
                </a:solidFill>
              </a:defRPr>
            </a:lvl6pPr>
            <a:lvl7pPr>
              <a:buClrTx/>
              <a:defRPr>
                <a:solidFill>
                  <a:schemeClr val="bg1"/>
                </a:solidFill>
              </a:defRPr>
            </a:lvl7pPr>
            <a:lvl8pPr>
              <a:defRPr>
                <a:solidFill>
                  <a:schemeClr val="bg1"/>
                </a:solidFill>
              </a:defRPr>
            </a:lvl8pPr>
            <a:lvl9pPr>
              <a:buClrTx/>
              <a:defRPr>
                <a:solidFill>
                  <a:schemeClr val="bg1"/>
                </a:solidFill>
              </a:defRPr>
            </a:lvl9pPr>
          </a:lstStyle>
          <a:p>
            <a:pPr lvl="0"/>
            <a:r>
              <a:rPr lang="en-US" dirty="0"/>
              <a:t>Quotes, text, or image</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7" name="Content Placeholder 26">
            <a:extLst>
              <a:ext uri="{FF2B5EF4-FFF2-40B4-BE49-F238E27FC236}">
                <a16:creationId xmlns:a16="http://schemas.microsoft.com/office/drawing/2014/main" id="{6433A83F-D9D0-E3DD-A0A1-A356E73FBFB2}"/>
              </a:ext>
            </a:extLst>
          </p:cNvPr>
          <p:cNvSpPr>
            <a:spLocks noGrp="1"/>
          </p:cNvSpPr>
          <p:nvPr>
            <p:ph sz="quarter" idx="50" hasCustomPrompt="1"/>
          </p:nvPr>
        </p:nvSpPr>
        <p:spPr>
          <a:xfrm>
            <a:off x="8122920" y="0"/>
            <a:ext cx="4069080" cy="3429000"/>
          </a:xfrm>
          <a:noFill/>
        </p:spPr>
        <p:txBody>
          <a:bodyPr vert="horz" lIns="548640" tIns="0" rIns="548640" bIns="0" rtlCol="0" anchor="ctr">
            <a:normAutofit/>
          </a:bodyPr>
          <a:lstStyle>
            <a:lvl1pPr>
              <a:defRPr lang="en-US" sz="2100" dirty="0" smtClean="0">
                <a:solidFill>
                  <a:schemeClr val="bg1"/>
                </a:solidFill>
                <a:latin typeface="+mj-lt"/>
              </a:defRPr>
            </a:lvl1pPr>
            <a:lvl2pPr>
              <a:defRPr lang="en-US" dirty="0" smtClean="0">
                <a:solidFill>
                  <a:schemeClr val="bg1"/>
                </a:solidFill>
              </a:defRPr>
            </a:lvl2pPr>
            <a:lvl3pPr>
              <a:buClrTx/>
              <a:defRPr lang="en-US" dirty="0" smtClean="0">
                <a:solidFill>
                  <a:schemeClr val="bg1"/>
                </a:solidFill>
              </a:defRPr>
            </a:lvl3pPr>
            <a:lvl4pPr>
              <a:defRPr lang="en-US" dirty="0" smtClean="0">
                <a:solidFill>
                  <a:schemeClr val="bg1"/>
                </a:solidFill>
              </a:defRPr>
            </a:lvl4pPr>
            <a:lvl5pPr>
              <a:buClrTx/>
              <a:defRPr lang="en-US" dirty="0">
                <a:solidFill>
                  <a:schemeClr val="bg1"/>
                </a:solidFill>
              </a:defRPr>
            </a:lvl5pPr>
            <a:lvl6pPr marL="800100" indent="0">
              <a:buNone/>
              <a:defRPr>
                <a:solidFill>
                  <a:schemeClr val="bg1"/>
                </a:solidFill>
              </a:defRPr>
            </a:lvl6pPr>
            <a:lvl7pPr>
              <a:buClrTx/>
              <a:defRPr>
                <a:solidFill>
                  <a:schemeClr val="bg1"/>
                </a:solidFill>
              </a:defRPr>
            </a:lvl7pPr>
            <a:lvl8pPr>
              <a:defRPr>
                <a:solidFill>
                  <a:schemeClr val="bg1"/>
                </a:solidFill>
              </a:defRPr>
            </a:lvl8pPr>
            <a:lvl9pPr>
              <a:buClrTx/>
              <a:defRPr>
                <a:solidFill>
                  <a:schemeClr val="bg1"/>
                </a:solidFill>
              </a:defRPr>
            </a:lvl9pPr>
          </a:lstStyle>
          <a:p>
            <a:pPr lvl="0"/>
            <a:r>
              <a:rPr lang="en-US" dirty="0"/>
              <a:t>Quotes, text, or image</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Title 5">
            <a:extLst>
              <a:ext uri="{FF2B5EF4-FFF2-40B4-BE49-F238E27FC236}">
                <a16:creationId xmlns:a16="http://schemas.microsoft.com/office/drawing/2014/main" id="{48AC8EA4-0D69-7185-E21E-3A998D4C0283}"/>
              </a:ext>
            </a:extLst>
          </p:cNvPr>
          <p:cNvSpPr>
            <a:spLocks noGrp="1"/>
          </p:cNvSpPr>
          <p:nvPr>
            <p:ph type="title"/>
          </p:nvPr>
        </p:nvSpPr>
        <p:spPr>
          <a:xfrm>
            <a:off x="546099" y="552450"/>
            <a:ext cx="3513785" cy="434975"/>
          </a:xfrm>
        </p:spPr>
        <p:txBody>
          <a:bodyPr rIns="274320"/>
          <a:lstStyle/>
          <a:p>
            <a:r>
              <a:rPr lang="en-US"/>
              <a:t>Click to edit Master title style</a:t>
            </a:r>
            <a:endParaRPr lang="en-US" dirty="0"/>
          </a:p>
        </p:txBody>
      </p:sp>
      <p:sp>
        <p:nvSpPr>
          <p:cNvPr id="8" name="Text Placeholder 10">
            <a:extLst>
              <a:ext uri="{FF2B5EF4-FFF2-40B4-BE49-F238E27FC236}">
                <a16:creationId xmlns:a16="http://schemas.microsoft.com/office/drawing/2014/main" id="{2FE058B6-3992-C015-0C1B-CF5A092DD0C5}"/>
              </a:ext>
            </a:extLst>
          </p:cNvPr>
          <p:cNvSpPr>
            <a:spLocks noGrp="1"/>
          </p:cNvSpPr>
          <p:nvPr>
            <p:ph type="body" sz="quarter" idx="21"/>
          </p:nvPr>
        </p:nvSpPr>
        <p:spPr>
          <a:xfrm>
            <a:off x="546100" y="1127125"/>
            <a:ext cx="3310473" cy="295275"/>
          </a:xfrm>
        </p:spPr>
        <p:txBody>
          <a:bodyPr>
            <a:noAutofit/>
          </a:bodyPr>
          <a:lstStyle>
            <a:lvl1pPr marL="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1pPr>
            <a:lvl2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2pPr>
            <a:lvl3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3pPr>
            <a:lvl4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4pPr>
            <a:lvl5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5pPr>
            <a:lvl6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6pPr>
            <a:lvl7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7pPr>
            <a:lvl8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8pPr>
            <a:lvl9pPr marL="0" indent="0" algn="l" defTabSz="914400" rtl="0" eaLnBrk="1" latinLnBrk="0" hangingPunct="1">
              <a:lnSpc>
                <a:spcPct val="80000"/>
              </a:lnSpc>
              <a:spcBef>
                <a:spcPts val="0"/>
              </a:spcBef>
              <a:spcAft>
                <a:spcPts val="0"/>
              </a:spcAft>
              <a:buNone/>
              <a:defRPr lang="en-US" sz="2400" b="0" i="0" kern="1200" dirty="0">
                <a:solidFill>
                  <a:schemeClr val="accent1"/>
                </a:solidFill>
                <a:latin typeface="+mj-lt"/>
                <a:ea typeface="GT America Regular" charset="0"/>
                <a:cs typeface="GT America Regular" charset="0"/>
              </a:defRPr>
            </a:lvl9pPr>
          </a:lstStyle>
          <a:p>
            <a:pPr lvl="0"/>
            <a:r>
              <a:rPr lang="en-US"/>
              <a:t>Click to edit Master text styles</a:t>
            </a:r>
          </a:p>
        </p:txBody>
      </p:sp>
      <p:sp>
        <p:nvSpPr>
          <p:cNvPr id="9" name="Content Placeholder 22">
            <a:extLst>
              <a:ext uri="{FF2B5EF4-FFF2-40B4-BE49-F238E27FC236}">
                <a16:creationId xmlns:a16="http://schemas.microsoft.com/office/drawing/2014/main" id="{C1B56411-5CA6-9842-0E70-A429EA905CD5}"/>
              </a:ext>
            </a:extLst>
          </p:cNvPr>
          <p:cNvSpPr>
            <a:spLocks noGrp="1"/>
          </p:cNvSpPr>
          <p:nvPr>
            <p:ph sz="quarter" idx="23"/>
          </p:nvPr>
        </p:nvSpPr>
        <p:spPr>
          <a:xfrm>
            <a:off x="546099" y="1849438"/>
            <a:ext cx="3310473" cy="4017962"/>
          </a:xfrm>
        </p:spPr>
        <p:txBody>
          <a:bodyPr/>
          <a:lstStyle>
            <a:lvl1pPr>
              <a:defRPr lang="en-US" sz="2000" b="0" i="0" kern="1200" dirty="0" smtClean="0">
                <a:solidFill>
                  <a:schemeClr val="tx2"/>
                </a:solidFill>
                <a:latin typeface="+mj-lt"/>
                <a:ea typeface="GT America Regular" charset="0"/>
                <a:cs typeface="GT America Regular" charset="0"/>
              </a:defRPr>
            </a:lvl1pPr>
          </a:lstStyle>
          <a:p>
            <a:pPr marL="0" lvl="0" indent="0" algn="l" defTabSz="914400" rtl="0" eaLnBrk="1" latinLnBrk="0" hangingPunct="1">
              <a:lnSpc>
                <a:spcPct val="101000"/>
              </a:lnSpc>
              <a:spcBef>
                <a:spcPts val="0"/>
              </a:spcBef>
              <a:spcAft>
                <a:spcPts val="600"/>
              </a:spcAft>
              <a:buFont typeface="GT America Regular"/>
              <a:buNone/>
            </a:pPr>
            <a:r>
              <a:rPr lang="en-US"/>
              <a:t>Click to edit Master text styles</a:t>
            </a:r>
          </a:p>
          <a:p>
            <a:pPr marL="0" lvl="1" indent="0" algn="l" defTabSz="914400" rtl="0" eaLnBrk="1" latinLnBrk="0" hangingPunct="1">
              <a:lnSpc>
                <a:spcPct val="101000"/>
              </a:lnSpc>
              <a:spcBef>
                <a:spcPts val="0"/>
              </a:spcBef>
              <a:spcAft>
                <a:spcPts val="600"/>
              </a:spcAft>
              <a:buFont typeface="GT America Regular"/>
              <a:buNone/>
            </a:pPr>
            <a:r>
              <a:rPr lang="en-US"/>
              <a:t>Second level</a:t>
            </a:r>
          </a:p>
          <a:p>
            <a:pPr marL="0" lvl="2" indent="0" algn="l" defTabSz="914400" rtl="0" eaLnBrk="1" latinLnBrk="0" hangingPunct="1">
              <a:lnSpc>
                <a:spcPct val="101000"/>
              </a:lnSpc>
              <a:spcBef>
                <a:spcPts val="0"/>
              </a:spcBef>
              <a:spcAft>
                <a:spcPts val="600"/>
              </a:spcAft>
              <a:buFont typeface="GT America Regular"/>
              <a:buNone/>
            </a:pPr>
            <a:r>
              <a:rPr lang="en-US"/>
              <a:t>Third level</a:t>
            </a:r>
          </a:p>
        </p:txBody>
      </p:sp>
      <p:grpSp>
        <p:nvGrpSpPr>
          <p:cNvPr id="6" name="Group 5">
            <a:extLst>
              <a:ext uri="{FF2B5EF4-FFF2-40B4-BE49-F238E27FC236}">
                <a16:creationId xmlns:a16="http://schemas.microsoft.com/office/drawing/2014/main" id="{E6C3AFED-8D2B-B51D-535E-2FC813552EB4}"/>
              </a:ext>
            </a:extLst>
          </p:cNvPr>
          <p:cNvGrpSpPr/>
          <p:nvPr userDrawn="1"/>
        </p:nvGrpSpPr>
        <p:grpSpPr>
          <a:xfrm>
            <a:off x="12356815" y="0"/>
            <a:ext cx="756834" cy="6872642"/>
            <a:chOff x="12356815" y="0"/>
            <a:chExt cx="756834" cy="6872642"/>
          </a:xfrm>
        </p:grpSpPr>
        <p:sp>
          <p:nvSpPr>
            <p:cNvPr id="10" name="Rectangle 9">
              <a:extLst>
                <a:ext uri="{FF2B5EF4-FFF2-40B4-BE49-F238E27FC236}">
                  <a16:creationId xmlns:a16="http://schemas.microsoft.com/office/drawing/2014/main" id="{70E27599-FB1C-7CDA-DA01-22AA36685C21}"/>
                </a:ext>
              </a:extLst>
            </p:cNvPr>
            <p:cNvSpPr/>
            <p:nvPr userDrawn="1"/>
          </p:nvSpPr>
          <p:spPr>
            <a:xfrm>
              <a:off x="12356815" y="0"/>
              <a:ext cx="553069" cy="3279913"/>
            </a:xfrm>
            <a:prstGeom prst="rect">
              <a:avLst/>
            </a:prstGeom>
            <a:solidFill>
              <a:srgbClr val="F2F2F2"/>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a:p>
          </p:txBody>
        </p:sp>
        <p:sp>
          <p:nvSpPr>
            <p:cNvPr id="11" name="TextBox 10">
              <a:extLst>
                <a:ext uri="{FF2B5EF4-FFF2-40B4-BE49-F238E27FC236}">
                  <a16:creationId xmlns:a16="http://schemas.microsoft.com/office/drawing/2014/main" id="{715FABB6-D6BF-8C8A-8117-AE9037092FB5}"/>
                </a:ext>
              </a:extLst>
            </p:cNvPr>
            <p:cNvSpPr txBox="1"/>
            <p:nvPr userDrawn="1"/>
          </p:nvSpPr>
          <p:spPr>
            <a:xfrm rot="16200000">
              <a:off x="12332216" y="1580677"/>
              <a:ext cx="1444306" cy="118559"/>
            </a:xfrm>
            <a:prstGeom prst="rect">
              <a:avLst/>
            </a:prstGeom>
            <a:noFill/>
          </p:spPr>
          <p:txBody>
            <a:bodyPr wrap="none" lIns="0" tIns="0" rIns="0" bIns="0" rtlCol="0">
              <a:spAutoFit/>
            </a:bodyPr>
            <a:lstStyle/>
            <a:p>
              <a:pPr algn="l">
                <a:lnSpc>
                  <a:spcPct val="101000"/>
                </a:lnSpc>
                <a:spcAft>
                  <a:spcPts val="600"/>
                </a:spcAft>
              </a:pPr>
              <a:r>
                <a:rPr kumimoji="0" lang="en-CR" sz="800" b="1" i="0" u="none" strike="noStrike" kern="1200" cap="none" spc="0" normalizeH="0" baseline="0" noProof="0">
                  <a:ln>
                    <a:noFill/>
                  </a:ln>
                  <a:solidFill>
                    <a:srgbClr val="000000"/>
                  </a:solidFill>
                  <a:effectLst/>
                  <a:uLnTx/>
                  <a:uFillTx/>
                  <a:ea typeface="GT America Regular" charset="0"/>
                  <a:cs typeface="GT America Regular" charset="0"/>
                </a:rPr>
                <a:t>ON LIGHT AND EXTRA LIGHT</a:t>
              </a:r>
            </a:p>
          </p:txBody>
        </p:sp>
        <p:sp>
          <p:nvSpPr>
            <p:cNvPr id="13" name="Rectangle 12">
              <a:extLst>
                <a:ext uri="{FF2B5EF4-FFF2-40B4-BE49-F238E27FC236}">
                  <a16:creationId xmlns:a16="http://schemas.microsoft.com/office/drawing/2014/main" id="{0F42B15B-F0AB-E1AC-FF59-CF1A45C018C4}"/>
                </a:ext>
              </a:extLst>
            </p:cNvPr>
            <p:cNvSpPr/>
            <p:nvPr userDrawn="1"/>
          </p:nvSpPr>
          <p:spPr>
            <a:xfrm>
              <a:off x="12356815" y="3592729"/>
              <a:ext cx="553069" cy="3279913"/>
            </a:xfrm>
            <a:prstGeom prst="rect">
              <a:avLst/>
            </a:prstGeom>
            <a:solidFill>
              <a:schemeClr val="tx2"/>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a:p>
          </p:txBody>
        </p:sp>
        <p:grpSp>
          <p:nvGrpSpPr>
            <p:cNvPr id="14" name="Group 13">
              <a:extLst>
                <a:ext uri="{FF2B5EF4-FFF2-40B4-BE49-F238E27FC236}">
                  <a16:creationId xmlns:a16="http://schemas.microsoft.com/office/drawing/2014/main" id="{053F27CB-47B3-0E9B-94F6-BF14F0494BA1}"/>
                </a:ext>
              </a:extLst>
            </p:cNvPr>
            <p:cNvGrpSpPr/>
            <p:nvPr userDrawn="1"/>
          </p:nvGrpSpPr>
          <p:grpSpPr>
            <a:xfrm>
              <a:off x="12442019" y="3791214"/>
              <a:ext cx="382660" cy="2882942"/>
              <a:chOff x="14001569" y="3716048"/>
              <a:chExt cx="316248" cy="3171236"/>
            </a:xfrm>
          </p:grpSpPr>
          <p:sp>
            <p:nvSpPr>
              <p:cNvPr id="31" name="Rectangle 30">
                <a:extLst>
                  <a:ext uri="{FF2B5EF4-FFF2-40B4-BE49-F238E27FC236}">
                    <a16:creationId xmlns:a16="http://schemas.microsoft.com/office/drawing/2014/main" id="{49F2AB32-A4E2-8375-A9F6-DA4D91B34969}"/>
                  </a:ext>
                </a:extLst>
              </p:cNvPr>
              <p:cNvSpPr/>
              <p:nvPr userDrawn="1"/>
            </p:nvSpPr>
            <p:spPr>
              <a:xfrm rot="5400000">
                <a:off x="14033099" y="5954114"/>
                <a:ext cx="253188" cy="316248"/>
              </a:xfrm>
              <a:prstGeom prst="rect">
                <a:avLst/>
              </a:prstGeom>
              <a:solidFill>
                <a:srgbClr val="005E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32" name="Rectangle 31">
                <a:extLst>
                  <a:ext uri="{FF2B5EF4-FFF2-40B4-BE49-F238E27FC236}">
                    <a16:creationId xmlns:a16="http://schemas.microsoft.com/office/drawing/2014/main" id="{9235B32A-02FB-0DDE-2945-F8990B7A84D6}"/>
                  </a:ext>
                </a:extLst>
              </p:cNvPr>
              <p:cNvSpPr/>
              <p:nvPr userDrawn="1"/>
            </p:nvSpPr>
            <p:spPr>
              <a:xfrm rot="5400000">
                <a:off x="14033099" y="6278342"/>
                <a:ext cx="253188" cy="316248"/>
              </a:xfrm>
              <a:prstGeom prst="rect">
                <a:avLst/>
              </a:prstGeom>
              <a:solidFill>
                <a:srgbClr val="B8B9D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33" name="Rectangle 32">
                <a:extLst>
                  <a:ext uri="{FF2B5EF4-FFF2-40B4-BE49-F238E27FC236}">
                    <a16:creationId xmlns:a16="http://schemas.microsoft.com/office/drawing/2014/main" id="{88BF95FA-EABB-F558-0C2B-351FF43B7D6C}"/>
                  </a:ext>
                </a:extLst>
              </p:cNvPr>
              <p:cNvSpPr/>
              <p:nvPr userDrawn="1"/>
            </p:nvSpPr>
            <p:spPr>
              <a:xfrm rot="5400000">
                <a:off x="14033099" y="6602566"/>
                <a:ext cx="253188" cy="316248"/>
              </a:xfrm>
              <a:prstGeom prst="rect">
                <a:avLst/>
              </a:prstGeom>
              <a:solidFill>
                <a:srgbClr val="FBE6D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34" name="Rectangle 33">
                <a:extLst>
                  <a:ext uri="{FF2B5EF4-FFF2-40B4-BE49-F238E27FC236}">
                    <a16:creationId xmlns:a16="http://schemas.microsoft.com/office/drawing/2014/main" id="{751A466E-D617-6127-968C-50253784DCCA}"/>
                  </a:ext>
                </a:extLst>
              </p:cNvPr>
              <p:cNvSpPr/>
              <p:nvPr userDrawn="1"/>
            </p:nvSpPr>
            <p:spPr>
              <a:xfrm rot="5400000">
                <a:off x="14033099" y="4981430"/>
                <a:ext cx="253188" cy="316248"/>
              </a:xfrm>
              <a:prstGeom prst="rect">
                <a:avLst/>
              </a:prstGeom>
              <a:solidFill>
                <a:srgbClr val="BCE09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35" name="Rectangle 34">
                <a:extLst>
                  <a:ext uri="{FF2B5EF4-FFF2-40B4-BE49-F238E27FC236}">
                    <a16:creationId xmlns:a16="http://schemas.microsoft.com/office/drawing/2014/main" id="{9F8E84A1-C527-5640-9A4B-8310BDDE42E3}"/>
                  </a:ext>
                </a:extLst>
              </p:cNvPr>
              <p:cNvSpPr/>
              <p:nvPr userDrawn="1"/>
            </p:nvSpPr>
            <p:spPr>
              <a:xfrm rot="5400000">
                <a:off x="14033099" y="5305658"/>
                <a:ext cx="253188" cy="316248"/>
              </a:xfrm>
              <a:prstGeom prst="rect">
                <a:avLst/>
              </a:prstGeom>
              <a:solidFill>
                <a:srgbClr val="E9783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36" name="Rectangle 35">
                <a:extLst>
                  <a:ext uri="{FF2B5EF4-FFF2-40B4-BE49-F238E27FC236}">
                    <a16:creationId xmlns:a16="http://schemas.microsoft.com/office/drawing/2014/main" id="{67152CFF-2901-D243-0CD8-85BFD0804335}"/>
                  </a:ext>
                </a:extLst>
              </p:cNvPr>
              <p:cNvSpPr/>
              <p:nvPr userDrawn="1"/>
            </p:nvSpPr>
            <p:spPr>
              <a:xfrm rot="5400000">
                <a:off x="14033099" y="5629886"/>
                <a:ext cx="253188" cy="316248"/>
              </a:xfrm>
              <a:prstGeom prst="rect">
                <a:avLst/>
              </a:prstGeom>
              <a:solidFill>
                <a:srgbClr val="B9056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37" name="Rectangle 36">
                <a:extLst>
                  <a:ext uri="{FF2B5EF4-FFF2-40B4-BE49-F238E27FC236}">
                    <a16:creationId xmlns:a16="http://schemas.microsoft.com/office/drawing/2014/main" id="{DFF88491-65E5-47F5-EB77-DA95EF1A1652}"/>
                  </a:ext>
                </a:extLst>
              </p:cNvPr>
              <p:cNvSpPr/>
              <p:nvPr userDrawn="1"/>
            </p:nvSpPr>
            <p:spPr>
              <a:xfrm rot="5400000">
                <a:off x="14033099" y="3684518"/>
                <a:ext cx="253188" cy="316248"/>
              </a:xfrm>
              <a:prstGeom prst="rect">
                <a:avLst/>
              </a:prstGeom>
              <a:solidFill>
                <a:srgbClr val="9DC2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38" name="Rectangle 37">
                <a:extLst>
                  <a:ext uri="{FF2B5EF4-FFF2-40B4-BE49-F238E27FC236}">
                    <a16:creationId xmlns:a16="http://schemas.microsoft.com/office/drawing/2014/main" id="{A2917591-03BC-D102-05A2-9A2A8BF5B8E2}"/>
                  </a:ext>
                </a:extLst>
              </p:cNvPr>
              <p:cNvSpPr/>
              <p:nvPr userDrawn="1"/>
            </p:nvSpPr>
            <p:spPr>
              <a:xfrm rot="5400000">
                <a:off x="14033099" y="4008746"/>
                <a:ext cx="253188" cy="316248"/>
              </a:xfrm>
              <a:prstGeom prst="rect">
                <a:avLst/>
              </a:prstGeom>
              <a:solidFill>
                <a:srgbClr val="309DA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39" name="Rectangle 38">
                <a:extLst>
                  <a:ext uri="{FF2B5EF4-FFF2-40B4-BE49-F238E27FC236}">
                    <a16:creationId xmlns:a16="http://schemas.microsoft.com/office/drawing/2014/main" id="{FB680309-EC47-1018-1EA4-D93862E98BC3}"/>
                  </a:ext>
                </a:extLst>
              </p:cNvPr>
              <p:cNvSpPr/>
              <p:nvPr userDrawn="1"/>
            </p:nvSpPr>
            <p:spPr>
              <a:xfrm rot="5400000">
                <a:off x="14033099" y="4332974"/>
                <a:ext cx="253188" cy="316248"/>
              </a:xfrm>
              <a:prstGeom prst="rect">
                <a:avLst/>
              </a:prstGeom>
              <a:solidFill>
                <a:srgbClr val="E2C22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40" name="Rectangle 39">
                <a:extLst>
                  <a:ext uri="{FF2B5EF4-FFF2-40B4-BE49-F238E27FC236}">
                    <a16:creationId xmlns:a16="http://schemas.microsoft.com/office/drawing/2014/main" id="{421DFD13-B7B6-5CFF-AA0B-4F49C3B47ED2}"/>
                  </a:ext>
                </a:extLst>
              </p:cNvPr>
              <p:cNvSpPr/>
              <p:nvPr userDrawn="1"/>
            </p:nvSpPr>
            <p:spPr>
              <a:xfrm rot="5400000">
                <a:off x="14033099" y="4657202"/>
                <a:ext cx="253188" cy="316248"/>
              </a:xfrm>
              <a:prstGeom prst="rect">
                <a:avLst/>
              </a:prstGeom>
              <a:solidFill>
                <a:srgbClr val="9158B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grpSp>
        <p:grpSp>
          <p:nvGrpSpPr>
            <p:cNvPr id="15" name="Group 14">
              <a:extLst>
                <a:ext uri="{FF2B5EF4-FFF2-40B4-BE49-F238E27FC236}">
                  <a16:creationId xmlns:a16="http://schemas.microsoft.com/office/drawing/2014/main" id="{8EB11263-6B25-2312-A75B-8F71912D9AAC}"/>
                </a:ext>
              </a:extLst>
            </p:cNvPr>
            <p:cNvGrpSpPr/>
            <p:nvPr userDrawn="1"/>
          </p:nvGrpSpPr>
          <p:grpSpPr>
            <a:xfrm>
              <a:off x="12442019" y="198485"/>
              <a:ext cx="382660" cy="2882942"/>
              <a:chOff x="12742785" y="3716048"/>
              <a:chExt cx="316248" cy="3171236"/>
            </a:xfrm>
          </p:grpSpPr>
          <p:sp>
            <p:nvSpPr>
              <p:cNvPr id="17" name="Rectangle 16">
                <a:extLst>
                  <a:ext uri="{FF2B5EF4-FFF2-40B4-BE49-F238E27FC236}">
                    <a16:creationId xmlns:a16="http://schemas.microsoft.com/office/drawing/2014/main" id="{408B2D82-0B2B-5036-C40E-2D02987A41E4}"/>
                  </a:ext>
                </a:extLst>
              </p:cNvPr>
              <p:cNvSpPr/>
              <p:nvPr userDrawn="1"/>
            </p:nvSpPr>
            <p:spPr>
              <a:xfrm rot="5400000">
                <a:off x="12774315" y="6602566"/>
                <a:ext cx="253188" cy="316248"/>
              </a:xfrm>
              <a:prstGeom prst="rect">
                <a:avLst/>
              </a:prstGeom>
              <a:solidFill>
                <a:srgbClr val="BFD6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18" name="Rectangle 17">
                <a:extLst>
                  <a:ext uri="{FF2B5EF4-FFF2-40B4-BE49-F238E27FC236}">
                    <a16:creationId xmlns:a16="http://schemas.microsoft.com/office/drawing/2014/main" id="{57D9F751-B970-E733-EC26-A36FF4E8C356}"/>
                  </a:ext>
                </a:extLst>
              </p:cNvPr>
              <p:cNvSpPr/>
              <p:nvPr userDrawn="1"/>
            </p:nvSpPr>
            <p:spPr>
              <a:xfrm rot="5400000">
                <a:off x="12774315" y="4981430"/>
                <a:ext cx="253188" cy="316248"/>
              </a:xfrm>
              <a:prstGeom prst="rect">
                <a:avLst/>
              </a:prstGeom>
              <a:solidFill>
                <a:srgbClr val="D25F7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19" name="Rectangle 18">
                <a:extLst>
                  <a:ext uri="{FF2B5EF4-FFF2-40B4-BE49-F238E27FC236}">
                    <a16:creationId xmlns:a16="http://schemas.microsoft.com/office/drawing/2014/main" id="{6DE657F7-C593-4995-3FA6-A65F948781C4}"/>
                  </a:ext>
                </a:extLst>
              </p:cNvPr>
              <p:cNvSpPr/>
              <p:nvPr userDrawn="1"/>
            </p:nvSpPr>
            <p:spPr>
              <a:xfrm rot="5400000">
                <a:off x="12774315" y="5305658"/>
                <a:ext cx="253188" cy="316248"/>
              </a:xfrm>
              <a:prstGeom prst="rect">
                <a:avLst/>
              </a:prstGeom>
              <a:solidFill>
                <a:srgbClr val="C6480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21" name="Rectangle 20">
                <a:extLst>
                  <a:ext uri="{FF2B5EF4-FFF2-40B4-BE49-F238E27FC236}">
                    <a16:creationId xmlns:a16="http://schemas.microsoft.com/office/drawing/2014/main" id="{6CE9EE49-A921-C3B3-AE0E-B7E7A5AAF7CD}"/>
                  </a:ext>
                </a:extLst>
              </p:cNvPr>
              <p:cNvSpPr/>
              <p:nvPr userDrawn="1"/>
            </p:nvSpPr>
            <p:spPr>
              <a:xfrm rot="5400000">
                <a:off x="12774315" y="5629886"/>
                <a:ext cx="253188" cy="316248"/>
              </a:xfrm>
              <a:prstGeom prst="rect">
                <a:avLst/>
              </a:prstGeom>
              <a:solidFill>
                <a:srgbClr val="BA016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23" name="Rectangle 22">
                <a:extLst>
                  <a:ext uri="{FF2B5EF4-FFF2-40B4-BE49-F238E27FC236}">
                    <a16:creationId xmlns:a16="http://schemas.microsoft.com/office/drawing/2014/main" id="{7E4068AC-8509-9663-30A0-9F901C8931B0}"/>
                  </a:ext>
                </a:extLst>
              </p:cNvPr>
              <p:cNvSpPr/>
              <p:nvPr userDrawn="1"/>
            </p:nvSpPr>
            <p:spPr>
              <a:xfrm rot="5400000">
                <a:off x="12774315" y="3684518"/>
                <a:ext cx="253188" cy="316248"/>
              </a:xfrm>
              <a:prstGeom prst="rect">
                <a:avLst/>
              </a:prstGeom>
              <a:solidFill>
                <a:srgbClr val="005E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24" name="Rectangle 23">
                <a:extLst>
                  <a:ext uri="{FF2B5EF4-FFF2-40B4-BE49-F238E27FC236}">
                    <a16:creationId xmlns:a16="http://schemas.microsoft.com/office/drawing/2014/main" id="{0F7BF74A-69B0-198B-1B8C-6FCB070C4C7B}"/>
                  </a:ext>
                </a:extLst>
              </p:cNvPr>
              <p:cNvSpPr/>
              <p:nvPr userDrawn="1"/>
            </p:nvSpPr>
            <p:spPr>
              <a:xfrm rot="5400000">
                <a:off x="12774315" y="4008746"/>
                <a:ext cx="253188" cy="316248"/>
              </a:xfrm>
              <a:prstGeom prst="rect">
                <a:avLst/>
              </a:prstGeom>
              <a:solidFill>
                <a:srgbClr val="5EB6B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26" name="Rectangle 25">
                <a:extLst>
                  <a:ext uri="{FF2B5EF4-FFF2-40B4-BE49-F238E27FC236}">
                    <a16:creationId xmlns:a16="http://schemas.microsoft.com/office/drawing/2014/main" id="{9025D49A-41AD-FAF7-A615-ADD3C2C4D382}"/>
                  </a:ext>
                </a:extLst>
              </p:cNvPr>
              <p:cNvSpPr/>
              <p:nvPr userDrawn="1"/>
            </p:nvSpPr>
            <p:spPr>
              <a:xfrm rot="5400000">
                <a:off x="12774315" y="4332974"/>
                <a:ext cx="253188" cy="316248"/>
              </a:xfrm>
              <a:prstGeom prst="rect">
                <a:avLst/>
              </a:prstGeom>
              <a:solidFill>
                <a:srgbClr val="C7AB2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28" name="Rectangle 27">
                <a:extLst>
                  <a:ext uri="{FF2B5EF4-FFF2-40B4-BE49-F238E27FC236}">
                    <a16:creationId xmlns:a16="http://schemas.microsoft.com/office/drawing/2014/main" id="{EF516AED-8C28-A05C-0AA0-3034304BE961}"/>
                  </a:ext>
                </a:extLst>
              </p:cNvPr>
              <p:cNvSpPr/>
              <p:nvPr userDrawn="1"/>
            </p:nvSpPr>
            <p:spPr>
              <a:xfrm rot="5400000">
                <a:off x="12774315" y="4657202"/>
                <a:ext cx="253188" cy="316248"/>
              </a:xfrm>
              <a:prstGeom prst="rect">
                <a:avLst/>
              </a:prstGeom>
              <a:solidFill>
                <a:srgbClr val="5C068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29" name="Rectangle 28">
                <a:extLst>
                  <a:ext uri="{FF2B5EF4-FFF2-40B4-BE49-F238E27FC236}">
                    <a16:creationId xmlns:a16="http://schemas.microsoft.com/office/drawing/2014/main" id="{7EDA72A6-D40B-5875-BE5B-6E7EA5E3086A}"/>
                  </a:ext>
                </a:extLst>
              </p:cNvPr>
              <p:cNvSpPr/>
              <p:nvPr userDrawn="1"/>
            </p:nvSpPr>
            <p:spPr>
              <a:xfrm rot="5400000">
                <a:off x="12774315" y="5954114"/>
                <a:ext cx="253188" cy="316248"/>
              </a:xfrm>
              <a:prstGeom prst="rect">
                <a:avLst/>
              </a:prstGeom>
              <a:solidFill>
                <a:srgbClr val="2A431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30" name="Rectangle 29">
                <a:extLst>
                  <a:ext uri="{FF2B5EF4-FFF2-40B4-BE49-F238E27FC236}">
                    <a16:creationId xmlns:a16="http://schemas.microsoft.com/office/drawing/2014/main" id="{946CAF10-3087-3741-D5A9-7B5156F0A370}"/>
                  </a:ext>
                </a:extLst>
              </p:cNvPr>
              <p:cNvSpPr/>
              <p:nvPr userDrawn="1"/>
            </p:nvSpPr>
            <p:spPr>
              <a:xfrm rot="5400000">
                <a:off x="12774315" y="6278342"/>
                <a:ext cx="253188" cy="316248"/>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grpSp>
        <p:sp>
          <p:nvSpPr>
            <p:cNvPr id="16" name="TextBox 15">
              <a:extLst>
                <a:ext uri="{FF2B5EF4-FFF2-40B4-BE49-F238E27FC236}">
                  <a16:creationId xmlns:a16="http://schemas.microsoft.com/office/drawing/2014/main" id="{F201AE5F-EAB9-1C70-E118-0F7922D1F645}"/>
                </a:ext>
              </a:extLst>
            </p:cNvPr>
            <p:cNvSpPr txBox="1"/>
            <p:nvPr userDrawn="1"/>
          </p:nvSpPr>
          <p:spPr>
            <a:xfrm rot="16200000">
              <a:off x="12574270" y="5173406"/>
              <a:ext cx="960199" cy="118559"/>
            </a:xfrm>
            <a:prstGeom prst="rect">
              <a:avLst/>
            </a:prstGeom>
            <a:noFill/>
          </p:spPr>
          <p:txBody>
            <a:bodyPr wrap="none" lIns="0" tIns="0" rIns="0" bIns="0" rtlCol="0">
              <a:spAutoFit/>
            </a:bodyPr>
            <a:lstStyle/>
            <a:p>
              <a:pPr algn="l">
                <a:lnSpc>
                  <a:spcPct val="101000"/>
                </a:lnSpc>
                <a:spcAft>
                  <a:spcPts val="600"/>
                </a:spcAft>
              </a:pPr>
              <a:r>
                <a:rPr lang="en-CR" sz="800" b="1">
                  <a:solidFill>
                    <a:srgbClr val="000000"/>
                  </a:solidFill>
                  <a:latin typeface="GT America Regular"/>
                  <a:ea typeface="GT America Regular" charset="0"/>
                  <a:cs typeface="GT America Regular" charset="0"/>
                </a:rPr>
                <a:t>ON MOODY´S BLUE</a:t>
              </a:r>
              <a:endParaRPr kumimoji="0" lang="en-CR" sz="800" b="1" i="0" u="none" strike="noStrike" kern="1200" cap="none" spc="0" normalizeH="0" baseline="0" noProof="0" err="1">
                <a:ln>
                  <a:noFill/>
                </a:ln>
                <a:solidFill>
                  <a:srgbClr val="000000"/>
                </a:solidFill>
                <a:effectLst/>
                <a:uLnTx/>
                <a:uFillTx/>
                <a:latin typeface="GT America Regular"/>
                <a:ea typeface="GT America Regular" charset="0"/>
                <a:cs typeface="GT America Regular" charset="0"/>
              </a:endParaRPr>
            </a:p>
          </p:txBody>
        </p:sp>
      </p:grpSp>
      <p:sp>
        <p:nvSpPr>
          <p:cNvPr id="41" name="TextBox 40">
            <a:extLst>
              <a:ext uri="{FF2B5EF4-FFF2-40B4-BE49-F238E27FC236}">
                <a16:creationId xmlns:a16="http://schemas.microsoft.com/office/drawing/2014/main" id="{C5222764-14A6-97D8-482C-A0A571130378}"/>
              </a:ext>
            </a:extLst>
          </p:cNvPr>
          <p:cNvSpPr txBox="1"/>
          <p:nvPr userDrawn="1"/>
        </p:nvSpPr>
        <p:spPr>
          <a:xfrm>
            <a:off x="12356815" y="3377042"/>
            <a:ext cx="807913" cy="118559"/>
          </a:xfrm>
          <a:prstGeom prst="rect">
            <a:avLst/>
          </a:prstGeom>
          <a:noFill/>
        </p:spPr>
        <p:txBody>
          <a:bodyPr wrap="none" lIns="0" tIns="0" rIns="0" bIns="0" rtlCol="0">
            <a:spAutoFit/>
          </a:bodyPr>
          <a:lstStyle/>
          <a:p>
            <a:pPr algn="l">
              <a:lnSpc>
                <a:spcPct val="101000"/>
              </a:lnSpc>
              <a:spcAft>
                <a:spcPts val="600"/>
              </a:spcAft>
            </a:pPr>
            <a:r>
              <a:rPr kumimoji="0" lang="en-US" sz="800" b="1" i="0" u="none" strike="noStrike" kern="1200" cap="none" spc="0" normalizeH="0" baseline="0" noProof="0" dirty="0">
                <a:ln>
                  <a:noFill/>
                </a:ln>
                <a:solidFill>
                  <a:srgbClr val="000000"/>
                </a:solidFill>
                <a:effectLst/>
                <a:uLnTx/>
                <a:uFillTx/>
                <a:ea typeface="GT America Regular" charset="0"/>
                <a:cs typeface="GT America Regular" charset="0"/>
              </a:rPr>
              <a:t>For charts ONLY</a:t>
            </a:r>
            <a:endParaRPr kumimoji="0" lang="en-CR" sz="800" b="1" i="0" u="none" strike="noStrike" kern="1200" cap="none" spc="0" normalizeH="0" baseline="0" noProof="0">
              <a:ln>
                <a:noFill/>
              </a:ln>
              <a:solidFill>
                <a:srgbClr val="000000"/>
              </a:solidFill>
              <a:effectLst/>
              <a:uLnTx/>
              <a:uFillTx/>
              <a:ea typeface="GT America Regular" charset="0"/>
              <a:cs typeface="GT America Regular" charset="0"/>
            </a:endParaRPr>
          </a:p>
        </p:txBody>
      </p:sp>
    </p:spTree>
    <p:extLst>
      <p:ext uri="{BB962C8B-B14F-4D97-AF65-F5344CB8AC3E}">
        <p14:creationId xmlns:p14="http://schemas.microsoft.com/office/powerpoint/2010/main" val="2253468635"/>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5 Column - Icons">
    <p:spTree>
      <p:nvGrpSpPr>
        <p:cNvPr id="1" name=""/>
        <p:cNvGrpSpPr/>
        <p:nvPr/>
      </p:nvGrpSpPr>
      <p:grpSpPr>
        <a:xfrm>
          <a:off x="0" y="0"/>
          <a:ext cx="0" cy="0"/>
          <a:chOff x="0" y="0"/>
          <a:chExt cx="0" cy="0"/>
        </a:xfrm>
      </p:grpSpPr>
      <p:sp>
        <p:nvSpPr>
          <p:cNvPr id="8" name="Footer Placeholder 7">
            <a:extLst>
              <a:ext uri="{FF2B5EF4-FFF2-40B4-BE49-F238E27FC236}">
                <a16:creationId xmlns:a16="http://schemas.microsoft.com/office/drawing/2014/main" id="{0E2ADB5F-BB7A-E503-6385-47B7F4A752C0}"/>
              </a:ext>
            </a:extLst>
          </p:cNvPr>
          <p:cNvSpPr>
            <a:spLocks noGrp="1"/>
          </p:cNvSpPr>
          <p:nvPr>
            <p:ph type="ftr" sz="quarter" idx="11"/>
          </p:nvPr>
        </p:nvSpPr>
        <p:spPr/>
        <p:txBody>
          <a:bodyPr/>
          <a:lstStyle>
            <a:lvl1pPr>
              <a:defRPr>
                <a:solidFill>
                  <a:schemeClr val="tx1"/>
                </a:solidFill>
              </a:defRPr>
            </a:lvl1pPr>
          </a:lstStyle>
          <a:p>
            <a:r>
              <a:rPr lang="en-US"/>
              <a:t>See slide 12 for instructions on how to update footer</a:t>
            </a:r>
            <a:endParaRPr lang="en-US" dirty="0"/>
          </a:p>
        </p:txBody>
      </p:sp>
      <p:sp>
        <p:nvSpPr>
          <p:cNvPr id="9" name="Slide Number Placeholder 8">
            <a:extLst>
              <a:ext uri="{FF2B5EF4-FFF2-40B4-BE49-F238E27FC236}">
                <a16:creationId xmlns:a16="http://schemas.microsoft.com/office/drawing/2014/main" id="{CCA8152B-F410-5052-DF3D-06C6DD4D2381}"/>
              </a:ext>
            </a:extLst>
          </p:cNvPr>
          <p:cNvSpPr>
            <a:spLocks noGrp="1"/>
          </p:cNvSpPr>
          <p:nvPr>
            <p:ph type="sldNum" sz="quarter" idx="12"/>
          </p:nvPr>
        </p:nvSpPr>
        <p:spPr/>
        <p:txBody>
          <a:bodyPr/>
          <a:lstStyle>
            <a:lvl1pPr>
              <a:defRPr>
                <a:solidFill>
                  <a:schemeClr val="tx1"/>
                </a:solidFill>
              </a:defRPr>
            </a:lvl1pPr>
          </a:lstStyle>
          <a:p>
            <a:fld id="{862A5111-985B-C14D-9115-5787026182A8}" type="slidenum">
              <a:rPr lang="en-US" smtClean="0"/>
              <a:pPr/>
              <a:t>‹#›</a:t>
            </a:fld>
            <a:endParaRPr lang="en-US" dirty="0"/>
          </a:p>
        </p:txBody>
      </p:sp>
      <p:sp>
        <p:nvSpPr>
          <p:cNvPr id="12" name="Title 11">
            <a:extLst>
              <a:ext uri="{FF2B5EF4-FFF2-40B4-BE49-F238E27FC236}">
                <a16:creationId xmlns:a16="http://schemas.microsoft.com/office/drawing/2014/main" id="{91874068-FCB3-3E67-FD8A-888858391AF4}"/>
              </a:ext>
            </a:extLst>
          </p:cNvPr>
          <p:cNvSpPr>
            <a:spLocks noGrp="1"/>
          </p:cNvSpPr>
          <p:nvPr>
            <p:ph type="title"/>
          </p:nvPr>
        </p:nvSpPr>
        <p:spPr>
          <a:xfrm>
            <a:off x="546100" y="552450"/>
            <a:ext cx="11091861" cy="434975"/>
          </a:xfrm>
        </p:spPr>
        <p:txBody>
          <a:bodyPr/>
          <a:lstStyle>
            <a:lvl1pPr>
              <a:defRPr>
                <a:solidFill>
                  <a:schemeClr val="tx2"/>
                </a:solidFill>
              </a:defRPr>
            </a:lvl1pPr>
          </a:lstStyle>
          <a:p>
            <a:r>
              <a:rPr lang="en-US"/>
              <a:t>Click to edit Master title style</a:t>
            </a:r>
            <a:endParaRPr lang="en-US" dirty="0"/>
          </a:p>
        </p:txBody>
      </p:sp>
      <p:sp>
        <p:nvSpPr>
          <p:cNvPr id="3" name="Picture Placeholder 9">
            <a:extLst>
              <a:ext uri="{FF2B5EF4-FFF2-40B4-BE49-F238E27FC236}">
                <a16:creationId xmlns:a16="http://schemas.microsoft.com/office/drawing/2014/main" id="{FD134F76-7012-6EEC-A825-D898002DCBEA}"/>
              </a:ext>
            </a:extLst>
          </p:cNvPr>
          <p:cNvSpPr>
            <a:spLocks noGrp="1"/>
          </p:cNvSpPr>
          <p:nvPr>
            <p:ph type="pic" sz="quarter" idx="28" hasCustomPrompt="1"/>
          </p:nvPr>
        </p:nvSpPr>
        <p:spPr>
          <a:xfrm>
            <a:off x="545821" y="1849438"/>
            <a:ext cx="694944" cy="720725"/>
          </a:xfrm>
          <a:noFill/>
          <a:ln>
            <a:noFill/>
          </a:ln>
        </p:spPr>
        <p:txBody>
          <a:bodyPr tIns="457200" anchor="ctr">
            <a:normAutofit/>
          </a:bodyPr>
          <a:lstStyle>
            <a:lvl1pPr algn="ctr">
              <a:defRPr sz="1100">
                <a:solidFill>
                  <a:schemeClr val="tx1"/>
                </a:solidFill>
              </a:defRPr>
            </a:lvl1pPr>
          </a:lstStyle>
          <a:p>
            <a:r>
              <a:rPr lang="en-US" dirty="0"/>
              <a:t>Icon</a:t>
            </a:r>
          </a:p>
        </p:txBody>
      </p:sp>
      <p:sp>
        <p:nvSpPr>
          <p:cNvPr id="22" name="Picture Placeholder 9">
            <a:extLst>
              <a:ext uri="{FF2B5EF4-FFF2-40B4-BE49-F238E27FC236}">
                <a16:creationId xmlns:a16="http://schemas.microsoft.com/office/drawing/2014/main" id="{863DF09F-2802-54BC-34C2-BC92D3C8205A}"/>
              </a:ext>
            </a:extLst>
          </p:cNvPr>
          <p:cNvSpPr>
            <a:spLocks noGrp="1"/>
          </p:cNvSpPr>
          <p:nvPr>
            <p:ph type="pic" sz="quarter" idx="36" hasCustomPrompt="1"/>
          </p:nvPr>
        </p:nvSpPr>
        <p:spPr>
          <a:xfrm>
            <a:off x="2802335" y="1849438"/>
            <a:ext cx="694944" cy="720725"/>
          </a:xfrm>
          <a:noFill/>
          <a:ln>
            <a:noFill/>
          </a:ln>
        </p:spPr>
        <p:txBody>
          <a:bodyPr tIns="457200" anchor="ctr">
            <a:normAutofit/>
          </a:bodyPr>
          <a:lstStyle>
            <a:lvl1pPr algn="ctr">
              <a:defRPr sz="1100">
                <a:solidFill>
                  <a:schemeClr val="tx1"/>
                </a:solidFill>
              </a:defRPr>
            </a:lvl1pPr>
          </a:lstStyle>
          <a:p>
            <a:r>
              <a:rPr lang="en-US" dirty="0"/>
              <a:t>Icon</a:t>
            </a:r>
          </a:p>
        </p:txBody>
      </p:sp>
      <p:sp>
        <p:nvSpPr>
          <p:cNvPr id="23" name="Picture Placeholder 9">
            <a:extLst>
              <a:ext uri="{FF2B5EF4-FFF2-40B4-BE49-F238E27FC236}">
                <a16:creationId xmlns:a16="http://schemas.microsoft.com/office/drawing/2014/main" id="{3D2406FE-BD16-3B98-1AC4-2D5AA65FF9D9}"/>
              </a:ext>
            </a:extLst>
          </p:cNvPr>
          <p:cNvSpPr>
            <a:spLocks noGrp="1"/>
          </p:cNvSpPr>
          <p:nvPr>
            <p:ph type="pic" sz="quarter" idx="37" hasCustomPrompt="1"/>
          </p:nvPr>
        </p:nvSpPr>
        <p:spPr>
          <a:xfrm>
            <a:off x="5050633" y="1849438"/>
            <a:ext cx="694944" cy="720725"/>
          </a:xfrm>
          <a:noFill/>
          <a:ln>
            <a:noFill/>
          </a:ln>
        </p:spPr>
        <p:txBody>
          <a:bodyPr tIns="457200" anchor="ctr">
            <a:normAutofit/>
          </a:bodyPr>
          <a:lstStyle>
            <a:lvl1pPr algn="ctr">
              <a:defRPr sz="1100">
                <a:solidFill>
                  <a:schemeClr val="tx1"/>
                </a:solidFill>
              </a:defRPr>
            </a:lvl1pPr>
          </a:lstStyle>
          <a:p>
            <a:r>
              <a:rPr lang="en-US" dirty="0"/>
              <a:t>Icon</a:t>
            </a:r>
          </a:p>
        </p:txBody>
      </p:sp>
      <p:sp>
        <p:nvSpPr>
          <p:cNvPr id="24" name="Picture Placeholder 9">
            <a:extLst>
              <a:ext uri="{FF2B5EF4-FFF2-40B4-BE49-F238E27FC236}">
                <a16:creationId xmlns:a16="http://schemas.microsoft.com/office/drawing/2014/main" id="{18479DC6-6C65-6D06-16A5-DC26A0B633FF}"/>
              </a:ext>
            </a:extLst>
          </p:cNvPr>
          <p:cNvSpPr>
            <a:spLocks noGrp="1"/>
          </p:cNvSpPr>
          <p:nvPr>
            <p:ph type="pic" sz="quarter" idx="38" hasCustomPrompt="1"/>
          </p:nvPr>
        </p:nvSpPr>
        <p:spPr>
          <a:xfrm>
            <a:off x="7298931" y="1849438"/>
            <a:ext cx="694944" cy="720725"/>
          </a:xfrm>
          <a:noFill/>
          <a:ln>
            <a:noFill/>
          </a:ln>
        </p:spPr>
        <p:txBody>
          <a:bodyPr tIns="457200" anchor="ctr">
            <a:normAutofit/>
          </a:bodyPr>
          <a:lstStyle>
            <a:lvl1pPr algn="ctr">
              <a:defRPr sz="1100">
                <a:solidFill>
                  <a:schemeClr val="tx1"/>
                </a:solidFill>
              </a:defRPr>
            </a:lvl1pPr>
          </a:lstStyle>
          <a:p>
            <a:r>
              <a:rPr lang="en-US" dirty="0"/>
              <a:t>Icon</a:t>
            </a:r>
          </a:p>
        </p:txBody>
      </p:sp>
      <p:sp>
        <p:nvSpPr>
          <p:cNvPr id="25" name="Picture Placeholder 9">
            <a:extLst>
              <a:ext uri="{FF2B5EF4-FFF2-40B4-BE49-F238E27FC236}">
                <a16:creationId xmlns:a16="http://schemas.microsoft.com/office/drawing/2014/main" id="{BBAE8DFB-8DC8-374F-6F98-F8A1ADCA2C3C}"/>
              </a:ext>
            </a:extLst>
          </p:cNvPr>
          <p:cNvSpPr>
            <a:spLocks noGrp="1"/>
          </p:cNvSpPr>
          <p:nvPr>
            <p:ph type="pic" sz="quarter" idx="39" hasCustomPrompt="1"/>
          </p:nvPr>
        </p:nvSpPr>
        <p:spPr>
          <a:xfrm>
            <a:off x="9547229" y="1849438"/>
            <a:ext cx="694944" cy="720725"/>
          </a:xfrm>
          <a:noFill/>
          <a:ln>
            <a:noFill/>
          </a:ln>
        </p:spPr>
        <p:txBody>
          <a:bodyPr tIns="457200" anchor="ctr">
            <a:normAutofit/>
          </a:bodyPr>
          <a:lstStyle>
            <a:lvl1pPr algn="ctr">
              <a:defRPr sz="1100">
                <a:solidFill>
                  <a:schemeClr val="tx1"/>
                </a:solidFill>
              </a:defRPr>
            </a:lvl1pPr>
          </a:lstStyle>
          <a:p>
            <a:r>
              <a:rPr lang="en-US" dirty="0"/>
              <a:t>Icon</a:t>
            </a:r>
          </a:p>
        </p:txBody>
      </p:sp>
      <p:sp>
        <p:nvSpPr>
          <p:cNvPr id="2" name="Freeform 5">
            <a:extLst>
              <a:ext uri="{FF2B5EF4-FFF2-40B4-BE49-F238E27FC236}">
                <a16:creationId xmlns:a16="http://schemas.microsoft.com/office/drawing/2014/main" id="{F865BEBC-DC71-5993-E446-743B2380E9F4}"/>
              </a:ext>
            </a:extLst>
          </p:cNvPr>
          <p:cNvSpPr/>
          <p:nvPr userDrawn="1"/>
        </p:nvSpPr>
        <p:spPr bwMode="black">
          <a:xfrm>
            <a:off x="554038" y="6469335"/>
            <a:ext cx="678511" cy="112440"/>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chemeClr val="tx2"/>
          </a:solidFill>
          <a:ln w="0" cap="flat">
            <a:noFill/>
            <a:prstDash val="solid"/>
            <a:miter/>
          </a:ln>
        </p:spPr>
        <p:txBody>
          <a:bodyPr rtlCol="0" anchor="ctr"/>
          <a:lstStyle/>
          <a:p>
            <a:endParaRPr lang="en-US"/>
          </a:p>
        </p:txBody>
      </p:sp>
      <p:sp>
        <p:nvSpPr>
          <p:cNvPr id="11" name="Text Placeholder 10">
            <a:extLst>
              <a:ext uri="{FF2B5EF4-FFF2-40B4-BE49-F238E27FC236}">
                <a16:creationId xmlns:a16="http://schemas.microsoft.com/office/drawing/2014/main" id="{5155D0AF-DC50-1231-8C20-9614D9642834}"/>
              </a:ext>
            </a:extLst>
          </p:cNvPr>
          <p:cNvSpPr>
            <a:spLocks noGrp="1"/>
          </p:cNvSpPr>
          <p:nvPr>
            <p:ph type="body" sz="quarter" idx="45"/>
          </p:nvPr>
        </p:nvSpPr>
        <p:spPr>
          <a:xfrm>
            <a:off x="546100" y="1127125"/>
            <a:ext cx="11091861" cy="295275"/>
          </a:xfrm>
        </p:spPr>
        <p:txBody>
          <a:bodyPr>
            <a:noAutofit/>
          </a:bodyPr>
          <a:lstStyle>
            <a:lvl1pPr marL="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1pPr>
            <a:lvl2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2pPr>
            <a:lvl3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3pPr>
            <a:lvl4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4pPr>
            <a:lvl5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5pPr>
            <a:lvl6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6pPr>
            <a:lvl7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7pPr>
            <a:lvl8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8pPr>
            <a:lvl9pPr marL="0" indent="0" algn="l" defTabSz="914400" rtl="0" eaLnBrk="1" latinLnBrk="0" hangingPunct="1">
              <a:lnSpc>
                <a:spcPct val="80000"/>
              </a:lnSpc>
              <a:spcBef>
                <a:spcPts val="0"/>
              </a:spcBef>
              <a:spcAft>
                <a:spcPts val="0"/>
              </a:spcAft>
              <a:buNone/>
              <a:defRPr lang="en-US" sz="2400" b="0" i="0" kern="1200" dirty="0">
                <a:solidFill>
                  <a:schemeClr val="accent1"/>
                </a:solidFill>
                <a:latin typeface="+mj-lt"/>
                <a:ea typeface="GT America Regular" charset="0"/>
                <a:cs typeface="GT America Regular" charset="0"/>
              </a:defRPr>
            </a:lvl9pPr>
          </a:lstStyle>
          <a:p>
            <a:pPr lvl="0"/>
            <a:r>
              <a:rPr lang="en-US"/>
              <a:t>Click to edit Master text styles</a:t>
            </a:r>
          </a:p>
        </p:txBody>
      </p:sp>
      <p:sp>
        <p:nvSpPr>
          <p:cNvPr id="13" name="Text Placeholder 15">
            <a:extLst>
              <a:ext uri="{FF2B5EF4-FFF2-40B4-BE49-F238E27FC236}">
                <a16:creationId xmlns:a16="http://schemas.microsoft.com/office/drawing/2014/main" id="{23EA351B-2744-2292-EA13-ECF616B5AF66}"/>
              </a:ext>
            </a:extLst>
          </p:cNvPr>
          <p:cNvSpPr>
            <a:spLocks noGrp="1"/>
          </p:cNvSpPr>
          <p:nvPr>
            <p:ph type="body" sz="quarter" idx="46"/>
          </p:nvPr>
        </p:nvSpPr>
        <p:spPr>
          <a:xfrm>
            <a:off x="546100" y="6019800"/>
            <a:ext cx="5445125" cy="289560"/>
          </a:xfrm>
        </p:spPr>
        <p:txBody>
          <a:bodyPr anchor="b" anchorCtr="0">
            <a:noAutofit/>
          </a:bodyPr>
          <a:lstStyle>
            <a:lvl1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1pPr>
            <a:lvl2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2pPr>
            <a:lvl3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3pPr>
            <a:lvl4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4pPr>
            <a:lvl5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5pPr>
            <a:lvl6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6pPr>
            <a:lvl7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7pPr>
            <a:lvl8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8pPr>
            <a:lvl9pPr marL="0" indent="0" algn="l" defTabSz="914400" rtl="0" eaLnBrk="1" latinLnBrk="0" hangingPunct="1">
              <a:lnSpc>
                <a:spcPct val="101000"/>
              </a:lnSpc>
              <a:spcBef>
                <a:spcPts val="0"/>
              </a:spcBef>
              <a:spcAft>
                <a:spcPts val="600"/>
              </a:spcAft>
              <a:buNone/>
              <a:defRPr lang="en-US" sz="600" b="0" i="0" kern="1200" dirty="0">
                <a:solidFill>
                  <a:srgbClr val="75787B"/>
                </a:solidFill>
                <a:latin typeface="+mn-lt"/>
                <a:ea typeface="GT America Regular" charset="0"/>
                <a:cs typeface="GT America Regular" charset="0"/>
              </a:defRPr>
            </a:lvl9pPr>
          </a:lstStyle>
          <a:p>
            <a:pPr lvl="0"/>
            <a:r>
              <a:rPr lang="en-US"/>
              <a:t>Click to edit Master text styles</a:t>
            </a:r>
          </a:p>
        </p:txBody>
      </p:sp>
      <p:sp>
        <p:nvSpPr>
          <p:cNvPr id="14" name="Content Placeholder 32">
            <a:extLst>
              <a:ext uri="{FF2B5EF4-FFF2-40B4-BE49-F238E27FC236}">
                <a16:creationId xmlns:a16="http://schemas.microsoft.com/office/drawing/2014/main" id="{739AFE11-1479-0079-CBFD-DE22CF1EF3D7}"/>
              </a:ext>
            </a:extLst>
          </p:cNvPr>
          <p:cNvSpPr>
            <a:spLocks noGrp="1"/>
          </p:cNvSpPr>
          <p:nvPr>
            <p:ph sz="quarter" idx="40"/>
          </p:nvPr>
        </p:nvSpPr>
        <p:spPr>
          <a:xfrm>
            <a:off x="546100" y="2715418"/>
            <a:ext cx="1828800" cy="3152775"/>
          </a:xfrm>
        </p:spPr>
        <p:txBody>
          <a:bodyPr/>
          <a:lstStyle>
            <a:lvl1pPr>
              <a:defRPr lang="en-US" sz="2000" b="0" i="0" kern="1200" dirty="0" smtClean="0">
                <a:solidFill>
                  <a:schemeClr val="tx2"/>
                </a:solidFill>
                <a:latin typeface="+mj-lt"/>
                <a:ea typeface="GT America Regular" charset="0"/>
                <a:cs typeface="GT America Regular" charset="0"/>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6" name="Content Placeholder 15">
            <a:extLst>
              <a:ext uri="{FF2B5EF4-FFF2-40B4-BE49-F238E27FC236}">
                <a16:creationId xmlns:a16="http://schemas.microsoft.com/office/drawing/2014/main" id="{0A10D501-BB72-6F51-3E2C-9A5D9855D3B8}"/>
              </a:ext>
            </a:extLst>
          </p:cNvPr>
          <p:cNvSpPr>
            <a:spLocks noGrp="1"/>
          </p:cNvSpPr>
          <p:nvPr>
            <p:ph sz="quarter" idx="47"/>
          </p:nvPr>
        </p:nvSpPr>
        <p:spPr>
          <a:xfrm>
            <a:off x="2802335" y="2714624"/>
            <a:ext cx="1828800" cy="3152775"/>
          </a:xfrm>
        </p:spPr>
        <p:txBody>
          <a:bodyPr/>
          <a:lstStyle>
            <a:lvl1pPr>
              <a:defRPr lang="en-US" sz="2000" b="0" i="0" kern="1200" dirty="0" smtClean="0">
                <a:solidFill>
                  <a:schemeClr val="tx2"/>
                </a:solidFill>
                <a:latin typeface="+mj-lt"/>
                <a:ea typeface="GT America Regular" charset="0"/>
                <a:cs typeface="GT America Regular" charset="0"/>
              </a:defRPr>
            </a:lvl1pPr>
          </a:lstStyle>
          <a:p>
            <a:pPr marL="0" lvl="0" indent="0" algn="l" defTabSz="914400" rtl="0" eaLnBrk="1" latinLnBrk="0" hangingPunct="1">
              <a:lnSpc>
                <a:spcPct val="101000"/>
              </a:lnSpc>
              <a:spcBef>
                <a:spcPts val="0"/>
              </a:spcBef>
              <a:spcAft>
                <a:spcPts val="600"/>
              </a:spcAft>
              <a:buFont typeface="GT America Regular"/>
              <a:buNone/>
            </a:pPr>
            <a:r>
              <a:rPr lang="en-US"/>
              <a:t>Click to edit Master text styles</a:t>
            </a:r>
          </a:p>
          <a:p>
            <a:pPr marL="0" lvl="1" indent="0" algn="l" defTabSz="914400" rtl="0" eaLnBrk="1" latinLnBrk="0" hangingPunct="1">
              <a:lnSpc>
                <a:spcPct val="101000"/>
              </a:lnSpc>
              <a:spcBef>
                <a:spcPts val="0"/>
              </a:spcBef>
              <a:spcAft>
                <a:spcPts val="600"/>
              </a:spcAft>
              <a:buFont typeface="GT America Regular"/>
              <a:buNone/>
            </a:pPr>
            <a:r>
              <a:rPr lang="en-US"/>
              <a:t>Second level</a:t>
            </a:r>
          </a:p>
          <a:p>
            <a:pPr marL="0" lvl="2" indent="0" algn="l" defTabSz="914400" rtl="0" eaLnBrk="1" latinLnBrk="0" hangingPunct="1">
              <a:lnSpc>
                <a:spcPct val="101000"/>
              </a:lnSpc>
              <a:spcBef>
                <a:spcPts val="0"/>
              </a:spcBef>
              <a:spcAft>
                <a:spcPts val="600"/>
              </a:spcAft>
              <a:buFont typeface="GT America Regular"/>
              <a:buNone/>
            </a:pPr>
            <a:r>
              <a:rPr lang="en-US"/>
              <a:t>Third level</a:t>
            </a:r>
          </a:p>
          <a:p>
            <a:pPr marL="0" lvl="3" indent="0" algn="l" defTabSz="914400" rtl="0" eaLnBrk="1" latinLnBrk="0" hangingPunct="1">
              <a:lnSpc>
                <a:spcPct val="101000"/>
              </a:lnSpc>
              <a:spcBef>
                <a:spcPts val="0"/>
              </a:spcBef>
              <a:spcAft>
                <a:spcPts val="600"/>
              </a:spcAft>
              <a:buFont typeface="GT America Regular"/>
              <a:buNone/>
            </a:pPr>
            <a:r>
              <a:rPr lang="en-US"/>
              <a:t>Fourth level</a:t>
            </a:r>
          </a:p>
          <a:p>
            <a:pPr marL="0" lvl="4" indent="0" algn="l" defTabSz="914400" rtl="0" eaLnBrk="1" latinLnBrk="0" hangingPunct="1">
              <a:lnSpc>
                <a:spcPct val="101000"/>
              </a:lnSpc>
              <a:spcBef>
                <a:spcPts val="0"/>
              </a:spcBef>
              <a:spcAft>
                <a:spcPts val="600"/>
              </a:spcAft>
              <a:buFont typeface="GT America Regular"/>
              <a:buNone/>
            </a:pPr>
            <a:r>
              <a:rPr lang="en-US"/>
              <a:t>Fifth level</a:t>
            </a:r>
            <a:endParaRPr lang="en-US" dirty="0"/>
          </a:p>
        </p:txBody>
      </p:sp>
      <p:sp>
        <p:nvSpPr>
          <p:cNvPr id="18" name="Content Placeholder 17">
            <a:extLst>
              <a:ext uri="{FF2B5EF4-FFF2-40B4-BE49-F238E27FC236}">
                <a16:creationId xmlns:a16="http://schemas.microsoft.com/office/drawing/2014/main" id="{DDF53402-575C-C10C-7E8E-6C99DEA94988}"/>
              </a:ext>
            </a:extLst>
          </p:cNvPr>
          <p:cNvSpPr>
            <a:spLocks noGrp="1"/>
          </p:cNvSpPr>
          <p:nvPr>
            <p:ph sz="quarter" idx="48"/>
          </p:nvPr>
        </p:nvSpPr>
        <p:spPr>
          <a:xfrm>
            <a:off x="5050632" y="2715417"/>
            <a:ext cx="1828800" cy="3152775"/>
          </a:xfrm>
        </p:spPr>
        <p:txBody>
          <a:bodyPr/>
          <a:lstStyle>
            <a:lvl1pPr>
              <a:defRPr lang="en-US" sz="2000" b="0" i="0" kern="1200" dirty="0" smtClean="0">
                <a:solidFill>
                  <a:schemeClr val="tx2"/>
                </a:solidFill>
                <a:latin typeface="+mj-lt"/>
                <a:ea typeface="GT America Regular" charset="0"/>
                <a:cs typeface="GT America Regular" charset="0"/>
              </a:defRPr>
            </a:lvl1pPr>
          </a:lstStyle>
          <a:p>
            <a:pPr marL="0" lvl="0" indent="0" algn="l" defTabSz="914400" rtl="0" eaLnBrk="1" latinLnBrk="0" hangingPunct="1">
              <a:lnSpc>
                <a:spcPct val="101000"/>
              </a:lnSpc>
              <a:spcBef>
                <a:spcPts val="0"/>
              </a:spcBef>
              <a:spcAft>
                <a:spcPts val="600"/>
              </a:spcAft>
              <a:buFont typeface="GT America Regular"/>
              <a:buNone/>
            </a:pPr>
            <a:r>
              <a:rPr lang="en-US"/>
              <a:t>Click to edit Master text styles</a:t>
            </a:r>
          </a:p>
          <a:p>
            <a:pPr marL="0" lvl="1" indent="0" algn="l" defTabSz="914400" rtl="0" eaLnBrk="1" latinLnBrk="0" hangingPunct="1">
              <a:lnSpc>
                <a:spcPct val="101000"/>
              </a:lnSpc>
              <a:spcBef>
                <a:spcPts val="0"/>
              </a:spcBef>
              <a:spcAft>
                <a:spcPts val="600"/>
              </a:spcAft>
              <a:buFont typeface="GT America Regular"/>
              <a:buNone/>
            </a:pPr>
            <a:r>
              <a:rPr lang="en-US"/>
              <a:t>Second level</a:t>
            </a:r>
          </a:p>
          <a:p>
            <a:pPr marL="0" lvl="2" indent="0" algn="l" defTabSz="914400" rtl="0" eaLnBrk="1" latinLnBrk="0" hangingPunct="1">
              <a:lnSpc>
                <a:spcPct val="101000"/>
              </a:lnSpc>
              <a:spcBef>
                <a:spcPts val="0"/>
              </a:spcBef>
              <a:spcAft>
                <a:spcPts val="600"/>
              </a:spcAft>
              <a:buFont typeface="GT America Regular"/>
              <a:buNone/>
            </a:pPr>
            <a:r>
              <a:rPr lang="en-US"/>
              <a:t>Third level</a:t>
            </a:r>
          </a:p>
          <a:p>
            <a:pPr marL="0" lvl="3" indent="0" algn="l" defTabSz="914400" rtl="0" eaLnBrk="1" latinLnBrk="0" hangingPunct="1">
              <a:lnSpc>
                <a:spcPct val="101000"/>
              </a:lnSpc>
              <a:spcBef>
                <a:spcPts val="0"/>
              </a:spcBef>
              <a:spcAft>
                <a:spcPts val="600"/>
              </a:spcAft>
              <a:buFont typeface="GT America Regular"/>
              <a:buNone/>
            </a:pPr>
            <a:r>
              <a:rPr lang="en-US"/>
              <a:t>Fourth level</a:t>
            </a:r>
          </a:p>
          <a:p>
            <a:pPr marL="0" lvl="4" indent="0" algn="l" defTabSz="914400" rtl="0" eaLnBrk="1" latinLnBrk="0" hangingPunct="1">
              <a:lnSpc>
                <a:spcPct val="101000"/>
              </a:lnSpc>
              <a:spcBef>
                <a:spcPts val="0"/>
              </a:spcBef>
              <a:spcAft>
                <a:spcPts val="600"/>
              </a:spcAft>
              <a:buFont typeface="GT America Regular"/>
              <a:buNone/>
            </a:pPr>
            <a:r>
              <a:rPr lang="en-US"/>
              <a:t>Fifth level</a:t>
            </a:r>
            <a:endParaRPr lang="en-US" dirty="0"/>
          </a:p>
        </p:txBody>
      </p:sp>
      <p:sp>
        <p:nvSpPr>
          <p:cNvPr id="21" name="Content Placeholder 20">
            <a:extLst>
              <a:ext uri="{FF2B5EF4-FFF2-40B4-BE49-F238E27FC236}">
                <a16:creationId xmlns:a16="http://schemas.microsoft.com/office/drawing/2014/main" id="{B95D6E10-7BC7-5B48-5FC8-AA3FBBF31296}"/>
              </a:ext>
            </a:extLst>
          </p:cNvPr>
          <p:cNvSpPr>
            <a:spLocks noGrp="1"/>
          </p:cNvSpPr>
          <p:nvPr>
            <p:ph sz="quarter" idx="49"/>
          </p:nvPr>
        </p:nvSpPr>
        <p:spPr>
          <a:xfrm>
            <a:off x="7298927" y="2716608"/>
            <a:ext cx="1828800" cy="3152775"/>
          </a:xfrm>
        </p:spPr>
        <p:txBody>
          <a:bodyPr/>
          <a:lstStyle>
            <a:lvl1pPr>
              <a:defRPr lang="en-US" sz="2000" b="0" i="0" kern="1200" dirty="0" smtClean="0">
                <a:solidFill>
                  <a:schemeClr val="tx2"/>
                </a:solidFill>
                <a:latin typeface="+mj-lt"/>
                <a:ea typeface="GT America Regular" charset="0"/>
                <a:cs typeface="GT America Regular" charset="0"/>
              </a:defRPr>
            </a:lvl1pPr>
          </a:lstStyle>
          <a:p>
            <a:pPr marL="0" lvl="0" indent="0" algn="l" defTabSz="914400" rtl="0" eaLnBrk="1" latinLnBrk="0" hangingPunct="1">
              <a:lnSpc>
                <a:spcPct val="101000"/>
              </a:lnSpc>
              <a:spcBef>
                <a:spcPts val="0"/>
              </a:spcBef>
              <a:spcAft>
                <a:spcPts val="600"/>
              </a:spcAft>
              <a:buFont typeface="GT America Regular"/>
              <a:buNone/>
            </a:pPr>
            <a:r>
              <a:rPr lang="en-US"/>
              <a:t>Click to edit Master text styles</a:t>
            </a:r>
          </a:p>
          <a:p>
            <a:pPr marL="0" lvl="1" indent="0" algn="l" defTabSz="914400" rtl="0" eaLnBrk="1" latinLnBrk="0" hangingPunct="1">
              <a:lnSpc>
                <a:spcPct val="101000"/>
              </a:lnSpc>
              <a:spcBef>
                <a:spcPts val="0"/>
              </a:spcBef>
              <a:spcAft>
                <a:spcPts val="600"/>
              </a:spcAft>
              <a:buFont typeface="GT America Regular"/>
              <a:buNone/>
            </a:pPr>
            <a:r>
              <a:rPr lang="en-US"/>
              <a:t>Second level</a:t>
            </a:r>
          </a:p>
          <a:p>
            <a:pPr marL="0" lvl="2" indent="0" algn="l" defTabSz="914400" rtl="0" eaLnBrk="1" latinLnBrk="0" hangingPunct="1">
              <a:lnSpc>
                <a:spcPct val="101000"/>
              </a:lnSpc>
              <a:spcBef>
                <a:spcPts val="0"/>
              </a:spcBef>
              <a:spcAft>
                <a:spcPts val="600"/>
              </a:spcAft>
              <a:buFont typeface="GT America Regular"/>
              <a:buNone/>
            </a:pPr>
            <a:r>
              <a:rPr lang="en-US"/>
              <a:t>Third level</a:t>
            </a:r>
          </a:p>
          <a:p>
            <a:pPr marL="0" lvl="3" indent="0" algn="l" defTabSz="914400" rtl="0" eaLnBrk="1" latinLnBrk="0" hangingPunct="1">
              <a:lnSpc>
                <a:spcPct val="101000"/>
              </a:lnSpc>
              <a:spcBef>
                <a:spcPts val="0"/>
              </a:spcBef>
              <a:spcAft>
                <a:spcPts val="600"/>
              </a:spcAft>
              <a:buFont typeface="GT America Regular"/>
              <a:buNone/>
            </a:pPr>
            <a:r>
              <a:rPr lang="en-US"/>
              <a:t>Fourth level</a:t>
            </a:r>
          </a:p>
          <a:p>
            <a:pPr marL="0" lvl="4" indent="0" algn="l" defTabSz="914400" rtl="0" eaLnBrk="1" latinLnBrk="0" hangingPunct="1">
              <a:lnSpc>
                <a:spcPct val="101000"/>
              </a:lnSpc>
              <a:spcBef>
                <a:spcPts val="0"/>
              </a:spcBef>
              <a:spcAft>
                <a:spcPts val="600"/>
              </a:spcAft>
              <a:buFont typeface="GT America Regular"/>
              <a:buNone/>
            </a:pPr>
            <a:r>
              <a:rPr lang="en-US"/>
              <a:t>Fifth level</a:t>
            </a:r>
            <a:endParaRPr lang="en-US" dirty="0"/>
          </a:p>
        </p:txBody>
      </p:sp>
      <p:sp>
        <p:nvSpPr>
          <p:cNvPr id="34" name="Content Placeholder 33">
            <a:extLst>
              <a:ext uri="{FF2B5EF4-FFF2-40B4-BE49-F238E27FC236}">
                <a16:creationId xmlns:a16="http://schemas.microsoft.com/office/drawing/2014/main" id="{35D3FA32-E657-445D-AFF1-5F98826EF595}"/>
              </a:ext>
            </a:extLst>
          </p:cNvPr>
          <p:cNvSpPr>
            <a:spLocks noGrp="1"/>
          </p:cNvSpPr>
          <p:nvPr>
            <p:ph sz="quarter" idx="50"/>
          </p:nvPr>
        </p:nvSpPr>
        <p:spPr>
          <a:xfrm>
            <a:off x="9547222" y="2714624"/>
            <a:ext cx="1828800" cy="3152775"/>
          </a:xfrm>
        </p:spPr>
        <p:txBody>
          <a:bodyPr/>
          <a:lstStyle>
            <a:lvl1pPr>
              <a:defRPr lang="en-US" sz="2000" b="0" i="0" kern="1200" dirty="0" smtClean="0">
                <a:solidFill>
                  <a:schemeClr val="tx2"/>
                </a:solidFill>
                <a:latin typeface="+mj-lt"/>
                <a:ea typeface="GT America Regular" charset="0"/>
                <a:cs typeface="GT America Regular" charset="0"/>
              </a:defRPr>
            </a:lvl1pPr>
          </a:lstStyle>
          <a:p>
            <a:pPr marL="0" lvl="0" indent="0" algn="l" defTabSz="914400" rtl="0" eaLnBrk="1" latinLnBrk="0" hangingPunct="1">
              <a:lnSpc>
                <a:spcPct val="101000"/>
              </a:lnSpc>
              <a:spcBef>
                <a:spcPts val="0"/>
              </a:spcBef>
              <a:spcAft>
                <a:spcPts val="600"/>
              </a:spcAft>
              <a:buFont typeface="GT America Regular"/>
              <a:buNone/>
            </a:pPr>
            <a:r>
              <a:rPr lang="en-US"/>
              <a:t>Click to edit Master text styles</a:t>
            </a:r>
          </a:p>
          <a:p>
            <a:pPr marL="0" lvl="1" indent="0" algn="l" defTabSz="914400" rtl="0" eaLnBrk="1" latinLnBrk="0" hangingPunct="1">
              <a:lnSpc>
                <a:spcPct val="101000"/>
              </a:lnSpc>
              <a:spcBef>
                <a:spcPts val="0"/>
              </a:spcBef>
              <a:spcAft>
                <a:spcPts val="600"/>
              </a:spcAft>
              <a:buFont typeface="GT America Regular"/>
              <a:buNone/>
            </a:pPr>
            <a:r>
              <a:rPr lang="en-US"/>
              <a:t>Second level</a:t>
            </a:r>
          </a:p>
          <a:p>
            <a:pPr marL="0" lvl="2" indent="0" algn="l" defTabSz="914400" rtl="0" eaLnBrk="1" latinLnBrk="0" hangingPunct="1">
              <a:lnSpc>
                <a:spcPct val="101000"/>
              </a:lnSpc>
              <a:spcBef>
                <a:spcPts val="0"/>
              </a:spcBef>
              <a:spcAft>
                <a:spcPts val="600"/>
              </a:spcAft>
              <a:buFont typeface="GT America Regular"/>
              <a:buNone/>
            </a:pPr>
            <a:r>
              <a:rPr lang="en-US"/>
              <a:t>Third level</a:t>
            </a:r>
          </a:p>
          <a:p>
            <a:pPr marL="0" lvl="3" indent="0" algn="l" defTabSz="914400" rtl="0" eaLnBrk="1" latinLnBrk="0" hangingPunct="1">
              <a:lnSpc>
                <a:spcPct val="101000"/>
              </a:lnSpc>
              <a:spcBef>
                <a:spcPts val="0"/>
              </a:spcBef>
              <a:spcAft>
                <a:spcPts val="600"/>
              </a:spcAft>
              <a:buFont typeface="GT America Regular"/>
              <a:buNone/>
            </a:pPr>
            <a:r>
              <a:rPr lang="en-US"/>
              <a:t>Fourth level</a:t>
            </a:r>
          </a:p>
          <a:p>
            <a:pPr marL="0" lvl="4" indent="0" algn="l" defTabSz="914400" rtl="0" eaLnBrk="1" latinLnBrk="0" hangingPunct="1">
              <a:lnSpc>
                <a:spcPct val="101000"/>
              </a:lnSpc>
              <a:spcBef>
                <a:spcPts val="0"/>
              </a:spcBef>
              <a:spcAft>
                <a:spcPts val="600"/>
              </a:spcAft>
              <a:buFont typeface="GT America Regular"/>
              <a:buNone/>
            </a:pPr>
            <a:r>
              <a:rPr lang="en-US"/>
              <a:t>Fifth level</a:t>
            </a:r>
            <a:endParaRPr lang="en-US" dirty="0"/>
          </a:p>
        </p:txBody>
      </p:sp>
      <p:grpSp>
        <p:nvGrpSpPr>
          <p:cNvPr id="4" name="Group 3">
            <a:extLst>
              <a:ext uri="{FF2B5EF4-FFF2-40B4-BE49-F238E27FC236}">
                <a16:creationId xmlns:a16="http://schemas.microsoft.com/office/drawing/2014/main" id="{B90427AB-29B5-D8C3-553A-F255898D9147}"/>
              </a:ext>
            </a:extLst>
          </p:cNvPr>
          <p:cNvGrpSpPr/>
          <p:nvPr userDrawn="1"/>
        </p:nvGrpSpPr>
        <p:grpSpPr>
          <a:xfrm>
            <a:off x="12356815" y="0"/>
            <a:ext cx="756834" cy="6872642"/>
            <a:chOff x="12356815" y="0"/>
            <a:chExt cx="756834" cy="6872642"/>
          </a:xfrm>
        </p:grpSpPr>
        <p:sp>
          <p:nvSpPr>
            <p:cNvPr id="5" name="Rectangle 4">
              <a:extLst>
                <a:ext uri="{FF2B5EF4-FFF2-40B4-BE49-F238E27FC236}">
                  <a16:creationId xmlns:a16="http://schemas.microsoft.com/office/drawing/2014/main" id="{A7E5A6D2-8346-C7C9-5DC7-90F42423066B}"/>
                </a:ext>
              </a:extLst>
            </p:cNvPr>
            <p:cNvSpPr/>
            <p:nvPr userDrawn="1"/>
          </p:nvSpPr>
          <p:spPr>
            <a:xfrm>
              <a:off x="12356815" y="0"/>
              <a:ext cx="553069" cy="3279913"/>
            </a:xfrm>
            <a:prstGeom prst="rect">
              <a:avLst/>
            </a:prstGeom>
            <a:solidFill>
              <a:srgbClr val="F2F2F2"/>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a:p>
          </p:txBody>
        </p:sp>
        <p:sp>
          <p:nvSpPr>
            <p:cNvPr id="6" name="TextBox 5">
              <a:extLst>
                <a:ext uri="{FF2B5EF4-FFF2-40B4-BE49-F238E27FC236}">
                  <a16:creationId xmlns:a16="http://schemas.microsoft.com/office/drawing/2014/main" id="{9F29526F-9BBF-B7D7-E040-F76741CFBAF1}"/>
                </a:ext>
              </a:extLst>
            </p:cNvPr>
            <p:cNvSpPr txBox="1"/>
            <p:nvPr userDrawn="1"/>
          </p:nvSpPr>
          <p:spPr>
            <a:xfrm rot="16200000">
              <a:off x="12332216" y="1580677"/>
              <a:ext cx="1444306" cy="118559"/>
            </a:xfrm>
            <a:prstGeom prst="rect">
              <a:avLst/>
            </a:prstGeom>
            <a:noFill/>
          </p:spPr>
          <p:txBody>
            <a:bodyPr wrap="none" lIns="0" tIns="0" rIns="0" bIns="0" rtlCol="0">
              <a:spAutoFit/>
            </a:bodyPr>
            <a:lstStyle/>
            <a:p>
              <a:pPr algn="l">
                <a:lnSpc>
                  <a:spcPct val="101000"/>
                </a:lnSpc>
                <a:spcAft>
                  <a:spcPts val="600"/>
                </a:spcAft>
              </a:pPr>
              <a:r>
                <a:rPr kumimoji="0" lang="en-CR" sz="800" b="1" i="0" u="none" strike="noStrike" kern="1200" cap="none" spc="0" normalizeH="0" baseline="0" noProof="0">
                  <a:ln>
                    <a:noFill/>
                  </a:ln>
                  <a:solidFill>
                    <a:srgbClr val="000000"/>
                  </a:solidFill>
                  <a:effectLst/>
                  <a:uLnTx/>
                  <a:uFillTx/>
                  <a:ea typeface="GT America Regular" charset="0"/>
                  <a:cs typeface="GT America Regular" charset="0"/>
                </a:rPr>
                <a:t>ON LIGHT AND EXTRA LIGHT</a:t>
              </a:r>
            </a:p>
          </p:txBody>
        </p:sp>
        <p:sp>
          <p:nvSpPr>
            <p:cNvPr id="7" name="Rectangle 6">
              <a:extLst>
                <a:ext uri="{FF2B5EF4-FFF2-40B4-BE49-F238E27FC236}">
                  <a16:creationId xmlns:a16="http://schemas.microsoft.com/office/drawing/2014/main" id="{8CC6872D-D912-EDF5-404D-8C595577C3D1}"/>
                </a:ext>
              </a:extLst>
            </p:cNvPr>
            <p:cNvSpPr/>
            <p:nvPr userDrawn="1"/>
          </p:nvSpPr>
          <p:spPr>
            <a:xfrm>
              <a:off x="12356815" y="3592729"/>
              <a:ext cx="553069" cy="3279913"/>
            </a:xfrm>
            <a:prstGeom prst="rect">
              <a:avLst/>
            </a:prstGeom>
            <a:solidFill>
              <a:schemeClr val="tx2"/>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a:p>
          </p:txBody>
        </p:sp>
        <p:grpSp>
          <p:nvGrpSpPr>
            <p:cNvPr id="10" name="Group 9">
              <a:extLst>
                <a:ext uri="{FF2B5EF4-FFF2-40B4-BE49-F238E27FC236}">
                  <a16:creationId xmlns:a16="http://schemas.microsoft.com/office/drawing/2014/main" id="{E45E68FF-D3B9-213A-BDB9-75C86880C44D}"/>
                </a:ext>
              </a:extLst>
            </p:cNvPr>
            <p:cNvGrpSpPr/>
            <p:nvPr userDrawn="1"/>
          </p:nvGrpSpPr>
          <p:grpSpPr>
            <a:xfrm>
              <a:off x="12442019" y="3791214"/>
              <a:ext cx="382660" cy="2882942"/>
              <a:chOff x="14001569" y="3716048"/>
              <a:chExt cx="316248" cy="3171236"/>
            </a:xfrm>
          </p:grpSpPr>
          <p:sp>
            <p:nvSpPr>
              <p:cNvPr id="35" name="Rectangle 34">
                <a:extLst>
                  <a:ext uri="{FF2B5EF4-FFF2-40B4-BE49-F238E27FC236}">
                    <a16:creationId xmlns:a16="http://schemas.microsoft.com/office/drawing/2014/main" id="{16FDC8C1-8112-0259-2169-9FF34CF8BB33}"/>
                  </a:ext>
                </a:extLst>
              </p:cNvPr>
              <p:cNvSpPr/>
              <p:nvPr userDrawn="1"/>
            </p:nvSpPr>
            <p:spPr>
              <a:xfrm rot="5400000">
                <a:off x="14033099" y="5954114"/>
                <a:ext cx="253188" cy="316248"/>
              </a:xfrm>
              <a:prstGeom prst="rect">
                <a:avLst/>
              </a:prstGeom>
              <a:solidFill>
                <a:srgbClr val="005E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36" name="Rectangle 35">
                <a:extLst>
                  <a:ext uri="{FF2B5EF4-FFF2-40B4-BE49-F238E27FC236}">
                    <a16:creationId xmlns:a16="http://schemas.microsoft.com/office/drawing/2014/main" id="{B4E86AA0-59B1-0A56-A978-EBEFD759EEF6}"/>
                  </a:ext>
                </a:extLst>
              </p:cNvPr>
              <p:cNvSpPr/>
              <p:nvPr userDrawn="1"/>
            </p:nvSpPr>
            <p:spPr>
              <a:xfrm rot="5400000">
                <a:off x="14033099" y="6278342"/>
                <a:ext cx="253188" cy="316248"/>
              </a:xfrm>
              <a:prstGeom prst="rect">
                <a:avLst/>
              </a:prstGeom>
              <a:solidFill>
                <a:srgbClr val="B8B9D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37" name="Rectangle 36">
                <a:extLst>
                  <a:ext uri="{FF2B5EF4-FFF2-40B4-BE49-F238E27FC236}">
                    <a16:creationId xmlns:a16="http://schemas.microsoft.com/office/drawing/2014/main" id="{617D2783-8A1D-E47C-AE82-6C2E09DF21FA}"/>
                  </a:ext>
                </a:extLst>
              </p:cNvPr>
              <p:cNvSpPr/>
              <p:nvPr userDrawn="1"/>
            </p:nvSpPr>
            <p:spPr>
              <a:xfrm rot="5400000">
                <a:off x="14033099" y="6602566"/>
                <a:ext cx="253188" cy="316248"/>
              </a:xfrm>
              <a:prstGeom prst="rect">
                <a:avLst/>
              </a:prstGeom>
              <a:solidFill>
                <a:srgbClr val="FBE6D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38" name="Rectangle 37">
                <a:extLst>
                  <a:ext uri="{FF2B5EF4-FFF2-40B4-BE49-F238E27FC236}">
                    <a16:creationId xmlns:a16="http://schemas.microsoft.com/office/drawing/2014/main" id="{C2CC9D5C-1E15-CED3-7460-6D7AB16A15EC}"/>
                  </a:ext>
                </a:extLst>
              </p:cNvPr>
              <p:cNvSpPr/>
              <p:nvPr userDrawn="1"/>
            </p:nvSpPr>
            <p:spPr>
              <a:xfrm rot="5400000">
                <a:off x="14033099" y="4981430"/>
                <a:ext cx="253188" cy="316248"/>
              </a:xfrm>
              <a:prstGeom prst="rect">
                <a:avLst/>
              </a:prstGeom>
              <a:solidFill>
                <a:srgbClr val="BCE09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39" name="Rectangle 38">
                <a:extLst>
                  <a:ext uri="{FF2B5EF4-FFF2-40B4-BE49-F238E27FC236}">
                    <a16:creationId xmlns:a16="http://schemas.microsoft.com/office/drawing/2014/main" id="{2057C852-B7A6-CC32-AE68-54D8C48E3582}"/>
                  </a:ext>
                </a:extLst>
              </p:cNvPr>
              <p:cNvSpPr/>
              <p:nvPr userDrawn="1"/>
            </p:nvSpPr>
            <p:spPr>
              <a:xfrm rot="5400000">
                <a:off x="14033099" y="5305658"/>
                <a:ext cx="253188" cy="316248"/>
              </a:xfrm>
              <a:prstGeom prst="rect">
                <a:avLst/>
              </a:prstGeom>
              <a:solidFill>
                <a:srgbClr val="E9783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40" name="Rectangle 39">
                <a:extLst>
                  <a:ext uri="{FF2B5EF4-FFF2-40B4-BE49-F238E27FC236}">
                    <a16:creationId xmlns:a16="http://schemas.microsoft.com/office/drawing/2014/main" id="{3BE2957B-BB9C-BB4C-54E0-7E1EBB94AB5F}"/>
                  </a:ext>
                </a:extLst>
              </p:cNvPr>
              <p:cNvSpPr/>
              <p:nvPr userDrawn="1"/>
            </p:nvSpPr>
            <p:spPr>
              <a:xfrm rot="5400000">
                <a:off x="14033099" y="5629886"/>
                <a:ext cx="253188" cy="316248"/>
              </a:xfrm>
              <a:prstGeom prst="rect">
                <a:avLst/>
              </a:prstGeom>
              <a:solidFill>
                <a:srgbClr val="B9056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41" name="Rectangle 40">
                <a:extLst>
                  <a:ext uri="{FF2B5EF4-FFF2-40B4-BE49-F238E27FC236}">
                    <a16:creationId xmlns:a16="http://schemas.microsoft.com/office/drawing/2014/main" id="{2F664ACB-F59B-954C-4465-D698A691FD1F}"/>
                  </a:ext>
                </a:extLst>
              </p:cNvPr>
              <p:cNvSpPr/>
              <p:nvPr userDrawn="1"/>
            </p:nvSpPr>
            <p:spPr>
              <a:xfrm rot="5400000">
                <a:off x="14033099" y="3684518"/>
                <a:ext cx="253188" cy="316248"/>
              </a:xfrm>
              <a:prstGeom prst="rect">
                <a:avLst/>
              </a:prstGeom>
              <a:solidFill>
                <a:srgbClr val="9DC2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42" name="Rectangle 41">
                <a:extLst>
                  <a:ext uri="{FF2B5EF4-FFF2-40B4-BE49-F238E27FC236}">
                    <a16:creationId xmlns:a16="http://schemas.microsoft.com/office/drawing/2014/main" id="{99C34A4D-E282-7DE3-F99D-C3276C90F60C}"/>
                  </a:ext>
                </a:extLst>
              </p:cNvPr>
              <p:cNvSpPr/>
              <p:nvPr userDrawn="1"/>
            </p:nvSpPr>
            <p:spPr>
              <a:xfrm rot="5400000">
                <a:off x="14033099" y="4008746"/>
                <a:ext cx="253188" cy="316248"/>
              </a:xfrm>
              <a:prstGeom prst="rect">
                <a:avLst/>
              </a:prstGeom>
              <a:solidFill>
                <a:srgbClr val="309DA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43" name="Rectangle 42">
                <a:extLst>
                  <a:ext uri="{FF2B5EF4-FFF2-40B4-BE49-F238E27FC236}">
                    <a16:creationId xmlns:a16="http://schemas.microsoft.com/office/drawing/2014/main" id="{6C74494D-A878-DD6F-EE20-E6E3179C2278}"/>
                  </a:ext>
                </a:extLst>
              </p:cNvPr>
              <p:cNvSpPr/>
              <p:nvPr userDrawn="1"/>
            </p:nvSpPr>
            <p:spPr>
              <a:xfrm rot="5400000">
                <a:off x="14033099" y="4332974"/>
                <a:ext cx="253188" cy="316248"/>
              </a:xfrm>
              <a:prstGeom prst="rect">
                <a:avLst/>
              </a:prstGeom>
              <a:solidFill>
                <a:srgbClr val="E2C22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44" name="Rectangle 43">
                <a:extLst>
                  <a:ext uri="{FF2B5EF4-FFF2-40B4-BE49-F238E27FC236}">
                    <a16:creationId xmlns:a16="http://schemas.microsoft.com/office/drawing/2014/main" id="{89684F70-EA46-B83B-1059-957FF42DA108}"/>
                  </a:ext>
                </a:extLst>
              </p:cNvPr>
              <p:cNvSpPr/>
              <p:nvPr userDrawn="1"/>
            </p:nvSpPr>
            <p:spPr>
              <a:xfrm rot="5400000">
                <a:off x="14033099" y="4657202"/>
                <a:ext cx="253188" cy="316248"/>
              </a:xfrm>
              <a:prstGeom prst="rect">
                <a:avLst/>
              </a:prstGeom>
              <a:solidFill>
                <a:srgbClr val="9158B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grpSp>
        <p:grpSp>
          <p:nvGrpSpPr>
            <p:cNvPr id="15" name="Group 14">
              <a:extLst>
                <a:ext uri="{FF2B5EF4-FFF2-40B4-BE49-F238E27FC236}">
                  <a16:creationId xmlns:a16="http://schemas.microsoft.com/office/drawing/2014/main" id="{B26A8E68-FF0D-F86E-F9B1-242B7BAABDB0}"/>
                </a:ext>
              </a:extLst>
            </p:cNvPr>
            <p:cNvGrpSpPr/>
            <p:nvPr userDrawn="1"/>
          </p:nvGrpSpPr>
          <p:grpSpPr>
            <a:xfrm>
              <a:off x="12442019" y="198485"/>
              <a:ext cx="382660" cy="2882942"/>
              <a:chOff x="12742785" y="3716048"/>
              <a:chExt cx="316248" cy="3171236"/>
            </a:xfrm>
          </p:grpSpPr>
          <p:sp>
            <p:nvSpPr>
              <p:cNvPr id="19" name="Rectangle 18">
                <a:extLst>
                  <a:ext uri="{FF2B5EF4-FFF2-40B4-BE49-F238E27FC236}">
                    <a16:creationId xmlns:a16="http://schemas.microsoft.com/office/drawing/2014/main" id="{DE96B631-4826-BAA5-4808-2788D42C8329}"/>
                  </a:ext>
                </a:extLst>
              </p:cNvPr>
              <p:cNvSpPr/>
              <p:nvPr userDrawn="1"/>
            </p:nvSpPr>
            <p:spPr>
              <a:xfrm rot="5400000">
                <a:off x="12774315" y="6602566"/>
                <a:ext cx="253188" cy="316248"/>
              </a:xfrm>
              <a:prstGeom prst="rect">
                <a:avLst/>
              </a:prstGeom>
              <a:solidFill>
                <a:srgbClr val="BFD6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20" name="Rectangle 19">
                <a:extLst>
                  <a:ext uri="{FF2B5EF4-FFF2-40B4-BE49-F238E27FC236}">
                    <a16:creationId xmlns:a16="http://schemas.microsoft.com/office/drawing/2014/main" id="{AE9F8F1B-6271-605B-E210-A6B549F70494}"/>
                  </a:ext>
                </a:extLst>
              </p:cNvPr>
              <p:cNvSpPr/>
              <p:nvPr userDrawn="1"/>
            </p:nvSpPr>
            <p:spPr>
              <a:xfrm rot="5400000">
                <a:off x="12774315" y="4981430"/>
                <a:ext cx="253188" cy="316248"/>
              </a:xfrm>
              <a:prstGeom prst="rect">
                <a:avLst/>
              </a:prstGeom>
              <a:solidFill>
                <a:srgbClr val="D25F7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26" name="Rectangle 25">
                <a:extLst>
                  <a:ext uri="{FF2B5EF4-FFF2-40B4-BE49-F238E27FC236}">
                    <a16:creationId xmlns:a16="http://schemas.microsoft.com/office/drawing/2014/main" id="{CF8B4B7B-E0C5-C957-D174-09BE3DEAB6A2}"/>
                  </a:ext>
                </a:extLst>
              </p:cNvPr>
              <p:cNvSpPr/>
              <p:nvPr userDrawn="1"/>
            </p:nvSpPr>
            <p:spPr>
              <a:xfrm rot="5400000">
                <a:off x="12774315" y="5305658"/>
                <a:ext cx="253188" cy="316248"/>
              </a:xfrm>
              <a:prstGeom prst="rect">
                <a:avLst/>
              </a:prstGeom>
              <a:solidFill>
                <a:srgbClr val="C6480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27" name="Rectangle 26">
                <a:extLst>
                  <a:ext uri="{FF2B5EF4-FFF2-40B4-BE49-F238E27FC236}">
                    <a16:creationId xmlns:a16="http://schemas.microsoft.com/office/drawing/2014/main" id="{E63F14B0-62C6-B88F-7B56-A203A0F29ED5}"/>
                  </a:ext>
                </a:extLst>
              </p:cNvPr>
              <p:cNvSpPr/>
              <p:nvPr userDrawn="1"/>
            </p:nvSpPr>
            <p:spPr>
              <a:xfrm rot="5400000">
                <a:off x="12774315" y="5629886"/>
                <a:ext cx="253188" cy="316248"/>
              </a:xfrm>
              <a:prstGeom prst="rect">
                <a:avLst/>
              </a:prstGeom>
              <a:solidFill>
                <a:srgbClr val="BA016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28" name="Rectangle 27">
                <a:extLst>
                  <a:ext uri="{FF2B5EF4-FFF2-40B4-BE49-F238E27FC236}">
                    <a16:creationId xmlns:a16="http://schemas.microsoft.com/office/drawing/2014/main" id="{42E4BF7B-2A48-8D6C-7493-D3152F199257}"/>
                  </a:ext>
                </a:extLst>
              </p:cNvPr>
              <p:cNvSpPr/>
              <p:nvPr userDrawn="1"/>
            </p:nvSpPr>
            <p:spPr>
              <a:xfrm rot="5400000">
                <a:off x="12774315" y="3684518"/>
                <a:ext cx="253188" cy="316248"/>
              </a:xfrm>
              <a:prstGeom prst="rect">
                <a:avLst/>
              </a:prstGeom>
              <a:solidFill>
                <a:srgbClr val="005E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29" name="Rectangle 28">
                <a:extLst>
                  <a:ext uri="{FF2B5EF4-FFF2-40B4-BE49-F238E27FC236}">
                    <a16:creationId xmlns:a16="http://schemas.microsoft.com/office/drawing/2014/main" id="{59E22A53-3943-8D63-5482-0F2A16787309}"/>
                  </a:ext>
                </a:extLst>
              </p:cNvPr>
              <p:cNvSpPr/>
              <p:nvPr userDrawn="1"/>
            </p:nvSpPr>
            <p:spPr>
              <a:xfrm rot="5400000">
                <a:off x="12774315" y="4008746"/>
                <a:ext cx="253188" cy="316248"/>
              </a:xfrm>
              <a:prstGeom prst="rect">
                <a:avLst/>
              </a:prstGeom>
              <a:solidFill>
                <a:srgbClr val="5EB6B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30" name="Rectangle 29">
                <a:extLst>
                  <a:ext uri="{FF2B5EF4-FFF2-40B4-BE49-F238E27FC236}">
                    <a16:creationId xmlns:a16="http://schemas.microsoft.com/office/drawing/2014/main" id="{D3FCABB4-54D2-518E-4134-9F254D7480C7}"/>
                  </a:ext>
                </a:extLst>
              </p:cNvPr>
              <p:cNvSpPr/>
              <p:nvPr userDrawn="1"/>
            </p:nvSpPr>
            <p:spPr>
              <a:xfrm rot="5400000">
                <a:off x="12774315" y="4332974"/>
                <a:ext cx="253188" cy="316248"/>
              </a:xfrm>
              <a:prstGeom prst="rect">
                <a:avLst/>
              </a:prstGeom>
              <a:solidFill>
                <a:srgbClr val="C7AB2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31" name="Rectangle 30">
                <a:extLst>
                  <a:ext uri="{FF2B5EF4-FFF2-40B4-BE49-F238E27FC236}">
                    <a16:creationId xmlns:a16="http://schemas.microsoft.com/office/drawing/2014/main" id="{B7FBEC40-218E-7C23-4709-19139A097B2F}"/>
                  </a:ext>
                </a:extLst>
              </p:cNvPr>
              <p:cNvSpPr/>
              <p:nvPr userDrawn="1"/>
            </p:nvSpPr>
            <p:spPr>
              <a:xfrm rot="5400000">
                <a:off x="12774315" y="4657202"/>
                <a:ext cx="253188" cy="316248"/>
              </a:xfrm>
              <a:prstGeom prst="rect">
                <a:avLst/>
              </a:prstGeom>
              <a:solidFill>
                <a:srgbClr val="5C068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32" name="Rectangle 31">
                <a:extLst>
                  <a:ext uri="{FF2B5EF4-FFF2-40B4-BE49-F238E27FC236}">
                    <a16:creationId xmlns:a16="http://schemas.microsoft.com/office/drawing/2014/main" id="{3F842FC0-DF4D-9632-FE9D-4E7D2FB776B6}"/>
                  </a:ext>
                </a:extLst>
              </p:cNvPr>
              <p:cNvSpPr/>
              <p:nvPr userDrawn="1"/>
            </p:nvSpPr>
            <p:spPr>
              <a:xfrm rot="5400000">
                <a:off x="12774315" y="5954114"/>
                <a:ext cx="253188" cy="316248"/>
              </a:xfrm>
              <a:prstGeom prst="rect">
                <a:avLst/>
              </a:prstGeom>
              <a:solidFill>
                <a:srgbClr val="2A431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33" name="Rectangle 32">
                <a:extLst>
                  <a:ext uri="{FF2B5EF4-FFF2-40B4-BE49-F238E27FC236}">
                    <a16:creationId xmlns:a16="http://schemas.microsoft.com/office/drawing/2014/main" id="{698CCC57-6845-9613-4268-B5F50C22F0B3}"/>
                  </a:ext>
                </a:extLst>
              </p:cNvPr>
              <p:cNvSpPr/>
              <p:nvPr userDrawn="1"/>
            </p:nvSpPr>
            <p:spPr>
              <a:xfrm rot="5400000">
                <a:off x="12774315" y="6278342"/>
                <a:ext cx="253188" cy="316248"/>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grpSp>
        <p:sp>
          <p:nvSpPr>
            <p:cNvPr id="17" name="TextBox 16">
              <a:extLst>
                <a:ext uri="{FF2B5EF4-FFF2-40B4-BE49-F238E27FC236}">
                  <a16:creationId xmlns:a16="http://schemas.microsoft.com/office/drawing/2014/main" id="{C51BFD21-4CE7-7CF8-3A6D-CC9EF3BDDEA2}"/>
                </a:ext>
              </a:extLst>
            </p:cNvPr>
            <p:cNvSpPr txBox="1"/>
            <p:nvPr userDrawn="1"/>
          </p:nvSpPr>
          <p:spPr>
            <a:xfrm rot="16200000">
              <a:off x="12574270" y="5173406"/>
              <a:ext cx="960199" cy="118559"/>
            </a:xfrm>
            <a:prstGeom prst="rect">
              <a:avLst/>
            </a:prstGeom>
            <a:noFill/>
          </p:spPr>
          <p:txBody>
            <a:bodyPr wrap="none" lIns="0" tIns="0" rIns="0" bIns="0" rtlCol="0">
              <a:spAutoFit/>
            </a:bodyPr>
            <a:lstStyle/>
            <a:p>
              <a:pPr algn="l">
                <a:lnSpc>
                  <a:spcPct val="101000"/>
                </a:lnSpc>
                <a:spcAft>
                  <a:spcPts val="600"/>
                </a:spcAft>
              </a:pPr>
              <a:r>
                <a:rPr lang="en-CR" sz="800" b="1">
                  <a:solidFill>
                    <a:srgbClr val="000000"/>
                  </a:solidFill>
                  <a:latin typeface="GT America Regular"/>
                  <a:ea typeface="GT America Regular" charset="0"/>
                  <a:cs typeface="GT America Regular" charset="0"/>
                </a:rPr>
                <a:t>ON MOODY´S BLUE</a:t>
              </a:r>
              <a:endParaRPr kumimoji="0" lang="en-CR" sz="800" b="1" i="0" u="none" strike="noStrike" kern="1200" cap="none" spc="0" normalizeH="0" baseline="0" noProof="0" err="1">
                <a:ln>
                  <a:noFill/>
                </a:ln>
                <a:solidFill>
                  <a:srgbClr val="000000"/>
                </a:solidFill>
                <a:effectLst/>
                <a:uLnTx/>
                <a:uFillTx/>
                <a:latin typeface="GT America Regular"/>
                <a:ea typeface="GT America Regular" charset="0"/>
                <a:cs typeface="GT America Regular" charset="0"/>
              </a:endParaRPr>
            </a:p>
          </p:txBody>
        </p:sp>
      </p:grpSp>
      <p:sp>
        <p:nvSpPr>
          <p:cNvPr id="45" name="TextBox 44">
            <a:extLst>
              <a:ext uri="{FF2B5EF4-FFF2-40B4-BE49-F238E27FC236}">
                <a16:creationId xmlns:a16="http://schemas.microsoft.com/office/drawing/2014/main" id="{1E5377EC-13FC-F6FE-6C36-AE959BA31713}"/>
              </a:ext>
            </a:extLst>
          </p:cNvPr>
          <p:cNvSpPr txBox="1"/>
          <p:nvPr userDrawn="1"/>
        </p:nvSpPr>
        <p:spPr>
          <a:xfrm>
            <a:off x="12356815" y="3377042"/>
            <a:ext cx="807913" cy="118559"/>
          </a:xfrm>
          <a:prstGeom prst="rect">
            <a:avLst/>
          </a:prstGeom>
          <a:noFill/>
        </p:spPr>
        <p:txBody>
          <a:bodyPr wrap="none" lIns="0" tIns="0" rIns="0" bIns="0" rtlCol="0">
            <a:spAutoFit/>
          </a:bodyPr>
          <a:lstStyle/>
          <a:p>
            <a:pPr algn="l">
              <a:lnSpc>
                <a:spcPct val="101000"/>
              </a:lnSpc>
              <a:spcAft>
                <a:spcPts val="600"/>
              </a:spcAft>
            </a:pPr>
            <a:r>
              <a:rPr kumimoji="0" lang="en-US" sz="800" b="1" i="0" u="none" strike="noStrike" kern="1200" cap="none" spc="0" normalizeH="0" baseline="0" noProof="0" dirty="0">
                <a:ln>
                  <a:noFill/>
                </a:ln>
                <a:solidFill>
                  <a:srgbClr val="000000"/>
                </a:solidFill>
                <a:effectLst/>
                <a:uLnTx/>
                <a:uFillTx/>
                <a:ea typeface="GT America Regular" charset="0"/>
                <a:cs typeface="GT America Regular" charset="0"/>
              </a:rPr>
              <a:t>For charts ONLY</a:t>
            </a:r>
            <a:endParaRPr kumimoji="0" lang="en-CR" sz="800" b="1" i="0" u="none" strike="noStrike" kern="1200" cap="none" spc="0" normalizeH="0" baseline="0" noProof="0">
              <a:ln>
                <a:noFill/>
              </a:ln>
              <a:solidFill>
                <a:srgbClr val="000000"/>
              </a:solidFill>
              <a:effectLst/>
              <a:uLnTx/>
              <a:uFillTx/>
              <a:ea typeface="GT America Regular" charset="0"/>
              <a:cs typeface="GT America Regular" charset="0"/>
            </a:endParaRPr>
          </a:p>
        </p:txBody>
      </p:sp>
    </p:spTree>
    <p:extLst>
      <p:ext uri="{BB962C8B-B14F-4D97-AF65-F5344CB8AC3E}">
        <p14:creationId xmlns:p14="http://schemas.microsoft.com/office/powerpoint/2010/main" val="1806663364"/>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3 Column - Photo Top">
    <p:spTree>
      <p:nvGrpSpPr>
        <p:cNvPr id="1" name=""/>
        <p:cNvGrpSpPr/>
        <p:nvPr/>
      </p:nvGrpSpPr>
      <p:grpSpPr>
        <a:xfrm>
          <a:off x="0" y="0"/>
          <a:ext cx="0" cy="0"/>
          <a:chOff x="0" y="0"/>
          <a:chExt cx="0" cy="0"/>
        </a:xfrm>
      </p:grpSpPr>
      <p:sp>
        <p:nvSpPr>
          <p:cNvPr id="10" name="Picture Placeholder 9">
            <a:extLst>
              <a:ext uri="{FF2B5EF4-FFF2-40B4-BE49-F238E27FC236}">
                <a16:creationId xmlns:a16="http://schemas.microsoft.com/office/drawing/2014/main" id="{BE85ED21-179E-C2B7-89F1-D4AD14EEDA9A}"/>
              </a:ext>
            </a:extLst>
          </p:cNvPr>
          <p:cNvSpPr>
            <a:spLocks noGrp="1" noChangeAspect="1"/>
          </p:cNvSpPr>
          <p:nvPr>
            <p:ph type="pic" sz="quarter" idx="13"/>
          </p:nvPr>
        </p:nvSpPr>
        <p:spPr>
          <a:xfrm>
            <a:off x="0" y="0"/>
            <a:ext cx="12192000" cy="3429000"/>
          </a:xfrm>
          <a:solidFill>
            <a:schemeClr val="bg1">
              <a:lumMod val="65000"/>
            </a:schemeClr>
          </a:solidFill>
        </p:spPr>
        <p:txBody>
          <a:bodyPr anchor="ctr"/>
          <a:lstStyle>
            <a:lvl1pPr algn="ctr">
              <a:defRPr>
                <a:solidFill>
                  <a:schemeClr val="bg1"/>
                </a:solidFill>
              </a:defRPr>
            </a:lvl1pPr>
          </a:lstStyle>
          <a:p>
            <a:r>
              <a:rPr lang="en-US"/>
              <a:t>Click icon to add picture</a:t>
            </a:r>
            <a:endParaRPr lang="en-US" dirty="0"/>
          </a:p>
        </p:txBody>
      </p:sp>
      <p:sp>
        <p:nvSpPr>
          <p:cNvPr id="8" name="Footer Placeholder 7">
            <a:extLst>
              <a:ext uri="{FF2B5EF4-FFF2-40B4-BE49-F238E27FC236}">
                <a16:creationId xmlns:a16="http://schemas.microsoft.com/office/drawing/2014/main" id="{0E2ADB5F-BB7A-E503-6385-47B7F4A752C0}"/>
              </a:ext>
            </a:extLst>
          </p:cNvPr>
          <p:cNvSpPr>
            <a:spLocks noGrp="1"/>
          </p:cNvSpPr>
          <p:nvPr>
            <p:ph type="ftr" sz="quarter" idx="11"/>
          </p:nvPr>
        </p:nvSpPr>
        <p:spPr/>
        <p:txBody>
          <a:bodyPr/>
          <a:lstStyle>
            <a:lvl1pPr>
              <a:defRPr>
                <a:solidFill>
                  <a:schemeClr val="tx1"/>
                </a:solidFill>
              </a:defRPr>
            </a:lvl1pPr>
          </a:lstStyle>
          <a:p>
            <a:r>
              <a:rPr lang="en-US"/>
              <a:t>See slide 12 for instructions on how to update footer</a:t>
            </a:r>
            <a:endParaRPr lang="en-US" dirty="0"/>
          </a:p>
        </p:txBody>
      </p:sp>
      <p:sp>
        <p:nvSpPr>
          <p:cNvPr id="9" name="Slide Number Placeholder 8">
            <a:extLst>
              <a:ext uri="{FF2B5EF4-FFF2-40B4-BE49-F238E27FC236}">
                <a16:creationId xmlns:a16="http://schemas.microsoft.com/office/drawing/2014/main" id="{CCA8152B-F410-5052-DF3D-06C6DD4D2381}"/>
              </a:ext>
            </a:extLst>
          </p:cNvPr>
          <p:cNvSpPr>
            <a:spLocks noGrp="1"/>
          </p:cNvSpPr>
          <p:nvPr>
            <p:ph type="sldNum" sz="quarter" idx="12"/>
          </p:nvPr>
        </p:nvSpPr>
        <p:spPr/>
        <p:txBody>
          <a:bodyPr/>
          <a:lstStyle>
            <a:lvl1pPr>
              <a:defRPr>
                <a:solidFill>
                  <a:schemeClr val="tx1"/>
                </a:solidFill>
              </a:defRPr>
            </a:lvl1pPr>
          </a:lstStyle>
          <a:p>
            <a:fld id="{862A5111-985B-C14D-9115-5787026182A8}" type="slidenum">
              <a:rPr lang="en-US" smtClean="0"/>
              <a:pPr/>
              <a:t>‹#›</a:t>
            </a:fld>
            <a:endParaRPr lang="en-US" dirty="0"/>
          </a:p>
        </p:txBody>
      </p:sp>
      <p:sp>
        <p:nvSpPr>
          <p:cNvPr id="12" name="Title 11">
            <a:extLst>
              <a:ext uri="{FF2B5EF4-FFF2-40B4-BE49-F238E27FC236}">
                <a16:creationId xmlns:a16="http://schemas.microsoft.com/office/drawing/2014/main" id="{91874068-FCB3-3E67-FD8A-888858391AF4}"/>
              </a:ext>
            </a:extLst>
          </p:cNvPr>
          <p:cNvSpPr>
            <a:spLocks noGrp="1"/>
          </p:cNvSpPr>
          <p:nvPr>
            <p:ph type="title"/>
          </p:nvPr>
        </p:nvSpPr>
        <p:spPr/>
        <p:txBody>
          <a:bodyPr/>
          <a:lstStyle>
            <a:lvl1pPr>
              <a:defRPr>
                <a:solidFill>
                  <a:schemeClr val="bg1"/>
                </a:solidFill>
              </a:defRPr>
            </a:lvl1pPr>
          </a:lstStyle>
          <a:p>
            <a:r>
              <a:rPr lang="en-US"/>
              <a:t>Click to edit Master title style</a:t>
            </a:r>
            <a:endParaRPr lang="en-US" dirty="0"/>
          </a:p>
        </p:txBody>
      </p:sp>
      <p:sp>
        <p:nvSpPr>
          <p:cNvPr id="3" name="Freeform 5">
            <a:extLst>
              <a:ext uri="{FF2B5EF4-FFF2-40B4-BE49-F238E27FC236}">
                <a16:creationId xmlns:a16="http://schemas.microsoft.com/office/drawing/2014/main" id="{71FB9F00-A1C6-0B41-BCF5-7DBE317FE533}"/>
              </a:ext>
            </a:extLst>
          </p:cNvPr>
          <p:cNvSpPr/>
          <p:nvPr userDrawn="1"/>
        </p:nvSpPr>
        <p:spPr bwMode="black">
          <a:xfrm>
            <a:off x="554038" y="6469335"/>
            <a:ext cx="678511" cy="112440"/>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chemeClr val="tx2"/>
          </a:solidFill>
          <a:ln w="0" cap="flat">
            <a:noFill/>
            <a:prstDash val="solid"/>
            <a:miter/>
          </a:ln>
        </p:spPr>
        <p:txBody>
          <a:bodyPr rtlCol="0" anchor="ctr"/>
          <a:lstStyle/>
          <a:p>
            <a:endParaRPr lang="en-US"/>
          </a:p>
        </p:txBody>
      </p:sp>
      <p:sp>
        <p:nvSpPr>
          <p:cNvPr id="13" name="Text Placeholder 10">
            <a:extLst>
              <a:ext uri="{FF2B5EF4-FFF2-40B4-BE49-F238E27FC236}">
                <a16:creationId xmlns:a16="http://schemas.microsoft.com/office/drawing/2014/main" id="{89B32E50-9450-0A92-9772-59EA93C40AE7}"/>
              </a:ext>
            </a:extLst>
          </p:cNvPr>
          <p:cNvSpPr>
            <a:spLocks noGrp="1"/>
          </p:cNvSpPr>
          <p:nvPr>
            <p:ph type="body" sz="quarter" idx="45"/>
          </p:nvPr>
        </p:nvSpPr>
        <p:spPr>
          <a:xfrm>
            <a:off x="548640" y="1127125"/>
            <a:ext cx="11089322" cy="295275"/>
          </a:xfrm>
        </p:spPr>
        <p:txBody>
          <a:bodyPr>
            <a:noAutofit/>
          </a:bodyPr>
          <a:lstStyle>
            <a:lvl1pPr marL="0" algn="l" defTabSz="914400" rtl="0" eaLnBrk="1" latinLnBrk="0" hangingPunct="1">
              <a:lnSpc>
                <a:spcPct val="80000"/>
              </a:lnSpc>
              <a:spcBef>
                <a:spcPts val="0"/>
              </a:spcBef>
              <a:spcAft>
                <a:spcPts val="0"/>
              </a:spcAft>
              <a:buNone/>
              <a:defRPr lang="en-US" sz="2400" b="0" i="0" kern="1200" dirty="0" smtClean="0">
                <a:solidFill>
                  <a:schemeClr val="bg1"/>
                </a:solidFill>
                <a:latin typeface="+mj-lt"/>
                <a:ea typeface="GT America Regular" charset="0"/>
                <a:cs typeface="GT America Regular" charset="0"/>
              </a:defRPr>
            </a:lvl1pPr>
            <a:lvl2pPr marL="0" indent="0" algn="l" defTabSz="914400" rtl="0" eaLnBrk="1" latinLnBrk="0" hangingPunct="1">
              <a:lnSpc>
                <a:spcPct val="80000"/>
              </a:lnSpc>
              <a:spcBef>
                <a:spcPts val="0"/>
              </a:spcBef>
              <a:spcAft>
                <a:spcPts val="0"/>
              </a:spcAft>
              <a:buNone/>
              <a:defRPr lang="en-US" sz="2400" b="0" i="0" kern="1200" dirty="0" smtClean="0">
                <a:solidFill>
                  <a:schemeClr val="bg1"/>
                </a:solidFill>
                <a:latin typeface="+mj-lt"/>
                <a:ea typeface="GT America Regular" charset="0"/>
                <a:cs typeface="GT America Regular" charset="0"/>
              </a:defRPr>
            </a:lvl2pPr>
            <a:lvl3pPr marL="0" indent="0" algn="l" defTabSz="914400" rtl="0" eaLnBrk="1" latinLnBrk="0" hangingPunct="1">
              <a:lnSpc>
                <a:spcPct val="80000"/>
              </a:lnSpc>
              <a:spcBef>
                <a:spcPts val="0"/>
              </a:spcBef>
              <a:spcAft>
                <a:spcPts val="0"/>
              </a:spcAft>
              <a:buNone/>
              <a:defRPr lang="en-US" sz="2400" b="0" i="0" kern="1200" dirty="0" smtClean="0">
                <a:solidFill>
                  <a:schemeClr val="bg1"/>
                </a:solidFill>
                <a:latin typeface="+mj-lt"/>
                <a:ea typeface="GT America Regular" charset="0"/>
                <a:cs typeface="GT America Regular" charset="0"/>
              </a:defRPr>
            </a:lvl3pPr>
            <a:lvl4pPr marL="0" indent="0" algn="l" defTabSz="914400" rtl="0" eaLnBrk="1" latinLnBrk="0" hangingPunct="1">
              <a:lnSpc>
                <a:spcPct val="80000"/>
              </a:lnSpc>
              <a:spcBef>
                <a:spcPts val="0"/>
              </a:spcBef>
              <a:spcAft>
                <a:spcPts val="0"/>
              </a:spcAft>
              <a:buNone/>
              <a:defRPr lang="en-US" sz="2400" b="0" i="0" kern="1200" dirty="0" smtClean="0">
                <a:solidFill>
                  <a:schemeClr val="bg1"/>
                </a:solidFill>
                <a:latin typeface="+mj-lt"/>
                <a:ea typeface="GT America Regular" charset="0"/>
                <a:cs typeface="GT America Regular" charset="0"/>
              </a:defRPr>
            </a:lvl4pPr>
            <a:lvl5pPr marL="0" indent="0" algn="l" defTabSz="914400" rtl="0" eaLnBrk="1" latinLnBrk="0" hangingPunct="1">
              <a:lnSpc>
                <a:spcPct val="80000"/>
              </a:lnSpc>
              <a:spcBef>
                <a:spcPts val="0"/>
              </a:spcBef>
              <a:spcAft>
                <a:spcPts val="0"/>
              </a:spcAft>
              <a:buNone/>
              <a:defRPr lang="en-US" sz="2400" b="0" i="0" kern="1200" dirty="0" smtClean="0">
                <a:solidFill>
                  <a:schemeClr val="bg1"/>
                </a:solidFill>
                <a:latin typeface="+mj-lt"/>
                <a:ea typeface="GT America Regular" charset="0"/>
                <a:cs typeface="GT America Regular" charset="0"/>
              </a:defRPr>
            </a:lvl5pPr>
            <a:lvl6pPr marL="0" indent="0" algn="l" defTabSz="914400" rtl="0" eaLnBrk="1" latinLnBrk="0" hangingPunct="1">
              <a:lnSpc>
                <a:spcPct val="80000"/>
              </a:lnSpc>
              <a:spcBef>
                <a:spcPts val="0"/>
              </a:spcBef>
              <a:spcAft>
                <a:spcPts val="0"/>
              </a:spcAft>
              <a:buNone/>
              <a:defRPr lang="en-US" sz="2400" b="0" i="0" kern="1200" dirty="0" smtClean="0">
                <a:solidFill>
                  <a:schemeClr val="bg1"/>
                </a:solidFill>
                <a:latin typeface="+mj-lt"/>
                <a:ea typeface="GT America Regular" charset="0"/>
                <a:cs typeface="GT America Regular" charset="0"/>
              </a:defRPr>
            </a:lvl6pPr>
            <a:lvl7pPr marL="0" indent="0" algn="l" defTabSz="914400" rtl="0" eaLnBrk="1" latinLnBrk="0" hangingPunct="1">
              <a:lnSpc>
                <a:spcPct val="80000"/>
              </a:lnSpc>
              <a:spcBef>
                <a:spcPts val="0"/>
              </a:spcBef>
              <a:spcAft>
                <a:spcPts val="0"/>
              </a:spcAft>
              <a:buNone/>
              <a:defRPr lang="en-US" sz="2400" b="0" i="0" kern="1200" dirty="0" smtClean="0">
                <a:solidFill>
                  <a:schemeClr val="bg1"/>
                </a:solidFill>
                <a:latin typeface="+mj-lt"/>
                <a:ea typeface="GT America Regular" charset="0"/>
                <a:cs typeface="GT America Regular" charset="0"/>
              </a:defRPr>
            </a:lvl7pPr>
            <a:lvl8pPr marL="0" indent="0" algn="l" defTabSz="914400" rtl="0" eaLnBrk="1" latinLnBrk="0" hangingPunct="1">
              <a:lnSpc>
                <a:spcPct val="80000"/>
              </a:lnSpc>
              <a:spcBef>
                <a:spcPts val="0"/>
              </a:spcBef>
              <a:spcAft>
                <a:spcPts val="0"/>
              </a:spcAft>
              <a:buNone/>
              <a:defRPr lang="en-US" sz="2400" b="0" i="0" kern="1200" dirty="0" smtClean="0">
                <a:solidFill>
                  <a:schemeClr val="bg1"/>
                </a:solidFill>
                <a:latin typeface="+mj-lt"/>
                <a:ea typeface="GT America Regular" charset="0"/>
                <a:cs typeface="GT America Regular" charset="0"/>
              </a:defRPr>
            </a:lvl8pPr>
            <a:lvl9pPr marL="0" indent="0" algn="l" defTabSz="914400" rtl="0" eaLnBrk="1" latinLnBrk="0" hangingPunct="1">
              <a:lnSpc>
                <a:spcPct val="80000"/>
              </a:lnSpc>
              <a:spcBef>
                <a:spcPts val="0"/>
              </a:spcBef>
              <a:spcAft>
                <a:spcPts val="0"/>
              </a:spcAft>
              <a:buNone/>
              <a:defRPr lang="en-US" sz="2400" b="0" i="0" kern="1200" dirty="0">
                <a:solidFill>
                  <a:schemeClr val="bg1"/>
                </a:solidFill>
                <a:latin typeface="+mj-lt"/>
                <a:ea typeface="GT America Regular" charset="0"/>
                <a:cs typeface="GT America Regular" charset="0"/>
              </a:defRPr>
            </a:lvl9pPr>
          </a:lstStyle>
          <a:p>
            <a:pPr lvl="0"/>
            <a:r>
              <a:rPr lang="en-US"/>
              <a:t>Click to edit Master text styles</a:t>
            </a:r>
          </a:p>
        </p:txBody>
      </p:sp>
      <p:sp>
        <p:nvSpPr>
          <p:cNvPr id="14" name="Text Placeholder 15">
            <a:extLst>
              <a:ext uri="{FF2B5EF4-FFF2-40B4-BE49-F238E27FC236}">
                <a16:creationId xmlns:a16="http://schemas.microsoft.com/office/drawing/2014/main" id="{81B1CE43-1A7D-92BC-9BE0-98FB6FC0D573}"/>
              </a:ext>
            </a:extLst>
          </p:cNvPr>
          <p:cNvSpPr>
            <a:spLocks noGrp="1"/>
          </p:cNvSpPr>
          <p:nvPr>
            <p:ph type="body" sz="quarter" idx="46"/>
          </p:nvPr>
        </p:nvSpPr>
        <p:spPr>
          <a:xfrm>
            <a:off x="546100" y="6019800"/>
            <a:ext cx="5445125" cy="289560"/>
          </a:xfrm>
        </p:spPr>
        <p:txBody>
          <a:bodyPr anchor="b" anchorCtr="0">
            <a:noAutofit/>
          </a:bodyPr>
          <a:lstStyle>
            <a:lvl1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1pPr>
            <a:lvl2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2pPr>
            <a:lvl3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3pPr>
            <a:lvl4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4pPr>
            <a:lvl5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5pPr>
            <a:lvl6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6pPr>
            <a:lvl7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7pPr>
            <a:lvl8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8pPr>
            <a:lvl9pPr marL="0" indent="0" algn="l" defTabSz="914400" rtl="0" eaLnBrk="1" latinLnBrk="0" hangingPunct="1">
              <a:lnSpc>
                <a:spcPct val="101000"/>
              </a:lnSpc>
              <a:spcBef>
                <a:spcPts val="0"/>
              </a:spcBef>
              <a:spcAft>
                <a:spcPts val="600"/>
              </a:spcAft>
              <a:buNone/>
              <a:defRPr lang="en-US" sz="600" b="0" i="0" kern="1200" dirty="0">
                <a:solidFill>
                  <a:srgbClr val="75787B"/>
                </a:solidFill>
                <a:latin typeface="+mn-lt"/>
                <a:ea typeface="GT America Regular" charset="0"/>
                <a:cs typeface="GT America Regular" charset="0"/>
              </a:defRPr>
            </a:lvl9pPr>
          </a:lstStyle>
          <a:p>
            <a:pPr lvl="0"/>
            <a:r>
              <a:rPr lang="en-US"/>
              <a:t>Click to edit Master text styles</a:t>
            </a:r>
          </a:p>
        </p:txBody>
      </p:sp>
      <p:sp>
        <p:nvSpPr>
          <p:cNvPr id="15" name="Content Placeholder 32">
            <a:extLst>
              <a:ext uri="{FF2B5EF4-FFF2-40B4-BE49-F238E27FC236}">
                <a16:creationId xmlns:a16="http://schemas.microsoft.com/office/drawing/2014/main" id="{BA6EB3DD-394B-9F7E-9B89-633914C3BBFB}"/>
              </a:ext>
            </a:extLst>
          </p:cNvPr>
          <p:cNvSpPr>
            <a:spLocks noGrp="1"/>
          </p:cNvSpPr>
          <p:nvPr>
            <p:ph sz="quarter" idx="40"/>
          </p:nvPr>
        </p:nvSpPr>
        <p:spPr>
          <a:xfrm>
            <a:off x="546100" y="3984625"/>
            <a:ext cx="3520440" cy="1882775"/>
          </a:xfrm>
        </p:spPr>
        <p:txBody>
          <a:bodyPr/>
          <a:lstStyle>
            <a:lvl1pPr>
              <a:defRPr lang="en-US" sz="2000" b="0" i="0" kern="1200" dirty="0" smtClean="0">
                <a:solidFill>
                  <a:schemeClr val="tx2"/>
                </a:solidFill>
                <a:latin typeface="+mj-lt"/>
                <a:ea typeface="GT America Regular" charset="0"/>
                <a:cs typeface="GT America Regular" charset="0"/>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7" name="Content Placeholder 15">
            <a:extLst>
              <a:ext uri="{FF2B5EF4-FFF2-40B4-BE49-F238E27FC236}">
                <a16:creationId xmlns:a16="http://schemas.microsoft.com/office/drawing/2014/main" id="{5BB03F0A-D74D-D67C-7DAC-CF0BD1A2F886}"/>
              </a:ext>
            </a:extLst>
          </p:cNvPr>
          <p:cNvSpPr>
            <a:spLocks noGrp="1"/>
          </p:cNvSpPr>
          <p:nvPr>
            <p:ph sz="quarter" idx="47"/>
          </p:nvPr>
        </p:nvSpPr>
        <p:spPr>
          <a:xfrm>
            <a:off x="4328238" y="3984624"/>
            <a:ext cx="3520440" cy="1882775"/>
          </a:xfrm>
        </p:spPr>
        <p:txBody>
          <a:bodyPr/>
          <a:lstStyle>
            <a:lvl1pPr>
              <a:defRPr lang="en-US" sz="2000" b="0" i="0" kern="1200" dirty="0" smtClean="0">
                <a:solidFill>
                  <a:schemeClr val="tx2"/>
                </a:solidFill>
                <a:latin typeface="+mj-lt"/>
                <a:ea typeface="GT America Regular" charset="0"/>
                <a:cs typeface="GT America Regular" charset="0"/>
              </a:defRPr>
            </a:lvl1pPr>
          </a:lstStyle>
          <a:p>
            <a:pPr marL="0" lvl="0" indent="0" algn="l" defTabSz="914400" rtl="0" eaLnBrk="1" latinLnBrk="0" hangingPunct="1">
              <a:lnSpc>
                <a:spcPct val="101000"/>
              </a:lnSpc>
              <a:spcBef>
                <a:spcPts val="0"/>
              </a:spcBef>
              <a:spcAft>
                <a:spcPts val="600"/>
              </a:spcAft>
              <a:buFont typeface="GT America Regular"/>
              <a:buNone/>
            </a:pPr>
            <a:r>
              <a:rPr lang="en-US"/>
              <a:t>Click to edit Master text styles</a:t>
            </a:r>
          </a:p>
          <a:p>
            <a:pPr marL="0" lvl="1" indent="0" algn="l" defTabSz="914400" rtl="0" eaLnBrk="1" latinLnBrk="0" hangingPunct="1">
              <a:lnSpc>
                <a:spcPct val="101000"/>
              </a:lnSpc>
              <a:spcBef>
                <a:spcPts val="0"/>
              </a:spcBef>
              <a:spcAft>
                <a:spcPts val="600"/>
              </a:spcAft>
              <a:buFont typeface="GT America Regular"/>
              <a:buNone/>
            </a:pPr>
            <a:r>
              <a:rPr lang="en-US"/>
              <a:t>Second level</a:t>
            </a:r>
          </a:p>
          <a:p>
            <a:pPr marL="0" lvl="2" indent="0" algn="l" defTabSz="914400" rtl="0" eaLnBrk="1" latinLnBrk="0" hangingPunct="1">
              <a:lnSpc>
                <a:spcPct val="101000"/>
              </a:lnSpc>
              <a:spcBef>
                <a:spcPts val="0"/>
              </a:spcBef>
              <a:spcAft>
                <a:spcPts val="600"/>
              </a:spcAft>
              <a:buFont typeface="GT America Regular"/>
              <a:buNone/>
            </a:pPr>
            <a:r>
              <a:rPr lang="en-US"/>
              <a:t>Third level</a:t>
            </a:r>
          </a:p>
          <a:p>
            <a:pPr marL="0" lvl="3" indent="0" algn="l" defTabSz="914400" rtl="0" eaLnBrk="1" latinLnBrk="0" hangingPunct="1">
              <a:lnSpc>
                <a:spcPct val="101000"/>
              </a:lnSpc>
              <a:spcBef>
                <a:spcPts val="0"/>
              </a:spcBef>
              <a:spcAft>
                <a:spcPts val="600"/>
              </a:spcAft>
              <a:buFont typeface="GT America Regular"/>
              <a:buNone/>
            </a:pPr>
            <a:r>
              <a:rPr lang="en-US"/>
              <a:t>Fourth level</a:t>
            </a:r>
          </a:p>
          <a:p>
            <a:pPr marL="0" lvl="4" indent="0" algn="l" defTabSz="914400" rtl="0" eaLnBrk="1" latinLnBrk="0" hangingPunct="1">
              <a:lnSpc>
                <a:spcPct val="101000"/>
              </a:lnSpc>
              <a:spcBef>
                <a:spcPts val="0"/>
              </a:spcBef>
              <a:spcAft>
                <a:spcPts val="600"/>
              </a:spcAft>
              <a:buFont typeface="GT America Regular"/>
              <a:buNone/>
            </a:pPr>
            <a:r>
              <a:rPr lang="en-US"/>
              <a:t>Fifth level</a:t>
            </a:r>
            <a:endParaRPr lang="en-US" dirty="0"/>
          </a:p>
        </p:txBody>
      </p:sp>
      <p:sp>
        <p:nvSpPr>
          <p:cNvPr id="20" name="Content Placeholder 17">
            <a:extLst>
              <a:ext uri="{FF2B5EF4-FFF2-40B4-BE49-F238E27FC236}">
                <a16:creationId xmlns:a16="http://schemas.microsoft.com/office/drawing/2014/main" id="{A4CFDEF4-9A06-FDBA-C4CA-F65EF5657C9A}"/>
              </a:ext>
            </a:extLst>
          </p:cNvPr>
          <p:cNvSpPr>
            <a:spLocks noGrp="1"/>
          </p:cNvSpPr>
          <p:nvPr>
            <p:ph sz="quarter" idx="48"/>
          </p:nvPr>
        </p:nvSpPr>
        <p:spPr>
          <a:xfrm>
            <a:off x="8117522" y="3984624"/>
            <a:ext cx="3520440" cy="1882775"/>
          </a:xfrm>
        </p:spPr>
        <p:txBody>
          <a:bodyPr/>
          <a:lstStyle>
            <a:lvl1pPr>
              <a:defRPr lang="en-US" sz="2000" b="0" i="0" kern="1200" dirty="0" smtClean="0">
                <a:solidFill>
                  <a:schemeClr val="tx2"/>
                </a:solidFill>
                <a:latin typeface="+mj-lt"/>
                <a:ea typeface="GT America Regular" charset="0"/>
                <a:cs typeface="GT America Regular" charset="0"/>
              </a:defRPr>
            </a:lvl1pPr>
          </a:lstStyle>
          <a:p>
            <a:pPr marL="0" lvl="0" indent="0" algn="l" defTabSz="914400" rtl="0" eaLnBrk="1" latinLnBrk="0" hangingPunct="1">
              <a:lnSpc>
                <a:spcPct val="101000"/>
              </a:lnSpc>
              <a:spcBef>
                <a:spcPts val="0"/>
              </a:spcBef>
              <a:spcAft>
                <a:spcPts val="600"/>
              </a:spcAft>
              <a:buFont typeface="GT America Regular"/>
              <a:buNone/>
            </a:pPr>
            <a:r>
              <a:rPr lang="en-US"/>
              <a:t>Click to edit Master text styles</a:t>
            </a:r>
          </a:p>
          <a:p>
            <a:pPr marL="0" lvl="1" indent="0" algn="l" defTabSz="914400" rtl="0" eaLnBrk="1" latinLnBrk="0" hangingPunct="1">
              <a:lnSpc>
                <a:spcPct val="101000"/>
              </a:lnSpc>
              <a:spcBef>
                <a:spcPts val="0"/>
              </a:spcBef>
              <a:spcAft>
                <a:spcPts val="600"/>
              </a:spcAft>
              <a:buFont typeface="GT America Regular"/>
              <a:buNone/>
            </a:pPr>
            <a:r>
              <a:rPr lang="en-US"/>
              <a:t>Second level</a:t>
            </a:r>
          </a:p>
          <a:p>
            <a:pPr marL="0" lvl="2" indent="0" algn="l" defTabSz="914400" rtl="0" eaLnBrk="1" latinLnBrk="0" hangingPunct="1">
              <a:lnSpc>
                <a:spcPct val="101000"/>
              </a:lnSpc>
              <a:spcBef>
                <a:spcPts val="0"/>
              </a:spcBef>
              <a:spcAft>
                <a:spcPts val="600"/>
              </a:spcAft>
              <a:buFont typeface="GT America Regular"/>
              <a:buNone/>
            </a:pPr>
            <a:r>
              <a:rPr lang="en-US"/>
              <a:t>Third level</a:t>
            </a:r>
          </a:p>
          <a:p>
            <a:pPr marL="0" lvl="3" indent="0" algn="l" defTabSz="914400" rtl="0" eaLnBrk="1" latinLnBrk="0" hangingPunct="1">
              <a:lnSpc>
                <a:spcPct val="101000"/>
              </a:lnSpc>
              <a:spcBef>
                <a:spcPts val="0"/>
              </a:spcBef>
              <a:spcAft>
                <a:spcPts val="600"/>
              </a:spcAft>
              <a:buFont typeface="GT America Regular"/>
              <a:buNone/>
            </a:pPr>
            <a:r>
              <a:rPr lang="en-US"/>
              <a:t>Fourth level</a:t>
            </a:r>
          </a:p>
          <a:p>
            <a:pPr marL="0" lvl="4" indent="0" algn="l" defTabSz="914400" rtl="0" eaLnBrk="1" latinLnBrk="0" hangingPunct="1">
              <a:lnSpc>
                <a:spcPct val="101000"/>
              </a:lnSpc>
              <a:spcBef>
                <a:spcPts val="0"/>
              </a:spcBef>
              <a:spcAft>
                <a:spcPts val="600"/>
              </a:spcAft>
              <a:buFont typeface="GT America Regular"/>
              <a:buNone/>
            </a:pPr>
            <a:r>
              <a:rPr lang="en-US"/>
              <a:t>Fifth level</a:t>
            </a:r>
            <a:endParaRPr lang="en-US" dirty="0"/>
          </a:p>
        </p:txBody>
      </p:sp>
      <p:grpSp>
        <p:nvGrpSpPr>
          <p:cNvPr id="2" name="Group 1">
            <a:extLst>
              <a:ext uri="{FF2B5EF4-FFF2-40B4-BE49-F238E27FC236}">
                <a16:creationId xmlns:a16="http://schemas.microsoft.com/office/drawing/2014/main" id="{2C365AED-49EE-AA59-4E2A-FCAFCF616CF2}"/>
              </a:ext>
            </a:extLst>
          </p:cNvPr>
          <p:cNvGrpSpPr/>
          <p:nvPr userDrawn="1"/>
        </p:nvGrpSpPr>
        <p:grpSpPr>
          <a:xfrm>
            <a:off x="12356815" y="0"/>
            <a:ext cx="756834" cy="6872642"/>
            <a:chOff x="12356815" y="0"/>
            <a:chExt cx="756834" cy="6872642"/>
          </a:xfrm>
        </p:grpSpPr>
        <p:sp>
          <p:nvSpPr>
            <p:cNvPr id="4" name="Rectangle 3">
              <a:extLst>
                <a:ext uri="{FF2B5EF4-FFF2-40B4-BE49-F238E27FC236}">
                  <a16:creationId xmlns:a16="http://schemas.microsoft.com/office/drawing/2014/main" id="{841F30C3-28B6-AFCE-B24B-3BDDCBDF97A3}"/>
                </a:ext>
              </a:extLst>
            </p:cNvPr>
            <p:cNvSpPr/>
            <p:nvPr userDrawn="1"/>
          </p:nvSpPr>
          <p:spPr>
            <a:xfrm>
              <a:off x="12356815" y="0"/>
              <a:ext cx="553069" cy="3279913"/>
            </a:xfrm>
            <a:prstGeom prst="rect">
              <a:avLst/>
            </a:prstGeom>
            <a:solidFill>
              <a:srgbClr val="F2F2F2"/>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a:p>
          </p:txBody>
        </p:sp>
        <p:sp>
          <p:nvSpPr>
            <p:cNvPr id="5" name="TextBox 4">
              <a:extLst>
                <a:ext uri="{FF2B5EF4-FFF2-40B4-BE49-F238E27FC236}">
                  <a16:creationId xmlns:a16="http://schemas.microsoft.com/office/drawing/2014/main" id="{C24BD654-63BE-D854-FEE5-C494F302EB16}"/>
                </a:ext>
              </a:extLst>
            </p:cNvPr>
            <p:cNvSpPr txBox="1"/>
            <p:nvPr userDrawn="1"/>
          </p:nvSpPr>
          <p:spPr>
            <a:xfrm rot="16200000">
              <a:off x="12332216" y="1580677"/>
              <a:ext cx="1444306" cy="118559"/>
            </a:xfrm>
            <a:prstGeom prst="rect">
              <a:avLst/>
            </a:prstGeom>
            <a:noFill/>
          </p:spPr>
          <p:txBody>
            <a:bodyPr wrap="none" lIns="0" tIns="0" rIns="0" bIns="0" rtlCol="0">
              <a:spAutoFit/>
            </a:bodyPr>
            <a:lstStyle/>
            <a:p>
              <a:pPr algn="l">
                <a:lnSpc>
                  <a:spcPct val="101000"/>
                </a:lnSpc>
                <a:spcAft>
                  <a:spcPts val="600"/>
                </a:spcAft>
              </a:pPr>
              <a:r>
                <a:rPr kumimoji="0" lang="en-CR" sz="800" b="1" i="0" u="none" strike="noStrike" kern="1200" cap="none" spc="0" normalizeH="0" baseline="0" noProof="0">
                  <a:ln>
                    <a:noFill/>
                  </a:ln>
                  <a:solidFill>
                    <a:srgbClr val="000000"/>
                  </a:solidFill>
                  <a:effectLst/>
                  <a:uLnTx/>
                  <a:uFillTx/>
                  <a:ea typeface="GT America Regular" charset="0"/>
                  <a:cs typeface="GT America Regular" charset="0"/>
                </a:rPr>
                <a:t>ON LIGHT AND EXTRA LIGHT</a:t>
              </a:r>
            </a:p>
          </p:txBody>
        </p:sp>
        <p:sp>
          <p:nvSpPr>
            <p:cNvPr id="6" name="Rectangle 5">
              <a:extLst>
                <a:ext uri="{FF2B5EF4-FFF2-40B4-BE49-F238E27FC236}">
                  <a16:creationId xmlns:a16="http://schemas.microsoft.com/office/drawing/2014/main" id="{438BB7AA-F074-D300-D451-3B2A1767239E}"/>
                </a:ext>
              </a:extLst>
            </p:cNvPr>
            <p:cNvSpPr/>
            <p:nvPr userDrawn="1"/>
          </p:nvSpPr>
          <p:spPr>
            <a:xfrm>
              <a:off x="12356815" y="3592729"/>
              <a:ext cx="553069" cy="3279913"/>
            </a:xfrm>
            <a:prstGeom prst="rect">
              <a:avLst/>
            </a:prstGeom>
            <a:solidFill>
              <a:schemeClr val="tx2"/>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a:p>
          </p:txBody>
        </p:sp>
        <p:grpSp>
          <p:nvGrpSpPr>
            <p:cNvPr id="7" name="Group 6">
              <a:extLst>
                <a:ext uri="{FF2B5EF4-FFF2-40B4-BE49-F238E27FC236}">
                  <a16:creationId xmlns:a16="http://schemas.microsoft.com/office/drawing/2014/main" id="{116067C9-69E2-F436-8DBC-097F8E59B29F}"/>
                </a:ext>
              </a:extLst>
            </p:cNvPr>
            <p:cNvGrpSpPr/>
            <p:nvPr userDrawn="1"/>
          </p:nvGrpSpPr>
          <p:grpSpPr>
            <a:xfrm>
              <a:off x="12442019" y="3791214"/>
              <a:ext cx="382660" cy="2882942"/>
              <a:chOff x="14001569" y="3716048"/>
              <a:chExt cx="316248" cy="3171236"/>
            </a:xfrm>
          </p:grpSpPr>
          <p:sp>
            <p:nvSpPr>
              <p:cNvPr id="29" name="Rectangle 28">
                <a:extLst>
                  <a:ext uri="{FF2B5EF4-FFF2-40B4-BE49-F238E27FC236}">
                    <a16:creationId xmlns:a16="http://schemas.microsoft.com/office/drawing/2014/main" id="{6EDD4E88-B53A-0DEF-FDBD-7A42D590F51C}"/>
                  </a:ext>
                </a:extLst>
              </p:cNvPr>
              <p:cNvSpPr/>
              <p:nvPr userDrawn="1"/>
            </p:nvSpPr>
            <p:spPr>
              <a:xfrm rot="5400000">
                <a:off x="14033099" y="5954114"/>
                <a:ext cx="253188" cy="316248"/>
              </a:xfrm>
              <a:prstGeom prst="rect">
                <a:avLst/>
              </a:prstGeom>
              <a:solidFill>
                <a:srgbClr val="005E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30" name="Rectangle 29">
                <a:extLst>
                  <a:ext uri="{FF2B5EF4-FFF2-40B4-BE49-F238E27FC236}">
                    <a16:creationId xmlns:a16="http://schemas.microsoft.com/office/drawing/2014/main" id="{FDF567F6-06E2-D3CC-8755-728DC12601F0}"/>
                  </a:ext>
                </a:extLst>
              </p:cNvPr>
              <p:cNvSpPr/>
              <p:nvPr userDrawn="1"/>
            </p:nvSpPr>
            <p:spPr>
              <a:xfrm rot="5400000">
                <a:off x="14033099" y="6278342"/>
                <a:ext cx="253188" cy="316248"/>
              </a:xfrm>
              <a:prstGeom prst="rect">
                <a:avLst/>
              </a:prstGeom>
              <a:solidFill>
                <a:srgbClr val="B8B9D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31" name="Rectangle 30">
                <a:extLst>
                  <a:ext uri="{FF2B5EF4-FFF2-40B4-BE49-F238E27FC236}">
                    <a16:creationId xmlns:a16="http://schemas.microsoft.com/office/drawing/2014/main" id="{708408F5-57EC-47C9-C70E-9617D6C84949}"/>
                  </a:ext>
                </a:extLst>
              </p:cNvPr>
              <p:cNvSpPr/>
              <p:nvPr userDrawn="1"/>
            </p:nvSpPr>
            <p:spPr>
              <a:xfrm rot="5400000">
                <a:off x="14033099" y="6602566"/>
                <a:ext cx="253188" cy="316248"/>
              </a:xfrm>
              <a:prstGeom prst="rect">
                <a:avLst/>
              </a:prstGeom>
              <a:solidFill>
                <a:srgbClr val="FBE6D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32" name="Rectangle 31">
                <a:extLst>
                  <a:ext uri="{FF2B5EF4-FFF2-40B4-BE49-F238E27FC236}">
                    <a16:creationId xmlns:a16="http://schemas.microsoft.com/office/drawing/2014/main" id="{E4145798-FA40-E2C3-80A6-C019DE4D5DFD}"/>
                  </a:ext>
                </a:extLst>
              </p:cNvPr>
              <p:cNvSpPr/>
              <p:nvPr userDrawn="1"/>
            </p:nvSpPr>
            <p:spPr>
              <a:xfrm rot="5400000">
                <a:off x="14033099" y="4981430"/>
                <a:ext cx="253188" cy="316248"/>
              </a:xfrm>
              <a:prstGeom prst="rect">
                <a:avLst/>
              </a:prstGeom>
              <a:solidFill>
                <a:srgbClr val="BCE09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33" name="Rectangle 32">
                <a:extLst>
                  <a:ext uri="{FF2B5EF4-FFF2-40B4-BE49-F238E27FC236}">
                    <a16:creationId xmlns:a16="http://schemas.microsoft.com/office/drawing/2014/main" id="{34CE01C7-9485-0275-7348-0F21A6FE8409}"/>
                  </a:ext>
                </a:extLst>
              </p:cNvPr>
              <p:cNvSpPr/>
              <p:nvPr userDrawn="1"/>
            </p:nvSpPr>
            <p:spPr>
              <a:xfrm rot="5400000">
                <a:off x="14033099" y="5305658"/>
                <a:ext cx="253188" cy="316248"/>
              </a:xfrm>
              <a:prstGeom prst="rect">
                <a:avLst/>
              </a:prstGeom>
              <a:solidFill>
                <a:srgbClr val="E9783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34" name="Rectangle 33">
                <a:extLst>
                  <a:ext uri="{FF2B5EF4-FFF2-40B4-BE49-F238E27FC236}">
                    <a16:creationId xmlns:a16="http://schemas.microsoft.com/office/drawing/2014/main" id="{AE7ECE5D-17CC-62C7-ECBD-232FDE25AFE3}"/>
                  </a:ext>
                </a:extLst>
              </p:cNvPr>
              <p:cNvSpPr/>
              <p:nvPr userDrawn="1"/>
            </p:nvSpPr>
            <p:spPr>
              <a:xfrm rot="5400000">
                <a:off x="14033099" y="5629886"/>
                <a:ext cx="253188" cy="316248"/>
              </a:xfrm>
              <a:prstGeom prst="rect">
                <a:avLst/>
              </a:prstGeom>
              <a:solidFill>
                <a:srgbClr val="B9056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35" name="Rectangle 34">
                <a:extLst>
                  <a:ext uri="{FF2B5EF4-FFF2-40B4-BE49-F238E27FC236}">
                    <a16:creationId xmlns:a16="http://schemas.microsoft.com/office/drawing/2014/main" id="{3EAD9019-2BA9-2499-A856-69F2DA015692}"/>
                  </a:ext>
                </a:extLst>
              </p:cNvPr>
              <p:cNvSpPr/>
              <p:nvPr userDrawn="1"/>
            </p:nvSpPr>
            <p:spPr>
              <a:xfrm rot="5400000">
                <a:off x="14033099" y="3684518"/>
                <a:ext cx="253188" cy="316248"/>
              </a:xfrm>
              <a:prstGeom prst="rect">
                <a:avLst/>
              </a:prstGeom>
              <a:solidFill>
                <a:srgbClr val="9DC2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36" name="Rectangle 35">
                <a:extLst>
                  <a:ext uri="{FF2B5EF4-FFF2-40B4-BE49-F238E27FC236}">
                    <a16:creationId xmlns:a16="http://schemas.microsoft.com/office/drawing/2014/main" id="{BEB9F995-0DF4-E45D-0D1E-ED4D6067E390}"/>
                  </a:ext>
                </a:extLst>
              </p:cNvPr>
              <p:cNvSpPr/>
              <p:nvPr userDrawn="1"/>
            </p:nvSpPr>
            <p:spPr>
              <a:xfrm rot="5400000">
                <a:off x="14033099" y="4008746"/>
                <a:ext cx="253188" cy="316248"/>
              </a:xfrm>
              <a:prstGeom prst="rect">
                <a:avLst/>
              </a:prstGeom>
              <a:solidFill>
                <a:srgbClr val="309DA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37" name="Rectangle 36">
                <a:extLst>
                  <a:ext uri="{FF2B5EF4-FFF2-40B4-BE49-F238E27FC236}">
                    <a16:creationId xmlns:a16="http://schemas.microsoft.com/office/drawing/2014/main" id="{51BB3C3A-A0E8-A986-9E55-7D7C941B2FFB}"/>
                  </a:ext>
                </a:extLst>
              </p:cNvPr>
              <p:cNvSpPr/>
              <p:nvPr userDrawn="1"/>
            </p:nvSpPr>
            <p:spPr>
              <a:xfrm rot="5400000">
                <a:off x="14033099" y="4332974"/>
                <a:ext cx="253188" cy="316248"/>
              </a:xfrm>
              <a:prstGeom prst="rect">
                <a:avLst/>
              </a:prstGeom>
              <a:solidFill>
                <a:srgbClr val="E2C22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38" name="Rectangle 37">
                <a:extLst>
                  <a:ext uri="{FF2B5EF4-FFF2-40B4-BE49-F238E27FC236}">
                    <a16:creationId xmlns:a16="http://schemas.microsoft.com/office/drawing/2014/main" id="{CB895196-3D61-3F2B-9979-A556BE90FFF1}"/>
                  </a:ext>
                </a:extLst>
              </p:cNvPr>
              <p:cNvSpPr/>
              <p:nvPr userDrawn="1"/>
            </p:nvSpPr>
            <p:spPr>
              <a:xfrm rot="5400000">
                <a:off x="14033099" y="4657202"/>
                <a:ext cx="253188" cy="316248"/>
              </a:xfrm>
              <a:prstGeom prst="rect">
                <a:avLst/>
              </a:prstGeom>
              <a:solidFill>
                <a:srgbClr val="9158B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grpSp>
        <p:grpSp>
          <p:nvGrpSpPr>
            <p:cNvPr id="11" name="Group 10">
              <a:extLst>
                <a:ext uri="{FF2B5EF4-FFF2-40B4-BE49-F238E27FC236}">
                  <a16:creationId xmlns:a16="http://schemas.microsoft.com/office/drawing/2014/main" id="{705879C0-A32D-32A7-D5BA-4C6E07517F05}"/>
                </a:ext>
              </a:extLst>
            </p:cNvPr>
            <p:cNvGrpSpPr/>
            <p:nvPr userDrawn="1"/>
          </p:nvGrpSpPr>
          <p:grpSpPr>
            <a:xfrm>
              <a:off x="12442019" y="198485"/>
              <a:ext cx="382660" cy="2882942"/>
              <a:chOff x="12742785" y="3716048"/>
              <a:chExt cx="316248" cy="3171236"/>
            </a:xfrm>
          </p:grpSpPr>
          <p:sp>
            <p:nvSpPr>
              <p:cNvPr id="18" name="Rectangle 17">
                <a:extLst>
                  <a:ext uri="{FF2B5EF4-FFF2-40B4-BE49-F238E27FC236}">
                    <a16:creationId xmlns:a16="http://schemas.microsoft.com/office/drawing/2014/main" id="{2A5DE2B3-299D-B055-0529-C099D7DCF0AC}"/>
                  </a:ext>
                </a:extLst>
              </p:cNvPr>
              <p:cNvSpPr/>
              <p:nvPr userDrawn="1"/>
            </p:nvSpPr>
            <p:spPr>
              <a:xfrm rot="5400000">
                <a:off x="12774315" y="6602566"/>
                <a:ext cx="253188" cy="316248"/>
              </a:xfrm>
              <a:prstGeom prst="rect">
                <a:avLst/>
              </a:prstGeom>
              <a:solidFill>
                <a:srgbClr val="BFD6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19" name="Rectangle 18">
                <a:extLst>
                  <a:ext uri="{FF2B5EF4-FFF2-40B4-BE49-F238E27FC236}">
                    <a16:creationId xmlns:a16="http://schemas.microsoft.com/office/drawing/2014/main" id="{F2699730-3F23-4980-E0BA-3A5305A910FB}"/>
                  </a:ext>
                </a:extLst>
              </p:cNvPr>
              <p:cNvSpPr/>
              <p:nvPr userDrawn="1"/>
            </p:nvSpPr>
            <p:spPr>
              <a:xfrm rot="5400000">
                <a:off x="12774315" y="4981430"/>
                <a:ext cx="253188" cy="316248"/>
              </a:xfrm>
              <a:prstGeom prst="rect">
                <a:avLst/>
              </a:prstGeom>
              <a:solidFill>
                <a:srgbClr val="D25F7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21" name="Rectangle 20">
                <a:extLst>
                  <a:ext uri="{FF2B5EF4-FFF2-40B4-BE49-F238E27FC236}">
                    <a16:creationId xmlns:a16="http://schemas.microsoft.com/office/drawing/2014/main" id="{758ECAB0-7910-2A9A-A0FC-309379E1AD9F}"/>
                  </a:ext>
                </a:extLst>
              </p:cNvPr>
              <p:cNvSpPr/>
              <p:nvPr userDrawn="1"/>
            </p:nvSpPr>
            <p:spPr>
              <a:xfrm rot="5400000">
                <a:off x="12774315" y="5305658"/>
                <a:ext cx="253188" cy="316248"/>
              </a:xfrm>
              <a:prstGeom prst="rect">
                <a:avLst/>
              </a:prstGeom>
              <a:solidFill>
                <a:srgbClr val="C6480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22" name="Rectangle 21">
                <a:extLst>
                  <a:ext uri="{FF2B5EF4-FFF2-40B4-BE49-F238E27FC236}">
                    <a16:creationId xmlns:a16="http://schemas.microsoft.com/office/drawing/2014/main" id="{0CCEFAF3-B229-081D-86A0-96021A766899}"/>
                  </a:ext>
                </a:extLst>
              </p:cNvPr>
              <p:cNvSpPr/>
              <p:nvPr userDrawn="1"/>
            </p:nvSpPr>
            <p:spPr>
              <a:xfrm rot="5400000">
                <a:off x="12774315" y="5629886"/>
                <a:ext cx="253188" cy="316248"/>
              </a:xfrm>
              <a:prstGeom prst="rect">
                <a:avLst/>
              </a:prstGeom>
              <a:solidFill>
                <a:srgbClr val="BA016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23" name="Rectangle 22">
                <a:extLst>
                  <a:ext uri="{FF2B5EF4-FFF2-40B4-BE49-F238E27FC236}">
                    <a16:creationId xmlns:a16="http://schemas.microsoft.com/office/drawing/2014/main" id="{817C5D4C-A9D1-1269-BF96-A6774A30698C}"/>
                  </a:ext>
                </a:extLst>
              </p:cNvPr>
              <p:cNvSpPr/>
              <p:nvPr userDrawn="1"/>
            </p:nvSpPr>
            <p:spPr>
              <a:xfrm rot="5400000">
                <a:off x="12774315" y="3684518"/>
                <a:ext cx="253188" cy="316248"/>
              </a:xfrm>
              <a:prstGeom prst="rect">
                <a:avLst/>
              </a:prstGeom>
              <a:solidFill>
                <a:srgbClr val="005E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24" name="Rectangle 23">
                <a:extLst>
                  <a:ext uri="{FF2B5EF4-FFF2-40B4-BE49-F238E27FC236}">
                    <a16:creationId xmlns:a16="http://schemas.microsoft.com/office/drawing/2014/main" id="{F64CD140-8253-D429-24E9-0D97E417DB24}"/>
                  </a:ext>
                </a:extLst>
              </p:cNvPr>
              <p:cNvSpPr/>
              <p:nvPr userDrawn="1"/>
            </p:nvSpPr>
            <p:spPr>
              <a:xfrm rot="5400000">
                <a:off x="12774315" y="4008746"/>
                <a:ext cx="253188" cy="316248"/>
              </a:xfrm>
              <a:prstGeom prst="rect">
                <a:avLst/>
              </a:prstGeom>
              <a:solidFill>
                <a:srgbClr val="5EB6B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25" name="Rectangle 24">
                <a:extLst>
                  <a:ext uri="{FF2B5EF4-FFF2-40B4-BE49-F238E27FC236}">
                    <a16:creationId xmlns:a16="http://schemas.microsoft.com/office/drawing/2014/main" id="{DF853F28-D3FF-55D2-8F29-FB132896D292}"/>
                  </a:ext>
                </a:extLst>
              </p:cNvPr>
              <p:cNvSpPr/>
              <p:nvPr userDrawn="1"/>
            </p:nvSpPr>
            <p:spPr>
              <a:xfrm rot="5400000">
                <a:off x="12774315" y="4332974"/>
                <a:ext cx="253188" cy="316248"/>
              </a:xfrm>
              <a:prstGeom prst="rect">
                <a:avLst/>
              </a:prstGeom>
              <a:solidFill>
                <a:srgbClr val="C7AB2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26" name="Rectangle 25">
                <a:extLst>
                  <a:ext uri="{FF2B5EF4-FFF2-40B4-BE49-F238E27FC236}">
                    <a16:creationId xmlns:a16="http://schemas.microsoft.com/office/drawing/2014/main" id="{1E5CDA5E-7C1D-FA4C-DD8B-5A33A5009E62}"/>
                  </a:ext>
                </a:extLst>
              </p:cNvPr>
              <p:cNvSpPr/>
              <p:nvPr userDrawn="1"/>
            </p:nvSpPr>
            <p:spPr>
              <a:xfrm rot="5400000">
                <a:off x="12774315" y="4657202"/>
                <a:ext cx="253188" cy="316248"/>
              </a:xfrm>
              <a:prstGeom prst="rect">
                <a:avLst/>
              </a:prstGeom>
              <a:solidFill>
                <a:srgbClr val="5C068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27" name="Rectangle 26">
                <a:extLst>
                  <a:ext uri="{FF2B5EF4-FFF2-40B4-BE49-F238E27FC236}">
                    <a16:creationId xmlns:a16="http://schemas.microsoft.com/office/drawing/2014/main" id="{C0CC3D7C-F655-58F8-3747-4D3BD5C787A3}"/>
                  </a:ext>
                </a:extLst>
              </p:cNvPr>
              <p:cNvSpPr/>
              <p:nvPr userDrawn="1"/>
            </p:nvSpPr>
            <p:spPr>
              <a:xfrm rot="5400000">
                <a:off x="12774315" y="5954114"/>
                <a:ext cx="253188" cy="316248"/>
              </a:xfrm>
              <a:prstGeom prst="rect">
                <a:avLst/>
              </a:prstGeom>
              <a:solidFill>
                <a:srgbClr val="2A431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28" name="Rectangle 27">
                <a:extLst>
                  <a:ext uri="{FF2B5EF4-FFF2-40B4-BE49-F238E27FC236}">
                    <a16:creationId xmlns:a16="http://schemas.microsoft.com/office/drawing/2014/main" id="{BB9D4FE9-5534-6ED1-327E-A3336FD1C1B7}"/>
                  </a:ext>
                </a:extLst>
              </p:cNvPr>
              <p:cNvSpPr/>
              <p:nvPr userDrawn="1"/>
            </p:nvSpPr>
            <p:spPr>
              <a:xfrm rot="5400000">
                <a:off x="12774315" y="6278342"/>
                <a:ext cx="253188" cy="316248"/>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grpSp>
        <p:sp>
          <p:nvSpPr>
            <p:cNvPr id="16" name="TextBox 15">
              <a:extLst>
                <a:ext uri="{FF2B5EF4-FFF2-40B4-BE49-F238E27FC236}">
                  <a16:creationId xmlns:a16="http://schemas.microsoft.com/office/drawing/2014/main" id="{E529C02B-282C-F0C2-B83E-A80434C173FE}"/>
                </a:ext>
              </a:extLst>
            </p:cNvPr>
            <p:cNvSpPr txBox="1"/>
            <p:nvPr userDrawn="1"/>
          </p:nvSpPr>
          <p:spPr>
            <a:xfrm rot="16200000">
              <a:off x="12574270" y="5173406"/>
              <a:ext cx="960199" cy="118559"/>
            </a:xfrm>
            <a:prstGeom prst="rect">
              <a:avLst/>
            </a:prstGeom>
            <a:noFill/>
          </p:spPr>
          <p:txBody>
            <a:bodyPr wrap="none" lIns="0" tIns="0" rIns="0" bIns="0" rtlCol="0">
              <a:spAutoFit/>
            </a:bodyPr>
            <a:lstStyle/>
            <a:p>
              <a:pPr algn="l">
                <a:lnSpc>
                  <a:spcPct val="101000"/>
                </a:lnSpc>
                <a:spcAft>
                  <a:spcPts val="600"/>
                </a:spcAft>
              </a:pPr>
              <a:r>
                <a:rPr lang="en-CR" sz="800" b="1">
                  <a:solidFill>
                    <a:srgbClr val="000000"/>
                  </a:solidFill>
                  <a:latin typeface="GT America Regular"/>
                  <a:ea typeface="GT America Regular" charset="0"/>
                  <a:cs typeface="GT America Regular" charset="0"/>
                </a:rPr>
                <a:t>ON MOODY´S BLUE</a:t>
              </a:r>
              <a:endParaRPr kumimoji="0" lang="en-CR" sz="800" b="1" i="0" u="none" strike="noStrike" kern="1200" cap="none" spc="0" normalizeH="0" baseline="0" noProof="0" err="1">
                <a:ln>
                  <a:noFill/>
                </a:ln>
                <a:solidFill>
                  <a:srgbClr val="000000"/>
                </a:solidFill>
                <a:effectLst/>
                <a:uLnTx/>
                <a:uFillTx/>
                <a:latin typeface="GT America Regular"/>
                <a:ea typeface="GT America Regular" charset="0"/>
                <a:cs typeface="GT America Regular" charset="0"/>
              </a:endParaRPr>
            </a:p>
          </p:txBody>
        </p:sp>
      </p:grpSp>
      <p:sp>
        <p:nvSpPr>
          <p:cNvPr id="39" name="TextBox 38">
            <a:extLst>
              <a:ext uri="{FF2B5EF4-FFF2-40B4-BE49-F238E27FC236}">
                <a16:creationId xmlns:a16="http://schemas.microsoft.com/office/drawing/2014/main" id="{BE283BCE-BA0B-BFC6-4147-A83E56AF3BF0}"/>
              </a:ext>
            </a:extLst>
          </p:cNvPr>
          <p:cNvSpPr txBox="1"/>
          <p:nvPr userDrawn="1"/>
        </p:nvSpPr>
        <p:spPr>
          <a:xfrm>
            <a:off x="12356815" y="3377042"/>
            <a:ext cx="807913" cy="118559"/>
          </a:xfrm>
          <a:prstGeom prst="rect">
            <a:avLst/>
          </a:prstGeom>
          <a:noFill/>
        </p:spPr>
        <p:txBody>
          <a:bodyPr wrap="none" lIns="0" tIns="0" rIns="0" bIns="0" rtlCol="0">
            <a:spAutoFit/>
          </a:bodyPr>
          <a:lstStyle/>
          <a:p>
            <a:pPr algn="l">
              <a:lnSpc>
                <a:spcPct val="101000"/>
              </a:lnSpc>
              <a:spcAft>
                <a:spcPts val="600"/>
              </a:spcAft>
            </a:pPr>
            <a:r>
              <a:rPr kumimoji="0" lang="en-US" sz="800" b="1" i="0" u="none" strike="noStrike" kern="1200" cap="none" spc="0" normalizeH="0" baseline="0" noProof="0" dirty="0">
                <a:ln>
                  <a:noFill/>
                </a:ln>
                <a:solidFill>
                  <a:srgbClr val="000000"/>
                </a:solidFill>
                <a:effectLst/>
                <a:uLnTx/>
                <a:uFillTx/>
                <a:ea typeface="GT America Regular" charset="0"/>
                <a:cs typeface="GT America Regular" charset="0"/>
              </a:rPr>
              <a:t>For charts ONLY</a:t>
            </a:r>
            <a:endParaRPr kumimoji="0" lang="en-CR" sz="800" b="1" i="0" u="none" strike="noStrike" kern="1200" cap="none" spc="0" normalizeH="0" baseline="0" noProof="0">
              <a:ln>
                <a:noFill/>
              </a:ln>
              <a:solidFill>
                <a:srgbClr val="000000"/>
              </a:solidFill>
              <a:effectLst/>
              <a:uLnTx/>
              <a:uFillTx/>
              <a:ea typeface="GT America Regular" charset="0"/>
              <a:cs typeface="GT America Regular" charset="0"/>
            </a:endParaRPr>
          </a:p>
        </p:txBody>
      </p:sp>
    </p:spTree>
    <p:extLst>
      <p:ext uri="{BB962C8B-B14F-4D97-AF65-F5344CB8AC3E}">
        <p14:creationId xmlns:p14="http://schemas.microsoft.com/office/powerpoint/2010/main" val="1359927837"/>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3 Column - Photo Top/Icons">
    <p:spTree>
      <p:nvGrpSpPr>
        <p:cNvPr id="1" name=""/>
        <p:cNvGrpSpPr/>
        <p:nvPr/>
      </p:nvGrpSpPr>
      <p:grpSpPr>
        <a:xfrm>
          <a:off x="0" y="0"/>
          <a:ext cx="0" cy="0"/>
          <a:chOff x="0" y="0"/>
          <a:chExt cx="0" cy="0"/>
        </a:xfrm>
      </p:grpSpPr>
      <p:sp>
        <p:nvSpPr>
          <p:cNvPr id="10" name="Picture Placeholder 9">
            <a:extLst>
              <a:ext uri="{FF2B5EF4-FFF2-40B4-BE49-F238E27FC236}">
                <a16:creationId xmlns:a16="http://schemas.microsoft.com/office/drawing/2014/main" id="{BE85ED21-179E-C2B7-89F1-D4AD14EEDA9A}"/>
              </a:ext>
            </a:extLst>
          </p:cNvPr>
          <p:cNvSpPr>
            <a:spLocks noGrp="1" noChangeAspect="1"/>
          </p:cNvSpPr>
          <p:nvPr>
            <p:ph type="pic" sz="quarter" idx="13"/>
          </p:nvPr>
        </p:nvSpPr>
        <p:spPr>
          <a:xfrm>
            <a:off x="0" y="0"/>
            <a:ext cx="12192000" cy="2570163"/>
          </a:xfrm>
          <a:solidFill>
            <a:schemeClr val="bg1">
              <a:lumMod val="65000"/>
            </a:schemeClr>
          </a:solidFill>
        </p:spPr>
        <p:txBody>
          <a:bodyPr tIns="548640" anchor="ctr"/>
          <a:lstStyle>
            <a:lvl1pPr algn="ctr">
              <a:defRPr>
                <a:solidFill>
                  <a:schemeClr val="bg1"/>
                </a:solidFill>
              </a:defRPr>
            </a:lvl1pPr>
          </a:lstStyle>
          <a:p>
            <a:r>
              <a:rPr lang="en-US"/>
              <a:t>Click icon to add picture</a:t>
            </a:r>
            <a:endParaRPr lang="en-US" dirty="0"/>
          </a:p>
        </p:txBody>
      </p:sp>
      <p:sp>
        <p:nvSpPr>
          <p:cNvPr id="8" name="Footer Placeholder 7">
            <a:extLst>
              <a:ext uri="{FF2B5EF4-FFF2-40B4-BE49-F238E27FC236}">
                <a16:creationId xmlns:a16="http://schemas.microsoft.com/office/drawing/2014/main" id="{0E2ADB5F-BB7A-E503-6385-47B7F4A752C0}"/>
              </a:ext>
            </a:extLst>
          </p:cNvPr>
          <p:cNvSpPr>
            <a:spLocks noGrp="1"/>
          </p:cNvSpPr>
          <p:nvPr>
            <p:ph type="ftr" sz="quarter" idx="11"/>
          </p:nvPr>
        </p:nvSpPr>
        <p:spPr/>
        <p:txBody>
          <a:bodyPr/>
          <a:lstStyle>
            <a:lvl1pPr>
              <a:defRPr>
                <a:solidFill>
                  <a:schemeClr val="tx1"/>
                </a:solidFill>
              </a:defRPr>
            </a:lvl1pPr>
          </a:lstStyle>
          <a:p>
            <a:r>
              <a:rPr lang="en-US"/>
              <a:t>See slide 12 for instructions on how to update footer</a:t>
            </a:r>
            <a:endParaRPr lang="en-US" dirty="0"/>
          </a:p>
        </p:txBody>
      </p:sp>
      <p:sp>
        <p:nvSpPr>
          <p:cNvPr id="9" name="Slide Number Placeholder 8">
            <a:extLst>
              <a:ext uri="{FF2B5EF4-FFF2-40B4-BE49-F238E27FC236}">
                <a16:creationId xmlns:a16="http://schemas.microsoft.com/office/drawing/2014/main" id="{CCA8152B-F410-5052-DF3D-06C6DD4D2381}"/>
              </a:ext>
            </a:extLst>
          </p:cNvPr>
          <p:cNvSpPr>
            <a:spLocks noGrp="1"/>
          </p:cNvSpPr>
          <p:nvPr>
            <p:ph type="sldNum" sz="quarter" idx="12"/>
          </p:nvPr>
        </p:nvSpPr>
        <p:spPr/>
        <p:txBody>
          <a:bodyPr/>
          <a:lstStyle>
            <a:lvl1pPr>
              <a:defRPr>
                <a:solidFill>
                  <a:schemeClr val="tx1"/>
                </a:solidFill>
              </a:defRPr>
            </a:lvl1pPr>
          </a:lstStyle>
          <a:p>
            <a:fld id="{862A5111-985B-C14D-9115-5787026182A8}" type="slidenum">
              <a:rPr lang="en-US" smtClean="0"/>
              <a:pPr/>
              <a:t>‹#›</a:t>
            </a:fld>
            <a:endParaRPr lang="en-US" dirty="0"/>
          </a:p>
        </p:txBody>
      </p:sp>
      <p:sp>
        <p:nvSpPr>
          <p:cNvPr id="11" name="Picture Placeholder 9">
            <a:extLst>
              <a:ext uri="{FF2B5EF4-FFF2-40B4-BE49-F238E27FC236}">
                <a16:creationId xmlns:a16="http://schemas.microsoft.com/office/drawing/2014/main" id="{8C6C4B9C-0B61-5ABC-74A2-BD33D2CF5DE4}"/>
              </a:ext>
            </a:extLst>
          </p:cNvPr>
          <p:cNvSpPr>
            <a:spLocks noGrp="1"/>
          </p:cNvSpPr>
          <p:nvPr>
            <p:ph type="pic" sz="quarter" idx="28" hasCustomPrompt="1"/>
          </p:nvPr>
        </p:nvSpPr>
        <p:spPr>
          <a:xfrm>
            <a:off x="546100" y="3146426"/>
            <a:ext cx="694944" cy="692149"/>
          </a:xfrm>
          <a:noFill/>
          <a:ln>
            <a:noFill/>
          </a:ln>
        </p:spPr>
        <p:txBody>
          <a:bodyPr anchor="ctr"/>
          <a:lstStyle>
            <a:lvl1pPr algn="ctr">
              <a:defRPr>
                <a:solidFill>
                  <a:schemeClr val="tx1"/>
                </a:solidFill>
              </a:defRPr>
            </a:lvl1pPr>
          </a:lstStyle>
          <a:p>
            <a:r>
              <a:rPr lang="en-US" dirty="0"/>
              <a:t>Icon</a:t>
            </a:r>
          </a:p>
        </p:txBody>
      </p:sp>
      <p:sp>
        <p:nvSpPr>
          <p:cNvPr id="12" name="Picture Placeholder 9">
            <a:extLst>
              <a:ext uri="{FF2B5EF4-FFF2-40B4-BE49-F238E27FC236}">
                <a16:creationId xmlns:a16="http://schemas.microsoft.com/office/drawing/2014/main" id="{944A16B1-3C9F-C007-5BDB-4655C3395D3B}"/>
              </a:ext>
            </a:extLst>
          </p:cNvPr>
          <p:cNvSpPr>
            <a:spLocks noGrp="1"/>
          </p:cNvSpPr>
          <p:nvPr>
            <p:ph type="pic" sz="quarter" idx="29" hasCustomPrompt="1"/>
          </p:nvPr>
        </p:nvSpPr>
        <p:spPr>
          <a:xfrm>
            <a:off x="4328238" y="3146426"/>
            <a:ext cx="694944" cy="692150"/>
          </a:xfrm>
          <a:noFill/>
          <a:ln>
            <a:noFill/>
          </a:ln>
        </p:spPr>
        <p:txBody>
          <a:bodyPr anchor="ctr"/>
          <a:lstStyle>
            <a:lvl1pPr algn="ctr">
              <a:defRPr>
                <a:solidFill>
                  <a:schemeClr val="tx1"/>
                </a:solidFill>
              </a:defRPr>
            </a:lvl1pPr>
          </a:lstStyle>
          <a:p>
            <a:r>
              <a:rPr lang="en-US" dirty="0"/>
              <a:t>Icon</a:t>
            </a:r>
          </a:p>
        </p:txBody>
      </p:sp>
      <p:sp>
        <p:nvSpPr>
          <p:cNvPr id="13" name="Picture Placeholder 9">
            <a:extLst>
              <a:ext uri="{FF2B5EF4-FFF2-40B4-BE49-F238E27FC236}">
                <a16:creationId xmlns:a16="http://schemas.microsoft.com/office/drawing/2014/main" id="{A5A79627-D088-B1B1-9F23-A62FAFD9CC75}"/>
              </a:ext>
            </a:extLst>
          </p:cNvPr>
          <p:cNvSpPr>
            <a:spLocks noGrp="1"/>
          </p:cNvSpPr>
          <p:nvPr>
            <p:ph type="pic" sz="quarter" idx="30" hasCustomPrompt="1"/>
          </p:nvPr>
        </p:nvSpPr>
        <p:spPr>
          <a:xfrm>
            <a:off x="8117522" y="3146426"/>
            <a:ext cx="694944" cy="692150"/>
          </a:xfrm>
          <a:noFill/>
          <a:ln>
            <a:noFill/>
          </a:ln>
        </p:spPr>
        <p:txBody>
          <a:bodyPr anchor="ctr"/>
          <a:lstStyle>
            <a:lvl1pPr algn="ctr">
              <a:defRPr>
                <a:solidFill>
                  <a:schemeClr val="tx1"/>
                </a:solidFill>
              </a:defRPr>
            </a:lvl1pPr>
          </a:lstStyle>
          <a:p>
            <a:r>
              <a:rPr lang="en-US" dirty="0"/>
              <a:t>Icon</a:t>
            </a:r>
          </a:p>
        </p:txBody>
      </p:sp>
      <p:sp>
        <p:nvSpPr>
          <p:cNvPr id="4" name="Title 3">
            <a:extLst>
              <a:ext uri="{FF2B5EF4-FFF2-40B4-BE49-F238E27FC236}">
                <a16:creationId xmlns:a16="http://schemas.microsoft.com/office/drawing/2014/main" id="{DBDE9691-3D56-DAA7-8818-1939ACD60B6C}"/>
              </a:ext>
            </a:extLst>
          </p:cNvPr>
          <p:cNvSpPr>
            <a:spLocks noGrp="1"/>
          </p:cNvSpPr>
          <p:nvPr>
            <p:ph type="title"/>
          </p:nvPr>
        </p:nvSpPr>
        <p:spPr/>
        <p:txBody>
          <a:bodyPr/>
          <a:lstStyle>
            <a:lvl1pPr>
              <a:defRPr>
                <a:solidFill>
                  <a:schemeClr val="bg1"/>
                </a:solidFill>
              </a:defRPr>
            </a:lvl1pPr>
          </a:lstStyle>
          <a:p>
            <a:r>
              <a:rPr lang="en-US"/>
              <a:t>Click to edit Master title style</a:t>
            </a:r>
            <a:endParaRPr lang="en-US" dirty="0"/>
          </a:p>
        </p:txBody>
      </p:sp>
      <p:sp>
        <p:nvSpPr>
          <p:cNvPr id="3" name="Freeform 5">
            <a:extLst>
              <a:ext uri="{FF2B5EF4-FFF2-40B4-BE49-F238E27FC236}">
                <a16:creationId xmlns:a16="http://schemas.microsoft.com/office/drawing/2014/main" id="{A93EB283-34D5-EEA2-8ED6-3A751877E61B}"/>
              </a:ext>
            </a:extLst>
          </p:cNvPr>
          <p:cNvSpPr/>
          <p:nvPr userDrawn="1"/>
        </p:nvSpPr>
        <p:spPr bwMode="black">
          <a:xfrm>
            <a:off x="554038" y="6469335"/>
            <a:ext cx="678511" cy="112440"/>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chemeClr val="tx2"/>
          </a:solidFill>
          <a:ln w="0" cap="flat">
            <a:noFill/>
            <a:prstDash val="solid"/>
            <a:miter/>
          </a:ln>
        </p:spPr>
        <p:txBody>
          <a:bodyPr rtlCol="0" anchor="ctr"/>
          <a:lstStyle/>
          <a:p>
            <a:endParaRPr lang="en-US"/>
          </a:p>
        </p:txBody>
      </p:sp>
      <p:sp>
        <p:nvSpPr>
          <p:cNvPr id="16" name="Text Placeholder 10">
            <a:extLst>
              <a:ext uri="{FF2B5EF4-FFF2-40B4-BE49-F238E27FC236}">
                <a16:creationId xmlns:a16="http://schemas.microsoft.com/office/drawing/2014/main" id="{6805229E-B1FB-69C3-19F0-88C0E54FE8AD}"/>
              </a:ext>
            </a:extLst>
          </p:cNvPr>
          <p:cNvSpPr>
            <a:spLocks noGrp="1"/>
          </p:cNvSpPr>
          <p:nvPr>
            <p:ph type="body" sz="quarter" idx="45"/>
          </p:nvPr>
        </p:nvSpPr>
        <p:spPr>
          <a:xfrm>
            <a:off x="548640" y="1127125"/>
            <a:ext cx="11089322" cy="295275"/>
          </a:xfrm>
        </p:spPr>
        <p:txBody>
          <a:bodyPr>
            <a:noAutofit/>
          </a:bodyPr>
          <a:lstStyle>
            <a:lvl1pPr marL="0" algn="l" defTabSz="914400" rtl="0" eaLnBrk="1" latinLnBrk="0" hangingPunct="1">
              <a:lnSpc>
                <a:spcPct val="80000"/>
              </a:lnSpc>
              <a:spcBef>
                <a:spcPts val="0"/>
              </a:spcBef>
              <a:spcAft>
                <a:spcPts val="0"/>
              </a:spcAft>
              <a:buNone/>
              <a:defRPr lang="en-US" sz="2400" b="0" i="0" kern="1200" dirty="0" smtClean="0">
                <a:solidFill>
                  <a:schemeClr val="bg1"/>
                </a:solidFill>
                <a:latin typeface="+mj-lt"/>
                <a:ea typeface="GT America Regular" charset="0"/>
                <a:cs typeface="GT America Regular" charset="0"/>
              </a:defRPr>
            </a:lvl1pPr>
            <a:lvl2pPr marL="0" indent="0" algn="l" defTabSz="914400" rtl="0" eaLnBrk="1" latinLnBrk="0" hangingPunct="1">
              <a:lnSpc>
                <a:spcPct val="80000"/>
              </a:lnSpc>
              <a:spcBef>
                <a:spcPts val="0"/>
              </a:spcBef>
              <a:spcAft>
                <a:spcPts val="0"/>
              </a:spcAft>
              <a:buNone/>
              <a:defRPr lang="en-US" sz="2400" b="0" i="0" kern="1200" dirty="0" smtClean="0">
                <a:solidFill>
                  <a:schemeClr val="bg1"/>
                </a:solidFill>
                <a:latin typeface="+mj-lt"/>
                <a:ea typeface="GT America Regular" charset="0"/>
                <a:cs typeface="GT America Regular" charset="0"/>
              </a:defRPr>
            </a:lvl2pPr>
            <a:lvl3pPr marL="0" indent="0" algn="l" defTabSz="914400" rtl="0" eaLnBrk="1" latinLnBrk="0" hangingPunct="1">
              <a:lnSpc>
                <a:spcPct val="80000"/>
              </a:lnSpc>
              <a:spcBef>
                <a:spcPts val="0"/>
              </a:spcBef>
              <a:spcAft>
                <a:spcPts val="0"/>
              </a:spcAft>
              <a:buNone/>
              <a:defRPr lang="en-US" sz="2400" b="0" i="0" kern="1200" dirty="0" smtClean="0">
                <a:solidFill>
                  <a:schemeClr val="bg1"/>
                </a:solidFill>
                <a:latin typeface="+mj-lt"/>
                <a:ea typeface="GT America Regular" charset="0"/>
                <a:cs typeface="GT America Regular" charset="0"/>
              </a:defRPr>
            </a:lvl3pPr>
            <a:lvl4pPr marL="0" indent="0" algn="l" defTabSz="914400" rtl="0" eaLnBrk="1" latinLnBrk="0" hangingPunct="1">
              <a:lnSpc>
                <a:spcPct val="80000"/>
              </a:lnSpc>
              <a:spcBef>
                <a:spcPts val="0"/>
              </a:spcBef>
              <a:spcAft>
                <a:spcPts val="0"/>
              </a:spcAft>
              <a:buNone/>
              <a:defRPr lang="en-US" sz="2400" b="0" i="0" kern="1200" dirty="0" smtClean="0">
                <a:solidFill>
                  <a:schemeClr val="bg1"/>
                </a:solidFill>
                <a:latin typeface="+mj-lt"/>
                <a:ea typeface="GT America Regular" charset="0"/>
                <a:cs typeface="GT America Regular" charset="0"/>
              </a:defRPr>
            </a:lvl4pPr>
            <a:lvl5pPr marL="0" indent="0" algn="l" defTabSz="914400" rtl="0" eaLnBrk="1" latinLnBrk="0" hangingPunct="1">
              <a:lnSpc>
                <a:spcPct val="80000"/>
              </a:lnSpc>
              <a:spcBef>
                <a:spcPts val="0"/>
              </a:spcBef>
              <a:spcAft>
                <a:spcPts val="0"/>
              </a:spcAft>
              <a:buNone/>
              <a:defRPr lang="en-US" sz="2400" b="0" i="0" kern="1200" dirty="0" smtClean="0">
                <a:solidFill>
                  <a:schemeClr val="bg1"/>
                </a:solidFill>
                <a:latin typeface="+mj-lt"/>
                <a:ea typeface="GT America Regular" charset="0"/>
                <a:cs typeface="GT America Regular" charset="0"/>
              </a:defRPr>
            </a:lvl5pPr>
            <a:lvl6pPr marL="0" indent="0" algn="l" defTabSz="914400" rtl="0" eaLnBrk="1" latinLnBrk="0" hangingPunct="1">
              <a:lnSpc>
                <a:spcPct val="80000"/>
              </a:lnSpc>
              <a:spcBef>
                <a:spcPts val="0"/>
              </a:spcBef>
              <a:spcAft>
                <a:spcPts val="0"/>
              </a:spcAft>
              <a:buNone/>
              <a:defRPr lang="en-US" sz="2400" b="0" i="0" kern="1200" dirty="0" smtClean="0">
                <a:solidFill>
                  <a:schemeClr val="bg1"/>
                </a:solidFill>
                <a:latin typeface="+mj-lt"/>
                <a:ea typeface="GT America Regular" charset="0"/>
                <a:cs typeface="GT America Regular" charset="0"/>
              </a:defRPr>
            </a:lvl6pPr>
            <a:lvl7pPr marL="0" indent="0" algn="l" defTabSz="914400" rtl="0" eaLnBrk="1" latinLnBrk="0" hangingPunct="1">
              <a:lnSpc>
                <a:spcPct val="80000"/>
              </a:lnSpc>
              <a:spcBef>
                <a:spcPts val="0"/>
              </a:spcBef>
              <a:spcAft>
                <a:spcPts val="0"/>
              </a:spcAft>
              <a:buNone/>
              <a:defRPr lang="en-US" sz="2400" b="0" i="0" kern="1200" dirty="0" smtClean="0">
                <a:solidFill>
                  <a:schemeClr val="bg1"/>
                </a:solidFill>
                <a:latin typeface="+mj-lt"/>
                <a:ea typeface="GT America Regular" charset="0"/>
                <a:cs typeface="GT America Regular" charset="0"/>
              </a:defRPr>
            </a:lvl7pPr>
            <a:lvl8pPr marL="0" indent="0" algn="l" defTabSz="914400" rtl="0" eaLnBrk="1" latinLnBrk="0" hangingPunct="1">
              <a:lnSpc>
                <a:spcPct val="80000"/>
              </a:lnSpc>
              <a:spcBef>
                <a:spcPts val="0"/>
              </a:spcBef>
              <a:spcAft>
                <a:spcPts val="0"/>
              </a:spcAft>
              <a:buNone/>
              <a:defRPr lang="en-US" sz="2400" b="0" i="0" kern="1200" dirty="0" smtClean="0">
                <a:solidFill>
                  <a:schemeClr val="bg1"/>
                </a:solidFill>
                <a:latin typeface="+mj-lt"/>
                <a:ea typeface="GT America Regular" charset="0"/>
                <a:cs typeface="GT America Regular" charset="0"/>
              </a:defRPr>
            </a:lvl8pPr>
            <a:lvl9pPr marL="0" indent="0" algn="l" defTabSz="914400" rtl="0" eaLnBrk="1" latinLnBrk="0" hangingPunct="1">
              <a:lnSpc>
                <a:spcPct val="80000"/>
              </a:lnSpc>
              <a:spcBef>
                <a:spcPts val="0"/>
              </a:spcBef>
              <a:spcAft>
                <a:spcPts val="0"/>
              </a:spcAft>
              <a:buNone/>
              <a:defRPr lang="en-US" sz="2400" b="0" i="0" kern="1200" dirty="0">
                <a:solidFill>
                  <a:schemeClr val="bg1"/>
                </a:solidFill>
                <a:latin typeface="+mj-lt"/>
                <a:ea typeface="GT America Regular" charset="0"/>
                <a:cs typeface="GT America Regular" charset="0"/>
              </a:defRPr>
            </a:lvl9pPr>
          </a:lstStyle>
          <a:p>
            <a:pPr lvl="0"/>
            <a:r>
              <a:rPr lang="en-US"/>
              <a:t>Click to edit Master text styles</a:t>
            </a:r>
          </a:p>
        </p:txBody>
      </p:sp>
      <p:sp>
        <p:nvSpPr>
          <p:cNvPr id="17" name="Text Placeholder 15">
            <a:extLst>
              <a:ext uri="{FF2B5EF4-FFF2-40B4-BE49-F238E27FC236}">
                <a16:creationId xmlns:a16="http://schemas.microsoft.com/office/drawing/2014/main" id="{6F3F2673-21ED-7F6B-10C0-910AB986E7A3}"/>
              </a:ext>
            </a:extLst>
          </p:cNvPr>
          <p:cNvSpPr>
            <a:spLocks noGrp="1"/>
          </p:cNvSpPr>
          <p:nvPr>
            <p:ph type="body" sz="quarter" idx="46"/>
          </p:nvPr>
        </p:nvSpPr>
        <p:spPr>
          <a:xfrm>
            <a:off x="546100" y="6019800"/>
            <a:ext cx="5445125" cy="289560"/>
          </a:xfrm>
        </p:spPr>
        <p:txBody>
          <a:bodyPr anchor="b" anchorCtr="0">
            <a:noAutofit/>
          </a:bodyPr>
          <a:lstStyle>
            <a:lvl1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1pPr>
            <a:lvl2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2pPr>
            <a:lvl3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3pPr>
            <a:lvl4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4pPr>
            <a:lvl5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5pPr>
            <a:lvl6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6pPr>
            <a:lvl7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7pPr>
            <a:lvl8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8pPr>
            <a:lvl9pPr marL="0" indent="0" algn="l" defTabSz="914400" rtl="0" eaLnBrk="1" latinLnBrk="0" hangingPunct="1">
              <a:lnSpc>
                <a:spcPct val="101000"/>
              </a:lnSpc>
              <a:spcBef>
                <a:spcPts val="0"/>
              </a:spcBef>
              <a:spcAft>
                <a:spcPts val="600"/>
              </a:spcAft>
              <a:buNone/>
              <a:defRPr lang="en-US" sz="600" b="0" i="0" kern="1200" dirty="0">
                <a:solidFill>
                  <a:srgbClr val="75787B"/>
                </a:solidFill>
                <a:latin typeface="+mn-lt"/>
                <a:ea typeface="GT America Regular" charset="0"/>
                <a:cs typeface="GT America Regular" charset="0"/>
              </a:defRPr>
            </a:lvl9pPr>
          </a:lstStyle>
          <a:p>
            <a:pPr lvl="0"/>
            <a:r>
              <a:rPr lang="en-US"/>
              <a:t>Click to edit Master text styles</a:t>
            </a:r>
          </a:p>
        </p:txBody>
      </p:sp>
      <p:sp>
        <p:nvSpPr>
          <p:cNvPr id="18" name="Content Placeholder 32">
            <a:extLst>
              <a:ext uri="{FF2B5EF4-FFF2-40B4-BE49-F238E27FC236}">
                <a16:creationId xmlns:a16="http://schemas.microsoft.com/office/drawing/2014/main" id="{A987ED96-C80E-4781-0F7F-E940B58D1115}"/>
              </a:ext>
            </a:extLst>
          </p:cNvPr>
          <p:cNvSpPr>
            <a:spLocks noGrp="1"/>
          </p:cNvSpPr>
          <p:nvPr>
            <p:ph sz="quarter" idx="40"/>
          </p:nvPr>
        </p:nvSpPr>
        <p:spPr>
          <a:xfrm>
            <a:off x="546100" y="3984625"/>
            <a:ext cx="3520440" cy="1882775"/>
          </a:xfrm>
        </p:spPr>
        <p:txBody>
          <a:bodyPr/>
          <a:lstStyle>
            <a:lvl1pPr>
              <a:defRPr lang="en-US" sz="2000" b="0" i="0" kern="1200" dirty="0" smtClean="0">
                <a:solidFill>
                  <a:schemeClr val="tx2"/>
                </a:solidFill>
                <a:latin typeface="+mj-lt"/>
                <a:ea typeface="GT America Regular" charset="0"/>
                <a:cs typeface="GT America Regular" charset="0"/>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9" name="Content Placeholder 15">
            <a:extLst>
              <a:ext uri="{FF2B5EF4-FFF2-40B4-BE49-F238E27FC236}">
                <a16:creationId xmlns:a16="http://schemas.microsoft.com/office/drawing/2014/main" id="{8E8CFD94-7258-5E47-4E33-9E574B7B0C33}"/>
              </a:ext>
            </a:extLst>
          </p:cNvPr>
          <p:cNvSpPr>
            <a:spLocks noGrp="1"/>
          </p:cNvSpPr>
          <p:nvPr>
            <p:ph sz="quarter" idx="47"/>
          </p:nvPr>
        </p:nvSpPr>
        <p:spPr>
          <a:xfrm>
            <a:off x="4328238" y="3984624"/>
            <a:ext cx="3520440" cy="1882775"/>
          </a:xfrm>
        </p:spPr>
        <p:txBody>
          <a:bodyPr/>
          <a:lstStyle>
            <a:lvl1pPr>
              <a:defRPr lang="en-US" sz="2000" b="0" i="0" kern="1200" dirty="0" smtClean="0">
                <a:solidFill>
                  <a:schemeClr val="tx2"/>
                </a:solidFill>
                <a:latin typeface="+mj-lt"/>
                <a:ea typeface="GT America Regular" charset="0"/>
                <a:cs typeface="GT America Regular" charset="0"/>
              </a:defRPr>
            </a:lvl1pPr>
          </a:lstStyle>
          <a:p>
            <a:pPr marL="0" lvl="0" indent="0" algn="l" defTabSz="914400" rtl="0" eaLnBrk="1" latinLnBrk="0" hangingPunct="1">
              <a:lnSpc>
                <a:spcPct val="101000"/>
              </a:lnSpc>
              <a:spcBef>
                <a:spcPts val="0"/>
              </a:spcBef>
              <a:spcAft>
                <a:spcPts val="600"/>
              </a:spcAft>
              <a:buFont typeface="GT America Regular"/>
              <a:buNone/>
            </a:pPr>
            <a:r>
              <a:rPr lang="en-US"/>
              <a:t>Click to edit Master text styles</a:t>
            </a:r>
          </a:p>
          <a:p>
            <a:pPr marL="0" lvl="1" indent="0" algn="l" defTabSz="914400" rtl="0" eaLnBrk="1" latinLnBrk="0" hangingPunct="1">
              <a:lnSpc>
                <a:spcPct val="101000"/>
              </a:lnSpc>
              <a:spcBef>
                <a:spcPts val="0"/>
              </a:spcBef>
              <a:spcAft>
                <a:spcPts val="600"/>
              </a:spcAft>
              <a:buFont typeface="GT America Regular"/>
              <a:buNone/>
            </a:pPr>
            <a:r>
              <a:rPr lang="en-US"/>
              <a:t>Second level</a:t>
            </a:r>
          </a:p>
          <a:p>
            <a:pPr marL="0" lvl="2" indent="0" algn="l" defTabSz="914400" rtl="0" eaLnBrk="1" latinLnBrk="0" hangingPunct="1">
              <a:lnSpc>
                <a:spcPct val="101000"/>
              </a:lnSpc>
              <a:spcBef>
                <a:spcPts val="0"/>
              </a:spcBef>
              <a:spcAft>
                <a:spcPts val="600"/>
              </a:spcAft>
              <a:buFont typeface="GT America Regular"/>
              <a:buNone/>
            </a:pPr>
            <a:r>
              <a:rPr lang="en-US"/>
              <a:t>Third level</a:t>
            </a:r>
          </a:p>
          <a:p>
            <a:pPr marL="0" lvl="3" indent="0" algn="l" defTabSz="914400" rtl="0" eaLnBrk="1" latinLnBrk="0" hangingPunct="1">
              <a:lnSpc>
                <a:spcPct val="101000"/>
              </a:lnSpc>
              <a:spcBef>
                <a:spcPts val="0"/>
              </a:spcBef>
              <a:spcAft>
                <a:spcPts val="600"/>
              </a:spcAft>
              <a:buFont typeface="GT America Regular"/>
              <a:buNone/>
            </a:pPr>
            <a:r>
              <a:rPr lang="en-US"/>
              <a:t>Fourth level</a:t>
            </a:r>
          </a:p>
          <a:p>
            <a:pPr marL="0" lvl="4" indent="0" algn="l" defTabSz="914400" rtl="0" eaLnBrk="1" latinLnBrk="0" hangingPunct="1">
              <a:lnSpc>
                <a:spcPct val="101000"/>
              </a:lnSpc>
              <a:spcBef>
                <a:spcPts val="0"/>
              </a:spcBef>
              <a:spcAft>
                <a:spcPts val="600"/>
              </a:spcAft>
              <a:buFont typeface="GT America Regular"/>
              <a:buNone/>
            </a:pPr>
            <a:r>
              <a:rPr lang="en-US"/>
              <a:t>Fifth level</a:t>
            </a:r>
            <a:endParaRPr lang="en-US" dirty="0"/>
          </a:p>
        </p:txBody>
      </p:sp>
      <p:sp>
        <p:nvSpPr>
          <p:cNvPr id="20" name="Content Placeholder 17">
            <a:extLst>
              <a:ext uri="{FF2B5EF4-FFF2-40B4-BE49-F238E27FC236}">
                <a16:creationId xmlns:a16="http://schemas.microsoft.com/office/drawing/2014/main" id="{B9EFDEF9-B5E4-7A79-CE8B-DD409F6BDE1B}"/>
              </a:ext>
            </a:extLst>
          </p:cNvPr>
          <p:cNvSpPr>
            <a:spLocks noGrp="1"/>
          </p:cNvSpPr>
          <p:nvPr>
            <p:ph sz="quarter" idx="48"/>
          </p:nvPr>
        </p:nvSpPr>
        <p:spPr>
          <a:xfrm>
            <a:off x="8117522" y="3984624"/>
            <a:ext cx="3520440" cy="1882775"/>
          </a:xfrm>
        </p:spPr>
        <p:txBody>
          <a:bodyPr/>
          <a:lstStyle>
            <a:lvl1pPr>
              <a:defRPr lang="en-US" sz="2000" b="0" i="0" kern="1200" dirty="0" smtClean="0">
                <a:solidFill>
                  <a:schemeClr val="tx2"/>
                </a:solidFill>
                <a:latin typeface="+mj-lt"/>
                <a:ea typeface="GT America Regular" charset="0"/>
                <a:cs typeface="GT America Regular" charset="0"/>
              </a:defRPr>
            </a:lvl1pPr>
          </a:lstStyle>
          <a:p>
            <a:pPr marL="0" lvl="0" indent="0" algn="l" defTabSz="914400" rtl="0" eaLnBrk="1" latinLnBrk="0" hangingPunct="1">
              <a:lnSpc>
                <a:spcPct val="101000"/>
              </a:lnSpc>
              <a:spcBef>
                <a:spcPts val="0"/>
              </a:spcBef>
              <a:spcAft>
                <a:spcPts val="600"/>
              </a:spcAft>
              <a:buFont typeface="GT America Regular"/>
              <a:buNone/>
            </a:pPr>
            <a:r>
              <a:rPr lang="en-US"/>
              <a:t>Click to edit Master text styles</a:t>
            </a:r>
          </a:p>
          <a:p>
            <a:pPr marL="0" lvl="1" indent="0" algn="l" defTabSz="914400" rtl="0" eaLnBrk="1" latinLnBrk="0" hangingPunct="1">
              <a:lnSpc>
                <a:spcPct val="101000"/>
              </a:lnSpc>
              <a:spcBef>
                <a:spcPts val="0"/>
              </a:spcBef>
              <a:spcAft>
                <a:spcPts val="600"/>
              </a:spcAft>
              <a:buFont typeface="GT America Regular"/>
              <a:buNone/>
            </a:pPr>
            <a:r>
              <a:rPr lang="en-US"/>
              <a:t>Second level</a:t>
            </a:r>
          </a:p>
          <a:p>
            <a:pPr marL="0" lvl="2" indent="0" algn="l" defTabSz="914400" rtl="0" eaLnBrk="1" latinLnBrk="0" hangingPunct="1">
              <a:lnSpc>
                <a:spcPct val="101000"/>
              </a:lnSpc>
              <a:spcBef>
                <a:spcPts val="0"/>
              </a:spcBef>
              <a:spcAft>
                <a:spcPts val="600"/>
              </a:spcAft>
              <a:buFont typeface="GT America Regular"/>
              <a:buNone/>
            </a:pPr>
            <a:r>
              <a:rPr lang="en-US"/>
              <a:t>Third level</a:t>
            </a:r>
          </a:p>
          <a:p>
            <a:pPr marL="0" lvl="3" indent="0" algn="l" defTabSz="914400" rtl="0" eaLnBrk="1" latinLnBrk="0" hangingPunct="1">
              <a:lnSpc>
                <a:spcPct val="101000"/>
              </a:lnSpc>
              <a:spcBef>
                <a:spcPts val="0"/>
              </a:spcBef>
              <a:spcAft>
                <a:spcPts val="600"/>
              </a:spcAft>
              <a:buFont typeface="GT America Regular"/>
              <a:buNone/>
            </a:pPr>
            <a:r>
              <a:rPr lang="en-US"/>
              <a:t>Fourth level</a:t>
            </a:r>
          </a:p>
          <a:p>
            <a:pPr marL="0" lvl="4" indent="0" algn="l" defTabSz="914400" rtl="0" eaLnBrk="1" latinLnBrk="0" hangingPunct="1">
              <a:lnSpc>
                <a:spcPct val="101000"/>
              </a:lnSpc>
              <a:spcBef>
                <a:spcPts val="0"/>
              </a:spcBef>
              <a:spcAft>
                <a:spcPts val="600"/>
              </a:spcAft>
              <a:buFont typeface="GT America Regular"/>
              <a:buNone/>
            </a:pPr>
            <a:r>
              <a:rPr lang="en-US"/>
              <a:t>Fifth level</a:t>
            </a:r>
            <a:endParaRPr lang="en-US" dirty="0"/>
          </a:p>
        </p:txBody>
      </p:sp>
      <p:grpSp>
        <p:nvGrpSpPr>
          <p:cNvPr id="2" name="Group 1">
            <a:extLst>
              <a:ext uri="{FF2B5EF4-FFF2-40B4-BE49-F238E27FC236}">
                <a16:creationId xmlns:a16="http://schemas.microsoft.com/office/drawing/2014/main" id="{05523900-B6C1-B138-7D49-29CA1ECC768A}"/>
              </a:ext>
            </a:extLst>
          </p:cNvPr>
          <p:cNvGrpSpPr/>
          <p:nvPr userDrawn="1"/>
        </p:nvGrpSpPr>
        <p:grpSpPr>
          <a:xfrm>
            <a:off x="12356815" y="0"/>
            <a:ext cx="756834" cy="6872642"/>
            <a:chOff x="12356815" y="0"/>
            <a:chExt cx="756834" cy="6872642"/>
          </a:xfrm>
        </p:grpSpPr>
        <p:sp>
          <p:nvSpPr>
            <p:cNvPr id="5" name="Rectangle 4">
              <a:extLst>
                <a:ext uri="{FF2B5EF4-FFF2-40B4-BE49-F238E27FC236}">
                  <a16:creationId xmlns:a16="http://schemas.microsoft.com/office/drawing/2014/main" id="{18FD2C69-0D49-31DB-5DBE-7776E429D48A}"/>
                </a:ext>
              </a:extLst>
            </p:cNvPr>
            <p:cNvSpPr/>
            <p:nvPr userDrawn="1"/>
          </p:nvSpPr>
          <p:spPr>
            <a:xfrm>
              <a:off x="12356815" y="0"/>
              <a:ext cx="553069" cy="3279913"/>
            </a:xfrm>
            <a:prstGeom prst="rect">
              <a:avLst/>
            </a:prstGeom>
            <a:solidFill>
              <a:srgbClr val="F2F2F2"/>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a:p>
          </p:txBody>
        </p:sp>
        <p:sp>
          <p:nvSpPr>
            <p:cNvPr id="6" name="TextBox 5">
              <a:extLst>
                <a:ext uri="{FF2B5EF4-FFF2-40B4-BE49-F238E27FC236}">
                  <a16:creationId xmlns:a16="http://schemas.microsoft.com/office/drawing/2014/main" id="{A18E9B3C-F5E2-7785-3FE2-CD8A6205E69B}"/>
                </a:ext>
              </a:extLst>
            </p:cNvPr>
            <p:cNvSpPr txBox="1"/>
            <p:nvPr userDrawn="1"/>
          </p:nvSpPr>
          <p:spPr>
            <a:xfrm rot="16200000">
              <a:off x="12332216" y="1580677"/>
              <a:ext cx="1444306" cy="118559"/>
            </a:xfrm>
            <a:prstGeom prst="rect">
              <a:avLst/>
            </a:prstGeom>
            <a:noFill/>
          </p:spPr>
          <p:txBody>
            <a:bodyPr wrap="none" lIns="0" tIns="0" rIns="0" bIns="0" rtlCol="0">
              <a:spAutoFit/>
            </a:bodyPr>
            <a:lstStyle/>
            <a:p>
              <a:pPr algn="l">
                <a:lnSpc>
                  <a:spcPct val="101000"/>
                </a:lnSpc>
                <a:spcAft>
                  <a:spcPts val="600"/>
                </a:spcAft>
              </a:pPr>
              <a:r>
                <a:rPr kumimoji="0" lang="en-CR" sz="800" b="1" i="0" u="none" strike="noStrike" kern="1200" cap="none" spc="0" normalizeH="0" baseline="0" noProof="0">
                  <a:ln>
                    <a:noFill/>
                  </a:ln>
                  <a:solidFill>
                    <a:srgbClr val="000000"/>
                  </a:solidFill>
                  <a:effectLst/>
                  <a:uLnTx/>
                  <a:uFillTx/>
                  <a:ea typeface="GT America Regular" charset="0"/>
                  <a:cs typeface="GT America Regular" charset="0"/>
                </a:rPr>
                <a:t>ON LIGHT AND EXTRA LIGHT</a:t>
              </a:r>
            </a:p>
          </p:txBody>
        </p:sp>
        <p:sp>
          <p:nvSpPr>
            <p:cNvPr id="7" name="Rectangle 6">
              <a:extLst>
                <a:ext uri="{FF2B5EF4-FFF2-40B4-BE49-F238E27FC236}">
                  <a16:creationId xmlns:a16="http://schemas.microsoft.com/office/drawing/2014/main" id="{35BC0A84-A0F5-5EA8-BD9B-94EE101742D2}"/>
                </a:ext>
              </a:extLst>
            </p:cNvPr>
            <p:cNvSpPr/>
            <p:nvPr userDrawn="1"/>
          </p:nvSpPr>
          <p:spPr>
            <a:xfrm>
              <a:off x="12356815" y="3592729"/>
              <a:ext cx="553069" cy="3279913"/>
            </a:xfrm>
            <a:prstGeom prst="rect">
              <a:avLst/>
            </a:prstGeom>
            <a:solidFill>
              <a:schemeClr val="tx2"/>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a:p>
          </p:txBody>
        </p:sp>
        <p:grpSp>
          <p:nvGrpSpPr>
            <p:cNvPr id="14" name="Group 13">
              <a:extLst>
                <a:ext uri="{FF2B5EF4-FFF2-40B4-BE49-F238E27FC236}">
                  <a16:creationId xmlns:a16="http://schemas.microsoft.com/office/drawing/2014/main" id="{8F541EDB-C236-65A5-ECE4-5ACCC57459B4}"/>
                </a:ext>
              </a:extLst>
            </p:cNvPr>
            <p:cNvGrpSpPr/>
            <p:nvPr userDrawn="1"/>
          </p:nvGrpSpPr>
          <p:grpSpPr>
            <a:xfrm>
              <a:off x="12442019" y="3791214"/>
              <a:ext cx="382660" cy="2882942"/>
              <a:chOff x="14001569" y="3716048"/>
              <a:chExt cx="316248" cy="3171236"/>
            </a:xfrm>
          </p:grpSpPr>
          <p:sp>
            <p:nvSpPr>
              <p:cNvPr id="32" name="Rectangle 31">
                <a:extLst>
                  <a:ext uri="{FF2B5EF4-FFF2-40B4-BE49-F238E27FC236}">
                    <a16:creationId xmlns:a16="http://schemas.microsoft.com/office/drawing/2014/main" id="{E14BE022-AD1C-282D-148E-199537BA9B2F}"/>
                  </a:ext>
                </a:extLst>
              </p:cNvPr>
              <p:cNvSpPr/>
              <p:nvPr userDrawn="1"/>
            </p:nvSpPr>
            <p:spPr>
              <a:xfrm rot="5400000">
                <a:off x="14033099" y="5954114"/>
                <a:ext cx="253188" cy="316248"/>
              </a:xfrm>
              <a:prstGeom prst="rect">
                <a:avLst/>
              </a:prstGeom>
              <a:solidFill>
                <a:srgbClr val="005E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33" name="Rectangle 32">
                <a:extLst>
                  <a:ext uri="{FF2B5EF4-FFF2-40B4-BE49-F238E27FC236}">
                    <a16:creationId xmlns:a16="http://schemas.microsoft.com/office/drawing/2014/main" id="{907BEB51-933D-BA91-BEFB-B5FBBE761C85}"/>
                  </a:ext>
                </a:extLst>
              </p:cNvPr>
              <p:cNvSpPr/>
              <p:nvPr userDrawn="1"/>
            </p:nvSpPr>
            <p:spPr>
              <a:xfrm rot="5400000">
                <a:off x="14033099" y="6278342"/>
                <a:ext cx="253188" cy="316248"/>
              </a:xfrm>
              <a:prstGeom prst="rect">
                <a:avLst/>
              </a:prstGeom>
              <a:solidFill>
                <a:srgbClr val="B8B9D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34" name="Rectangle 33">
                <a:extLst>
                  <a:ext uri="{FF2B5EF4-FFF2-40B4-BE49-F238E27FC236}">
                    <a16:creationId xmlns:a16="http://schemas.microsoft.com/office/drawing/2014/main" id="{F63DF5D4-CE5E-7452-DA0E-1AA315B29A04}"/>
                  </a:ext>
                </a:extLst>
              </p:cNvPr>
              <p:cNvSpPr/>
              <p:nvPr userDrawn="1"/>
            </p:nvSpPr>
            <p:spPr>
              <a:xfrm rot="5400000">
                <a:off x="14033099" y="6602566"/>
                <a:ext cx="253188" cy="316248"/>
              </a:xfrm>
              <a:prstGeom prst="rect">
                <a:avLst/>
              </a:prstGeom>
              <a:solidFill>
                <a:srgbClr val="FBE6D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35" name="Rectangle 34">
                <a:extLst>
                  <a:ext uri="{FF2B5EF4-FFF2-40B4-BE49-F238E27FC236}">
                    <a16:creationId xmlns:a16="http://schemas.microsoft.com/office/drawing/2014/main" id="{24DC8893-BCC1-915B-8C68-C99DBA247621}"/>
                  </a:ext>
                </a:extLst>
              </p:cNvPr>
              <p:cNvSpPr/>
              <p:nvPr userDrawn="1"/>
            </p:nvSpPr>
            <p:spPr>
              <a:xfrm rot="5400000">
                <a:off x="14033099" y="4981430"/>
                <a:ext cx="253188" cy="316248"/>
              </a:xfrm>
              <a:prstGeom prst="rect">
                <a:avLst/>
              </a:prstGeom>
              <a:solidFill>
                <a:srgbClr val="BCE09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36" name="Rectangle 35">
                <a:extLst>
                  <a:ext uri="{FF2B5EF4-FFF2-40B4-BE49-F238E27FC236}">
                    <a16:creationId xmlns:a16="http://schemas.microsoft.com/office/drawing/2014/main" id="{83A9D11D-A17B-E5EB-E3FB-8891E725AB6B}"/>
                  </a:ext>
                </a:extLst>
              </p:cNvPr>
              <p:cNvSpPr/>
              <p:nvPr userDrawn="1"/>
            </p:nvSpPr>
            <p:spPr>
              <a:xfrm rot="5400000">
                <a:off x="14033099" y="5305658"/>
                <a:ext cx="253188" cy="316248"/>
              </a:xfrm>
              <a:prstGeom prst="rect">
                <a:avLst/>
              </a:prstGeom>
              <a:solidFill>
                <a:srgbClr val="E9783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37" name="Rectangle 36">
                <a:extLst>
                  <a:ext uri="{FF2B5EF4-FFF2-40B4-BE49-F238E27FC236}">
                    <a16:creationId xmlns:a16="http://schemas.microsoft.com/office/drawing/2014/main" id="{240361DA-93A3-3521-C1CB-FD511D973268}"/>
                  </a:ext>
                </a:extLst>
              </p:cNvPr>
              <p:cNvSpPr/>
              <p:nvPr userDrawn="1"/>
            </p:nvSpPr>
            <p:spPr>
              <a:xfrm rot="5400000">
                <a:off x="14033099" y="5629886"/>
                <a:ext cx="253188" cy="316248"/>
              </a:xfrm>
              <a:prstGeom prst="rect">
                <a:avLst/>
              </a:prstGeom>
              <a:solidFill>
                <a:srgbClr val="B9056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38" name="Rectangle 37">
                <a:extLst>
                  <a:ext uri="{FF2B5EF4-FFF2-40B4-BE49-F238E27FC236}">
                    <a16:creationId xmlns:a16="http://schemas.microsoft.com/office/drawing/2014/main" id="{C991C083-D6DE-BB88-337E-BF251C812D7D}"/>
                  </a:ext>
                </a:extLst>
              </p:cNvPr>
              <p:cNvSpPr/>
              <p:nvPr userDrawn="1"/>
            </p:nvSpPr>
            <p:spPr>
              <a:xfrm rot="5400000">
                <a:off x="14033099" y="3684518"/>
                <a:ext cx="253188" cy="316248"/>
              </a:xfrm>
              <a:prstGeom prst="rect">
                <a:avLst/>
              </a:prstGeom>
              <a:solidFill>
                <a:srgbClr val="9DC2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39" name="Rectangle 38">
                <a:extLst>
                  <a:ext uri="{FF2B5EF4-FFF2-40B4-BE49-F238E27FC236}">
                    <a16:creationId xmlns:a16="http://schemas.microsoft.com/office/drawing/2014/main" id="{B4CFD476-032E-81F3-0296-6D041BAC973D}"/>
                  </a:ext>
                </a:extLst>
              </p:cNvPr>
              <p:cNvSpPr/>
              <p:nvPr userDrawn="1"/>
            </p:nvSpPr>
            <p:spPr>
              <a:xfrm rot="5400000">
                <a:off x="14033099" y="4008746"/>
                <a:ext cx="253188" cy="316248"/>
              </a:xfrm>
              <a:prstGeom prst="rect">
                <a:avLst/>
              </a:prstGeom>
              <a:solidFill>
                <a:srgbClr val="309DA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40" name="Rectangle 39">
                <a:extLst>
                  <a:ext uri="{FF2B5EF4-FFF2-40B4-BE49-F238E27FC236}">
                    <a16:creationId xmlns:a16="http://schemas.microsoft.com/office/drawing/2014/main" id="{FEB0B929-8BEB-E617-E8BE-CEF857989707}"/>
                  </a:ext>
                </a:extLst>
              </p:cNvPr>
              <p:cNvSpPr/>
              <p:nvPr userDrawn="1"/>
            </p:nvSpPr>
            <p:spPr>
              <a:xfrm rot="5400000">
                <a:off x="14033099" y="4332974"/>
                <a:ext cx="253188" cy="316248"/>
              </a:xfrm>
              <a:prstGeom prst="rect">
                <a:avLst/>
              </a:prstGeom>
              <a:solidFill>
                <a:srgbClr val="E2C22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41" name="Rectangle 40">
                <a:extLst>
                  <a:ext uri="{FF2B5EF4-FFF2-40B4-BE49-F238E27FC236}">
                    <a16:creationId xmlns:a16="http://schemas.microsoft.com/office/drawing/2014/main" id="{B679381C-67C3-DFF2-2DC3-CACE01E52EEA}"/>
                  </a:ext>
                </a:extLst>
              </p:cNvPr>
              <p:cNvSpPr/>
              <p:nvPr userDrawn="1"/>
            </p:nvSpPr>
            <p:spPr>
              <a:xfrm rot="5400000">
                <a:off x="14033099" y="4657202"/>
                <a:ext cx="253188" cy="316248"/>
              </a:xfrm>
              <a:prstGeom prst="rect">
                <a:avLst/>
              </a:prstGeom>
              <a:solidFill>
                <a:srgbClr val="9158B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grpSp>
        <p:grpSp>
          <p:nvGrpSpPr>
            <p:cNvPr id="15" name="Group 14">
              <a:extLst>
                <a:ext uri="{FF2B5EF4-FFF2-40B4-BE49-F238E27FC236}">
                  <a16:creationId xmlns:a16="http://schemas.microsoft.com/office/drawing/2014/main" id="{AE0B6A5D-2411-2C9B-2AAF-ABEE511731C6}"/>
                </a:ext>
              </a:extLst>
            </p:cNvPr>
            <p:cNvGrpSpPr/>
            <p:nvPr userDrawn="1"/>
          </p:nvGrpSpPr>
          <p:grpSpPr>
            <a:xfrm>
              <a:off x="12442019" y="198485"/>
              <a:ext cx="382660" cy="2882942"/>
              <a:chOff x="12742785" y="3716048"/>
              <a:chExt cx="316248" cy="3171236"/>
            </a:xfrm>
          </p:grpSpPr>
          <p:sp>
            <p:nvSpPr>
              <p:cNvPr id="22" name="Rectangle 21">
                <a:extLst>
                  <a:ext uri="{FF2B5EF4-FFF2-40B4-BE49-F238E27FC236}">
                    <a16:creationId xmlns:a16="http://schemas.microsoft.com/office/drawing/2014/main" id="{DA4C0434-0F4A-6E0A-E06B-2D27EA50EB78}"/>
                  </a:ext>
                </a:extLst>
              </p:cNvPr>
              <p:cNvSpPr/>
              <p:nvPr userDrawn="1"/>
            </p:nvSpPr>
            <p:spPr>
              <a:xfrm rot="5400000">
                <a:off x="12774315" y="6602566"/>
                <a:ext cx="253188" cy="316248"/>
              </a:xfrm>
              <a:prstGeom prst="rect">
                <a:avLst/>
              </a:prstGeom>
              <a:solidFill>
                <a:srgbClr val="BFD6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23" name="Rectangle 22">
                <a:extLst>
                  <a:ext uri="{FF2B5EF4-FFF2-40B4-BE49-F238E27FC236}">
                    <a16:creationId xmlns:a16="http://schemas.microsoft.com/office/drawing/2014/main" id="{47B146DD-9C34-06DF-9FE2-4E2A1A1C6B7E}"/>
                  </a:ext>
                </a:extLst>
              </p:cNvPr>
              <p:cNvSpPr/>
              <p:nvPr userDrawn="1"/>
            </p:nvSpPr>
            <p:spPr>
              <a:xfrm rot="5400000">
                <a:off x="12774315" y="4981430"/>
                <a:ext cx="253188" cy="316248"/>
              </a:xfrm>
              <a:prstGeom prst="rect">
                <a:avLst/>
              </a:prstGeom>
              <a:solidFill>
                <a:srgbClr val="D25F7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24" name="Rectangle 23">
                <a:extLst>
                  <a:ext uri="{FF2B5EF4-FFF2-40B4-BE49-F238E27FC236}">
                    <a16:creationId xmlns:a16="http://schemas.microsoft.com/office/drawing/2014/main" id="{A56571D6-473D-F327-5CDB-69D48EBB3E2A}"/>
                  </a:ext>
                </a:extLst>
              </p:cNvPr>
              <p:cNvSpPr/>
              <p:nvPr userDrawn="1"/>
            </p:nvSpPr>
            <p:spPr>
              <a:xfrm rot="5400000">
                <a:off x="12774315" y="5305658"/>
                <a:ext cx="253188" cy="316248"/>
              </a:xfrm>
              <a:prstGeom prst="rect">
                <a:avLst/>
              </a:prstGeom>
              <a:solidFill>
                <a:srgbClr val="C6480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25" name="Rectangle 24">
                <a:extLst>
                  <a:ext uri="{FF2B5EF4-FFF2-40B4-BE49-F238E27FC236}">
                    <a16:creationId xmlns:a16="http://schemas.microsoft.com/office/drawing/2014/main" id="{099826DE-D7BB-EB5C-39B9-CE8D2EF22B5D}"/>
                  </a:ext>
                </a:extLst>
              </p:cNvPr>
              <p:cNvSpPr/>
              <p:nvPr userDrawn="1"/>
            </p:nvSpPr>
            <p:spPr>
              <a:xfrm rot="5400000">
                <a:off x="12774315" y="5629886"/>
                <a:ext cx="253188" cy="316248"/>
              </a:xfrm>
              <a:prstGeom prst="rect">
                <a:avLst/>
              </a:prstGeom>
              <a:solidFill>
                <a:srgbClr val="BA016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26" name="Rectangle 25">
                <a:extLst>
                  <a:ext uri="{FF2B5EF4-FFF2-40B4-BE49-F238E27FC236}">
                    <a16:creationId xmlns:a16="http://schemas.microsoft.com/office/drawing/2014/main" id="{3713BC80-FFA1-78C9-FE27-547A1E6C72C0}"/>
                  </a:ext>
                </a:extLst>
              </p:cNvPr>
              <p:cNvSpPr/>
              <p:nvPr userDrawn="1"/>
            </p:nvSpPr>
            <p:spPr>
              <a:xfrm rot="5400000">
                <a:off x="12774315" y="3684518"/>
                <a:ext cx="253188" cy="316248"/>
              </a:xfrm>
              <a:prstGeom prst="rect">
                <a:avLst/>
              </a:prstGeom>
              <a:solidFill>
                <a:srgbClr val="005E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27" name="Rectangle 26">
                <a:extLst>
                  <a:ext uri="{FF2B5EF4-FFF2-40B4-BE49-F238E27FC236}">
                    <a16:creationId xmlns:a16="http://schemas.microsoft.com/office/drawing/2014/main" id="{6CF4A443-CFCA-E5E7-48FA-46CB4809375A}"/>
                  </a:ext>
                </a:extLst>
              </p:cNvPr>
              <p:cNvSpPr/>
              <p:nvPr userDrawn="1"/>
            </p:nvSpPr>
            <p:spPr>
              <a:xfrm rot="5400000">
                <a:off x="12774315" y="4008746"/>
                <a:ext cx="253188" cy="316248"/>
              </a:xfrm>
              <a:prstGeom prst="rect">
                <a:avLst/>
              </a:prstGeom>
              <a:solidFill>
                <a:srgbClr val="5EB6B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28" name="Rectangle 27">
                <a:extLst>
                  <a:ext uri="{FF2B5EF4-FFF2-40B4-BE49-F238E27FC236}">
                    <a16:creationId xmlns:a16="http://schemas.microsoft.com/office/drawing/2014/main" id="{448B1162-7D6C-27A4-48B2-D1EEBE9E2D3C}"/>
                  </a:ext>
                </a:extLst>
              </p:cNvPr>
              <p:cNvSpPr/>
              <p:nvPr userDrawn="1"/>
            </p:nvSpPr>
            <p:spPr>
              <a:xfrm rot="5400000">
                <a:off x="12774315" y="4332974"/>
                <a:ext cx="253188" cy="316248"/>
              </a:xfrm>
              <a:prstGeom prst="rect">
                <a:avLst/>
              </a:prstGeom>
              <a:solidFill>
                <a:srgbClr val="C7AB2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29" name="Rectangle 28">
                <a:extLst>
                  <a:ext uri="{FF2B5EF4-FFF2-40B4-BE49-F238E27FC236}">
                    <a16:creationId xmlns:a16="http://schemas.microsoft.com/office/drawing/2014/main" id="{0AE3DC69-91C3-4D2F-D138-0252D44DEA03}"/>
                  </a:ext>
                </a:extLst>
              </p:cNvPr>
              <p:cNvSpPr/>
              <p:nvPr userDrawn="1"/>
            </p:nvSpPr>
            <p:spPr>
              <a:xfrm rot="5400000">
                <a:off x="12774315" y="4657202"/>
                <a:ext cx="253188" cy="316248"/>
              </a:xfrm>
              <a:prstGeom prst="rect">
                <a:avLst/>
              </a:prstGeom>
              <a:solidFill>
                <a:srgbClr val="5C068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30" name="Rectangle 29">
                <a:extLst>
                  <a:ext uri="{FF2B5EF4-FFF2-40B4-BE49-F238E27FC236}">
                    <a16:creationId xmlns:a16="http://schemas.microsoft.com/office/drawing/2014/main" id="{9ACD119C-2FA3-FE38-B9EA-D53597CD3CBD}"/>
                  </a:ext>
                </a:extLst>
              </p:cNvPr>
              <p:cNvSpPr/>
              <p:nvPr userDrawn="1"/>
            </p:nvSpPr>
            <p:spPr>
              <a:xfrm rot="5400000">
                <a:off x="12774315" y="5954114"/>
                <a:ext cx="253188" cy="316248"/>
              </a:xfrm>
              <a:prstGeom prst="rect">
                <a:avLst/>
              </a:prstGeom>
              <a:solidFill>
                <a:srgbClr val="2A431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31" name="Rectangle 30">
                <a:extLst>
                  <a:ext uri="{FF2B5EF4-FFF2-40B4-BE49-F238E27FC236}">
                    <a16:creationId xmlns:a16="http://schemas.microsoft.com/office/drawing/2014/main" id="{263D27CB-5474-6145-56D7-7BD328CF5CD0}"/>
                  </a:ext>
                </a:extLst>
              </p:cNvPr>
              <p:cNvSpPr/>
              <p:nvPr userDrawn="1"/>
            </p:nvSpPr>
            <p:spPr>
              <a:xfrm rot="5400000">
                <a:off x="12774315" y="6278342"/>
                <a:ext cx="253188" cy="316248"/>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grpSp>
        <p:sp>
          <p:nvSpPr>
            <p:cNvPr id="21" name="TextBox 20">
              <a:extLst>
                <a:ext uri="{FF2B5EF4-FFF2-40B4-BE49-F238E27FC236}">
                  <a16:creationId xmlns:a16="http://schemas.microsoft.com/office/drawing/2014/main" id="{761F77DC-3995-8B8D-CBB1-6E3ACA77BA68}"/>
                </a:ext>
              </a:extLst>
            </p:cNvPr>
            <p:cNvSpPr txBox="1"/>
            <p:nvPr userDrawn="1"/>
          </p:nvSpPr>
          <p:spPr>
            <a:xfrm rot="16200000">
              <a:off x="12574270" y="5173406"/>
              <a:ext cx="960199" cy="118559"/>
            </a:xfrm>
            <a:prstGeom prst="rect">
              <a:avLst/>
            </a:prstGeom>
            <a:noFill/>
          </p:spPr>
          <p:txBody>
            <a:bodyPr wrap="none" lIns="0" tIns="0" rIns="0" bIns="0" rtlCol="0">
              <a:spAutoFit/>
            </a:bodyPr>
            <a:lstStyle/>
            <a:p>
              <a:pPr algn="l">
                <a:lnSpc>
                  <a:spcPct val="101000"/>
                </a:lnSpc>
                <a:spcAft>
                  <a:spcPts val="600"/>
                </a:spcAft>
              </a:pPr>
              <a:r>
                <a:rPr lang="en-CR" sz="800" b="1">
                  <a:solidFill>
                    <a:srgbClr val="000000"/>
                  </a:solidFill>
                  <a:latin typeface="GT America Regular"/>
                  <a:ea typeface="GT America Regular" charset="0"/>
                  <a:cs typeface="GT America Regular" charset="0"/>
                </a:rPr>
                <a:t>ON MOODY´S BLUE</a:t>
              </a:r>
              <a:endParaRPr kumimoji="0" lang="en-CR" sz="800" b="1" i="0" u="none" strike="noStrike" kern="1200" cap="none" spc="0" normalizeH="0" baseline="0" noProof="0" err="1">
                <a:ln>
                  <a:noFill/>
                </a:ln>
                <a:solidFill>
                  <a:srgbClr val="000000"/>
                </a:solidFill>
                <a:effectLst/>
                <a:uLnTx/>
                <a:uFillTx/>
                <a:latin typeface="GT America Regular"/>
                <a:ea typeface="GT America Regular" charset="0"/>
                <a:cs typeface="GT America Regular" charset="0"/>
              </a:endParaRPr>
            </a:p>
          </p:txBody>
        </p:sp>
      </p:grpSp>
      <p:sp>
        <p:nvSpPr>
          <p:cNvPr id="42" name="TextBox 41">
            <a:extLst>
              <a:ext uri="{FF2B5EF4-FFF2-40B4-BE49-F238E27FC236}">
                <a16:creationId xmlns:a16="http://schemas.microsoft.com/office/drawing/2014/main" id="{F589DE97-81C9-5BA6-9D08-077E4E809C48}"/>
              </a:ext>
            </a:extLst>
          </p:cNvPr>
          <p:cNvSpPr txBox="1"/>
          <p:nvPr userDrawn="1"/>
        </p:nvSpPr>
        <p:spPr>
          <a:xfrm>
            <a:off x="12356815" y="3377042"/>
            <a:ext cx="807913" cy="118559"/>
          </a:xfrm>
          <a:prstGeom prst="rect">
            <a:avLst/>
          </a:prstGeom>
          <a:noFill/>
        </p:spPr>
        <p:txBody>
          <a:bodyPr wrap="none" lIns="0" tIns="0" rIns="0" bIns="0" rtlCol="0">
            <a:spAutoFit/>
          </a:bodyPr>
          <a:lstStyle/>
          <a:p>
            <a:pPr algn="l">
              <a:lnSpc>
                <a:spcPct val="101000"/>
              </a:lnSpc>
              <a:spcAft>
                <a:spcPts val="600"/>
              </a:spcAft>
            </a:pPr>
            <a:r>
              <a:rPr kumimoji="0" lang="en-US" sz="800" b="1" i="0" u="none" strike="noStrike" kern="1200" cap="none" spc="0" normalizeH="0" baseline="0" noProof="0" dirty="0">
                <a:ln>
                  <a:noFill/>
                </a:ln>
                <a:solidFill>
                  <a:srgbClr val="000000"/>
                </a:solidFill>
                <a:effectLst/>
                <a:uLnTx/>
                <a:uFillTx/>
                <a:ea typeface="GT America Regular" charset="0"/>
                <a:cs typeface="GT America Regular" charset="0"/>
              </a:rPr>
              <a:t>For charts ONLY</a:t>
            </a:r>
            <a:endParaRPr kumimoji="0" lang="en-CR" sz="800" b="1" i="0" u="none" strike="noStrike" kern="1200" cap="none" spc="0" normalizeH="0" baseline="0" noProof="0">
              <a:ln>
                <a:noFill/>
              </a:ln>
              <a:solidFill>
                <a:srgbClr val="000000"/>
              </a:solidFill>
              <a:effectLst/>
              <a:uLnTx/>
              <a:uFillTx/>
              <a:ea typeface="GT America Regular" charset="0"/>
              <a:cs typeface="GT America Regular" charset="0"/>
            </a:endParaRPr>
          </a:p>
        </p:txBody>
      </p:sp>
    </p:spTree>
    <p:extLst>
      <p:ext uri="{BB962C8B-B14F-4D97-AF65-F5344CB8AC3E}">
        <p14:creationId xmlns:p14="http://schemas.microsoft.com/office/powerpoint/2010/main" val="1409456380"/>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3x3 - Photo Top">
    <p:spTree>
      <p:nvGrpSpPr>
        <p:cNvPr id="1" name=""/>
        <p:cNvGrpSpPr/>
        <p:nvPr/>
      </p:nvGrpSpPr>
      <p:grpSpPr>
        <a:xfrm>
          <a:off x="0" y="0"/>
          <a:ext cx="0" cy="0"/>
          <a:chOff x="0" y="0"/>
          <a:chExt cx="0" cy="0"/>
        </a:xfrm>
      </p:grpSpPr>
      <p:sp>
        <p:nvSpPr>
          <p:cNvPr id="10" name="Picture Placeholder 9">
            <a:extLst>
              <a:ext uri="{FF2B5EF4-FFF2-40B4-BE49-F238E27FC236}">
                <a16:creationId xmlns:a16="http://schemas.microsoft.com/office/drawing/2014/main" id="{BE85ED21-179E-C2B7-89F1-D4AD14EEDA9A}"/>
              </a:ext>
            </a:extLst>
          </p:cNvPr>
          <p:cNvSpPr>
            <a:spLocks noGrp="1" noChangeAspect="1"/>
          </p:cNvSpPr>
          <p:nvPr>
            <p:ph type="pic" sz="quarter" idx="13"/>
          </p:nvPr>
        </p:nvSpPr>
        <p:spPr>
          <a:xfrm>
            <a:off x="0" y="1"/>
            <a:ext cx="12192000" cy="1700212"/>
          </a:xfrm>
          <a:solidFill>
            <a:schemeClr val="bg1">
              <a:lumMod val="65000"/>
            </a:schemeClr>
          </a:solidFill>
        </p:spPr>
        <p:txBody>
          <a:bodyPr lIns="2560320" anchor="ctr"/>
          <a:lstStyle>
            <a:lvl1pPr algn="ctr">
              <a:defRPr>
                <a:solidFill>
                  <a:schemeClr val="bg1"/>
                </a:solidFill>
              </a:defRPr>
            </a:lvl1pPr>
          </a:lstStyle>
          <a:p>
            <a:r>
              <a:rPr lang="en-US"/>
              <a:t>Click icon to add picture</a:t>
            </a:r>
            <a:endParaRPr lang="en-US" dirty="0"/>
          </a:p>
        </p:txBody>
      </p:sp>
      <p:sp>
        <p:nvSpPr>
          <p:cNvPr id="8" name="Footer Placeholder 7">
            <a:extLst>
              <a:ext uri="{FF2B5EF4-FFF2-40B4-BE49-F238E27FC236}">
                <a16:creationId xmlns:a16="http://schemas.microsoft.com/office/drawing/2014/main" id="{0E2ADB5F-BB7A-E503-6385-47B7F4A752C0}"/>
              </a:ext>
            </a:extLst>
          </p:cNvPr>
          <p:cNvSpPr>
            <a:spLocks noGrp="1"/>
          </p:cNvSpPr>
          <p:nvPr>
            <p:ph type="ftr" sz="quarter" idx="11"/>
          </p:nvPr>
        </p:nvSpPr>
        <p:spPr/>
        <p:txBody>
          <a:bodyPr/>
          <a:lstStyle>
            <a:lvl1pPr>
              <a:defRPr>
                <a:solidFill>
                  <a:schemeClr val="tx1"/>
                </a:solidFill>
              </a:defRPr>
            </a:lvl1pPr>
          </a:lstStyle>
          <a:p>
            <a:r>
              <a:rPr lang="en-US"/>
              <a:t>See slide 12 for instructions on how to update footer</a:t>
            </a:r>
            <a:endParaRPr lang="en-US" dirty="0"/>
          </a:p>
        </p:txBody>
      </p:sp>
      <p:sp>
        <p:nvSpPr>
          <p:cNvPr id="9" name="Slide Number Placeholder 8">
            <a:extLst>
              <a:ext uri="{FF2B5EF4-FFF2-40B4-BE49-F238E27FC236}">
                <a16:creationId xmlns:a16="http://schemas.microsoft.com/office/drawing/2014/main" id="{CCA8152B-F410-5052-DF3D-06C6DD4D2381}"/>
              </a:ext>
            </a:extLst>
          </p:cNvPr>
          <p:cNvSpPr>
            <a:spLocks noGrp="1"/>
          </p:cNvSpPr>
          <p:nvPr>
            <p:ph type="sldNum" sz="quarter" idx="12"/>
          </p:nvPr>
        </p:nvSpPr>
        <p:spPr/>
        <p:txBody>
          <a:bodyPr/>
          <a:lstStyle>
            <a:lvl1pPr>
              <a:defRPr>
                <a:solidFill>
                  <a:schemeClr val="tx1"/>
                </a:solidFill>
              </a:defRPr>
            </a:lvl1pPr>
          </a:lstStyle>
          <a:p>
            <a:fld id="{862A5111-985B-C14D-9115-5787026182A8}" type="slidenum">
              <a:rPr lang="en-US" smtClean="0"/>
              <a:pPr/>
              <a:t>‹#›</a:t>
            </a:fld>
            <a:endParaRPr lang="en-US" dirty="0"/>
          </a:p>
        </p:txBody>
      </p:sp>
      <p:sp>
        <p:nvSpPr>
          <p:cNvPr id="39" name="Picture Placeholder 9">
            <a:extLst>
              <a:ext uri="{FF2B5EF4-FFF2-40B4-BE49-F238E27FC236}">
                <a16:creationId xmlns:a16="http://schemas.microsoft.com/office/drawing/2014/main" id="{DEE24B91-16DE-DAB3-3069-2978764EB319}"/>
              </a:ext>
            </a:extLst>
          </p:cNvPr>
          <p:cNvSpPr>
            <a:spLocks noGrp="1"/>
          </p:cNvSpPr>
          <p:nvPr>
            <p:ph type="pic" sz="quarter" idx="37" hasCustomPrompt="1"/>
          </p:nvPr>
        </p:nvSpPr>
        <p:spPr>
          <a:xfrm>
            <a:off x="546100" y="2006963"/>
            <a:ext cx="731520" cy="707662"/>
          </a:xfrm>
          <a:noFill/>
          <a:ln>
            <a:noFill/>
          </a:ln>
        </p:spPr>
        <p:txBody>
          <a:bodyPr tIns="411480" anchor="ctr">
            <a:normAutofit/>
          </a:bodyPr>
          <a:lstStyle>
            <a:lvl1pPr algn="ctr">
              <a:defRPr sz="1100">
                <a:solidFill>
                  <a:schemeClr val="tx1"/>
                </a:solidFill>
              </a:defRPr>
            </a:lvl1pPr>
          </a:lstStyle>
          <a:p>
            <a:r>
              <a:rPr lang="en-US" dirty="0"/>
              <a:t>Icon</a:t>
            </a:r>
          </a:p>
        </p:txBody>
      </p:sp>
      <p:sp>
        <p:nvSpPr>
          <p:cNvPr id="40" name="Picture Placeholder 9">
            <a:extLst>
              <a:ext uri="{FF2B5EF4-FFF2-40B4-BE49-F238E27FC236}">
                <a16:creationId xmlns:a16="http://schemas.microsoft.com/office/drawing/2014/main" id="{F003E950-C9D0-0278-0715-C906BEF230C3}"/>
              </a:ext>
            </a:extLst>
          </p:cNvPr>
          <p:cNvSpPr>
            <a:spLocks noGrp="1"/>
          </p:cNvSpPr>
          <p:nvPr>
            <p:ph type="pic" sz="quarter" idx="38" hasCustomPrompt="1"/>
          </p:nvPr>
        </p:nvSpPr>
        <p:spPr>
          <a:xfrm>
            <a:off x="4335779" y="2006963"/>
            <a:ext cx="731520" cy="707662"/>
          </a:xfrm>
          <a:noFill/>
          <a:ln>
            <a:noFill/>
          </a:ln>
        </p:spPr>
        <p:txBody>
          <a:bodyPr tIns="411480" anchor="ctr">
            <a:normAutofit/>
          </a:bodyPr>
          <a:lstStyle>
            <a:lvl1pPr algn="ctr">
              <a:defRPr sz="1100">
                <a:solidFill>
                  <a:schemeClr val="tx1"/>
                </a:solidFill>
              </a:defRPr>
            </a:lvl1pPr>
          </a:lstStyle>
          <a:p>
            <a:r>
              <a:rPr lang="en-US" dirty="0"/>
              <a:t>Icon</a:t>
            </a:r>
          </a:p>
        </p:txBody>
      </p:sp>
      <p:sp>
        <p:nvSpPr>
          <p:cNvPr id="41" name="Picture Placeholder 9">
            <a:extLst>
              <a:ext uri="{FF2B5EF4-FFF2-40B4-BE49-F238E27FC236}">
                <a16:creationId xmlns:a16="http://schemas.microsoft.com/office/drawing/2014/main" id="{773CBB8A-601B-B68F-970A-8D6534F2D520}"/>
              </a:ext>
            </a:extLst>
          </p:cNvPr>
          <p:cNvSpPr>
            <a:spLocks noGrp="1"/>
          </p:cNvSpPr>
          <p:nvPr>
            <p:ph type="pic" sz="quarter" idx="39" hasCustomPrompt="1"/>
          </p:nvPr>
        </p:nvSpPr>
        <p:spPr>
          <a:xfrm>
            <a:off x="8131809" y="2006963"/>
            <a:ext cx="731520" cy="707662"/>
          </a:xfrm>
          <a:noFill/>
          <a:ln>
            <a:noFill/>
          </a:ln>
        </p:spPr>
        <p:txBody>
          <a:bodyPr tIns="411480" anchor="ctr">
            <a:normAutofit/>
          </a:bodyPr>
          <a:lstStyle>
            <a:lvl1pPr algn="ctr">
              <a:defRPr sz="1100">
                <a:solidFill>
                  <a:schemeClr val="tx1"/>
                </a:solidFill>
              </a:defRPr>
            </a:lvl1pPr>
          </a:lstStyle>
          <a:p>
            <a:r>
              <a:rPr lang="en-US" dirty="0"/>
              <a:t>Icon</a:t>
            </a:r>
          </a:p>
        </p:txBody>
      </p:sp>
      <p:sp>
        <p:nvSpPr>
          <p:cNvPr id="42" name="Picture Placeholder 9">
            <a:extLst>
              <a:ext uri="{FF2B5EF4-FFF2-40B4-BE49-F238E27FC236}">
                <a16:creationId xmlns:a16="http://schemas.microsoft.com/office/drawing/2014/main" id="{CDAB1DAD-1044-2753-ED1B-2F53ADC1F076}"/>
              </a:ext>
            </a:extLst>
          </p:cNvPr>
          <p:cNvSpPr>
            <a:spLocks noGrp="1"/>
          </p:cNvSpPr>
          <p:nvPr>
            <p:ph type="pic" sz="quarter" idx="40" hasCustomPrompt="1"/>
          </p:nvPr>
        </p:nvSpPr>
        <p:spPr>
          <a:xfrm>
            <a:off x="546100" y="4124325"/>
            <a:ext cx="731520" cy="730250"/>
          </a:xfrm>
          <a:noFill/>
          <a:ln>
            <a:noFill/>
          </a:ln>
        </p:spPr>
        <p:txBody>
          <a:bodyPr tIns="411480" anchor="ctr">
            <a:normAutofit/>
          </a:bodyPr>
          <a:lstStyle>
            <a:lvl1pPr algn="ctr">
              <a:defRPr sz="1100">
                <a:solidFill>
                  <a:schemeClr val="tx1"/>
                </a:solidFill>
              </a:defRPr>
            </a:lvl1pPr>
          </a:lstStyle>
          <a:p>
            <a:r>
              <a:rPr lang="en-US" dirty="0"/>
              <a:t>Icon</a:t>
            </a:r>
          </a:p>
        </p:txBody>
      </p:sp>
      <p:sp>
        <p:nvSpPr>
          <p:cNvPr id="43" name="Picture Placeholder 9">
            <a:extLst>
              <a:ext uri="{FF2B5EF4-FFF2-40B4-BE49-F238E27FC236}">
                <a16:creationId xmlns:a16="http://schemas.microsoft.com/office/drawing/2014/main" id="{8E533476-771C-C1A8-684B-5F369B8AD702}"/>
              </a:ext>
            </a:extLst>
          </p:cNvPr>
          <p:cNvSpPr>
            <a:spLocks noGrp="1"/>
          </p:cNvSpPr>
          <p:nvPr>
            <p:ph type="pic" sz="quarter" idx="41" hasCustomPrompt="1"/>
          </p:nvPr>
        </p:nvSpPr>
        <p:spPr>
          <a:xfrm>
            <a:off x="4335779" y="4124325"/>
            <a:ext cx="731520" cy="730250"/>
          </a:xfrm>
          <a:noFill/>
          <a:ln>
            <a:noFill/>
          </a:ln>
        </p:spPr>
        <p:txBody>
          <a:bodyPr tIns="411480" anchor="ctr">
            <a:normAutofit/>
          </a:bodyPr>
          <a:lstStyle>
            <a:lvl1pPr algn="ctr">
              <a:defRPr sz="1100">
                <a:solidFill>
                  <a:schemeClr val="tx1"/>
                </a:solidFill>
              </a:defRPr>
            </a:lvl1pPr>
          </a:lstStyle>
          <a:p>
            <a:r>
              <a:rPr lang="en-US" dirty="0"/>
              <a:t>Icon</a:t>
            </a:r>
          </a:p>
        </p:txBody>
      </p:sp>
      <p:sp>
        <p:nvSpPr>
          <p:cNvPr id="44" name="Picture Placeholder 9">
            <a:extLst>
              <a:ext uri="{FF2B5EF4-FFF2-40B4-BE49-F238E27FC236}">
                <a16:creationId xmlns:a16="http://schemas.microsoft.com/office/drawing/2014/main" id="{8229F8E0-54EB-CC61-EDE5-D49015E07E9D}"/>
              </a:ext>
            </a:extLst>
          </p:cNvPr>
          <p:cNvSpPr>
            <a:spLocks noGrp="1"/>
          </p:cNvSpPr>
          <p:nvPr>
            <p:ph type="pic" sz="quarter" idx="42" hasCustomPrompt="1"/>
          </p:nvPr>
        </p:nvSpPr>
        <p:spPr>
          <a:xfrm>
            <a:off x="8131809" y="4124325"/>
            <a:ext cx="731520" cy="730250"/>
          </a:xfrm>
          <a:noFill/>
          <a:ln>
            <a:noFill/>
          </a:ln>
        </p:spPr>
        <p:txBody>
          <a:bodyPr tIns="411480" anchor="ctr">
            <a:normAutofit/>
          </a:bodyPr>
          <a:lstStyle>
            <a:lvl1pPr algn="ctr">
              <a:defRPr sz="1100">
                <a:solidFill>
                  <a:schemeClr val="tx1"/>
                </a:solidFill>
              </a:defRPr>
            </a:lvl1pPr>
          </a:lstStyle>
          <a:p>
            <a:r>
              <a:rPr lang="en-US" dirty="0"/>
              <a:t>Icon</a:t>
            </a:r>
          </a:p>
        </p:txBody>
      </p:sp>
      <p:sp>
        <p:nvSpPr>
          <p:cNvPr id="4" name="Title 3">
            <a:extLst>
              <a:ext uri="{FF2B5EF4-FFF2-40B4-BE49-F238E27FC236}">
                <a16:creationId xmlns:a16="http://schemas.microsoft.com/office/drawing/2014/main" id="{38E069FA-BCFF-0525-82A8-9D43A0F7FFAD}"/>
              </a:ext>
            </a:extLst>
          </p:cNvPr>
          <p:cNvSpPr>
            <a:spLocks noGrp="1"/>
          </p:cNvSpPr>
          <p:nvPr>
            <p:ph type="title"/>
          </p:nvPr>
        </p:nvSpPr>
        <p:spPr/>
        <p:txBody>
          <a:bodyPr/>
          <a:lstStyle>
            <a:lvl1pPr>
              <a:defRPr>
                <a:solidFill>
                  <a:schemeClr val="bg1"/>
                </a:solidFill>
              </a:defRPr>
            </a:lvl1pPr>
          </a:lstStyle>
          <a:p>
            <a:r>
              <a:rPr lang="en-US"/>
              <a:t>Click to edit Master title style</a:t>
            </a:r>
            <a:endParaRPr lang="en-US" dirty="0"/>
          </a:p>
        </p:txBody>
      </p:sp>
      <p:sp>
        <p:nvSpPr>
          <p:cNvPr id="3" name="Freeform 5">
            <a:extLst>
              <a:ext uri="{FF2B5EF4-FFF2-40B4-BE49-F238E27FC236}">
                <a16:creationId xmlns:a16="http://schemas.microsoft.com/office/drawing/2014/main" id="{9770A17F-69E1-3883-06E4-BFC90C571285}"/>
              </a:ext>
            </a:extLst>
          </p:cNvPr>
          <p:cNvSpPr/>
          <p:nvPr userDrawn="1"/>
        </p:nvSpPr>
        <p:spPr bwMode="black">
          <a:xfrm>
            <a:off x="554038" y="6469335"/>
            <a:ext cx="678511" cy="112440"/>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chemeClr val="tx2"/>
          </a:solidFill>
          <a:ln w="0" cap="flat">
            <a:noFill/>
            <a:prstDash val="solid"/>
            <a:miter/>
          </a:ln>
        </p:spPr>
        <p:txBody>
          <a:bodyPr rtlCol="0" anchor="ctr"/>
          <a:lstStyle/>
          <a:p>
            <a:endParaRPr lang="en-US"/>
          </a:p>
        </p:txBody>
      </p:sp>
      <p:sp>
        <p:nvSpPr>
          <p:cNvPr id="13" name="Text Placeholder 10">
            <a:extLst>
              <a:ext uri="{FF2B5EF4-FFF2-40B4-BE49-F238E27FC236}">
                <a16:creationId xmlns:a16="http://schemas.microsoft.com/office/drawing/2014/main" id="{310489FA-6FE3-5196-57BA-4C39CF6D97C9}"/>
              </a:ext>
            </a:extLst>
          </p:cNvPr>
          <p:cNvSpPr>
            <a:spLocks noGrp="1"/>
          </p:cNvSpPr>
          <p:nvPr>
            <p:ph type="body" sz="quarter" idx="45"/>
          </p:nvPr>
        </p:nvSpPr>
        <p:spPr>
          <a:xfrm>
            <a:off x="548640" y="1127125"/>
            <a:ext cx="5442585" cy="295275"/>
          </a:xfrm>
        </p:spPr>
        <p:txBody>
          <a:bodyPr>
            <a:noAutofit/>
          </a:bodyPr>
          <a:lstStyle>
            <a:lvl1pPr marL="0" algn="l" defTabSz="914400" rtl="0" eaLnBrk="1" latinLnBrk="0" hangingPunct="1">
              <a:lnSpc>
                <a:spcPct val="80000"/>
              </a:lnSpc>
              <a:spcBef>
                <a:spcPts val="0"/>
              </a:spcBef>
              <a:spcAft>
                <a:spcPts val="0"/>
              </a:spcAft>
              <a:buNone/>
              <a:defRPr lang="en-US" sz="2400" b="0" i="0" kern="1200" dirty="0" smtClean="0">
                <a:solidFill>
                  <a:schemeClr val="bg1"/>
                </a:solidFill>
                <a:latin typeface="+mj-lt"/>
                <a:ea typeface="GT America Regular" charset="0"/>
                <a:cs typeface="GT America Regular" charset="0"/>
              </a:defRPr>
            </a:lvl1pPr>
            <a:lvl2pPr marL="0" indent="0" algn="l" defTabSz="914400" rtl="0" eaLnBrk="1" latinLnBrk="0" hangingPunct="1">
              <a:lnSpc>
                <a:spcPct val="80000"/>
              </a:lnSpc>
              <a:spcBef>
                <a:spcPts val="0"/>
              </a:spcBef>
              <a:spcAft>
                <a:spcPts val="0"/>
              </a:spcAft>
              <a:buNone/>
              <a:defRPr lang="en-US" sz="2400" b="0" i="0" kern="1200" dirty="0" smtClean="0">
                <a:solidFill>
                  <a:schemeClr val="bg1"/>
                </a:solidFill>
                <a:latin typeface="+mj-lt"/>
                <a:ea typeface="GT America Regular" charset="0"/>
                <a:cs typeface="GT America Regular" charset="0"/>
              </a:defRPr>
            </a:lvl2pPr>
            <a:lvl3pPr marL="0" indent="0" algn="l" defTabSz="914400" rtl="0" eaLnBrk="1" latinLnBrk="0" hangingPunct="1">
              <a:lnSpc>
                <a:spcPct val="80000"/>
              </a:lnSpc>
              <a:spcBef>
                <a:spcPts val="0"/>
              </a:spcBef>
              <a:spcAft>
                <a:spcPts val="0"/>
              </a:spcAft>
              <a:buNone/>
              <a:defRPr lang="en-US" sz="2400" b="0" i="0" kern="1200" dirty="0" smtClean="0">
                <a:solidFill>
                  <a:schemeClr val="bg1"/>
                </a:solidFill>
                <a:latin typeface="+mj-lt"/>
                <a:ea typeface="GT America Regular" charset="0"/>
                <a:cs typeface="GT America Regular" charset="0"/>
              </a:defRPr>
            </a:lvl3pPr>
            <a:lvl4pPr marL="0" indent="0" algn="l" defTabSz="914400" rtl="0" eaLnBrk="1" latinLnBrk="0" hangingPunct="1">
              <a:lnSpc>
                <a:spcPct val="80000"/>
              </a:lnSpc>
              <a:spcBef>
                <a:spcPts val="0"/>
              </a:spcBef>
              <a:spcAft>
                <a:spcPts val="0"/>
              </a:spcAft>
              <a:buNone/>
              <a:defRPr lang="en-US" sz="2400" b="0" i="0" kern="1200" dirty="0" smtClean="0">
                <a:solidFill>
                  <a:schemeClr val="bg1"/>
                </a:solidFill>
                <a:latin typeface="+mj-lt"/>
                <a:ea typeface="GT America Regular" charset="0"/>
                <a:cs typeface="GT America Regular" charset="0"/>
              </a:defRPr>
            </a:lvl4pPr>
            <a:lvl5pPr marL="0" indent="0" algn="l" defTabSz="914400" rtl="0" eaLnBrk="1" latinLnBrk="0" hangingPunct="1">
              <a:lnSpc>
                <a:spcPct val="80000"/>
              </a:lnSpc>
              <a:spcBef>
                <a:spcPts val="0"/>
              </a:spcBef>
              <a:spcAft>
                <a:spcPts val="0"/>
              </a:spcAft>
              <a:buNone/>
              <a:defRPr lang="en-US" sz="2400" b="0" i="0" kern="1200" dirty="0" smtClean="0">
                <a:solidFill>
                  <a:schemeClr val="bg1"/>
                </a:solidFill>
                <a:latin typeface="+mj-lt"/>
                <a:ea typeface="GT America Regular" charset="0"/>
                <a:cs typeface="GT America Regular" charset="0"/>
              </a:defRPr>
            </a:lvl5pPr>
            <a:lvl6pPr marL="0" indent="0" algn="l" defTabSz="914400" rtl="0" eaLnBrk="1" latinLnBrk="0" hangingPunct="1">
              <a:lnSpc>
                <a:spcPct val="80000"/>
              </a:lnSpc>
              <a:spcBef>
                <a:spcPts val="0"/>
              </a:spcBef>
              <a:spcAft>
                <a:spcPts val="0"/>
              </a:spcAft>
              <a:buNone/>
              <a:defRPr lang="en-US" sz="2400" b="0" i="0" kern="1200" dirty="0" smtClean="0">
                <a:solidFill>
                  <a:schemeClr val="bg1"/>
                </a:solidFill>
                <a:latin typeface="+mj-lt"/>
                <a:ea typeface="GT America Regular" charset="0"/>
                <a:cs typeface="GT America Regular" charset="0"/>
              </a:defRPr>
            </a:lvl6pPr>
            <a:lvl7pPr marL="0" indent="0" algn="l" defTabSz="914400" rtl="0" eaLnBrk="1" latinLnBrk="0" hangingPunct="1">
              <a:lnSpc>
                <a:spcPct val="80000"/>
              </a:lnSpc>
              <a:spcBef>
                <a:spcPts val="0"/>
              </a:spcBef>
              <a:spcAft>
                <a:spcPts val="0"/>
              </a:spcAft>
              <a:buNone/>
              <a:defRPr lang="en-US" sz="2400" b="0" i="0" kern="1200" dirty="0" smtClean="0">
                <a:solidFill>
                  <a:schemeClr val="bg1"/>
                </a:solidFill>
                <a:latin typeface="+mj-lt"/>
                <a:ea typeface="GT America Regular" charset="0"/>
                <a:cs typeface="GT America Regular" charset="0"/>
              </a:defRPr>
            </a:lvl7pPr>
            <a:lvl8pPr marL="0" indent="0" algn="l" defTabSz="914400" rtl="0" eaLnBrk="1" latinLnBrk="0" hangingPunct="1">
              <a:lnSpc>
                <a:spcPct val="80000"/>
              </a:lnSpc>
              <a:spcBef>
                <a:spcPts val="0"/>
              </a:spcBef>
              <a:spcAft>
                <a:spcPts val="0"/>
              </a:spcAft>
              <a:buNone/>
              <a:defRPr lang="en-US" sz="2400" b="0" i="0" kern="1200" dirty="0" smtClean="0">
                <a:solidFill>
                  <a:schemeClr val="bg1"/>
                </a:solidFill>
                <a:latin typeface="+mj-lt"/>
                <a:ea typeface="GT America Regular" charset="0"/>
                <a:cs typeface="GT America Regular" charset="0"/>
              </a:defRPr>
            </a:lvl8pPr>
            <a:lvl9pPr marL="0" indent="0" algn="l" defTabSz="914400" rtl="0" eaLnBrk="1" latinLnBrk="0" hangingPunct="1">
              <a:lnSpc>
                <a:spcPct val="80000"/>
              </a:lnSpc>
              <a:spcBef>
                <a:spcPts val="0"/>
              </a:spcBef>
              <a:spcAft>
                <a:spcPts val="0"/>
              </a:spcAft>
              <a:buNone/>
              <a:defRPr lang="en-US" sz="2400" b="0" i="0" kern="1200" dirty="0">
                <a:solidFill>
                  <a:schemeClr val="bg1"/>
                </a:solidFill>
                <a:latin typeface="+mj-lt"/>
                <a:ea typeface="GT America Regular" charset="0"/>
                <a:cs typeface="GT America Regular" charset="0"/>
              </a:defRPr>
            </a:lvl9pPr>
          </a:lstStyle>
          <a:p>
            <a:pPr lvl="0"/>
            <a:r>
              <a:rPr lang="en-US"/>
              <a:t>Click to edit Master text styles</a:t>
            </a:r>
          </a:p>
        </p:txBody>
      </p:sp>
      <p:sp>
        <p:nvSpPr>
          <p:cNvPr id="15" name="Text Placeholder 15">
            <a:extLst>
              <a:ext uri="{FF2B5EF4-FFF2-40B4-BE49-F238E27FC236}">
                <a16:creationId xmlns:a16="http://schemas.microsoft.com/office/drawing/2014/main" id="{9BA8EFE1-927F-55D6-A4B0-B8DDF6AF954B}"/>
              </a:ext>
            </a:extLst>
          </p:cNvPr>
          <p:cNvSpPr>
            <a:spLocks noGrp="1"/>
          </p:cNvSpPr>
          <p:nvPr>
            <p:ph type="body" sz="quarter" idx="46"/>
          </p:nvPr>
        </p:nvSpPr>
        <p:spPr>
          <a:xfrm>
            <a:off x="546100" y="6019800"/>
            <a:ext cx="5445125" cy="289560"/>
          </a:xfrm>
        </p:spPr>
        <p:txBody>
          <a:bodyPr anchor="b" anchorCtr="0">
            <a:noAutofit/>
          </a:bodyPr>
          <a:lstStyle>
            <a:lvl1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1pPr>
            <a:lvl2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2pPr>
            <a:lvl3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3pPr>
            <a:lvl4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4pPr>
            <a:lvl5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5pPr>
            <a:lvl6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6pPr>
            <a:lvl7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7pPr>
            <a:lvl8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8pPr>
            <a:lvl9pPr marL="0" indent="0" algn="l" defTabSz="914400" rtl="0" eaLnBrk="1" latinLnBrk="0" hangingPunct="1">
              <a:lnSpc>
                <a:spcPct val="101000"/>
              </a:lnSpc>
              <a:spcBef>
                <a:spcPts val="0"/>
              </a:spcBef>
              <a:spcAft>
                <a:spcPts val="600"/>
              </a:spcAft>
              <a:buNone/>
              <a:defRPr lang="en-US" sz="600" b="0" i="0" kern="1200" dirty="0">
                <a:solidFill>
                  <a:srgbClr val="75787B"/>
                </a:solidFill>
                <a:latin typeface="+mn-lt"/>
                <a:ea typeface="GT America Regular" charset="0"/>
                <a:cs typeface="GT America Regular" charset="0"/>
              </a:defRPr>
            </a:lvl9pPr>
          </a:lstStyle>
          <a:p>
            <a:pPr lvl="0"/>
            <a:r>
              <a:rPr lang="en-US"/>
              <a:t>Click to edit Master text styles</a:t>
            </a:r>
          </a:p>
        </p:txBody>
      </p:sp>
      <p:sp>
        <p:nvSpPr>
          <p:cNvPr id="20" name="Content Placeholder 32">
            <a:extLst>
              <a:ext uri="{FF2B5EF4-FFF2-40B4-BE49-F238E27FC236}">
                <a16:creationId xmlns:a16="http://schemas.microsoft.com/office/drawing/2014/main" id="{0C04A2DB-44E7-1779-7153-66AE7C17B9DA}"/>
              </a:ext>
            </a:extLst>
          </p:cNvPr>
          <p:cNvSpPr>
            <a:spLocks noGrp="1"/>
          </p:cNvSpPr>
          <p:nvPr>
            <p:ph sz="quarter" idx="49"/>
          </p:nvPr>
        </p:nvSpPr>
        <p:spPr>
          <a:xfrm>
            <a:off x="546100" y="2847975"/>
            <a:ext cx="3520440" cy="990598"/>
          </a:xfrm>
        </p:spPr>
        <p:txBody>
          <a:bodyPr/>
          <a:lstStyle>
            <a:lvl1pPr>
              <a:defRPr lang="en-US" sz="2000" b="0" i="0" kern="1200" dirty="0" smtClean="0">
                <a:solidFill>
                  <a:schemeClr val="tx2"/>
                </a:solidFill>
                <a:latin typeface="+mj-lt"/>
                <a:ea typeface="GT America Regular" charset="0"/>
                <a:cs typeface="GT America Regular" charset="0"/>
              </a:defRPr>
            </a:lvl1pPr>
          </a:lstStyle>
          <a:p>
            <a:pPr lvl="0"/>
            <a:r>
              <a:rPr lang="en-US"/>
              <a:t>Click to edit Master text styles</a:t>
            </a:r>
          </a:p>
          <a:p>
            <a:pPr lvl="1"/>
            <a:r>
              <a:rPr lang="en-US"/>
              <a:t>Second level</a:t>
            </a:r>
          </a:p>
          <a:p>
            <a:pPr lvl="2"/>
            <a:r>
              <a:rPr lang="en-US"/>
              <a:t>Third level</a:t>
            </a:r>
          </a:p>
        </p:txBody>
      </p:sp>
      <p:sp>
        <p:nvSpPr>
          <p:cNvPr id="24" name="Content Placeholder 15">
            <a:extLst>
              <a:ext uri="{FF2B5EF4-FFF2-40B4-BE49-F238E27FC236}">
                <a16:creationId xmlns:a16="http://schemas.microsoft.com/office/drawing/2014/main" id="{CF9DFE53-830B-1A4C-F472-E0E7B9624139}"/>
              </a:ext>
            </a:extLst>
          </p:cNvPr>
          <p:cNvSpPr>
            <a:spLocks noGrp="1"/>
          </p:cNvSpPr>
          <p:nvPr>
            <p:ph sz="quarter" idx="50"/>
          </p:nvPr>
        </p:nvSpPr>
        <p:spPr>
          <a:xfrm>
            <a:off x="4335779" y="2847975"/>
            <a:ext cx="3520440" cy="990598"/>
          </a:xfrm>
        </p:spPr>
        <p:txBody>
          <a:bodyPr/>
          <a:lstStyle>
            <a:lvl1pPr>
              <a:defRPr lang="en-US" sz="2000" b="0" i="0" kern="1200" dirty="0" smtClean="0">
                <a:solidFill>
                  <a:schemeClr val="tx2"/>
                </a:solidFill>
                <a:latin typeface="+mj-lt"/>
                <a:ea typeface="GT America Regular" charset="0"/>
                <a:cs typeface="GT America Regular" charset="0"/>
              </a:defRPr>
            </a:lvl1pPr>
          </a:lstStyle>
          <a:p>
            <a:pPr marL="0" lvl="0" indent="0" algn="l" defTabSz="914400" rtl="0" eaLnBrk="1" latinLnBrk="0" hangingPunct="1">
              <a:lnSpc>
                <a:spcPct val="101000"/>
              </a:lnSpc>
              <a:spcBef>
                <a:spcPts val="0"/>
              </a:spcBef>
              <a:spcAft>
                <a:spcPts val="600"/>
              </a:spcAft>
              <a:buFont typeface="GT America Regular"/>
              <a:buNone/>
            </a:pPr>
            <a:r>
              <a:rPr lang="en-US"/>
              <a:t>Click to edit Master text styles</a:t>
            </a:r>
          </a:p>
          <a:p>
            <a:pPr marL="0" lvl="1" indent="0" algn="l" defTabSz="914400" rtl="0" eaLnBrk="1" latinLnBrk="0" hangingPunct="1">
              <a:lnSpc>
                <a:spcPct val="101000"/>
              </a:lnSpc>
              <a:spcBef>
                <a:spcPts val="0"/>
              </a:spcBef>
              <a:spcAft>
                <a:spcPts val="600"/>
              </a:spcAft>
              <a:buFont typeface="GT America Regular"/>
              <a:buNone/>
            </a:pPr>
            <a:r>
              <a:rPr lang="en-US"/>
              <a:t>Second level</a:t>
            </a:r>
          </a:p>
          <a:p>
            <a:pPr marL="0" lvl="2" indent="0" algn="l" defTabSz="914400" rtl="0" eaLnBrk="1" latinLnBrk="0" hangingPunct="1">
              <a:lnSpc>
                <a:spcPct val="101000"/>
              </a:lnSpc>
              <a:spcBef>
                <a:spcPts val="0"/>
              </a:spcBef>
              <a:spcAft>
                <a:spcPts val="600"/>
              </a:spcAft>
              <a:buFont typeface="GT America Regular"/>
              <a:buNone/>
            </a:pPr>
            <a:r>
              <a:rPr lang="en-US"/>
              <a:t>Third level</a:t>
            </a:r>
          </a:p>
        </p:txBody>
      </p:sp>
      <p:sp>
        <p:nvSpPr>
          <p:cNvPr id="25" name="Content Placeholder 17">
            <a:extLst>
              <a:ext uri="{FF2B5EF4-FFF2-40B4-BE49-F238E27FC236}">
                <a16:creationId xmlns:a16="http://schemas.microsoft.com/office/drawing/2014/main" id="{9C6C9551-6B74-0885-811D-B5B985D52982}"/>
              </a:ext>
            </a:extLst>
          </p:cNvPr>
          <p:cNvSpPr>
            <a:spLocks noGrp="1"/>
          </p:cNvSpPr>
          <p:nvPr>
            <p:ph sz="quarter" idx="51"/>
          </p:nvPr>
        </p:nvSpPr>
        <p:spPr>
          <a:xfrm>
            <a:off x="8125460" y="2847975"/>
            <a:ext cx="3520440" cy="990600"/>
          </a:xfrm>
        </p:spPr>
        <p:txBody>
          <a:bodyPr/>
          <a:lstStyle>
            <a:lvl1pPr>
              <a:defRPr lang="en-US" sz="2000" b="0" i="0" kern="1200" dirty="0" smtClean="0">
                <a:solidFill>
                  <a:schemeClr val="tx2"/>
                </a:solidFill>
                <a:latin typeface="+mj-lt"/>
                <a:ea typeface="GT America Regular" charset="0"/>
                <a:cs typeface="GT America Regular" charset="0"/>
              </a:defRPr>
            </a:lvl1pPr>
          </a:lstStyle>
          <a:p>
            <a:pPr marL="0" lvl="0" indent="0" algn="l" defTabSz="914400" rtl="0" eaLnBrk="1" latinLnBrk="0" hangingPunct="1">
              <a:lnSpc>
                <a:spcPct val="101000"/>
              </a:lnSpc>
              <a:spcBef>
                <a:spcPts val="0"/>
              </a:spcBef>
              <a:spcAft>
                <a:spcPts val="600"/>
              </a:spcAft>
              <a:buFont typeface="GT America Regular"/>
              <a:buNone/>
            </a:pPr>
            <a:r>
              <a:rPr lang="en-US"/>
              <a:t>Click to edit Master text styles</a:t>
            </a:r>
          </a:p>
          <a:p>
            <a:pPr marL="0" lvl="1" indent="0" algn="l" defTabSz="914400" rtl="0" eaLnBrk="1" latinLnBrk="0" hangingPunct="1">
              <a:lnSpc>
                <a:spcPct val="101000"/>
              </a:lnSpc>
              <a:spcBef>
                <a:spcPts val="0"/>
              </a:spcBef>
              <a:spcAft>
                <a:spcPts val="600"/>
              </a:spcAft>
              <a:buFont typeface="GT America Regular"/>
              <a:buNone/>
            </a:pPr>
            <a:r>
              <a:rPr lang="en-US"/>
              <a:t>Second level</a:t>
            </a:r>
          </a:p>
          <a:p>
            <a:pPr marL="0" lvl="2" indent="0" algn="l" defTabSz="914400" rtl="0" eaLnBrk="1" latinLnBrk="0" hangingPunct="1">
              <a:lnSpc>
                <a:spcPct val="101000"/>
              </a:lnSpc>
              <a:spcBef>
                <a:spcPts val="0"/>
              </a:spcBef>
              <a:spcAft>
                <a:spcPts val="600"/>
              </a:spcAft>
              <a:buFont typeface="GT America Regular"/>
              <a:buNone/>
            </a:pPr>
            <a:r>
              <a:rPr lang="en-US"/>
              <a:t>Third level</a:t>
            </a:r>
          </a:p>
        </p:txBody>
      </p:sp>
      <p:sp>
        <p:nvSpPr>
          <p:cNvPr id="26" name="Content Placeholder 20">
            <a:extLst>
              <a:ext uri="{FF2B5EF4-FFF2-40B4-BE49-F238E27FC236}">
                <a16:creationId xmlns:a16="http://schemas.microsoft.com/office/drawing/2014/main" id="{2A0BC643-D0E4-E606-F236-457295E113C5}"/>
              </a:ext>
            </a:extLst>
          </p:cNvPr>
          <p:cNvSpPr>
            <a:spLocks noGrp="1"/>
          </p:cNvSpPr>
          <p:nvPr>
            <p:ph sz="quarter" idx="52"/>
          </p:nvPr>
        </p:nvSpPr>
        <p:spPr>
          <a:xfrm>
            <a:off x="546100" y="5003800"/>
            <a:ext cx="3529172" cy="1016000"/>
          </a:xfrm>
        </p:spPr>
        <p:txBody>
          <a:bodyPr/>
          <a:lstStyle>
            <a:lvl1pPr>
              <a:defRPr lang="en-US" sz="2000" b="0" i="0" kern="1200" dirty="0" smtClean="0">
                <a:solidFill>
                  <a:schemeClr val="tx2"/>
                </a:solidFill>
                <a:latin typeface="+mj-lt"/>
                <a:ea typeface="GT America Regular" charset="0"/>
                <a:cs typeface="GT America Regular" charset="0"/>
              </a:defRPr>
            </a:lvl1pPr>
          </a:lstStyle>
          <a:p>
            <a:pPr marL="0" lvl="0" indent="0" algn="l" defTabSz="914400" rtl="0" eaLnBrk="1" latinLnBrk="0" hangingPunct="1">
              <a:lnSpc>
                <a:spcPct val="101000"/>
              </a:lnSpc>
              <a:spcBef>
                <a:spcPts val="0"/>
              </a:spcBef>
              <a:spcAft>
                <a:spcPts val="600"/>
              </a:spcAft>
              <a:buFont typeface="GT America Regular"/>
              <a:buNone/>
            </a:pPr>
            <a:r>
              <a:rPr lang="en-US"/>
              <a:t>Click to edit Master text styles</a:t>
            </a:r>
          </a:p>
          <a:p>
            <a:pPr marL="0" lvl="1" indent="0" algn="l" defTabSz="914400" rtl="0" eaLnBrk="1" latinLnBrk="0" hangingPunct="1">
              <a:lnSpc>
                <a:spcPct val="101000"/>
              </a:lnSpc>
              <a:spcBef>
                <a:spcPts val="0"/>
              </a:spcBef>
              <a:spcAft>
                <a:spcPts val="600"/>
              </a:spcAft>
              <a:buFont typeface="GT America Regular"/>
              <a:buNone/>
            </a:pPr>
            <a:r>
              <a:rPr lang="en-US"/>
              <a:t>Second level</a:t>
            </a:r>
          </a:p>
          <a:p>
            <a:pPr marL="0" lvl="2" indent="0" algn="l" defTabSz="914400" rtl="0" eaLnBrk="1" latinLnBrk="0" hangingPunct="1">
              <a:lnSpc>
                <a:spcPct val="101000"/>
              </a:lnSpc>
              <a:spcBef>
                <a:spcPts val="0"/>
              </a:spcBef>
              <a:spcAft>
                <a:spcPts val="600"/>
              </a:spcAft>
              <a:buFont typeface="GT America Regular"/>
              <a:buNone/>
            </a:pPr>
            <a:r>
              <a:rPr lang="en-US"/>
              <a:t>Third level</a:t>
            </a:r>
          </a:p>
        </p:txBody>
      </p:sp>
      <p:sp>
        <p:nvSpPr>
          <p:cNvPr id="27" name="Content Placeholder 33">
            <a:extLst>
              <a:ext uri="{FF2B5EF4-FFF2-40B4-BE49-F238E27FC236}">
                <a16:creationId xmlns:a16="http://schemas.microsoft.com/office/drawing/2014/main" id="{A2615C15-0FEC-C591-F37F-CCD2AAD8F80C}"/>
              </a:ext>
            </a:extLst>
          </p:cNvPr>
          <p:cNvSpPr>
            <a:spLocks noGrp="1"/>
          </p:cNvSpPr>
          <p:nvPr>
            <p:ph sz="quarter" idx="53"/>
          </p:nvPr>
        </p:nvSpPr>
        <p:spPr>
          <a:xfrm>
            <a:off x="4335779" y="5003800"/>
            <a:ext cx="3520440" cy="1015999"/>
          </a:xfrm>
        </p:spPr>
        <p:txBody>
          <a:bodyPr/>
          <a:lstStyle>
            <a:lvl1pPr>
              <a:defRPr lang="en-US" sz="2000" b="0" i="0" kern="1200" dirty="0" smtClean="0">
                <a:solidFill>
                  <a:schemeClr val="tx2"/>
                </a:solidFill>
                <a:latin typeface="+mj-lt"/>
                <a:ea typeface="GT America Regular" charset="0"/>
                <a:cs typeface="GT America Regular" charset="0"/>
              </a:defRPr>
            </a:lvl1pPr>
          </a:lstStyle>
          <a:p>
            <a:pPr marL="0" lvl="0" indent="0" algn="l" defTabSz="914400" rtl="0" eaLnBrk="1" latinLnBrk="0" hangingPunct="1">
              <a:lnSpc>
                <a:spcPct val="101000"/>
              </a:lnSpc>
              <a:spcBef>
                <a:spcPts val="0"/>
              </a:spcBef>
              <a:spcAft>
                <a:spcPts val="600"/>
              </a:spcAft>
              <a:buFont typeface="GT America Regular"/>
              <a:buNone/>
            </a:pPr>
            <a:r>
              <a:rPr lang="en-US"/>
              <a:t>Click to edit Master text styles</a:t>
            </a:r>
          </a:p>
          <a:p>
            <a:pPr marL="0" lvl="1" indent="0" algn="l" defTabSz="914400" rtl="0" eaLnBrk="1" latinLnBrk="0" hangingPunct="1">
              <a:lnSpc>
                <a:spcPct val="101000"/>
              </a:lnSpc>
              <a:spcBef>
                <a:spcPts val="0"/>
              </a:spcBef>
              <a:spcAft>
                <a:spcPts val="600"/>
              </a:spcAft>
              <a:buFont typeface="GT America Regular"/>
              <a:buNone/>
            </a:pPr>
            <a:r>
              <a:rPr lang="en-US"/>
              <a:t>Second level</a:t>
            </a:r>
          </a:p>
          <a:p>
            <a:pPr marL="0" lvl="2" indent="0" algn="l" defTabSz="914400" rtl="0" eaLnBrk="1" latinLnBrk="0" hangingPunct="1">
              <a:lnSpc>
                <a:spcPct val="101000"/>
              </a:lnSpc>
              <a:spcBef>
                <a:spcPts val="0"/>
              </a:spcBef>
              <a:spcAft>
                <a:spcPts val="600"/>
              </a:spcAft>
              <a:buFont typeface="GT America Regular"/>
              <a:buNone/>
            </a:pPr>
            <a:r>
              <a:rPr lang="en-US"/>
              <a:t>Third level</a:t>
            </a:r>
          </a:p>
        </p:txBody>
      </p:sp>
      <p:sp>
        <p:nvSpPr>
          <p:cNvPr id="29" name="Content Placeholder 28">
            <a:extLst>
              <a:ext uri="{FF2B5EF4-FFF2-40B4-BE49-F238E27FC236}">
                <a16:creationId xmlns:a16="http://schemas.microsoft.com/office/drawing/2014/main" id="{9C9DFC81-DE9E-FF0E-B59B-9F9419556889}"/>
              </a:ext>
            </a:extLst>
          </p:cNvPr>
          <p:cNvSpPr>
            <a:spLocks noGrp="1"/>
          </p:cNvSpPr>
          <p:nvPr>
            <p:ph sz="quarter" idx="54"/>
          </p:nvPr>
        </p:nvSpPr>
        <p:spPr>
          <a:xfrm>
            <a:off x="8116726" y="5003800"/>
            <a:ext cx="3521237" cy="1016000"/>
          </a:xfrm>
        </p:spPr>
        <p:txBody>
          <a:bodyPr/>
          <a:lstStyle>
            <a:lvl1pPr>
              <a:defRPr lang="en-US" sz="2000" b="0" i="0" kern="1200" dirty="0" smtClean="0">
                <a:solidFill>
                  <a:schemeClr val="tx2"/>
                </a:solidFill>
                <a:latin typeface="+mj-lt"/>
                <a:ea typeface="GT America Regular" charset="0"/>
                <a:cs typeface="GT America Regular" charset="0"/>
              </a:defRPr>
            </a:lvl1pPr>
          </a:lstStyle>
          <a:p>
            <a:pPr marL="0" lvl="0" indent="0" algn="l" defTabSz="914400" rtl="0" eaLnBrk="1" latinLnBrk="0" hangingPunct="1">
              <a:lnSpc>
                <a:spcPct val="101000"/>
              </a:lnSpc>
              <a:spcBef>
                <a:spcPts val="0"/>
              </a:spcBef>
              <a:spcAft>
                <a:spcPts val="600"/>
              </a:spcAft>
              <a:buFont typeface="GT America Regular"/>
              <a:buNone/>
            </a:pPr>
            <a:r>
              <a:rPr lang="en-US"/>
              <a:t>Click to edit Master text styles</a:t>
            </a:r>
          </a:p>
          <a:p>
            <a:pPr marL="0" lvl="1" indent="0" algn="l" defTabSz="914400" rtl="0" eaLnBrk="1" latinLnBrk="0" hangingPunct="1">
              <a:lnSpc>
                <a:spcPct val="101000"/>
              </a:lnSpc>
              <a:spcBef>
                <a:spcPts val="0"/>
              </a:spcBef>
              <a:spcAft>
                <a:spcPts val="600"/>
              </a:spcAft>
              <a:buFont typeface="GT America Regular"/>
              <a:buNone/>
            </a:pPr>
            <a:r>
              <a:rPr lang="en-US"/>
              <a:t>Second level</a:t>
            </a:r>
          </a:p>
          <a:p>
            <a:pPr marL="0" lvl="2" indent="0" algn="l" defTabSz="914400" rtl="0" eaLnBrk="1" latinLnBrk="0" hangingPunct="1">
              <a:lnSpc>
                <a:spcPct val="101000"/>
              </a:lnSpc>
              <a:spcBef>
                <a:spcPts val="0"/>
              </a:spcBef>
              <a:spcAft>
                <a:spcPts val="600"/>
              </a:spcAft>
              <a:buFont typeface="GT America Regular"/>
              <a:buNone/>
            </a:pPr>
            <a:r>
              <a:rPr lang="en-US"/>
              <a:t>Third level</a:t>
            </a:r>
          </a:p>
        </p:txBody>
      </p:sp>
      <p:grpSp>
        <p:nvGrpSpPr>
          <p:cNvPr id="2" name="Group 1">
            <a:extLst>
              <a:ext uri="{FF2B5EF4-FFF2-40B4-BE49-F238E27FC236}">
                <a16:creationId xmlns:a16="http://schemas.microsoft.com/office/drawing/2014/main" id="{BF855D37-451A-A814-0C17-369445433AE6}"/>
              </a:ext>
            </a:extLst>
          </p:cNvPr>
          <p:cNvGrpSpPr/>
          <p:nvPr userDrawn="1"/>
        </p:nvGrpSpPr>
        <p:grpSpPr>
          <a:xfrm>
            <a:off x="12356815" y="0"/>
            <a:ext cx="756834" cy="6872642"/>
            <a:chOff x="12356815" y="0"/>
            <a:chExt cx="756834" cy="6872642"/>
          </a:xfrm>
        </p:grpSpPr>
        <p:sp>
          <p:nvSpPr>
            <p:cNvPr id="5" name="Rectangle 4">
              <a:extLst>
                <a:ext uri="{FF2B5EF4-FFF2-40B4-BE49-F238E27FC236}">
                  <a16:creationId xmlns:a16="http://schemas.microsoft.com/office/drawing/2014/main" id="{CD4F1F01-8454-38F6-8D3B-0C98F3E75E1F}"/>
                </a:ext>
              </a:extLst>
            </p:cNvPr>
            <p:cNvSpPr/>
            <p:nvPr userDrawn="1"/>
          </p:nvSpPr>
          <p:spPr>
            <a:xfrm>
              <a:off x="12356815" y="0"/>
              <a:ext cx="553069" cy="3279913"/>
            </a:xfrm>
            <a:prstGeom prst="rect">
              <a:avLst/>
            </a:prstGeom>
            <a:solidFill>
              <a:srgbClr val="F2F2F2"/>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a:p>
          </p:txBody>
        </p:sp>
        <p:sp>
          <p:nvSpPr>
            <p:cNvPr id="6" name="TextBox 5">
              <a:extLst>
                <a:ext uri="{FF2B5EF4-FFF2-40B4-BE49-F238E27FC236}">
                  <a16:creationId xmlns:a16="http://schemas.microsoft.com/office/drawing/2014/main" id="{F7274A4C-30E1-574C-4667-3644372E721F}"/>
                </a:ext>
              </a:extLst>
            </p:cNvPr>
            <p:cNvSpPr txBox="1"/>
            <p:nvPr userDrawn="1"/>
          </p:nvSpPr>
          <p:spPr>
            <a:xfrm rot="16200000">
              <a:off x="12332216" y="1580677"/>
              <a:ext cx="1444306" cy="118559"/>
            </a:xfrm>
            <a:prstGeom prst="rect">
              <a:avLst/>
            </a:prstGeom>
            <a:noFill/>
          </p:spPr>
          <p:txBody>
            <a:bodyPr wrap="none" lIns="0" tIns="0" rIns="0" bIns="0" rtlCol="0">
              <a:spAutoFit/>
            </a:bodyPr>
            <a:lstStyle/>
            <a:p>
              <a:pPr algn="l">
                <a:lnSpc>
                  <a:spcPct val="101000"/>
                </a:lnSpc>
                <a:spcAft>
                  <a:spcPts val="600"/>
                </a:spcAft>
              </a:pPr>
              <a:r>
                <a:rPr kumimoji="0" lang="en-CR" sz="800" b="1" i="0" u="none" strike="noStrike" kern="1200" cap="none" spc="0" normalizeH="0" baseline="0" noProof="0">
                  <a:ln>
                    <a:noFill/>
                  </a:ln>
                  <a:solidFill>
                    <a:srgbClr val="000000"/>
                  </a:solidFill>
                  <a:effectLst/>
                  <a:uLnTx/>
                  <a:uFillTx/>
                  <a:ea typeface="GT America Regular" charset="0"/>
                  <a:cs typeface="GT America Regular" charset="0"/>
                </a:rPr>
                <a:t>ON LIGHT AND EXTRA LIGHT</a:t>
              </a:r>
            </a:p>
          </p:txBody>
        </p:sp>
        <p:sp>
          <p:nvSpPr>
            <p:cNvPr id="7" name="Rectangle 6">
              <a:extLst>
                <a:ext uri="{FF2B5EF4-FFF2-40B4-BE49-F238E27FC236}">
                  <a16:creationId xmlns:a16="http://schemas.microsoft.com/office/drawing/2014/main" id="{4E028A50-7B29-2422-1DD0-A2A9C6765FAE}"/>
                </a:ext>
              </a:extLst>
            </p:cNvPr>
            <p:cNvSpPr/>
            <p:nvPr userDrawn="1"/>
          </p:nvSpPr>
          <p:spPr>
            <a:xfrm>
              <a:off x="12356815" y="3592729"/>
              <a:ext cx="553069" cy="3279913"/>
            </a:xfrm>
            <a:prstGeom prst="rect">
              <a:avLst/>
            </a:prstGeom>
            <a:solidFill>
              <a:schemeClr val="tx2"/>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a:p>
          </p:txBody>
        </p:sp>
        <p:grpSp>
          <p:nvGrpSpPr>
            <p:cNvPr id="11" name="Group 10">
              <a:extLst>
                <a:ext uri="{FF2B5EF4-FFF2-40B4-BE49-F238E27FC236}">
                  <a16:creationId xmlns:a16="http://schemas.microsoft.com/office/drawing/2014/main" id="{87BFE31F-D5EC-1F0A-E734-DADB3E34A852}"/>
                </a:ext>
              </a:extLst>
            </p:cNvPr>
            <p:cNvGrpSpPr/>
            <p:nvPr userDrawn="1"/>
          </p:nvGrpSpPr>
          <p:grpSpPr>
            <a:xfrm>
              <a:off x="12442019" y="3791214"/>
              <a:ext cx="382660" cy="2882942"/>
              <a:chOff x="14001569" y="3716048"/>
              <a:chExt cx="316248" cy="3171236"/>
            </a:xfrm>
          </p:grpSpPr>
          <p:sp>
            <p:nvSpPr>
              <p:cNvPr id="32" name="Rectangle 31">
                <a:extLst>
                  <a:ext uri="{FF2B5EF4-FFF2-40B4-BE49-F238E27FC236}">
                    <a16:creationId xmlns:a16="http://schemas.microsoft.com/office/drawing/2014/main" id="{FE981A5D-03A8-1F7C-888D-0D4DC2C0996D}"/>
                  </a:ext>
                </a:extLst>
              </p:cNvPr>
              <p:cNvSpPr/>
              <p:nvPr userDrawn="1"/>
            </p:nvSpPr>
            <p:spPr>
              <a:xfrm rot="5400000">
                <a:off x="14033099" y="5954114"/>
                <a:ext cx="253188" cy="316248"/>
              </a:xfrm>
              <a:prstGeom prst="rect">
                <a:avLst/>
              </a:prstGeom>
              <a:solidFill>
                <a:srgbClr val="005E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33" name="Rectangle 32">
                <a:extLst>
                  <a:ext uri="{FF2B5EF4-FFF2-40B4-BE49-F238E27FC236}">
                    <a16:creationId xmlns:a16="http://schemas.microsoft.com/office/drawing/2014/main" id="{542C99CC-C576-DC49-FA69-63B4DAEE2591}"/>
                  </a:ext>
                </a:extLst>
              </p:cNvPr>
              <p:cNvSpPr/>
              <p:nvPr userDrawn="1"/>
            </p:nvSpPr>
            <p:spPr>
              <a:xfrm rot="5400000">
                <a:off x="14033099" y="6278342"/>
                <a:ext cx="253188" cy="316248"/>
              </a:xfrm>
              <a:prstGeom prst="rect">
                <a:avLst/>
              </a:prstGeom>
              <a:solidFill>
                <a:srgbClr val="B8B9D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34" name="Rectangle 33">
                <a:extLst>
                  <a:ext uri="{FF2B5EF4-FFF2-40B4-BE49-F238E27FC236}">
                    <a16:creationId xmlns:a16="http://schemas.microsoft.com/office/drawing/2014/main" id="{B39C9A65-54D7-DA44-D427-9552B7D16D7E}"/>
                  </a:ext>
                </a:extLst>
              </p:cNvPr>
              <p:cNvSpPr/>
              <p:nvPr userDrawn="1"/>
            </p:nvSpPr>
            <p:spPr>
              <a:xfrm rot="5400000">
                <a:off x="14033099" y="6602566"/>
                <a:ext cx="253188" cy="316248"/>
              </a:xfrm>
              <a:prstGeom prst="rect">
                <a:avLst/>
              </a:prstGeom>
              <a:solidFill>
                <a:srgbClr val="FBE6D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35" name="Rectangle 34">
                <a:extLst>
                  <a:ext uri="{FF2B5EF4-FFF2-40B4-BE49-F238E27FC236}">
                    <a16:creationId xmlns:a16="http://schemas.microsoft.com/office/drawing/2014/main" id="{C530584C-0DB3-75AD-FAE7-2A4ECCE9BDA3}"/>
                  </a:ext>
                </a:extLst>
              </p:cNvPr>
              <p:cNvSpPr/>
              <p:nvPr userDrawn="1"/>
            </p:nvSpPr>
            <p:spPr>
              <a:xfrm rot="5400000">
                <a:off x="14033099" y="4981430"/>
                <a:ext cx="253188" cy="316248"/>
              </a:xfrm>
              <a:prstGeom prst="rect">
                <a:avLst/>
              </a:prstGeom>
              <a:solidFill>
                <a:srgbClr val="BCE09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36" name="Rectangle 35">
                <a:extLst>
                  <a:ext uri="{FF2B5EF4-FFF2-40B4-BE49-F238E27FC236}">
                    <a16:creationId xmlns:a16="http://schemas.microsoft.com/office/drawing/2014/main" id="{83E37567-B5C9-7260-C390-30D2BC44E484}"/>
                  </a:ext>
                </a:extLst>
              </p:cNvPr>
              <p:cNvSpPr/>
              <p:nvPr userDrawn="1"/>
            </p:nvSpPr>
            <p:spPr>
              <a:xfrm rot="5400000">
                <a:off x="14033099" y="5305658"/>
                <a:ext cx="253188" cy="316248"/>
              </a:xfrm>
              <a:prstGeom prst="rect">
                <a:avLst/>
              </a:prstGeom>
              <a:solidFill>
                <a:srgbClr val="E9783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37" name="Rectangle 36">
                <a:extLst>
                  <a:ext uri="{FF2B5EF4-FFF2-40B4-BE49-F238E27FC236}">
                    <a16:creationId xmlns:a16="http://schemas.microsoft.com/office/drawing/2014/main" id="{3DA5FE33-8ACF-BFFB-000F-57BAE039C215}"/>
                  </a:ext>
                </a:extLst>
              </p:cNvPr>
              <p:cNvSpPr/>
              <p:nvPr userDrawn="1"/>
            </p:nvSpPr>
            <p:spPr>
              <a:xfrm rot="5400000">
                <a:off x="14033099" y="5629886"/>
                <a:ext cx="253188" cy="316248"/>
              </a:xfrm>
              <a:prstGeom prst="rect">
                <a:avLst/>
              </a:prstGeom>
              <a:solidFill>
                <a:srgbClr val="B9056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38" name="Rectangle 37">
                <a:extLst>
                  <a:ext uri="{FF2B5EF4-FFF2-40B4-BE49-F238E27FC236}">
                    <a16:creationId xmlns:a16="http://schemas.microsoft.com/office/drawing/2014/main" id="{8B6774CB-9DAC-256A-A4CE-10B86752452F}"/>
                  </a:ext>
                </a:extLst>
              </p:cNvPr>
              <p:cNvSpPr/>
              <p:nvPr userDrawn="1"/>
            </p:nvSpPr>
            <p:spPr>
              <a:xfrm rot="5400000">
                <a:off x="14033099" y="3684518"/>
                <a:ext cx="253188" cy="316248"/>
              </a:xfrm>
              <a:prstGeom prst="rect">
                <a:avLst/>
              </a:prstGeom>
              <a:solidFill>
                <a:srgbClr val="9DC2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45" name="Rectangle 44">
                <a:extLst>
                  <a:ext uri="{FF2B5EF4-FFF2-40B4-BE49-F238E27FC236}">
                    <a16:creationId xmlns:a16="http://schemas.microsoft.com/office/drawing/2014/main" id="{5E3A9168-4EEE-8EFB-C335-27A91C2EAA7F}"/>
                  </a:ext>
                </a:extLst>
              </p:cNvPr>
              <p:cNvSpPr/>
              <p:nvPr userDrawn="1"/>
            </p:nvSpPr>
            <p:spPr>
              <a:xfrm rot="5400000">
                <a:off x="14033099" y="4008746"/>
                <a:ext cx="253188" cy="316248"/>
              </a:xfrm>
              <a:prstGeom prst="rect">
                <a:avLst/>
              </a:prstGeom>
              <a:solidFill>
                <a:srgbClr val="309DA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46" name="Rectangle 45">
                <a:extLst>
                  <a:ext uri="{FF2B5EF4-FFF2-40B4-BE49-F238E27FC236}">
                    <a16:creationId xmlns:a16="http://schemas.microsoft.com/office/drawing/2014/main" id="{BDC26274-1E92-0A54-C79D-398EF7474DB2}"/>
                  </a:ext>
                </a:extLst>
              </p:cNvPr>
              <p:cNvSpPr/>
              <p:nvPr userDrawn="1"/>
            </p:nvSpPr>
            <p:spPr>
              <a:xfrm rot="5400000">
                <a:off x="14033099" y="4332974"/>
                <a:ext cx="253188" cy="316248"/>
              </a:xfrm>
              <a:prstGeom prst="rect">
                <a:avLst/>
              </a:prstGeom>
              <a:solidFill>
                <a:srgbClr val="E2C22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47" name="Rectangle 46">
                <a:extLst>
                  <a:ext uri="{FF2B5EF4-FFF2-40B4-BE49-F238E27FC236}">
                    <a16:creationId xmlns:a16="http://schemas.microsoft.com/office/drawing/2014/main" id="{661C926A-A43D-DC3E-CFDF-42CA29BAA8A5}"/>
                  </a:ext>
                </a:extLst>
              </p:cNvPr>
              <p:cNvSpPr/>
              <p:nvPr userDrawn="1"/>
            </p:nvSpPr>
            <p:spPr>
              <a:xfrm rot="5400000">
                <a:off x="14033099" y="4657202"/>
                <a:ext cx="253188" cy="316248"/>
              </a:xfrm>
              <a:prstGeom prst="rect">
                <a:avLst/>
              </a:prstGeom>
              <a:solidFill>
                <a:srgbClr val="9158B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grpSp>
        <p:grpSp>
          <p:nvGrpSpPr>
            <p:cNvPr id="12" name="Group 11">
              <a:extLst>
                <a:ext uri="{FF2B5EF4-FFF2-40B4-BE49-F238E27FC236}">
                  <a16:creationId xmlns:a16="http://schemas.microsoft.com/office/drawing/2014/main" id="{A5999CEE-F22B-94B1-2021-3CAD0C4AF1AB}"/>
                </a:ext>
              </a:extLst>
            </p:cNvPr>
            <p:cNvGrpSpPr/>
            <p:nvPr userDrawn="1"/>
          </p:nvGrpSpPr>
          <p:grpSpPr>
            <a:xfrm>
              <a:off x="12442019" y="198485"/>
              <a:ext cx="382660" cy="2882942"/>
              <a:chOff x="12742785" y="3716048"/>
              <a:chExt cx="316248" cy="3171236"/>
            </a:xfrm>
          </p:grpSpPr>
          <p:sp>
            <p:nvSpPr>
              <p:cNvPr id="16" name="Rectangle 15">
                <a:extLst>
                  <a:ext uri="{FF2B5EF4-FFF2-40B4-BE49-F238E27FC236}">
                    <a16:creationId xmlns:a16="http://schemas.microsoft.com/office/drawing/2014/main" id="{CF13E9EA-7D14-5837-D411-AF3C43CC7BED}"/>
                  </a:ext>
                </a:extLst>
              </p:cNvPr>
              <p:cNvSpPr/>
              <p:nvPr userDrawn="1"/>
            </p:nvSpPr>
            <p:spPr>
              <a:xfrm rot="5400000">
                <a:off x="12774315" y="6602566"/>
                <a:ext cx="253188" cy="316248"/>
              </a:xfrm>
              <a:prstGeom prst="rect">
                <a:avLst/>
              </a:prstGeom>
              <a:solidFill>
                <a:srgbClr val="BFD6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17" name="Rectangle 16">
                <a:extLst>
                  <a:ext uri="{FF2B5EF4-FFF2-40B4-BE49-F238E27FC236}">
                    <a16:creationId xmlns:a16="http://schemas.microsoft.com/office/drawing/2014/main" id="{499A4BF8-C20F-98C2-D623-75321F992F46}"/>
                  </a:ext>
                </a:extLst>
              </p:cNvPr>
              <p:cNvSpPr/>
              <p:nvPr userDrawn="1"/>
            </p:nvSpPr>
            <p:spPr>
              <a:xfrm rot="5400000">
                <a:off x="12774315" y="4981430"/>
                <a:ext cx="253188" cy="316248"/>
              </a:xfrm>
              <a:prstGeom prst="rect">
                <a:avLst/>
              </a:prstGeom>
              <a:solidFill>
                <a:srgbClr val="D25F7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18" name="Rectangle 17">
                <a:extLst>
                  <a:ext uri="{FF2B5EF4-FFF2-40B4-BE49-F238E27FC236}">
                    <a16:creationId xmlns:a16="http://schemas.microsoft.com/office/drawing/2014/main" id="{F4EE941A-BDE9-0AB3-85FF-81AA98FBC756}"/>
                  </a:ext>
                </a:extLst>
              </p:cNvPr>
              <p:cNvSpPr/>
              <p:nvPr userDrawn="1"/>
            </p:nvSpPr>
            <p:spPr>
              <a:xfrm rot="5400000">
                <a:off x="12774315" y="5305658"/>
                <a:ext cx="253188" cy="316248"/>
              </a:xfrm>
              <a:prstGeom prst="rect">
                <a:avLst/>
              </a:prstGeom>
              <a:solidFill>
                <a:srgbClr val="C6480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19" name="Rectangle 18">
                <a:extLst>
                  <a:ext uri="{FF2B5EF4-FFF2-40B4-BE49-F238E27FC236}">
                    <a16:creationId xmlns:a16="http://schemas.microsoft.com/office/drawing/2014/main" id="{1B019714-7667-5459-2047-BD6973BDFB23}"/>
                  </a:ext>
                </a:extLst>
              </p:cNvPr>
              <p:cNvSpPr/>
              <p:nvPr userDrawn="1"/>
            </p:nvSpPr>
            <p:spPr>
              <a:xfrm rot="5400000">
                <a:off x="12774315" y="5629886"/>
                <a:ext cx="253188" cy="316248"/>
              </a:xfrm>
              <a:prstGeom prst="rect">
                <a:avLst/>
              </a:prstGeom>
              <a:solidFill>
                <a:srgbClr val="BA016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21" name="Rectangle 20">
                <a:extLst>
                  <a:ext uri="{FF2B5EF4-FFF2-40B4-BE49-F238E27FC236}">
                    <a16:creationId xmlns:a16="http://schemas.microsoft.com/office/drawing/2014/main" id="{99A3C890-FB93-44DA-57B4-CDCE0DC60798}"/>
                  </a:ext>
                </a:extLst>
              </p:cNvPr>
              <p:cNvSpPr/>
              <p:nvPr userDrawn="1"/>
            </p:nvSpPr>
            <p:spPr>
              <a:xfrm rot="5400000">
                <a:off x="12774315" y="3684518"/>
                <a:ext cx="253188" cy="316248"/>
              </a:xfrm>
              <a:prstGeom prst="rect">
                <a:avLst/>
              </a:prstGeom>
              <a:solidFill>
                <a:srgbClr val="005E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22" name="Rectangle 21">
                <a:extLst>
                  <a:ext uri="{FF2B5EF4-FFF2-40B4-BE49-F238E27FC236}">
                    <a16:creationId xmlns:a16="http://schemas.microsoft.com/office/drawing/2014/main" id="{856A0FFC-FEFD-EF18-8CAC-33DB683C325E}"/>
                  </a:ext>
                </a:extLst>
              </p:cNvPr>
              <p:cNvSpPr/>
              <p:nvPr userDrawn="1"/>
            </p:nvSpPr>
            <p:spPr>
              <a:xfrm rot="5400000">
                <a:off x="12774315" y="4008746"/>
                <a:ext cx="253188" cy="316248"/>
              </a:xfrm>
              <a:prstGeom prst="rect">
                <a:avLst/>
              </a:prstGeom>
              <a:solidFill>
                <a:srgbClr val="5EB6B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23" name="Rectangle 22">
                <a:extLst>
                  <a:ext uri="{FF2B5EF4-FFF2-40B4-BE49-F238E27FC236}">
                    <a16:creationId xmlns:a16="http://schemas.microsoft.com/office/drawing/2014/main" id="{D93F4400-D0A7-E6BA-5643-8382A9842558}"/>
                  </a:ext>
                </a:extLst>
              </p:cNvPr>
              <p:cNvSpPr/>
              <p:nvPr userDrawn="1"/>
            </p:nvSpPr>
            <p:spPr>
              <a:xfrm rot="5400000">
                <a:off x="12774315" y="4332974"/>
                <a:ext cx="253188" cy="316248"/>
              </a:xfrm>
              <a:prstGeom prst="rect">
                <a:avLst/>
              </a:prstGeom>
              <a:solidFill>
                <a:srgbClr val="C7AB2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28" name="Rectangle 27">
                <a:extLst>
                  <a:ext uri="{FF2B5EF4-FFF2-40B4-BE49-F238E27FC236}">
                    <a16:creationId xmlns:a16="http://schemas.microsoft.com/office/drawing/2014/main" id="{EAE0CFD4-A0B3-D4EA-CF77-0CF4D14961EB}"/>
                  </a:ext>
                </a:extLst>
              </p:cNvPr>
              <p:cNvSpPr/>
              <p:nvPr userDrawn="1"/>
            </p:nvSpPr>
            <p:spPr>
              <a:xfrm rot="5400000">
                <a:off x="12774315" y="4657202"/>
                <a:ext cx="253188" cy="316248"/>
              </a:xfrm>
              <a:prstGeom prst="rect">
                <a:avLst/>
              </a:prstGeom>
              <a:solidFill>
                <a:srgbClr val="5C068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30" name="Rectangle 29">
                <a:extLst>
                  <a:ext uri="{FF2B5EF4-FFF2-40B4-BE49-F238E27FC236}">
                    <a16:creationId xmlns:a16="http://schemas.microsoft.com/office/drawing/2014/main" id="{398CB572-5B48-5691-2E32-D330BCCCF06E}"/>
                  </a:ext>
                </a:extLst>
              </p:cNvPr>
              <p:cNvSpPr/>
              <p:nvPr userDrawn="1"/>
            </p:nvSpPr>
            <p:spPr>
              <a:xfrm rot="5400000">
                <a:off x="12774315" y="5954114"/>
                <a:ext cx="253188" cy="316248"/>
              </a:xfrm>
              <a:prstGeom prst="rect">
                <a:avLst/>
              </a:prstGeom>
              <a:solidFill>
                <a:srgbClr val="2A431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31" name="Rectangle 30">
                <a:extLst>
                  <a:ext uri="{FF2B5EF4-FFF2-40B4-BE49-F238E27FC236}">
                    <a16:creationId xmlns:a16="http://schemas.microsoft.com/office/drawing/2014/main" id="{A56F8E14-F166-4A02-DB87-204EC52C6358}"/>
                  </a:ext>
                </a:extLst>
              </p:cNvPr>
              <p:cNvSpPr/>
              <p:nvPr userDrawn="1"/>
            </p:nvSpPr>
            <p:spPr>
              <a:xfrm rot="5400000">
                <a:off x="12774315" y="6278342"/>
                <a:ext cx="253188" cy="316248"/>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grpSp>
        <p:sp>
          <p:nvSpPr>
            <p:cNvPr id="14" name="TextBox 13">
              <a:extLst>
                <a:ext uri="{FF2B5EF4-FFF2-40B4-BE49-F238E27FC236}">
                  <a16:creationId xmlns:a16="http://schemas.microsoft.com/office/drawing/2014/main" id="{3BB27052-B9D8-01BF-B702-E7CC60692E97}"/>
                </a:ext>
              </a:extLst>
            </p:cNvPr>
            <p:cNvSpPr txBox="1"/>
            <p:nvPr userDrawn="1"/>
          </p:nvSpPr>
          <p:spPr>
            <a:xfrm rot="16200000">
              <a:off x="12574270" y="5173406"/>
              <a:ext cx="960199" cy="118559"/>
            </a:xfrm>
            <a:prstGeom prst="rect">
              <a:avLst/>
            </a:prstGeom>
            <a:noFill/>
          </p:spPr>
          <p:txBody>
            <a:bodyPr wrap="none" lIns="0" tIns="0" rIns="0" bIns="0" rtlCol="0">
              <a:spAutoFit/>
            </a:bodyPr>
            <a:lstStyle/>
            <a:p>
              <a:pPr algn="l">
                <a:lnSpc>
                  <a:spcPct val="101000"/>
                </a:lnSpc>
                <a:spcAft>
                  <a:spcPts val="600"/>
                </a:spcAft>
              </a:pPr>
              <a:r>
                <a:rPr lang="en-CR" sz="800" b="1">
                  <a:solidFill>
                    <a:srgbClr val="000000"/>
                  </a:solidFill>
                  <a:latin typeface="GT America Regular"/>
                  <a:ea typeface="GT America Regular" charset="0"/>
                  <a:cs typeface="GT America Regular" charset="0"/>
                </a:rPr>
                <a:t>ON MOODY´S BLUE</a:t>
              </a:r>
              <a:endParaRPr kumimoji="0" lang="en-CR" sz="800" b="1" i="0" u="none" strike="noStrike" kern="1200" cap="none" spc="0" normalizeH="0" baseline="0" noProof="0" err="1">
                <a:ln>
                  <a:noFill/>
                </a:ln>
                <a:solidFill>
                  <a:srgbClr val="000000"/>
                </a:solidFill>
                <a:effectLst/>
                <a:uLnTx/>
                <a:uFillTx/>
                <a:latin typeface="GT America Regular"/>
                <a:ea typeface="GT America Regular" charset="0"/>
                <a:cs typeface="GT America Regular" charset="0"/>
              </a:endParaRPr>
            </a:p>
          </p:txBody>
        </p:sp>
      </p:grpSp>
      <p:sp>
        <p:nvSpPr>
          <p:cNvPr id="48" name="TextBox 47">
            <a:extLst>
              <a:ext uri="{FF2B5EF4-FFF2-40B4-BE49-F238E27FC236}">
                <a16:creationId xmlns:a16="http://schemas.microsoft.com/office/drawing/2014/main" id="{B2091325-8528-E4F9-EA3E-71E7FF99B24D}"/>
              </a:ext>
            </a:extLst>
          </p:cNvPr>
          <p:cNvSpPr txBox="1"/>
          <p:nvPr userDrawn="1"/>
        </p:nvSpPr>
        <p:spPr>
          <a:xfrm>
            <a:off x="12356815" y="3377042"/>
            <a:ext cx="807913" cy="118559"/>
          </a:xfrm>
          <a:prstGeom prst="rect">
            <a:avLst/>
          </a:prstGeom>
          <a:noFill/>
        </p:spPr>
        <p:txBody>
          <a:bodyPr wrap="none" lIns="0" tIns="0" rIns="0" bIns="0" rtlCol="0">
            <a:spAutoFit/>
          </a:bodyPr>
          <a:lstStyle/>
          <a:p>
            <a:pPr algn="l">
              <a:lnSpc>
                <a:spcPct val="101000"/>
              </a:lnSpc>
              <a:spcAft>
                <a:spcPts val="600"/>
              </a:spcAft>
            </a:pPr>
            <a:r>
              <a:rPr kumimoji="0" lang="en-US" sz="800" b="1" i="0" u="none" strike="noStrike" kern="1200" cap="none" spc="0" normalizeH="0" baseline="0" noProof="0" dirty="0">
                <a:ln>
                  <a:noFill/>
                </a:ln>
                <a:solidFill>
                  <a:srgbClr val="000000"/>
                </a:solidFill>
                <a:effectLst/>
                <a:uLnTx/>
                <a:uFillTx/>
                <a:ea typeface="GT America Regular" charset="0"/>
                <a:cs typeface="GT America Regular" charset="0"/>
              </a:rPr>
              <a:t>For charts ONLY</a:t>
            </a:r>
            <a:endParaRPr kumimoji="0" lang="en-CR" sz="800" b="1" i="0" u="none" strike="noStrike" kern="1200" cap="none" spc="0" normalizeH="0" baseline="0" noProof="0">
              <a:ln>
                <a:noFill/>
              </a:ln>
              <a:solidFill>
                <a:srgbClr val="000000"/>
              </a:solidFill>
              <a:effectLst/>
              <a:uLnTx/>
              <a:uFillTx/>
              <a:ea typeface="GT America Regular" charset="0"/>
              <a:cs typeface="GT America Regular" charset="0"/>
            </a:endParaRPr>
          </a:p>
        </p:txBody>
      </p:sp>
    </p:spTree>
    <p:extLst>
      <p:ext uri="{BB962C8B-B14F-4D97-AF65-F5344CB8AC3E}">
        <p14:creationId xmlns:p14="http://schemas.microsoft.com/office/powerpoint/2010/main" val="2820837820"/>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F5D45E11-31A5-E3FC-391B-2853581FD0C8}"/>
              </a:ext>
            </a:extLst>
          </p:cNvPr>
          <p:cNvSpPr>
            <a:spLocks noGrp="1"/>
          </p:cNvSpPr>
          <p:nvPr>
            <p:ph type="ftr" sz="quarter" idx="11"/>
          </p:nvPr>
        </p:nvSpPr>
        <p:spPr/>
        <p:txBody>
          <a:bodyPr/>
          <a:lstStyle/>
          <a:p>
            <a:r>
              <a:rPr lang="en-US"/>
              <a:t>See slide 12 for instructions on how to update footer</a:t>
            </a:r>
          </a:p>
        </p:txBody>
      </p:sp>
      <p:sp>
        <p:nvSpPr>
          <p:cNvPr id="5" name="Slide Number Placeholder 4">
            <a:extLst>
              <a:ext uri="{FF2B5EF4-FFF2-40B4-BE49-F238E27FC236}">
                <a16:creationId xmlns:a16="http://schemas.microsoft.com/office/drawing/2014/main" id="{3601F7DF-30E1-D713-9FFA-757E3563DACB}"/>
              </a:ext>
            </a:extLst>
          </p:cNvPr>
          <p:cNvSpPr>
            <a:spLocks noGrp="1"/>
          </p:cNvSpPr>
          <p:nvPr>
            <p:ph type="sldNum" sz="quarter" idx="12"/>
          </p:nvPr>
        </p:nvSpPr>
        <p:spPr/>
        <p:txBody>
          <a:bodyPr/>
          <a:lstStyle/>
          <a:p>
            <a:fld id="{862A5111-985B-C14D-9115-5787026182A8}" type="slidenum">
              <a:rPr lang="en-US" smtClean="0"/>
              <a:t>‹#›</a:t>
            </a:fld>
            <a:endParaRPr lang="en-US"/>
          </a:p>
        </p:txBody>
      </p:sp>
      <p:sp>
        <p:nvSpPr>
          <p:cNvPr id="9" name="Title 8">
            <a:extLst>
              <a:ext uri="{FF2B5EF4-FFF2-40B4-BE49-F238E27FC236}">
                <a16:creationId xmlns:a16="http://schemas.microsoft.com/office/drawing/2014/main" id="{32664483-5AC8-0F16-9C46-37836889B6E9}"/>
              </a:ext>
            </a:extLst>
          </p:cNvPr>
          <p:cNvSpPr>
            <a:spLocks noGrp="1"/>
          </p:cNvSpPr>
          <p:nvPr>
            <p:ph type="title"/>
          </p:nvPr>
        </p:nvSpPr>
        <p:spPr>
          <a:xfrm>
            <a:off x="546100" y="552450"/>
            <a:ext cx="11091861" cy="434975"/>
          </a:xfrm>
        </p:spPr>
        <p:txBody>
          <a:bodyPr/>
          <a:lstStyle/>
          <a:p>
            <a:r>
              <a:rPr lang="en-US"/>
              <a:t>Click to edit Master title style</a:t>
            </a:r>
            <a:endParaRPr lang="en-US" dirty="0"/>
          </a:p>
        </p:txBody>
      </p:sp>
      <p:sp>
        <p:nvSpPr>
          <p:cNvPr id="3" name="Freeform 5">
            <a:extLst>
              <a:ext uri="{FF2B5EF4-FFF2-40B4-BE49-F238E27FC236}">
                <a16:creationId xmlns:a16="http://schemas.microsoft.com/office/drawing/2014/main" id="{7FE8C2D7-70E3-CC7C-8803-9B39088A71F9}"/>
              </a:ext>
            </a:extLst>
          </p:cNvPr>
          <p:cNvSpPr/>
          <p:nvPr userDrawn="1"/>
        </p:nvSpPr>
        <p:spPr bwMode="black">
          <a:xfrm>
            <a:off x="554038" y="6469335"/>
            <a:ext cx="678511" cy="112440"/>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chemeClr val="tx2"/>
          </a:solidFill>
          <a:ln w="0" cap="flat">
            <a:noFill/>
            <a:prstDash val="solid"/>
            <a:miter/>
          </a:ln>
        </p:spPr>
        <p:txBody>
          <a:bodyPr rtlCol="0" anchor="ctr"/>
          <a:lstStyle/>
          <a:p>
            <a:endParaRPr lang="en-US"/>
          </a:p>
        </p:txBody>
      </p:sp>
      <p:sp>
        <p:nvSpPr>
          <p:cNvPr id="14" name="Text Placeholder 10">
            <a:extLst>
              <a:ext uri="{FF2B5EF4-FFF2-40B4-BE49-F238E27FC236}">
                <a16:creationId xmlns:a16="http://schemas.microsoft.com/office/drawing/2014/main" id="{8D27C407-E192-03E9-638A-6586423552D1}"/>
              </a:ext>
            </a:extLst>
          </p:cNvPr>
          <p:cNvSpPr>
            <a:spLocks noGrp="1"/>
          </p:cNvSpPr>
          <p:nvPr>
            <p:ph type="body" sz="quarter" idx="45"/>
          </p:nvPr>
        </p:nvSpPr>
        <p:spPr>
          <a:xfrm>
            <a:off x="546100" y="1127125"/>
            <a:ext cx="11091862" cy="295275"/>
          </a:xfrm>
        </p:spPr>
        <p:txBody>
          <a:bodyPr>
            <a:noAutofit/>
          </a:bodyPr>
          <a:lstStyle>
            <a:lvl1pPr marL="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1pPr>
            <a:lvl2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2pPr>
            <a:lvl3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3pPr>
            <a:lvl4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4pPr>
            <a:lvl5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5pPr>
            <a:lvl6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6pPr>
            <a:lvl7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7pPr>
            <a:lvl8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8pPr>
            <a:lvl9pPr marL="0" indent="0" algn="l" defTabSz="914400" rtl="0" eaLnBrk="1" latinLnBrk="0" hangingPunct="1">
              <a:lnSpc>
                <a:spcPct val="80000"/>
              </a:lnSpc>
              <a:spcBef>
                <a:spcPts val="0"/>
              </a:spcBef>
              <a:spcAft>
                <a:spcPts val="0"/>
              </a:spcAft>
              <a:buNone/>
              <a:defRPr lang="en-US" sz="2400" b="0" i="0" kern="1200" dirty="0">
                <a:solidFill>
                  <a:schemeClr val="accent1"/>
                </a:solidFill>
                <a:latin typeface="+mj-lt"/>
                <a:ea typeface="GT America Regular" charset="0"/>
                <a:cs typeface="GT America Regular" charset="0"/>
              </a:defRPr>
            </a:lvl9pPr>
          </a:lstStyle>
          <a:p>
            <a:pPr lvl="0"/>
            <a:r>
              <a:rPr lang="en-US"/>
              <a:t>Click to edit Master text styles</a:t>
            </a:r>
          </a:p>
        </p:txBody>
      </p:sp>
      <p:sp>
        <p:nvSpPr>
          <p:cNvPr id="15" name="Text Placeholder 15">
            <a:extLst>
              <a:ext uri="{FF2B5EF4-FFF2-40B4-BE49-F238E27FC236}">
                <a16:creationId xmlns:a16="http://schemas.microsoft.com/office/drawing/2014/main" id="{00C9B1A6-9BEE-5CDA-ABBB-81C99443866D}"/>
              </a:ext>
            </a:extLst>
          </p:cNvPr>
          <p:cNvSpPr>
            <a:spLocks noGrp="1"/>
          </p:cNvSpPr>
          <p:nvPr>
            <p:ph type="body" sz="quarter" idx="46"/>
          </p:nvPr>
        </p:nvSpPr>
        <p:spPr>
          <a:xfrm>
            <a:off x="546100" y="6019800"/>
            <a:ext cx="5445125" cy="289560"/>
          </a:xfrm>
        </p:spPr>
        <p:txBody>
          <a:bodyPr anchor="b" anchorCtr="0">
            <a:noAutofit/>
          </a:bodyPr>
          <a:lstStyle>
            <a:lvl1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1pPr>
            <a:lvl2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2pPr>
            <a:lvl3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3pPr>
            <a:lvl4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4pPr>
            <a:lvl5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5pPr>
            <a:lvl6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6pPr>
            <a:lvl7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7pPr>
            <a:lvl8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8pPr>
            <a:lvl9pPr marL="0" indent="0" algn="l" defTabSz="914400" rtl="0" eaLnBrk="1" latinLnBrk="0" hangingPunct="1">
              <a:lnSpc>
                <a:spcPct val="101000"/>
              </a:lnSpc>
              <a:spcBef>
                <a:spcPts val="0"/>
              </a:spcBef>
              <a:spcAft>
                <a:spcPts val="600"/>
              </a:spcAft>
              <a:buNone/>
              <a:defRPr lang="en-US" sz="600" b="0" i="0" kern="1200" dirty="0">
                <a:solidFill>
                  <a:srgbClr val="75787B"/>
                </a:solidFill>
                <a:latin typeface="+mn-lt"/>
                <a:ea typeface="GT America Regular" charset="0"/>
                <a:cs typeface="GT America Regular" charset="0"/>
              </a:defRPr>
            </a:lvl9pPr>
          </a:lstStyle>
          <a:p>
            <a:pPr lvl="0"/>
            <a:r>
              <a:rPr lang="en-US"/>
              <a:t>Click to edit Master text styles</a:t>
            </a:r>
          </a:p>
        </p:txBody>
      </p:sp>
      <p:grpSp>
        <p:nvGrpSpPr>
          <p:cNvPr id="92" name="Group 91">
            <a:extLst>
              <a:ext uri="{FF2B5EF4-FFF2-40B4-BE49-F238E27FC236}">
                <a16:creationId xmlns:a16="http://schemas.microsoft.com/office/drawing/2014/main" id="{0798617E-247E-2737-1739-69175F72DF00}"/>
              </a:ext>
            </a:extLst>
          </p:cNvPr>
          <p:cNvGrpSpPr/>
          <p:nvPr userDrawn="1"/>
        </p:nvGrpSpPr>
        <p:grpSpPr>
          <a:xfrm>
            <a:off x="12356815" y="0"/>
            <a:ext cx="756834" cy="6872642"/>
            <a:chOff x="12356815" y="0"/>
            <a:chExt cx="756834" cy="6872642"/>
          </a:xfrm>
        </p:grpSpPr>
        <p:sp>
          <p:nvSpPr>
            <p:cNvPr id="2" name="Rectangle 1">
              <a:extLst>
                <a:ext uri="{FF2B5EF4-FFF2-40B4-BE49-F238E27FC236}">
                  <a16:creationId xmlns:a16="http://schemas.microsoft.com/office/drawing/2014/main" id="{A8D8143E-0BF4-CD52-C859-DEEB4D250714}"/>
                </a:ext>
              </a:extLst>
            </p:cNvPr>
            <p:cNvSpPr/>
            <p:nvPr userDrawn="1"/>
          </p:nvSpPr>
          <p:spPr>
            <a:xfrm>
              <a:off x="12356815" y="0"/>
              <a:ext cx="553069" cy="3279913"/>
            </a:xfrm>
            <a:prstGeom prst="rect">
              <a:avLst/>
            </a:prstGeom>
            <a:solidFill>
              <a:schemeClr val="bg1">
                <a:lumMod val="95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a:p>
          </p:txBody>
        </p:sp>
        <p:sp>
          <p:nvSpPr>
            <p:cNvPr id="52" name="TextBox 51">
              <a:extLst>
                <a:ext uri="{FF2B5EF4-FFF2-40B4-BE49-F238E27FC236}">
                  <a16:creationId xmlns:a16="http://schemas.microsoft.com/office/drawing/2014/main" id="{BA12C94B-1B42-D761-2F94-3AE3FA3D0E4A}"/>
                </a:ext>
              </a:extLst>
            </p:cNvPr>
            <p:cNvSpPr txBox="1"/>
            <p:nvPr userDrawn="1"/>
          </p:nvSpPr>
          <p:spPr>
            <a:xfrm rot="16200000">
              <a:off x="12332217" y="1580677"/>
              <a:ext cx="1444306" cy="118559"/>
            </a:xfrm>
            <a:prstGeom prst="rect">
              <a:avLst/>
            </a:prstGeom>
            <a:noFill/>
          </p:spPr>
          <p:txBody>
            <a:bodyPr wrap="none" lIns="0" tIns="0" rIns="0" bIns="0" rtlCol="0">
              <a:spAutoFit/>
            </a:bodyPr>
            <a:lstStyle/>
            <a:p>
              <a:pPr algn="l">
                <a:lnSpc>
                  <a:spcPct val="101000"/>
                </a:lnSpc>
                <a:spcAft>
                  <a:spcPts val="600"/>
                </a:spcAft>
              </a:pPr>
              <a:r>
                <a:rPr kumimoji="0" lang="en-CR" sz="800" b="1" i="0" u="none" strike="noStrike" kern="1200" cap="none" spc="0" normalizeH="0" baseline="0" noProof="0">
                  <a:ln>
                    <a:noFill/>
                  </a:ln>
                  <a:solidFill>
                    <a:srgbClr val="000000"/>
                  </a:solidFill>
                  <a:effectLst/>
                  <a:uLnTx/>
                  <a:uFillTx/>
                  <a:ea typeface="GT America Regular" charset="0"/>
                  <a:cs typeface="GT America Regular" charset="0"/>
                </a:rPr>
                <a:t>ON LIGHT AND EXTRA LIGHT</a:t>
              </a:r>
            </a:p>
          </p:txBody>
        </p:sp>
        <p:sp>
          <p:nvSpPr>
            <p:cNvPr id="63" name="Rectangle 62">
              <a:extLst>
                <a:ext uri="{FF2B5EF4-FFF2-40B4-BE49-F238E27FC236}">
                  <a16:creationId xmlns:a16="http://schemas.microsoft.com/office/drawing/2014/main" id="{498A5541-0A28-FFA7-355E-523ACAA049C3}"/>
                </a:ext>
              </a:extLst>
            </p:cNvPr>
            <p:cNvSpPr/>
            <p:nvPr userDrawn="1"/>
          </p:nvSpPr>
          <p:spPr>
            <a:xfrm>
              <a:off x="12356815" y="3592729"/>
              <a:ext cx="553069" cy="3279913"/>
            </a:xfrm>
            <a:prstGeom prst="rect">
              <a:avLst/>
            </a:prstGeom>
            <a:solidFill>
              <a:schemeClr val="tx2"/>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a:p>
          </p:txBody>
        </p:sp>
        <p:grpSp>
          <p:nvGrpSpPr>
            <p:cNvPr id="69" name="Group 68">
              <a:extLst>
                <a:ext uri="{FF2B5EF4-FFF2-40B4-BE49-F238E27FC236}">
                  <a16:creationId xmlns:a16="http://schemas.microsoft.com/office/drawing/2014/main" id="{50161755-2B78-00C9-A75B-71F84182FE40}"/>
                </a:ext>
              </a:extLst>
            </p:cNvPr>
            <p:cNvGrpSpPr/>
            <p:nvPr userDrawn="1"/>
          </p:nvGrpSpPr>
          <p:grpSpPr>
            <a:xfrm>
              <a:off x="12442019" y="3791214"/>
              <a:ext cx="382660" cy="2882942"/>
              <a:chOff x="14001569" y="3716048"/>
              <a:chExt cx="316248" cy="3171236"/>
            </a:xfrm>
          </p:grpSpPr>
          <p:sp>
            <p:nvSpPr>
              <p:cNvPr id="70" name="Rectangle 69">
                <a:extLst>
                  <a:ext uri="{FF2B5EF4-FFF2-40B4-BE49-F238E27FC236}">
                    <a16:creationId xmlns:a16="http://schemas.microsoft.com/office/drawing/2014/main" id="{D1D05B16-0692-674D-48F8-AD7BBDD9B293}"/>
                  </a:ext>
                </a:extLst>
              </p:cNvPr>
              <p:cNvSpPr/>
              <p:nvPr userDrawn="1"/>
            </p:nvSpPr>
            <p:spPr>
              <a:xfrm rot="5400000">
                <a:off x="14033099" y="5954114"/>
                <a:ext cx="253188" cy="316248"/>
              </a:xfrm>
              <a:prstGeom prst="rect">
                <a:avLst/>
              </a:prstGeom>
              <a:solidFill>
                <a:srgbClr val="005E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71" name="Rectangle 70">
                <a:extLst>
                  <a:ext uri="{FF2B5EF4-FFF2-40B4-BE49-F238E27FC236}">
                    <a16:creationId xmlns:a16="http://schemas.microsoft.com/office/drawing/2014/main" id="{1A9D4841-7275-B41A-4187-0A664F3AA979}"/>
                  </a:ext>
                </a:extLst>
              </p:cNvPr>
              <p:cNvSpPr/>
              <p:nvPr userDrawn="1"/>
            </p:nvSpPr>
            <p:spPr>
              <a:xfrm rot="5400000">
                <a:off x="14033099" y="6278342"/>
                <a:ext cx="253188" cy="316248"/>
              </a:xfrm>
              <a:prstGeom prst="rect">
                <a:avLst/>
              </a:prstGeom>
              <a:solidFill>
                <a:srgbClr val="B8B9D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72" name="Rectangle 71">
                <a:extLst>
                  <a:ext uri="{FF2B5EF4-FFF2-40B4-BE49-F238E27FC236}">
                    <a16:creationId xmlns:a16="http://schemas.microsoft.com/office/drawing/2014/main" id="{0E1B8A8B-4CC8-7EFB-4533-5C24C8463212}"/>
                  </a:ext>
                </a:extLst>
              </p:cNvPr>
              <p:cNvSpPr/>
              <p:nvPr userDrawn="1"/>
            </p:nvSpPr>
            <p:spPr>
              <a:xfrm rot="5400000">
                <a:off x="14033099" y="6602566"/>
                <a:ext cx="253188" cy="316248"/>
              </a:xfrm>
              <a:prstGeom prst="rect">
                <a:avLst/>
              </a:prstGeom>
              <a:solidFill>
                <a:srgbClr val="FBE6D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73" name="Rectangle 72">
                <a:extLst>
                  <a:ext uri="{FF2B5EF4-FFF2-40B4-BE49-F238E27FC236}">
                    <a16:creationId xmlns:a16="http://schemas.microsoft.com/office/drawing/2014/main" id="{81F22297-2327-1EDD-3468-BE9F9A29D15D}"/>
                  </a:ext>
                </a:extLst>
              </p:cNvPr>
              <p:cNvSpPr/>
              <p:nvPr userDrawn="1"/>
            </p:nvSpPr>
            <p:spPr>
              <a:xfrm rot="5400000">
                <a:off x="14033099" y="4981430"/>
                <a:ext cx="253188" cy="316248"/>
              </a:xfrm>
              <a:prstGeom prst="rect">
                <a:avLst/>
              </a:prstGeom>
              <a:solidFill>
                <a:srgbClr val="BCE09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74" name="Rectangle 73">
                <a:extLst>
                  <a:ext uri="{FF2B5EF4-FFF2-40B4-BE49-F238E27FC236}">
                    <a16:creationId xmlns:a16="http://schemas.microsoft.com/office/drawing/2014/main" id="{B93BF0BB-47B9-DE28-B1E2-8EEA2154770D}"/>
                  </a:ext>
                </a:extLst>
              </p:cNvPr>
              <p:cNvSpPr/>
              <p:nvPr userDrawn="1"/>
            </p:nvSpPr>
            <p:spPr>
              <a:xfrm rot="5400000">
                <a:off x="14033099" y="5305658"/>
                <a:ext cx="253188" cy="316248"/>
              </a:xfrm>
              <a:prstGeom prst="rect">
                <a:avLst/>
              </a:prstGeom>
              <a:solidFill>
                <a:srgbClr val="E9783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75" name="Rectangle 74">
                <a:extLst>
                  <a:ext uri="{FF2B5EF4-FFF2-40B4-BE49-F238E27FC236}">
                    <a16:creationId xmlns:a16="http://schemas.microsoft.com/office/drawing/2014/main" id="{E6568330-DF08-4678-3BE8-5BCE081D0716}"/>
                  </a:ext>
                </a:extLst>
              </p:cNvPr>
              <p:cNvSpPr/>
              <p:nvPr userDrawn="1"/>
            </p:nvSpPr>
            <p:spPr>
              <a:xfrm rot="5400000">
                <a:off x="14033099" y="5629886"/>
                <a:ext cx="253188" cy="316248"/>
              </a:xfrm>
              <a:prstGeom prst="rect">
                <a:avLst/>
              </a:prstGeom>
              <a:solidFill>
                <a:srgbClr val="B9056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76" name="Rectangle 75">
                <a:extLst>
                  <a:ext uri="{FF2B5EF4-FFF2-40B4-BE49-F238E27FC236}">
                    <a16:creationId xmlns:a16="http://schemas.microsoft.com/office/drawing/2014/main" id="{3EE71149-E1B3-38BE-6723-9A8827447536}"/>
                  </a:ext>
                </a:extLst>
              </p:cNvPr>
              <p:cNvSpPr/>
              <p:nvPr userDrawn="1"/>
            </p:nvSpPr>
            <p:spPr>
              <a:xfrm rot="5400000">
                <a:off x="14033099" y="3684518"/>
                <a:ext cx="253188" cy="316248"/>
              </a:xfrm>
              <a:prstGeom prst="rect">
                <a:avLst/>
              </a:prstGeom>
              <a:solidFill>
                <a:srgbClr val="9DC2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77" name="Rectangle 76">
                <a:extLst>
                  <a:ext uri="{FF2B5EF4-FFF2-40B4-BE49-F238E27FC236}">
                    <a16:creationId xmlns:a16="http://schemas.microsoft.com/office/drawing/2014/main" id="{CE1A5062-78FB-0249-0CB3-520B18CF9784}"/>
                  </a:ext>
                </a:extLst>
              </p:cNvPr>
              <p:cNvSpPr/>
              <p:nvPr userDrawn="1"/>
            </p:nvSpPr>
            <p:spPr>
              <a:xfrm rot="5400000">
                <a:off x="14033099" y="4008746"/>
                <a:ext cx="253188" cy="316248"/>
              </a:xfrm>
              <a:prstGeom prst="rect">
                <a:avLst/>
              </a:prstGeom>
              <a:solidFill>
                <a:srgbClr val="309DA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78" name="Rectangle 77">
                <a:extLst>
                  <a:ext uri="{FF2B5EF4-FFF2-40B4-BE49-F238E27FC236}">
                    <a16:creationId xmlns:a16="http://schemas.microsoft.com/office/drawing/2014/main" id="{5223E46D-913A-A332-D764-8586F2A87AB4}"/>
                  </a:ext>
                </a:extLst>
              </p:cNvPr>
              <p:cNvSpPr/>
              <p:nvPr userDrawn="1"/>
            </p:nvSpPr>
            <p:spPr>
              <a:xfrm rot="5400000">
                <a:off x="14033099" y="4332974"/>
                <a:ext cx="253188" cy="316248"/>
              </a:xfrm>
              <a:prstGeom prst="rect">
                <a:avLst/>
              </a:prstGeom>
              <a:solidFill>
                <a:srgbClr val="E2C22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79" name="Rectangle 78">
                <a:extLst>
                  <a:ext uri="{FF2B5EF4-FFF2-40B4-BE49-F238E27FC236}">
                    <a16:creationId xmlns:a16="http://schemas.microsoft.com/office/drawing/2014/main" id="{8678326D-3C78-1ABA-EBEC-B9421DFBFD4C}"/>
                  </a:ext>
                </a:extLst>
              </p:cNvPr>
              <p:cNvSpPr/>
              <p:nvPr userDrawn="1"/>
            </p:nvSpPr>
            <p:spPr>
              <a:xfrm rot="5400000">
                <a:off x="14033099" y="4657202"/>
                <a:ext cx="253188" cy="316248"/>
              </a:xfrm>
              <a:prstGeom prst="rect">
                <a:avLst/>
              </a:prstGeom>
              <a:solidFill>
                <a:srgbClr val="9158B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grpSp>
        <p:grpSp>
          <p:nvGrpSpPr>
            <p:cNvPr id="80" name="Group 79">
              <a:extLst>
                <a:ext uri="{FF2B5EF4-FFF2-40B4-BE49-F238E27FC236}">
                  <a16:creationId xmlns:a16="http://schemas.microsoft.com/office/drawing/2014/main" id="{7DB46327-FEE7-18F9-8FD7-AEC19B997B21}"/>
                </a:ext>
              </a:extLst>
            </p:cNvPr>
            <p:cNvGrpSpPr/>
            <p:nvPr userDrawn="1"/>
          </p:nvGrpSpPr>
          <p:grpSpPr>
            <a:xfrm>
              <a:off x="12442019" y="198485"/>
              <a:ext cx="382660" cy="2882942"/>
              <a:chOff x="12742785" y="3716048"/>
              <a:chExt cx="316248" cy="3171236"/>
            </a:xfrm>
          </p:grpSpPr>
          <p:sp>
            <p:nvSpPr>
              <p:cNvPr id="81" name="Rectangle 80">
                <a:extLst>
                  <a:ext uri="{FF2B5EF4-FFF2-40B4-BE49-F238E27FC236}">
                    <a16:creationId xmlns:a16="http://schemas.microsoft.com/office/drawing/2014/main" id="{6CAA87FF-3BB2-967F-E898-BBC4F9AA9420}"/>
                  </a:ext>
                </a:extLst>
              </p:cNvPr>
              <p:cNvSpPr/>
              <p:nvPr userDrawn="1"/>
            </p:nvSpPr>
            <p:spPr>
              <a:xfrm rot="5400000">
                <a:off x="12774315" y="6602566"/>
                <a:ext cx="253188" cy="316248"/>
              </a:xfrm>
              <a:prstGeom prst="rect">
                <a:avLst/>
              </a:prstGeom>
              <a:solidFill>
                <a:srgbClr val="BFD6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82" name="Rectangle 81">
                <a:extLst>
                  <a:ext uri="{FF2B5EF4-FFF2-40B4-BE49-F238E27FC236}">
                    <a16:creationId xmlns:a16="http://schemas.microsoft.com/office/drawing/2014/main" id="{829950E0-9E32-A623-6377-1984A86CDBF3}"/>
                  </a:ext>
                </a:extLst>
              </p:cNvPr>
              <p:cNvSpPr/>
              <p:nvPr userDrawn="1"/>
            </p:nvSpPr>
            <p:spPr>
              <a:xfrm rot="5400000">
                <a:off x="12774315" y="4981430"/>
                <a:ext cx="253188" cy="316248"/>
              </a:xfrm>
              <a:prstGeom prst="rect">
                <a:avLst/>
              </a:prstGeom>
              <a:solidFill>
                <a:srgbClr val="D25F7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83" name="Rectangle 82">
                <a:extLst>
                  <a:ext uri="{FF2B5EF4-FFF2-40B4-BE49-F238E27FC236}">
                    <a16:creationId xmlns:a16="http://schemas.microsoft.com/office/drawing/2014/main" id="{C111E6D3-A976-FCC9-AC3D-53A6EB9EC123}"/>
                  </a:ext>
                </a:extLst>
              </p:cNvPr>
              <p:cNvSpPr/>
              <p:nvPr userDrawn="1"/>
            </p:nvSpPr>
            <p:spPr>
              <a:xfrm rot="5400000">
                <a:off x="12774315" y="5305658"/>
                <a:ext cx="253188" cy="316248"/>
              </a:xfrm>
              <a:prstGeom prst="rect">
                <a:avLst/>
              </a:prstGeom>
              <a:solidFill>
                <a:srgbClr val="C6480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84" name="Rectangle 83">
                <a:extLst>
                  <a:ext uri="{FF2B5EF4-FFF2-40B4-BE49-F238E27FC236}">
                    <a16:creationId xmlns:a16="http://schemas.microsoft.com/office/drawing/2014/main" id="{95E39AE0-5FBF-4BBB-D0B7-B23C3E2455E7}"/>
                  </a:ext>
                </a:extLst>
              </p:cNvPr>
              <p:cNvSpPr/>
              <p:nvPr userDrawn="1"/>
            </p:nvSpPr>
            <p:spPr>
              <a:xfrm rot="5400000">
                <a:off x="12774315" y="5629886"/>
                <a:ext cx="253188" cy="316248"/>
              </a:xfrm>
              <a:prstGeom prst="rect">
                <a:avLst/>
              </a:prstGeom>
              <a:solidFill>
                <a:srgbClr val="BA016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85" name="Rectangle 84">
                <a:extLst>
                  <a:ext uri="{FF2B5EF4-FFF2-40B4-BE49-F238E27FC236}">
                    <a16:creationId xmlns:a16="http://schemas.microsoft.com/office/drawing/2014/main" id="{48E227D5-94D4-A7B8-6F39-12A9F21F3F2A}"/>
                  </a:ext>
                </a:extLst>
              </p:cNvPr>
              <p:cNvSpPr/>
              <p:nvPr userDrawn="1"/>
            </p:nvSpPr>
            <p:spPr>
              <a:xfrm rot="5400000">
                <a:off x="12774315" y="3684518"/>
                <a:ext cx="253188" cy="316248"/>
              </a:xfrm>
              <a:prstGeom prst="rect">
                <a:avLst/>
              </a:prstGeom>
              <a:solidFill>
                <a:srgbClr val="005E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86" name="Rectangle 85">
                <a:extLst>
                  <a:ext uri="{FF2B5EF4-FFF2-40B4-BE49-F238E27FC236}">
                    <a16:creationId xmlns:a16="http://schemas.microsoft.com/office/drawing/2014/main" id="{600ACCB4-2A91-F351-642E-091D959D8464}"/>
                  </a:ext>
                </a:extLst>
              </p:cNvPr>
              <p:cNvSpPr/>
              <p:nvPr userDrawn="1"/>
            </p:nvSpPr>
            <p:spPr>
              <a:xfrm rot="5400000">
                <a:off x="12774315" y="4008746"/>
                <a:ext cx="253188" cy="316248"/>
              </a:xfrm>
              <a:prstGeom prst="rect">
                <a:avLst/>
              </a:prstGeom>
              <a:solidFill>
                <a:srgbClr val="5EB6B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87" name="Rectangle 86">
                <a:extLst>
                  <a:ext uri="{FF2B5EF4-FFF2-40B4-BE49-F238E27FC236}">
                    <a16:creationId xmlns:a16="http://schemas.microsoft.com/office/drawing/2014/main" id="{A99970AD-31CA-2616-FF28-2D85AAA1ABC7}"/>
                  </a:ext>
                </a:extLst>
              </p:cNvPr>
              <p:cNvSpPr/>
              <p:nvPr userDrawn="1"/>
            </p:nvSpPr>
            <p:spPr>
              <a:xfrm rot="5400000">
                <a:off x="12774315" y="4332974"/>
                <a:ext cx="253188" cy="316248"/>
              </a:xfrm>
              <a:prstGeom prst="rect">
                <a:avLst/>
              </a:prstGeom>
              <a:solidFill>
                <a:srgbClr val="C7AB2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88" name="Rectangle 87">
                <a:extLst>
                  <a:ext uri="{FF2B5EF4-FFF2-40B4-BE49-F238E27FC236}">
                    <a16:creationId xmlns:a16="http://schemas.microsoft.com/office/drawing/2014/main" id="{215D475B-6249-D0E4-65BC-263409A02A19}"/>
                  </a:ext>
                </a:extLst>
              </p:cNvPr>
              <p:cNvSpPr/>
              <p:nvPr userDrawn="1"/>
            </p:nvSpPr>
            <p:spPr>
              <a:xfrm rot="5400000">
                <a:off x="12774315" y="4657202"/>
                <a:ext cx="253188" cy="316248"/>
              </a:xfrm>
              <a:prstGeom prst="rect">
                <a:avLst/>
              </a:prstGeom>
              <a:solidFill>
                <a:srgbClr val="5C068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89" name="Rectangle 88">
                <a:extLst>
                  <a:ext uri="{FF2B5EF4-FFF2-40B4-BE49-F238E27FC236}">
                    <a16:creationId xmlns:a16="http://schemas.microsoft.com/office/drawing/2014/main" id="{BB424193-F5EB-A39E-341D-C3FB693413E4}"/>
                  </a:ext>
                </a:extLst>
              </p:cNvPr>
              <p:cNvSpPr/>
              <p:nvPr userDrawn="1"/>
            </p:nvSpPr>
            <p:spPr>
              <a:xfrm rot="5400000">
                <a:off x="12774315" y="5954114"/>
                <a:ext cx="253188" cy="316248"/>
              </a:xfrm>
              <a:prstGeom prst="rect">
                <a:avLst/>
              </a:prstGeom>
              <a:solidFill>
                <a:srgbClr val="2A431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90" name="Rectangle 89">
                <a:extLst>
                  <a:ext uri="{FF2B5EF4-FFF2-40B4-BE49-F238E27FC236}">
                    <a16:creationId xmlns:a16="http://schemas.microsoft.com/office/drawing/2014/main" id="{B49D944C-BABD-9DE1-EE74-B55D21E2F0E1}"/>
                  </a:ext>
                </a:extLst>
              </p:cNvPr>
              <p:cNvSpPr/>
              <p:nvPr userDrawn="1"/>
            </p:nvSpPr>
            <p:spPr>
              <a:xfrm rot="5400000">
                <a:off x="12774315" y="6278342"/>
                <a:ext cx="253188" cy="316248"/>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grpSp>
        <p:sp>
          <p:nvSpPr>
            <p:cNvPr id="91" name="TextBox 90">
              <a:extLst>
                <a:ext uri="{FF2B5EF4-FFF2-40B4-BE49-F238E27FC236}">
                  <a16:creationId xmlns:a16="http://schemas.microsoft.com/office/drawing/2014/main" id="{D4AC6DEF-4491-37A4-C6BB-02578725D591}"/>
                </a:ext>
              </a:extLst>
            </p:cNvPr>
            <p:cNvSpPr txBox="1"/>
            <p:nvPr userDrawn="1"/>
          </p:nvSpPr>
          <p:spPr>
            <a:xfrm rot="16200000">
              <a:off x="12574268" y="5173406"/>
              <a:ext cx="960199" cy="118559"/>
            </a:xfrm>
            <a:prstGeom prst="rect">
              <a:avLst/>
            </a:prstGeom>
            <a:noFill/>
          </p:spPr>
          <p:txBody>
            <a:bodyPr wrap="none" lIns="0" tIns="0" rIns="0" bIns="0" rtlCol="0">
              <a:spAutoFit/>
            </a:bodyPr>
            <a:lstStyle/>
            <a:p>
              <a:pPr algn="l">
                <a:lnSpc>
                  <a:spcPct val="101000"/>
                </a:lnSpc>
                <a:spcAft>
                  <a:spcPts val="600"/>
                </a:spcAft>
              </a:pPr>
              <a:r>
                <a:rPr lang="en-CR" sz="800" b="1">
                  <a:solidFill>
                    <a:srgbClr val="000000"/>
                  </a:solidFill>
                  <a:latin typeface="GT America Regular"/>
                  <a:ea typeface="GT America Regular" charset="0"/>
                  <a:cs typeface="GT America Regular" charset="0"/>
                </a:rPr>
                <a:t>ON MOODY´S BLUE</a:t>
              </a:r>
              <a:endParaRPr kumimoji="0" lang="en-CR" sz="800" b="1" i="0" u="none" strike="noStrike" kern="1200" cap="none" spc="0" normalizeH="0" baseline="0" noProof="0" err="1">
                <a:ln>
                  <a:noFill/>
                </a:ln>
                <a:solidFill>
                  <a:srgbClr val="000000"/>
                </a:solidFill>
                <a:effectLst/>
                <a:uLnTx/>
                <a:uFillTx/>
                <a:latin typeface="GT America Regular"/>
                <a:ea typeface="GT America Regular" charset="0"/>
                <a:cs typeface="GT America Regular" charset="0"/>
              </a:endParaRPr>
            </a:p>
          </p:txBody>
        </p:sp>
      </p:grpSp>
      <p:sp>
        <p:nvSpPr>
          <p:cNvPr id="128" name="TextBox 127">
            <a:extLst>
              <a:ext uri="{FF2B5EF4-FFF2-40B4-BE49-F238E27FC236}">
                <a16:creationId xmlns:a16="http://schemas.microsoft.com/office/drawing/2014/main" id="{D2DB175A-FFD0-4856-7479-6B34D879AE38}"/>
              </a:ext>
            </a:extLst>
          </p:cNvPr>
          <p:cNvSpPr txBox="1"/>
          <p:nvPr userDrawn="1"/>
        </p:nvSpPr>
        <p:spPr>
          <a:xfrm>
            <a:off x="12356815" y="3377042"/>
            <a:ext cx="807913" cy="118559"/>
          </a:xfrm>
          <a:prstGeom prst="rect">
            <a:avLst/>
          </a:prstGeom>
          <a:noFill/>
        </p:spPr>
        <p:txBody>
          <a:bodyPr wrap="none" lIns="0" tIns="0" rIns="0" bIns="0" rtlCol="0">
            <a:spAutoFit/>
          </a:bodyPr>
          <a:lstStyle/>
          <a:p>
            <a:pPr algn="l">
              <a:lnSpc>
                <a:spcPct val="101000"/>
              </a:lnSpc>
              <a:spcAft>
                <a:spcPts val="600"/>
              </a:spcAft>
            </a:pPr>
            <a:r>
              <a:rPr kumimoji="0" lang="en-US" sz="800" b="1" i="0" u="none" strike="noStrike" kern="1200" cap="none" spc="0" normalizeH="0" baseline="0" noProof="0" dirty="0">
                <a:ln>
                  <a:noFill/>
                </a:ln>
                <a:solidFill>
                  <a:srgbClr val="000000"/>
                </a:solidFill>
                <a:effectLst/>
                <a:uLnTx/>
                <a:uFillTx/>
                <a:ea typeface="GT America Regular" charset="0"/>
                <a:cs typeface="GT America Regular" charset="0"/>
              </a:rPr>
              <a:t>For charts ONLY</a:t>
            </a:r>
            <a:endParaRPr kumimoji="0" lang="en-CR" sz="800" b="1" i="0" u="none" strike="noStrike" kern="1200" cap="none" spc="0" normalizeH="0" baseline="0" noProof="0">
              <a:ln>
                <a:noFill/>
              </a:ln>
              <a:solidFill>
                <a:srgbClr val="000000"/>
              </a:solidFill>
              <a:effectLst/>
              <a:uLnTx/>
              <a:uFillTx/>
              <a:ea typeface="GT America Regular" charset="0"/>
              <a:cs typeface="GT America Regular" charset="0"/>
            </a:endParaRPr>
          </a:p>
        </p:txBody>
      </p:sp>
    </p:spTree>
    <p:extLst>
      <p:ext uri="{BB962C8B-B14F-4D97-AF65-F5344CB8AC3E}">
        <p14:creationId xmlns:p14="http://schemas.microsoft.com/office/powerpoint/2010/main" val="101549033"/>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userDrawn="1">
  <p:cSld name="Title Only - 2/3 - Content">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1358A6F4-B333-A552-568A-94CF983B89AB}"/>
              </a:ext>
            </a:extLst>
          </p:cNvPr>
          <p:cNvSpPr/>
          <p:nvPr userDrawn="1"/>
        </p:nvSpPr>
        <p:spPr>
          <a:xfrm>
            <a:off x="4060168" y="0"/>
            <a:ext cx="8131831" cy="6858000"/>
          </a:xfrm>
          <a:prstGeom prst="rect">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a:p>
        </p:txBody>
      </p:sp>
      <p:sp>
        <p:nvSpPr>
          <p:cNvPr id="4" name="Footer Placeholder 3">
            <a:extLst>
              <a:ext uri="{FF2B5EF4-FFF2-40B4-BE49-F238E27FC236}">
                <a16:creationId xmlns:a16="http://schemas.microsoft.com/office/drawing/2014/main" id="{F5D45E11-31A5-E3FC-391B-2853581FD0C8}"/>
              </a:ext>
            </a:extLst>
          </p:cNvPr>
          <p:cNvSpPr>
            <a:spLocks noGrp="1"/>
          </p:cNvSpPr>
          <p:nvPr>
            <p:ph type="ftr" sz="quarter" idx="11"/>
          </p:nvPr>
        </p:nvSpPr>
        <p:spPr/>
        <p:txBody>
          <a:bodyPr/>
          <a:lstStyle/>
          <a:p>
            <a:r>
              <a:rPr lang="en-US"/>
              <a:t>See slide 12 for instructions on how to update footer</a:t>
            </a:r>
          </a:p>
        </p:txBody>
      </p:sp>
      <p:sp>
        <p:nvSpPr>
          <p:cNvPr id="5" name="Slide Number Placeholder 4">
            <a:extLst>
              <a:ext uri="{FF2B5EF4-FFF2-40B4-BE49-F238E27FC236}">
                <a16:creationId xmlns:a16="http://schemas.microsoft.com/office/drawing/2014/main" id="{3601F7DF-30E1-D713-9FFA-757E3563DACB}"/>
              </a:ext>
            </a:extLst>
          </p:cNvPr>
          <p:cNvSpPr>
            <a:spLocks noGrp="1"/>
          </p:cNvSpPr>
          <p:nvPr>
            <p:ph type="sldNum" sz="quarter" idx="12"/>
          </p:nvPr>
        </p:nvSpPr>
        <p:spPr/>
        <p:txBody>
          <a:bodyPr/>
          <a:lstStyle/>
          <a:p>
            <a:fld id="{862A5111-985B-C14D-9115-5787026182A8}" type="slidenum">
              <a:rPr lang="en-US" smtClean="0"/>
              <a:t>‹#›</a:t>
            </a:fld>
            <a:endParaRPr lang="en-US"/>
          </a:p>
        </p:txBody>
      </p:sp>
      <p:sp>
        <p:nvSpPr>
          <p:cNvPr id="9" name="Title 8">
            <a:extLst>
              <a:ext uri="{FF2B5EF4-FFF2-40B4-BE49-F238E27FC236}">
                <a16:creationId xmlns:a16="http://schemas.microsoft.com/office/drawing/2014/main" id="{32664483-5AC8-0F16-9C46-37836889B6E9}"/>
              </a:ext>
            </a:extLst>
          </p:cNvPr>
          <p:cNvSpPr>
            <a:spLocks noGrp="1"/>
          </p:cNvSpPr>
          <p:nvPr>
            <p:ph type="title"/>
          </p:nvPr>
        </p:nvSpPr>
        <p:spPr>
          <a:xfrm>
            <a:off x="546101" y="552450"/>
            <a:ext cx="3349252" cy="434975"/>
          </a:xfrm>
        </p:spPr>
        <p:txBody>
          <a:bodyPr/>
          <a:lstStyle/>
          <a:p>
            <a:r>
              <a:rPr lang="en-US" dirty="0"/>
              <a:t>Click to edit Master title style</a:t>
            </a:r>
          </a:p>
        </p:txBody>
      </p:sp>
      <p:sp>
        <p:nvSpPr>
          <p:cNvPr id="3" name="Freeform 5">
            <a:extLst>
              <a:ext uri="{FF2B5EF4-FFF2-40B4-BE49-F238E27FC236}">
                <a16:creationId xmlns:a16="http://schemas.microsoft.com/office/drawing/2014/main" id="{7FE8C2D7-70E3-CC7C-8803-9B39088A71F9}"/>
              </a:ext>
            </a:extLst>
          </p:cNvPr>
          <p:cNvSpPr/>
          <p:nvPr userDrawn="1"/>
        </p:nvSpPr>
        <p:spPr bwMode="black">
          <a:xfrm>
            <a:off x="554038" y="6469335"/>
            <a:ext cx="678511" cy="112440"/>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chemeClr val="tx2"/>
          </a:solidFill>
          <a:ln w="0" cap="flat">
            <a:noFill/>
            <a:prstDash val="solid"/>
            <a:miter/>
          </a:ln>
        </p:spPr>
        <p:txBody>
          <a:bodyPr rtlCol="0" anchor="ctr"/>
          <a:lstStyle/>
          <a:p>
            <a:endParaRPr lang="en-US"/>
          </a:p>
        </p:txBody>
      </p:sp>
      <p:sp>
        <p:nvSpPr>
          <p:cNvPr id="14" name="Text Placeholder 10">
            <a:extLst>
              <a:ext uri="{FF2B5EF4-FFF2-40B4-BE49-F238E27FC236}">
                <a16:creationId xmlns:a16="http://schemas.microsoft.com/office/drawing/2014/main" id="{8D27C407-E192-03E9-638A-6586423552D1}"/>
              </a:ext>
            </a:extLst>
          </p:cNvPr>
          <p:cNvSpPr>
            <a:spLocks noGrp="1"/>
          </p:cNvSpPr>
          <p:nvPr>
            <p:ph type="body" sz="quarter" idx="45"/>
          </p:nvPr>
        </p:nvSpPr>
        <p:spPr>
          <a:xfrm>
            <a:off x="546100" y="1127125"/>
            <a:ext cx="3349252" cy="295275"/>
          </a:xfrm>
        </p:spPr>
        <p:txBody>
          <a:bodyPr>
            <a:noAutofit/>
          </a:bodyPr>
          <a:lstStyle>
            <a:lvl1pPr marL="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1pPr>
            <a:lvl2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2pPr>
            <a:lvl3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3pPr>
            <a:lvl4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4pPr>
            <a:lvl5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5pPr>
            <a:lvl6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6pPr>
            <a:lvl7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7pPr>
            <a:lvl8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8pPr>
            <a:lvl9pPr marL="0" indent="0" algn="l" defTabSz="914400" rtl="0" eaLnBrk="1" latinLnBrk="0" hangingPunct="1">
              <a:lnSpc>
                <a:spcPct val="80000"/>
              </a:lnSpc>
              <a:spcBef>
                <a:spcPts val="0"/>
              </a:spcBef>
              <a:spcAft>
                <a:spcPts val="0"/>
              </a:spcAft>
              <a:buNone/>
              <a:defRPr lang="en-US" sz="2400" b="0" i="0" kern="1200" dirty="0">
                <a:solidFill>
                  <a:schemeClr val="accent1"/>
                </a:solidFill>
                <a:latin typeface="+mj-lt"/>
                <a:ea typeface="GT America Regular" charset="0"/>
                <a:cs typeface="GT America Regular" charset="0"/>
              </a:defRPr>
            </a:lvl9pPr>
          </a:lstStyle>
          <a:p>
            <a:pPr lvl="0"/>
            <a:r>
              <a:rPr lang="en-US"/>
              <a:t>Click to edit Master text styles</a:t>
            </a:r>
          </a:p>
        </p:txBody>
      </p:sp>
      <p:sp>
        <p:nvSpPr>
          <p:cNvPr id="15" name="Text Placeholder 15">
            <a:extLst>
              <a:ext uri="{FF2B5EF4-FFF2-40B4-BE49-F238E27FC236}">
                <a16:creationId xmlns:a16="http://schemas.microsoft.com/office/drawing/2014/main" id="{00C9B1A6-9BEE-5CDA-ABBB-81C99443866D}"/>
              </a:ext>
            </a:extLst>
          </p:cNvPr>
          <p:cNvSpPr>
            <a:spLocks noGrp="1"/>
          </p:cNvSpPr>
          <p:nvPr>
            <p:ph type="body" sz="quarter" idx="46"/>
          </p:nvPr>
        </p:nvSpPr>
        <p:spPr>
          <a:xfrm>
            <a:off x="546101" y="6019800"/>
            <a:ext cx="3349252" cy="289560"/>
          </a:xfrm>
        </p:spPr>
        <p:txBody>
          <a:bodyPr anchor="b" anchorCtr="0">
            <a:noAutofit/>
          </a:bodyPr>
          <a:lstStyle>
            <a:lvl1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1pPr>
            <a:lvl2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2pPr>
            <a:lvl3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3pPr>
            <a:lvl4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4pPr>
            <a:lvl5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5pPr>
            <a:lvl6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6pPr>
            <a:lvl7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7pPr>
            <a:lvl8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8pPr>
            <a:lvl9pPr marL="0" indent="0" algn="l" defTabSz="914400" rtl="0" eaLnBrk="1" latinLnBrk="0" hangingPunct="1">
              <a:lnSpc>
                <a:spcPct val="101000"/>
              </a:lnSpc>
              <a:spcBef>
                <a:spcPts val="0"/>
              </a:spcBef>
              <a:spcAft>
                <a:spcPts val="600"/>
              </a:spcAft>
              <a:buNone/>
              <a:defRPr lang="en-US" sz="600" b="0" i="0" kern="1200" dirty="0">
                <a:solidFill>
                  <a:srgbClr val="75787B"/>
                </a:solidFill>
                <a:latin typeface="+mn-lt"/>
                <a:ea typeface="GT America Regular" charset="0"/>
                <a:cs typeface="GT America Regular" charset="0"/>
              </a:defRPr>
            </a:lvl9pPr>
          </a:lstStyle>
          <a:p>
            <a:pPr lvl="0"/>
            <a:r>
              <a:rPr lang="en-US"/>
              <a:t>Click to edit Master text styles</a:t>
            </a:r>
          </a:p>
        </p:txBody>
      </p:sp>
      <p:grpSp>
        <p:nvGrpSpPr>
          <p:cNvPr id="92" name="Group 91">
            <a:extLst>
              <a:ext uri="{FF2B5EF4-FFF2-40B4-BE49-F238E27FC236}">
                <a16:creationId xmlns:a16="http://schemas.microsoft.com/office/drawing/2014/main" id="{0798617E-247E-2737-1739-69175F72DF00}"/>
              </a:ext>
            </a:extLst>
          </p:cNvPr>
          <p:cNvGrpSpPr/>
          <p:nvPr userDrawn="1"/>
        </p:nvGrpSpPr>
        <p:grpSpPr>
          <a:xfrm>
            <a:off x="12356815" y="0"/>
            <a:ext cx="756834" cy="6872642"/>
            <a:chOff x="12356815" y="0"/>
            <a:chExt cx="756834" cy="6872642"/>
          </a:xfrm>
        </p:grpSpPr>
        <p:sp>
          <p:nvSpPr>
            <p:cNvPr id="2" name="Rectangle 1">
              <a:extLst>
                <a:ext uri="{FF2B5EF4-FFF2-40B4-BE49-F238E27FC236}">
                  <a16:creationId xmlns:a16="http://schemas.microsoft.com/office/drawing/2014/main" id="{A8D8143E-0BF4-CD52-C859-DEEB4D250714}"/>
                </a:ext>
              </a:extLst>
            </p:cNvPr>
            <p:cNvSpPr/>
            <p:nvPr userDrawn="1"/>
          </p:nvSpPr>
          <p:spPr>
            <a:xfrm>
              <a:off x="12356815" y="0"/>
              <a:ext cx="553069" cy="3279913"/>
            </a:xfrm>
            <a:prstGeom prst="rect">
              <a:avLst/>
            </a:prstGeom>
            <a:solidFill>
              <a:schemeClr val="bg1">
                <a:lumMod val="95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a:p>
          </p:txBody>
        </p:sp>
        <p:sp>
          <p:nvSpPr>
            <p:cNvPr id="52" name="TextBox 51">
              <a:extLst>
                <a:ext uri="{FF2B5EF4-FFF2-40B4-BE49-F238E27FC236}">
                  <a16:creationId xmlns:a16="http://schemas.microsoft.com/office/drawing/2014/main" id="{BA12C94B-1B42-D761-2F94-3AE3FA3D0E4A}"/>
                </a:ext>
              </a:extLst>
            </p:cNvPr>
            <p:cNvSpPr txBox="1"/>
            <p:nvPr userDrawn="1"/>
          </p:nvSpPr>
          <p:spPr>
            <a:xfrm rot="16200000">
              <a:off x="12332217" y="1580677"/>
              <a:ext cx="1444306" cy="118559"/>
            </a:xfrm>
            <a:prstGeom prst="rect">
              <a:avLst/>
            </a:prstGeom>
            <a:noFill/>
          </p:spPr>
          <p:txBody>
            <a:bodyPr wrap="none" lIns="0" tIns="0" rIns="0" bIns="0" rtlCol="0">
              <a:spAutoFit/>
            </a:bodyPr>
            <a:lstStyle/>
            <a:p>
              <a:pPr algn="l">
                <a:lnSpc>
                  <a:spcPct val="101000"/>
                </a:lnSpc>
                <a:spcAft>
                  <a:spcPts val="600"/>
                </a:spcAft>
              </a:pPr>
              <a:r>
                <a:rPr kumimoji="0" lang="en-CR" sz="800" b="1" i="0" u="none" strike="noStrike" kern="1200" cap="none" spc="0" normalizeH="0" baseline="0" noProof="0">
                  <a:ln>
                    <a:noFill/>
                  </a:ln>
                  <a:solidFill>
                    <a:srgbClr val="000000"/>
                  </a:solidFill>
                  <a:effectLst/>
                  <a:uLnTx/>
                  <a:uFillTx/>
                  <a:ea typeface="GT America Regular" charset="0"/>
                  <a:cs typeface="GT America Regular" charset="0"/>
                </a:rPr>
                <a:t>ON LIGHT AND EXTRA LIGHT</a:t>
              </a:r>
            </a:p>
          </p:txBody>
        </p:sp>
        <p:sp>
          <p:nvSpPr>
            <p:cNvPr id="63" name="Rectangle 62">
              <a:extLst>
                <a:ext uri="{FF2B5EF4-FFF2-40B4-BE49-F238E27FC236}">
                  <a16:creationId xmlns:a16="http://schemas.microsoft.com/office/drawing/2014/main" id="{498A5541-0A28-FFA7-355E-523ACAA049C3}"/>
                </a:ext>
              </a:extLst>
            </p:cNvPr>
            <p:cNvSpPr/>
            <p:nvPr userDrawn="1"/>
          </p:nvSpPr>
          <p:spPr>
            <a:xfrm>
              <a:off x="12356815" y="3592729"/>
              <a:ext cx="553069" cy="3279913"/>
            </a:xfrm>
            <a:prstGeom prst="rect">
              <a:avLst/>
            </a:prstGeom>
            <a:solidFill>
              <a:schemeClr val="tx2"/>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a:p>
          </p:txBody>
        </p:sp>
        <p:grpSp>
          <p:nvGrpSpPr>
            <p:cNvPr id="69" name="Group 68">
              <a:extLst>
                <a:ext uri="{FF2B5EF4-FFF2-40B4-BE49-F238E27FC236}">
                  <a16:creationId xmlns:a16="http://schemas.microsoft.com/office/drawing/2014/main" id="{50161755-2B78-00C9-A75B-71F84182FE40}"/>
                </a:ext>
              </a:extLst>
            </p:cNvPr>
            <p:cNvGrpSpPr/>
            <p:nvPr userDrawn="1"/>
          </p:nvGrpSpPr>
          <p:grpSpPr>
            <a:xfrm>
              <a:off x="12442019" y="3791214"/>
              <a:ext cx="382660" cy="2882942"/>
              <a:chOff x="14001569" y="3716048"/>
              <a:chExt cx="316248" cy="3171236"/>
            </a:xfrm>
          </p:grpSpPr>
          <p:sp>
            <p:nvSpPr>
              <p:cNvPr id="70" name="Rectangle 69">
                <a:extLst>
                  <a:ext uri="{FF2B5EF4-FFF2-40B4-BE49-F238E27FC236}">
                    <a16:creationId xmlns:a16="http://schemas.microsoft.com/office/drawing/2014/main" id="{D1D05B16-0692-674D-48F8-AD7BBDD9B293}"/>
                  </a:ext>
                </a:extLst>
              </p:cNvPr>
              <p:cNvSpPr/>
              <p:nvPr userDrawn="1"/>
            </p:nvSpPr>
            <p:spPr>
              <a:xfrm rot="5400000">
                <a:off x="14033099" y="5954114"/>
                <a:ext cx="253188" cy="316248"/>
              </a:xfrm>
              <a:prstGeom prst="rect">
                <a:avLst/>
              </a:prstGeom>
              <a:solidFill>
                <a:srgbClr val="005E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71" name="Rectangle 70">
                <a:extLst>
                  <a:ext uri="{FF2B5EF4-FFF2-40B4-BE49-F238E27FC236}">
                    <a16:creationId xmlns:a16="http://schemas.microsoft.com/office/drawing/2014/main" id="{1A9D4841-7275-B41A-4187-0A664F3AA979}"/>
                  </a:ext>
                </a:extLst>
              </p:cNvPr>
              <p:cNvSpPr/>
              <p:nvPr userDrawn="1"/>
            </p:nvSpPr>
            <p:spPr>
              <a:xfrm rot="5400000">
                <a:off x="14033099" y="6278342"/>
                <a:ext cx="253188" cy="316248"/>
              </a:xfrm>
              <a:prstGeom prst="rect">
                <a:avLst/>
              </a:prstGeom>
              <a:solidFill>
                <a:srgbClr val="B8B9D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72" name="Rectangle 71">
                <a:extLst>
                  <a:ext uri="{FF2B5EF4-FFF2-40B4-BE49-F238E27FC236}">
                    <a16:creationId xmlns:a16="http://schemas.microsoft.com/office/drawing/2014/main" id="{0E1B8A8B-4CC8-7EFB-4533-5C24C8463212}"/>
                  </a:ext>
                </a:extLst>
              </p:cNvPr>
              <p:cNvSpPr/>
              <p:nvPr userDrawn="1"/>
            </p:nvSpPr>
            <p:spPr>
              <a:xfrm rot="5400000">
                <a:off x="14033099" y="6602566"/>
                <a:ext cx="253188" cy="316248"/>
              </a:xfrm>
              <a:prstGeom prst="rect">
                <a:avLst/>
              </a:prstGeom>
              <a:solidFill>
                <a:srgbClr val="FBE6D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73" name="Rectangle 72">
                <a:extLst>
                  <a:ext uri="{FF2B5EF4-FFF2-40B4-BE49-F238E27FC236}">
                    <a16:creationId xmlns:a16="http://schemas.microsoft.com/office/drawing/2014/main" id="{81F22297-2327-1EDD-3468-BE9F9A29D15D}"/>
                  </a:ext>
                </a:extLst>
              </p:cNvPr>
              <p:cNvSpPr/>
              <p:nvPr userDrawn="1"/>
            </p:nvSpPr>
            <p:spPr>
              <a:xfrm rot="5400000">
                <a:off x="14033099" y="4981430"/>
                <a:ext cx="253188" cy="316248"/>
              </a:xfrm>
              <a:prstGeom prst="rect">
                <a:avLst/>
              </a:prstGeom>
              <a:solidFill>
                <a:srgbClr val="BCE09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74" name="Rectangle 73">
                <a:extLst>
                  <a:ext uri="{FF2B5EF4-FFF2-40B4-BE49-F238E27FC236}">
                    <a16:creationId xmlns:a16="http://schemas.microsoft.com/office/drawing/2014/main" id="{B93BF0BB-47B9-DE28-B1E2-8EEA2154770D}"/>
                  </a:ext>
                </a:extLst>
              </p:cNvPr>
              <p:cNvSpPr/>
              <p:nvPr userDrawn="1"/>
            </p:nvSpPr>
            <p:spPr>
              <a:xfrm rot="5400000">
                <a:off x="14033099" y="5305658"/>
                <a:ext cx="253188" cy="316248"/>
              </a:xfrm>
              <a:prstGeom prst="rect">
                <a:avLst/>
              </a:prstGeom>
              <a:solidFill>
                <a:srgbClr val="E9783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75" name="Rectangle 74">
                <a:extLst>
                  <a:ext uri="{FF2B5EF4-FFF2-40B4-BE49-F238E27FC236}">
                    <a16:creationId xmlns:a16="http://schemas.microsoft.com/office/drawing/2014/main" id="{E6568330-DF08-4678-3BE8-5BCE081D0716}"/>
                  </a:ext>
                </a:extLst>
              </p:cNvPr>
              <p:cNvSpPr/>
              <p:nvPr userDrawn="1"/>
            </p:nvSpPr>
            <p:spPr>
              <a:xfrm rot="5400000">
                <a:off x="14033099" y="5629886"/>
                <a:ext cx="253188" cy="316248"/>
              </a:xfrm>
              <a:prstGeom prst="rect">
                <a:avLst/>
              </a:prstGeom>
              <a:solidFill>
                <a:srgbClr val="B9056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76" name="Rectangle 75">
                <a:extLst>
                  <a:ext uri="{FF2B5EF4-FFF2-40B4-BE49-F238E27FC236}">
                    <a16:creationId xmlns:a16="http://schemas.microsoft.com/office/drawing/2014/main" id="{3EE71149-E1B3-38BE-6723-9A8827447536}"/>
                  </a:ext>
                </a:extLst>
              </p:cNvPr>
              <p:cNvSpPr/>
              <p:nvPr userDrawn="1"/>
            </p:nvSpPr>
            <p:spPr>
              <a:xfrm rot="5400000">
                <a:off x="14033099" y="3684518"/>
                <a:ext cx="253188" cy="316248"/>
              </a:xfrm>
              <a:prstGeom prst="rect">
                <a:avLst/>
              </a:prstGeom>
              <a:solidFill>
                <a:srgbClr val="9DC2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77" name="Rectangle 76">
                <a:extLst>
                  <a:ext uri="{FF2B5EF4-FFF2-40B4-BE49-F238E27FC236}">
                    <a16:creationId xmlns:a16="http://schemas.microsoft.com/office/drawing/2014/main" id="{CE1A5062-78FB-0249-0CB3-520B18CF9784}"/>
                  </a:ext>
                </a:extLst>
              </p:cNvPr>
              <p:cNvSpPr/>
              <p:nvPr userDrawn="1"/>
            </p:nvSpPr>
            <p:spPr>
              <a:xfrm rot="5400000">
                <a:off x="14033099" y="4008746"/>
                <a:ext cx="253188" cy="316248"/>
              </a:xfrm>
              <a:prstGeom prst="rect">
                <a:avLst/>
              </a:prstGeom>
              <a:solidFill>
                <a:srgbClr val="309DA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78" name="Rectangle 77">
                <a:extLst>
                  <a:ext uri="{FF2B5EF4-FFF2-40B4-BE49-F238E27FC236}">
                    <a16:creationId xmlns:a16="http://schemas.microsoft.com/office/drawing/2014/main" id="{5223E46D-913A-A332-D764-8586F2A87AB4}"/>
                  </a:ext>
                </a:extLst>
              </p:cNvPr>
              <p:cNvSpPr/>
              <p:nvPr userDrawn="1"/>
            </p:nvSpPr>
            <p:spPr>
              <a:xfrm rot="5400000">
                <a:off x="14033099" y="4332974"/>
                <a:ext cx="253188" cy="316248"/>
              </a:xfrm>
              <a:prstGeom prst="rect">
                <a:avLst/>
              </a:prstGeom>
              <a:solidFill>
                <a:srgbClr val="E2C22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79" name="Rectangle 78">
                <a:extLst>
                  <a:ext uri="{FF2B5EF4-FFF2-40B4-BE49-F238E27FC236}">
                    <a16:creationId xmlns:a16="http://schemas.microsoft.com/office/drawing/2014/main" id="{8678326D-3C78-1ABA-EBEC-B9421DFBFD4C}"/>
                  </a:ext>
                </a:extLst>
              </p:cNvPr>
              <p:cNvSpPr/>
              <p:nvPr userDrawn="1"/>
            </p:nvSpPr>
            <p:spPr>
              <a:xfrm rot="5400000">
                <a:off x="14033099" y="4657202"/>
                <a:ext cx="253188" cy="316248"/>
              </a:xfrm>
              <a:prstGeom prst="rect">
                <a:avLst/>
              </a:prstGeom>
              <a:solidFill>
                <a:srgbClr val="9158B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grpSp>
        <p:grpSp>
          <p:nvGrpSpPr>
            <p:cNvPr id="80" name="Group 79">
              <a:extLst>
                <a:ext uri="{FF2B5EF4-FFF2-40B4-BE49-F238E27FC236}">
                  <a16:creationId xmlns:a16="http://schemas.microsoft.com/office/drawing/2014/main" id="{7DB46327-FEE7-18F9-8FD7-AEC19B997B21}"/>
                </a:ext>
              </a:extLst>
            </p:cNvPr>
            <p:cNvGrpSpPr/>
            <p:nvPr userDrawn="1"/>
          </p:nvGrpSpPr>
          <p:grpSpPr>
            <a:xfrm>
              <a:off x="12442019" y="198485"/>
              <a:ext cx="382660" cy="2882942"/>
              <a:chOff x="12742785" y="3716048"/>
              <a:chExt cx="316248" cy="3171236"/>
            </a:xfrm>
          </p:grpSpPr>
          <p:sp>
            <p:nvSpPr>
              <p:cNvPr id="81" name="Rectangle 80">
                <a:extLst>
                  <a:ext uri="{FF2B5EF4-FFF2-40B4-BE49-F238E27FC236}">
                    <a16:creationId xmlns:a16="http://schemas.microsoft.com/office/drawing/2014/main" id="{6CAA87FF-3BB2-967F-E898-BBC4F9AA9420}"/>
                  </a:ext>
                </a:extLst>
              </p:cNvPr>
              <p:cNvSpPr/>
              <p:nvPr userDrawn="1"/>
            </p:nvSpPr>
            <p:spPr>
              <a:xfrm rot="5400000">
                <a:off x="12774315" y="6602566"/>
                <a:ext cx="253188" cy="316248"/>
              </a:xfrm>
              <a:prstGeom prst="rect">
                <a:avLst/>
              </a:prstGeom>
              <a:solidFill>
                <a:srgbClr val="BFD6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82" name="Rectangle 81">
                <a:extLst>
                  <a:ext uri="{FF2B5EF4-FFF2-40B4-BE49-F238E27FC236}">
                    <a16:creationId xmlns:a16="http://schemas.microsoft.com/office/drawing/2014/main" id="{829950E0-9E32-A623-6377-1984A86CDBF3}"/>
                  </a:ext>
                </a:extLst>
              </p:cNvPr>
              <p:cNvSpPr/>
              <p:nvPr userDrawn="1"/>
            </p:nvSpPr>
            <p:spPr>
              <a:xfrm rot="5400000">
                <a:off x="12774315" y="4981430"/>
                <a:ext cx="253188" cy="316248"/>
              </a:xfrm>
              <a:prstGeom prst="rect">
                <a:avLst/>
              </a:prstGeom>
              <a:solidFill>
                <a:srgbClr val="D25F7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83" name="Rectangle 82">
                <a:extLst>
                  <a:ext uri="{FF2B5EF4-FFF2-40B4-BE49-F238E27FC236}">
                    <a16:creationId xmlns:a16="http://schemas.microsoft.com/office/drawing/2014/main" id="{C111E6D3-A976-FCC9-AC3D-53A6EB9EC123}"/>
                  </a:ext>
                </a:extLst>
              </p:cNvPr>
              <p:cNvSpPr/>
              <p:nvPr userDrawn="1"/>
            </p:nvSpPr>
            <p:spPr>
              <a:xfrm rot="5400000">
                <a:off x="12774315" y="5305658"/>
                <a:ext cx="253188" cy="316248"/>
              </a:xfrm>
              <a:prstGeom prst="rect">
                <a:avLst/>
              </a:prstGeom>
              <a:solidFill>
                <a:srgbClr val="C6480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84" name="Rectangle 83">
                <a:extLst>
                  <a:ext uri="{FF2B5EF4-FFF2-40B4-BE49-F238E27FC236}">
                    <a16:creationId xmlns:a16="http://schemas.microsoft.com/office/drawing/2014/main" id="{95E39AE0-5FBF-4BBB-D0B7-B23C3E2455E7}"/>
                  </a:ext>
                </a:extLst>
              </p:cNvPr>
              <p:cNvSpPr/>
              <p:nvPr userDrawn="1"/>
            </p:nvSpPr>
            <p:spPr>
              <a:xfrm rot="5400000">
                <a:off x="12774315" y="5629886"/>
                <a:ext cx="253188" cy="316248"/>
              </a:xfrm>
              <a:prstGeom prst="rect">
                <a:avLst/>
              </a:prstGeom>
              <a:solidFill>
                <a:srgbClr val="BA016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85" name="Rectangle 84">
                <a:extLst>
                  <a:ext uri="{FF2B5EF4-FFF2-40B4-BE49-F238E27FC236}">
                    <a16:creationId xmlns:a16="http://schemas.microsoft.com/office/drawing/2014/main" id="{48E227D5-94D4-A7B8-6F39-12A9F21F3F2A}"/>
                  </a:ext>
                </a:extLst>
              </p:cNvPr>
              <p:cNvSpPr/>
              <p:nvPr userDrawn="1"/>
            </p:nvSpPr>
            <p:spPr>
              <a:xfrm rot="5400000">
                <a:off x="12774315" y="3684518"/>
                <a:ext cx="253188" cy="316248"/>
              </a:xfrm>
              <a:prstGeom prst="rect">
                <a:avLst/>
              </a:prstGeom>
              <a:solidFill>
                <a:srgbClr val="005E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86" name="Rectangle 85">
                <a:extLst>
                  <a:ext uri="{FF2B5EF4-FFF2-40B4-BE49-F238E27FC236}">
                    <a16:creationId xmlns:a16="http://schemas.microsoft.com/office/drawing/2014/main" id="{600ACCB4-2A91-F351-642E-091D959D8464}"/>
                  </a:ext>
                </a:extLst>
              </p:cNvPr>
              <p:cNvSpPr/>
              <p:nvPr userDrawn="1"/>
            </p:nvSpPr>
            <p:spPr>
              <a:xfrm rot="5400000">
                <a:off x="12774315" y="4008746"/>
                <a:ext cx="253188" cy="316248"/>
              </a:xfrm>
              <a:prstGeom prst="rect">
                <a:avLst/>
              </a:prstGeom>
              <a:solidFill>
                <a:srgbClr val="5EB6B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87" name="Rectangle 86">
                <a:extLst>
                  <a:ext uri="{FF2B5EF4-FFF2-40B4-BE49-F238E27FC236}">
                    <a16:creationId xmlns:a16="http://schemas.microsoft.com/office/drawing/2014/main" id="{A99970AD-31CA-2616-FF28-2D85AAA1ABC7}"/>
                  </a:ext>
                </a:extLst>
              </p:cNvPr>
              <p:cNvSpPr/>
              <p:nvPr userDrawn="1"/>
            </p:nvSpPr>
            <p:spPr>
              <a:xfrm rot="5400000">
                <a:off x="12774315" y="4332974"/>
                <a:ext cx="253188" cy="316248"/>
              </a:xfrm>
              <a:prstGeom prst="rect">
                <a:avLst/>
              </a:prstGeom>
              <a:solidFill>
                <a:srgbClr val="C7AB2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88" name="Rectangle 87">
                <a:extLst>
                  <a:ext uri="{FF2B5EF4-FFF2-40B4-BE49-F238E27FC236}">
                    <a16:creationId xmlns:a16="http://schemas.microsoft.com/office/drawing/2014/main" id="{215D475B-6249-D0E4-65BC-263409A02A19}"/>
                  </a:ext>
                </a:extLst>
              </p:cNvPr>
              <p:cNvSpPr/>
              <p:nvPr userDrawn="1"/>
            </p:nvSpPr>
            <p:spPr>
              <a:xfrm rot="5400000">
                <a:off x="12774315" y="4657202"/>
                <a:ext cx="253188" cy="316248"/>
              </a:xfrm>
              <a:prstGeom prst="rect">
                <a:avLst/>
              </a:prstGeom>
              <a:solidFill>
                <a:srgbClr val="5C068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89" name="Rectangle 88">
                <a:extLst>
                  <a:ext uri="{FF2B5EF4-FFF2-40B4-BE49-F238E27FC236}">
                    <a16:creationId xmlns:a16="http://schemas.microsoft.com/office/drawing/2014/main" id="{BB424193-F5EB-A39E-341D-C3FB693413E4}"/>
                  </a:ext>
                </a:extLst>
              </p:cNvPr>
              <p:cNvSpPr/>
              <p:nvPr userDrawn="1"/>
            </p:nvSpPr>
            <p:spPr>
              <a:xfrm rot="5400000">
                <a:off x="12774315" y="5954114"/>
                <a:ext cx="253188" cy="316248"/>
              </a:xfrm>
              <a:prstGeom prst="rect">
                <a:avLst/>
              </a:prstGeom>
              <a:solidFill>
                <a:srgbClr val="2A431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90" name="Rectangle 89">
                <a:extLst>
                  <a:ext uri="{FF2B5EF4-FFF2-40B4-BE49-F238E27FC236}">
                    <a16:creationId xmlns:a16="http://schemas.microsoft.com/office/drawing/2014/main" id="{B49D944C-BABD-9DE1-EE74-B55D21E2F0E1}"/>
                  </a:ext>
                </a:extLst>
              </p:cNvPr>
              <p:cNvSpPr/>
              <p:nvPr userDrawn="1"/>
            </p:nvSpPr>
            <p:spPr>
              <a:xfrm rot="5400000">
                <a:off x="12774315" y="6278342"/>
                <a:ext cx="253188" cy="316248"/>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grpSp>
        <p:sp>
          <p:nvSpPr>
            <p:cNvPr id="91" name="TextBox 90">
              <a:extLst>
                <a:ext uri="{FF2B5EF4-FFF2-40B4-BE49-F238E27FC236}">
                  <a16:creationId xmlns:a16="http://schemas.microsoft.com/office/drawing/2014/main" id="{D4AC6DEF-4491-37A4-C6BB-02578725D591}"/>
                </a:ext>
              </a:extLst>
            </p:cNvPr>
            <p:cNvSpPr txBox="1"/>
            <p:nvPr userDrawn="1"/>
          </p:nvSpPr>
          <p:spPr>
            <a:xfrm rot="16200000">
              <a:off x="12574268" y="5173406"/>
              <a:ext cx="960199" cy="118559"/>
            </a:xfrm>
            <a:prstGeom prst="rect">
              <a:avLst/>
            </a:prstGeom>
            <a:noFill/>
          </p:spPr>
          <p:txBody>
            <a:bodyPr wrap="none" lIns="0" tIns="0" rIns="0" bIns="0" rtlCol="0">
              <a:spAutoFit/>
            </a:bodyPr>
            <a:lstStyle/>
            <a:p>
              <a:pPr algn="l">
                <a:lnSpc>
                  <a:spcPct val="101000"/>
                </a:lnSpc>
                <a:spcAft>
                  <a:spcPts val="600"/>
                </a:spcAft>
              </a:pPr>
              <a:r>
                <a:rPr lang="en-CR" sz="800" b="1">
                  <a:solidFill>
                    <a:srgbClr val="000000"/>
                  </a:solidFill>
                  <a:latin typeface="GT America Regular"/>
                  <a:ea typeface="GT America Regular" charset="0"/>
                  <a:cs typeface="GT America Regular" charset="0"/>
                </a:rPr>
                <a:t>ON MOODY´S BLUE</a:t>
              </a:r>
              <a:endParaRPr kumimoji="0" lang="en-CR" sz="800" b="1" i="0" u="none" strike="noStrike" kern="1200" cap="none" spc="0" normalizeH="0" baseline="0" noProof="0" err="1">
                <a:ln>
                  <a:noFill/>
                </a:ln>
                <a:solidFill>
                  <a:srgbClr val="000000"/>
                </a:solidFill>
                <a:effectLst/>
                <a:uLnTx/>
                <a:uFillTx/>
                <a:latin typeface="GT America Regular"/>
                <a:ea typeface="GT America Regular" charset="0"/>
                <a:cs typeface="GT America Regular" charset="0"/>
              </a:endParaRPr>
            </a:p>
          </p:txBody>
        </p:sp>
      </p:grpSp>
      <p:sp>
        <p:nvSpPr>
          <p:cNvPr id="128" name="TextBox 127">
            <a:extLst>
              <a:ext uri="{FF2B5EF4-FFF2-40B4-BE49-F238E27FC236}">
                <a16:creationId xmlns:a16="http://schemas.microsoft.com/office/drawing/2014/main" id="{D2DB175A-FFD0-4856-7479-6B34D879AE38}"/>
              </a:ext>
            </a:extLst>
          </p:cNvPr>
          <p:cNvSpPr txBox="1"/>
          <p:nvPr userDrawn="1"/>
        </p:nvSpPr>
        <p:spPr>
          <a:xfrm>
            <a:off x="12356815" y="3377042"/>
            <a:ext cx="807913" cy="118559"/>
          </a:xfrm>
          <a:prstGeom prst="rect">
            <a:avLst/>
          </a:prstGeom>
          <a:noFill/>
        </p:spPr>
        <p:txBody>
          <a:bodyPr wrap="none" lIns="0" tIns="0" rIns="0" bIns="0" rtlCol="0">
            <a:spAutoFit/>
          </a:bodyPr>
          <a:lstStyle/>
          <a:p>
            <a:pPr algn="l">
              <a:lnSpc>
                <a:spcPct val="101000"/>
              </a:lnSpc>
              <a:spcAft>
                <a:spcPts val="600"/>
              </a:spcAft>
            </a:pPr>
            <a:r>
              <a:rPr kumimoji="0" lang="en-US" sz="800" b="1" i="0" u="none" strike="noStrike" kern="1200" cap="none" spc="0" normalizeH="0" baseline="0" noProof="0" dirty="0">
                <a:ln>
                  <a:noFill/>
                </a:ln>
                <a:solidFill>
                  <a:srgbClr val="000000"/>
                </a:solidFill>
                <a:effectLst/>
                <a:uLnTx/>
                <a:uFillTx/>
                <a:ea typeface="GT America Regular" charset="0"/>
                <a:cs typeface="GT America Regular" charset="0"/>
              </a:rPr>
              <a:t>For charts ONLY</a:t>
            </a:r>
            <a:endParaRPr kumimoji="0" lang="en-CR" sz="800" b="1" i="0" u="none" strike="noStrike" kern="1200" cap="none" spc="0" normalizeH="0" baseline="0" noProof="0">
              <a:ln>
                <a:noFill/>
              </a:ln>
              <a:solidFill>
                <a:srgbClr val="000000"/>
              </a:solidFill>
              <a:effectLst/>
              <a:uLnTx/>
              <a:uFillTx/>
              <a:ea typeface="GT America Regular" charset="0"/>
              <a:cs typeface="GT America Regular" charset="0"/>
            </a:endParaRPr>
          </a:p>
        </p:txBody>
      </p:sp>
    </p:spTree>
    <p:extLst>
      <p:ext uri="{BB962C8B-B14F-4D97-AF65-F5344CB8AC3E}">
        <p14:creationId xmlns:p14="http://schemas.microsoft.com/office/powerpoint/2010/main" val="1521570669"/>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userDrawn="1">
  <p:cSld name="Title Only - 2/3 - Content Dark">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1358A6F4-B333-A552-568A-94CF983B89AB}"/>
              </a:ext>
            </a:extLst>
          </p:cNvPr>
          <p:cNvSpPr/>
          <p:nvPr userDrawn="1"/>
        </p:nvSpPr>
        <p:spPr>
          <a:xfrm>
            <a:off x="4060168" y="0"/>
            <a:ext cx="8131831" cy="68580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a:p>
        </p:txBody>
      </p:sp>
      <p:sp>
        <p:nvSpPr>
          <p:cNvPr id="4" name="Footer Placeholder 3">
            <a:extLst>
              <a:ext uri="{FF2B5EF4-FFF2-40B4-BE49-F238E27FC236}">
                <a16:creationId xmlns:a16="http://schemas.microsoft.com/office/drawing/2014/main" id="{F5D45E11-31A5-E3FC-391B-2853581FD0C8}"/>
              </a:ext>
            </a:extLst>
          </p:cNvPr>
          <p:cNvSpPr>
            <a:spLocks noGrp="1"/>
          </p:cNvSpPr>
          <p:nvPr>
            <p:ph type="ftr" sz="quarter" idx="11"/>
          </p:nvPr>
        </p:nvSpPr>
        <p:spPr/>
        <p:txBody>
          <a:bodyPr/>
          <a:lstStyle>
            <a:lvl1pPr>
              <a:defRPr>
                <a:solidFill>
                  <a:schemeClr val="bg1"/>
                </a:solidFill>
              </a:defRPr>
            </a:lvl1pPr>
          </a:lstStyle>
          <a:p>
            <a:r>
              <a:rPr lang="en-US"/>
              <a:t>See slide 12 for instructions on how to update footer</a:t>
            </a:r>
            <a:endParaRPr lang="en-US" dirty="0"/>
          </a:p>
        </p:txBody>
      </p:sp>
      <p:sp>
        <p:nvSpPr>
          <p:cNvPr id="5" name="Slide Number Placeholder 4">
            <a:extLst>
              <a:ext uri="{FF2B5EF4-FFF2-40B4-BE49-F238E27FC236}">
                <a16:creationId xmlns:a16="http://schemas.microsoft.com/office/drawing/2014/main" id="{3601F7DF-30E1-D713-9FFA-757E3563DACB}"/>
              </a:ext>
            </a:extLst>
          </p:cNvPr>
          <p:cNvSpPr>
            <a:spLocks noGrp="1"/>
          </p:cNvSpPr>
          <p:nvPr>
            <p:ph type="sldNum" sz="quarter" idx="12"/>
          </p:nvPr>
        </p:nvSpPr>
        <p:spPr/>
        <p:txBody>
          <a:bodyPr/>
          <a:lstStyle>
            <a:lvl1pPr>
              <a:defRPr>
                <a:solidFill>
                  <a:schemeClr val="bg1"/>
                </a:solidFill>
              </a:defRPr>
            </a:lvl1pPr>
          </a:lstStyle>
          <a:p>
            <a:fld id="{862A5111-985B-C14D-9115-5787026182A8}" type="slidenum">
              <a:rPr lang="en-US" smtClean="0"/>
              <a:pPr/>
              <a:t>‹#›</a:t>
            </a:fld>
            <a:endParaRPr lang="en-US"/>
          </a:p>
        </p:txBody>
      </p:sp>
      <p:sp>
        <p:nvSpPr>
          <p:cNvPr id="9" name="Title 8">
            <a:extLst>
              <a:ext uri="{FF2B5EF4-FFF2-40B4-BE49-F238E27FC236}">
                <a16:creationId xmlns:a16="http://schemas.microsoft.com/office/drawing/2014/main" id="{32664483-5AC8-0F16-9C46-37836889B6E9}"/>
              </a:ext>
            </a:extLst>
          </p:cNvPr>
          <p:cNvSpPr>
            <a:spLocks noGrp="1"/>
          </p:cNvSpPr>
          <p:nvPr>
            <p:ph type="title"/>
          </p:nvPr>
        </p:nvSpPr>
        <p:spPr>
          <a:xfrm>
            <a:off x="546101" y="552450"/>
            <a:ext cx="3349252" cy="434975"/>
          </a:xfrm>
        </p:spPr>
        <p:txBody>
          <a:bodyPr/>
          <a:lstStyle/>
          <a:p>
            <a:r>
              <a:rPr lang="en-US" dirty="0"/>
              <a:t>Click to edit Master title style</a:t>
            </a:r>
          </a:p>
        </p:txBody>
      </p:sp>
      <p:sp>
        <p:nvSpPr>
          <p:cNvPr id="3" name="Freeform 5">
            <a:extLst>
              <a:ext uri="{FF2B5EF4-FFF2-40B4-BE49-F238E27FC236}">
                <a16:creationId xmlns:a16="http://schemas.microsoft.com/office/drawing/2014/main" id="{7FE8C2D7-70E3-CC7C-8803-9B39088A71F9}"/>
              </a:ext>
            </a:extLst>
          </p:cNvPr>
          <p:cNvSpPr/>
          <p:nvPr userDrawn="1"/>
        </p:nvSpPr>
        <p:spPr bwMode="black">
          <a:xfrm>
            <a:off x="554038" y="6469335"/>
            <a:ext cx="678511" cy="112440"/>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chemeClr val="tx2"/>
          </a:solidFill>
          <a:ln w="0" cap="flat">
            <a:noFill/>
            <a:prstDash val="solid"/>
            <a:miter/>
          </a:ln>
        </p:spPr>
        <p:txBody>
          <a:bodyPr rtlCol="0" anchor="ctr"/>
          <a:lstStyle/>
          <a:p>
            <a:endParaRPr lang="en-US"/>
          </a:p>
        </p:txBody>
      </p:sp>
      <p:sp>
        <p:nvSpPr>
          <p:cNvPr id="14" name="Text Placeholder 10">
            <a:extLst>
              <a:ext uri="{FF2B5EF4-FFF2-40B4-BE49-F238E27FC236}">
                <a16:creationId xmlns:a16="http://schemas.microsoft.com/office/drawing/2014/main" id="{8D27C407-E192-03E9-638A-6586423552D1}"/>
              </a:ext>
            </a:extLst>
          </p:cNvPr>
          <p:cNvSpPr>
            <a:spLocks noGrp="1"/>
          </p:cNvSpPr>
          <p:nvPr>
            <p:ph type="body" sz="quarter" idx="45"/>
          </p:nvPr>
        </p:nvSpPr>
        <p:spPr>
          <a:xfrm>
            <a:off x="546100" y="1127125"/>
            <a:ext cx="3349252" cy="295275"/>
          </a:xfrm>
        </p:spPr>
        <p:txBody>
          <a:bodyPr>
            <a:noAutofit/>
          </a:bodyPr>
          <a:lstStyle>
            <a:lvl1pPr marL="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1pPr>
            <a:lvl2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2pPr>
            <a:lvl3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3pPr>
            <a:lvl4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4pPr>
            <a:lvl5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5pPr>
            <a:lvl6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6pPr>
            <a:lvl7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7pPr>
            <a:lvl8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8pPr>
            <a:lvl9pPr marL="0" indent="0" algn="l" defTabSz="914400" rtl="0" eaLnBrk="1" latinLnBrk="0" hangingPunct="1">
              <a:lnSpc>
                <a:spcPct val="80000"/>
              </a:lnSpc>
              <a:spcBef>
                <a:spcPts val="0"/>
              </a:spcBef>
              <a:spcAft>
                <a:spcPts val="0"/>
              </a:spcAft>
              <a:buNone/>
              <a:defRPr lang="en-US" sz="2400" b="0" i="0" kern="1200" dirty="0">
                <a:solidFill>
                  <a:schemeClr val="accent1"/>
                </a:solidFill>
                <a:latin typeface="+mj-lt"/>
                <a:ea typeface="GT America Regular" charset="0"/>
                <a:cs typeface="GT America Regular" charset="0"/>
              </a:defRPr>
            </a:lvl9pPr>
          </a:lstStyle>
          <a:p>
            <a:pPr lvl="0"/>
            <a:r>
              <a:rPr lang="en-US"/>
              <a:t>Click to edit Master text styles</a:t>
            </a:r>
          </a:p>
        </p:txBody>
      </p:sp>
      <p:sp>
        <p:nvSpPr>
          <p:cNvPr id="15" name="Text Placeholder 15">
            <a:extLst>
              <a:ext uri="{FF2B5EF4-FFF2-40B4-BE49-F238E27FC236}">
                <a16:creationId xmlns:a16="http://schemas.microsoft.com/office/drawing/2014/main" id="{00C9B1A6-9BEE-5CDA-ABBB-81C99443866D}"/>
              </a:ext>
            </a:extLst>
          </p:cNvPr>
          <p:cNvSpPr>
            <a:spLocks noGrp="1"/>
          </p:cNvSpPr>
          <p:nvPr>
            <p:ph type="body" sz="quarter" idx="46"/>
          </p:nvPr>
        </p:nvSpPr>
        <p:spPr>
          <a:xfrm>
            <a:off x="546101" y="6019800"/>
            <a:ext cx="3349252" cy="289560"/>
          </a:xfrm>
        </p:spPr>
        <p:txBody>
          <a:bodyPr anchor="b" anchorCtr="0">
            <a:noAutofit/>
          </a:bodyPr>
          <a:lstStyle>
            <a:lvl1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1pPr>
            <a:lvl2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2pPr>
            <a:lvl3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3pPr>
            <a:lvl4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4pPr>
            <a:lvl5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5pPr>
            <a:lvl6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6pPr>
            <a:lvl7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7pPr>
            <a:lvl8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8pPr>
            <a:lvl9pPr marL="0" indent="0" algn="l" defTabSz="914400" rtl="0" eaLnBrk="1" latinLnBrk="0" hangingPunct="1">
              <a:lnSpc>
                <a:spcPct val="101000"/>
              </a:lnSpc>
              <a:spcBef>
                <a:spcPts val="0"/>
              </a:spcBef>
              <a:spcAft>
                <a:spcPts val="600"/>
              </a:spcAft>
              <a:buNone/>
              <a:defRPr lang="en-US" sz="600" b="0" i="0" kern="1200" dirty="0">
                <a:solidFill>
                  <a:srgbClr val="75787B"/>
                </a:solidFill>
                <a:latin typeface="+mn-lt"/>
                <a:ea typeface="GT America Regular" charset="0"/>
                <a:cs typeface="GT America Regular" charset="0"/>
              </a:defRPr>
            </a:lvl9pPr>
          </a:lstStyle>
          <a:p>
            <a:pPr lvl="0"/>
            <a:r>
              <a:rPr lang="en-US"/>
              <a:t>Click to edit Master text styles</a:t>
            </a:r>
          </a:p>
        </p:txBody>
      </p:sp>
      <p:grpSp>
        <p:nvGrpSpPr>
          <p:cNvPr id="92" name="Group 91">
            <a:extLst>
              <a:ext uri="{FF2B5EF4-FFF2-40B4-BE49-F238E27FC236}">
                <a16:creationId xmlns:a16="http://schemas.microsoft.com/office/drawing/2014/main" id="{0798617E-247E-2737-1739-69175F72DF00}"/>
              </a:ext>
            </a:extLst>
          </p:cNvPr>
          <p:cNvGrpSpPr/>
          <p:nvPr userDrawn="1"/>
        </p:nvGrpSpPr>
        <p:grpSpPr>
          <a:xfrm>
            <a:off x="12356815" y="0"/>
            <a:ext cx="756834" cy="6872642"/>
            <a:chOff x="12356815" y="0"/>
            <a:chExt cx="756834" cy="6872642"/>
          </a:xfrm>
        </p:grpSpPr>
        <p:sp>
          <p:nvSpPr>
            <p:cNvPr id="2" name="Rectangle 1">
              <a:extLst>
                <a:ext uri="{FF2B5EF4-FFF2-40B4-BE49-F238E27FC236}">
                  <a16:creationId xmlns:a16="http://schemas.microsoft.com/office/drawing/2014/main" id="{A8D8143E-0BF4-CD52-C859-DEEB4D250714}"/>
                </a:ext>
              </a:extLst>
            </p:cNvPr>
            <p:cNvSpPr/>
            <p:nvPr userDrawn="1"/>
          </p:nvSpPr>
          <p:spPr>
            <a:xfrm>
              <a:off x="12356815" y="0"/>
              <a:ext cx="553069" cy="3279913"/>
            </a:xfrm>
            <a:prstGeom prst="rect">
              <a:avLst/>
            </a:prstGeom>
            <a:solidFill>
              <a:schemeClr val="bg1">
                <a:lumMod val="95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a:p>
          </p:txBody>
        </p:sp>
        <p:sp>
          <p:nvSpPr>
            <p:cNvPr id="52" name="TextBox 51">
              <a:extLst>
                <a:ext uri="{FF2B5EF4-FFF2-40B4-BE49-F238E27FC236}">
                  <a16:creationId xmlns:a16="http://schemas.microsoft.com/office/drawing/2014/main" id="{BA12C94B-1B42-D761-2F94-3AE3FA3D0E4A}"/>
                </a:ext>
              </a:extLst>
            </p:cNvPr>
            <p:cNvSpPr txBox="1"/>
            <p:nvPr userDrawn="1"/>
          </p:nvSpPr>
          <p:spPr>
            <a:xfrm rot="16200000">
              <a:off x="12332217" y="1580677"/>
              <a:ext cx="1444306" cy="118559"/>
            </a:xfrm>
            <a:prstGeom prst="rect">
              <a:avLst/>
            </a:prstGeom>
            <a:noFill/>
          </p:spPr>
          <p:txBody>
            <a:bodyPr wrap="none" lIns="0" tIns="0" rIns="0" bIns="0" rtlCol="0">
              <a:spAutoFit/>
            </a:bodyPr>
            <a:lstStyle/>
            <a:p>
              <a:pPr algn="l">
                <a:lnSpc>
                  <a:spcPct val="101000"/>
                </a:lnSpc>
                <a:spcAft>
                  <a:spcPts val="600"/>
                </a:spcAft>
              </a:pPr>
              <a:r>
                <a:rPr kumimoji="0" lang="en-CR" sz="800" b="1" i="0" u="none" strike="noStrike" kern="1200" cap="none" spc="0" normalizeH="0" baseline="0" noProof="0">
                  <a:ln>
                    <a:noFill/>
                  </a:ln>
                  <a:solidFill>
                    <a:srgbClr val="000000"/>
                  </a:solidFill>
                  <a:effectLst/>
                  <a:uLnTx/>
                  <a:uFillTx/>
                  <a:ea typeface="GT America Regular" charset="0"/>
                  <a:cs typeface="GT America Regular" charset="0"/>
                </a:rPr>
                <a:t>ON LIGHT AND EXTRA LIGHT</a:t>
              </a:r>
            </a:p>
          </p:txBody>
        </p:sp>
        <p:sp>
          <p:nvSpPr>
            <p:cNvPr id="63" name="Rectangle 62">
              <a:extLst>
                <a:ext uri="{FF2B5EF4-FFF2-40B4-BE49-F238E27FC236}">
                  <a16:creationId xmlns:a16="http://schemas.microsoft.com/office/drawing/2014/main" id="{498A5541-0A28-FFA7-355E-523ACAA049C3}"/>
                </a:ext>
              </a:extLst>
            </p:cNvPr>
            <p:cNvSpPr/>
            <p:nvPr userDrawn="1"/>
          </p:nvSpPr>
          <p:spPr>
            <a:xfrm>
              <a:off x="12356815" y="3592729"/>
              <a:ext cx="553069" cy="3279913"/>
            </a:xfrm>
            <a:prstGeom prst="rect">
              <a:avLst/>
            </a:prstGeom>
            <a:solidFill>
              <a:schemeClr val="tx2"/>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a:p>
          </p:txBody>
        </p:sp>
        <p:grpSp>
          <p:nvGrpSpPr>
            <p:cNvPr id="69" name="Group 68">
              <a:extLst>
                <a:ext uri="{FF2B5EF4-FFF2-40B4-BE49-F238E27FC236}">
                  <a16:creationId xmlns:a16="http://schemas.microsoft.com/office/drawing/2014/main" id="{50161755-2B78-00C9-A75B-71F84182FE40}"/>
                </a:ext>
              </a:extLst>
            </p:cNvPr>
            <p:cNvGrpSpPr/>
            <p:nvPr userDrawn="1"/>
          </p:nvGrpSpPr>
          <p:grpSpPr>
            <a:xfrm>
              <a:off x="12442019" y="3791214"/>
              <a:ext cx="382660" cy="2882942"/>
              <a:chOff x="14001569" y="3716048"/>
              <a:chExt cx="316248" cy="3171236"/>
            </a:xfrm>
          </p:grpSpPr>
          <p:sp>
            <p:nvSpPr>
              <p:cNvPr id="70" name="Rectangle 69">
                <a:extLst>
                  <a:ext uri="{FF2B5EF4-FFF2-40B4-BE49-F238E27FC236}">
                    <a16:creationId xmlns:a16="http://schemas.microsoft.com/office/drawing/2014/main" id="{D1D05B16-0692-674D-48F8-AD7BBDD9B293}"/>
                  </a:ext>
                </a:extLst>
              </p:cNvPr>
              <p:cNvSpPr/>
              <p:nvPr userDrawn="1"/>
            </p:nvSpPr>
            <p:spPr>
              <a:xfrm rot="5400000">
                <a:off x="14033099" y="5954114"/>
                <a:ext cx="253188" cy="316248"/>
              </a:xfrm>
              <a:prstGeom prst="rect">
                <a:avLst/>
              </a:prstGeom>
              <a:solidFill>
                <a:srgbClr val="005E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71" name="Rectangle 70">
                <a:extLst>
                  <a:ext uri="{FF2B5EF4-FFF2-40B4-BE49-F238E27FC236}">
                    <a16:creationId xmlns:a16="http://schemas.microsoft.com/office/drawing/2014/main" id="{1A9D4841-7275-B41A-4187-0A664F3AA979}"/>
                  </a:ext>
                </a:extLst>
              </p:cNvPr>
              <p:cNvSpPr/>
              <p:nvPr userDrawn="1"/>
            </p:nvSpPr>
            <p:spPr>
              <a:xfrm rot="5400000">
                <a:off x="14033099" y="6278342"/>
                <a:ext cx="253188" cy="316248"/>
              </a:xfrm>
              <a:prstGeom prst="rect">
                <a:avLst/>
              </a:prstGeom>
              <a:solidFill>
                <a:srgbClr val="B8B9D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72" name="Rectangle 71">
                <a:extLst>
                  <a:ext uri="{FF2B5EF4-FFF2-40B4-BE49-F238E27FC236}">
                    <a16:creationId xmlns:a16="http://schemas.microsoft.com/office/drawing/2014/main" id="{0E1B8A8B-4CC8-7EFB-4533-5C24C8463212}"/>
                  </a:ext>
                </a:extLst>
              </p:cNvPr>
              <p:cNvSpPr/>
              <p:nvPr userDrawn="1"/>
            </p:nvSpPr>
            <p:spPr>
              <a:xfrm rot="5400000">
                <a:off x="14033099" y="6602566"/>
                <a:ext cx="253188" cy="316248"/>
              </a:xfrm>
              <a:prstGeom prst="rect">
                <a:avLst/>
              </a:prstGeom>
              <a:solidFill>
                <a:srgbClr val="FBE6D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73" name="Rectangle 72">
                <a:extLst>
                  <a:ext uri="{FF2B5EF4-FFF2-40B4-BE49-F238E27FC236}">
                    <a16:creationId xmlns:a16="http://schemas.microsoft.com/office/drawing/2014/main" id="{81F22297-2327-1EDD-3468-BE9F9A29D15D}"/>
                  </a:ext>
                </a:extLst>
              </p:cNvPr>
              <p:cNvSpPr/>
              <p:nvPr userDrawn="1"/>
            </p:nvSpPr>
            <p:spPr>
              <a:xfrm rot="5400000">
                <a:off x="14033099" y="4981430"/>
                <a:ext cx="253188" cy="316248"/>
              </a:xfrm>
              <a:prstGeom prst="rect">
                <a:avLst/>
              </a:prstGeom>
              <a:solidFill>
                <a:srgbClr val="BCE09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74" name="Rectangle 73">
                <a:extLst>
                  <a:ext uri="{FF2B5EF4-FFF2-40B4-BE49-F238E27FC236}">
                    <a16:creationId xmlns:a16="http://schemas.microsoft.com/office/drawing/2014/main" id="{B93BF0BB-47B9-DE28-B1E2-8EEA2154770D}"/>
                  </a:ext>
                </a:extLst>
              </p:cNvPr>
              <p:cNvSpPr/>
              <p:nvPr userDrawn="1"/>
            </p:nvSpPr>
            <p:spPr>
              <a:xfrm rot="5400000">
                <a:off x="14033099" y="5305658"/>
                <a:ext cx="253188" cy="316248"/>
              </a:xfrm>
              <a:prstGeom prst="rect">
                <a:avLst/>
              </a:prstGeom>
              <a:solidFill>
                <a:srgbClr val="E9783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75" name="Rectangle 74">
                <a:extLst>
                  <a:ext uri="{FF2B5EF4-FFF2-40B4-BE49-F238E27FC236}">
                    <a16:creationId xmlns:a16="http://schemas.microsoft.com/office/drawing/2014/main" id="{E6568330-DF08-4678-3BE8-5BCE081D0716}"/>
                  </a:ext>
                </a:extLst>
              </p:cNvPr>
              <p:cNvSpPr/>
              <p:nvPr userDrawn="1"/>
            </p:nvSpPr>
            <p:spPr>
              <a:xfrm rot="5400000">
                <a:off x="14033099" y="5629886"/>
                <a:ext cx="253188" cy="316248"/>
              </a:xfrm>
              <a:prstGeom prst="rect">
                <a:avLst/>
              </a:prstGeom>
              <a:solidFill>
                <a:srgbClr val="B9056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76" name="Rectangle 75">
                <a:extLst>
                  <a:ext uri="{FF2B5EF4-FFF2-40B4-BE49-F238E27FC236}">
                    <a16:creationId xmlns:a16="http://schemas.microsoft.com/office/drawing/2014/main" id="{3EE71149-E1B3-38BE-6723-9A8827447536}"/>
                  </a:ext>
                </a:extLst>
              </p:cNvPr>
              <p:cNvSpPr/>
              <p:nvPr userDrawn="1"/>
            </p:nvSpPr>
            <p:spPr>
              <a:xfrm rot="5400000">
                <a:off x="14033099" y="3684518"/>
                <a:ext cx="253188" cy="316248"/>
              </a:xfrm>
              <a:prstGeom prst="rect">
                <a:avLst/>
              </a:prstGeom>
              <a:solidFill>
                <a:srgbClr val="9DC2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77" name="Rectangle 76">
                <a:extLst>
                  <a:ext uri="{FF2B5EF4-FFF2-40B4-BE49-F238E27FC236}">
                    <a16:creationId xmlns:a16="http://schemas.microsoft.com/office/drawing/2014/main" id="{CE1A5062-78FB-0249-0CB3-520B18CF9784}"/>
                  </a:ext>
                </a:extLst>
              </p:cNvPr>
              <p:cNvSpPr/>
              <p:nvPr userDrawn="1"/>
            </p:nvSpPr>
            <p:spPr>
              <a:xfrm rot="5400000">
                <a:off x="14033099" y="4008746"/>
                <a:ext cx="253188" cy="316248"/>
              </a:xfrm>
              <a:prstGeom prst="rect">
                <a:avLst/>
              </a:prstGeom>
              <a:solidFill>
                <a:srgbClr val="309DA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78" name="Rectangle 77">
                <a:extLst>
                  <a:ext uri="{FF2B5EF4-FFF2-40B4-BE49-F238E27FC236}">
                    <a16:creationId xmlns:a16="http://schemas.microsoft.com/office/drawing/2014/main" id="{5223E46D-913A-A332-D764-8586F2A87AB4}"/>
                  </a:ext>
                </a:extLst>
              </p:cNvPr>
              <p:cNvSpPr/>
              <p:nvPr userDrawn="1"/>
            </p:nvSpPr>
            <p:spPr>
              <a:xfrm rot="5400000">
                <a:off x="14033099" y="4332974"/>
                <a:ext cx="253188" cy="316248"/>
              </a:xfrm>
              <a:prstGeom prst="rect">
                <a:avLst/>
              </a:prstGeom>
              <a:solidFill>
                <a:srgbClr val="E2C22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79" name="Rectangle 78">
                <a:extLst>
                  <a:ext uri="{FF2B5EF4-FFF2-40B4-BE49-F238E27FC236}">
                    <a16:creationId xmlns:a16="http://schemas.microsoft.com/office/drawing/2014/main" id="{8678326D-3C78-1ABA-EBEC-B9421DFBFD4C}"/>
                  </a:ext>
                </a:extLst>
              </p:cNvPr>
              <p:cNvSpPr/>
              <p:nvPr userDrawn="1"/>
            </p:nvSpPr>
            <p:spPr>
              <a:xfrm rot="5400000">
                <a:off x="14033099" y="4657202"/>
                <a:ext cx="253188" cy="316248"/>
              </a:xfrm>
              <a:prstGeom prst="rect">
                <a:avLst/>
              </a:prstGeom>
              <a:solidFill>
                <a:srgbClr val="9158B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grpSp>
        <p:grpSp>
          <p:nvGrpSpPr>
            <p:cNvPr id="80" name="Group 79">
              <a:extLst>
                <a:ext uri="{FF2B5EF4-FFF2-40B4-BE49-F238E27FC236}">
                  <a16:creationId xmlns:a16="http://schemas.microsoft.com/office/drawing/2014/main" id="{7DB46327-FEE7-18F9-8FD7-AEC19B997B21}"/>
                </a:ext>
              </a:extLst>
            </p:cNvPr>
            <p:cNvGrpSpPr/>
            <p:nvPr userDrawn="1"/>
          </p:nvGrpSpPr>
          <p:grpSpPr>
            <a:xfrm>
              <a:off x="12442019" y="198485"/>
              <a:ext cx="382660" cy="2882942"/>
              <a:chOff x="12742785" y="3716048"/>
              <a:chExt cx="316248" cy="3171236"/>
            </a:xfrm>
          </p:grpSpPr>
          <p:sp>
            <p:nvSpPr>
              <p:cNvPr id="81" name="Rectangle 80">
                <a:extLst>
                  <a:ext uri="{FF2B5EF4-FFF2-40B4-BE49-F238E27FC236}">
                    <a16:creationId xmlns:a16="http://schemas.microsoft.com/office/drawing/2014/main" id="{6CAA87FF-3BB2-967F-E898-BBC4F9AA9420}"/>
                  </a:ext>
                </a:extLst>
              </p:cNvPr>
              <p:cNvSpPr/>
              <p:nvPr userDrawn="1"/>
            </p:nvSpPr>
            <p:spPr>
              <a:xfrm rot="5400000">
                <a:off x="12774315" y="6602566"/>
                <a:ext cx="253188" cy="316248"/>
              </a:xfrm>
              <a:prstGeom prst="rect">
                <a:avLst/>
              </a:prstGeom>
              <a:solidFill>
                <a:srgbClr val="BFD6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82" name="Rectangle 81">
                <a:extLst>
                  <a:ext uri="{FF2B5EF4-FFF2-40B4-BE49-F238E27FC236}">
                    <a16:creationId xmlns:a16="http://schemas.microsoft.com/office/drawing/2014/main" id="{829950E0-9E32-A623-6377-1984A86CDBF3}"/>
                  </a:ext>
                </a:extLst>
              </p:cNvPr>
              <p:cNvSpPr/>
              <p:nvPr userDrawn="1"/>
            </p:nvSpPr>
            <p:spPr>
              <a:xfrm rot="5400000">
                <a:off x="12774315" y="4981430"/>
                <a:ext cx="253188" cy="316248"/>
              </a:xfrm>
              <a:prstGeom prst="rect">
                <a:avLst/>
              </a:prstGeom>
              <a:solidFill>
                <a:srgbClr val="D25F7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83" name="Rectangle 82">
                <a:extLst>
                  <a:ext uri="{FF2B5EF4-FFF2-40B4-BE49-F238E27FC236}">
                    <a16:creationId xmlns:a16="http://schemas.microsoft.com/office/drawing/2014/main" id="{C111E6D3-A976-FCC9-AC3D-53A6EB9EC123}"/>
                  </a:ext>
                </a:extLst>
              </p:cNvPr>
              <p:cNvSpPr/>
              <p:nvPr userDrawn="1"/>
            </p:nvSpPr>
            <p:spPr>
              <a:xfrm rot="5400000">
                <a:off x="12774315" y="5305658"/>
                <a:ext cx="253188" cy="316248"/>
              </a:xfrm>
              <a:prstGeom prst="rect">
                <a:avLst/>
              </a:prstGeom>
              <a:solidFill>
                <a:srgbClr val="C6480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84" name="Rectangle 83">
                <a:extLst>
                  <a:ext uri="{FF2B5EF4-FFF2-40B4-BE49-F238E27FC236}">
                    <a16:creationId xmlns:a16="http://schemas.microsoft.com/office/drawing/2014/main" id="{95E39AE0-5FBF-4BBB-D0B7-B23C3E2455E7}"/>
                  </a:ext>
                </a:extLst>
              </p:cNvPr>
              <p:cNvSpPr/>
              <p:nvPr userDrawn="1"/>
            </p:nvSpPr>
            <p:spPr>
              <a:xfrm rot="5400000">
                <a:off x="12774315" y="5629886"/>
                <a:ext cx="253188" cy="316248"/>
              </a:xfrm>
              <a:prstGeom prst="rect">
                <a:avLst/>
              </a:prstGeom>
              <a:solidFill>
                <a:srgbClr val="BA016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85" name="Rectangle 84">
                <a:extLst>
                  <a:ext uri="{FF2B5EF4-FFF2-40B4-BE49-F238E27FC236}">
                    <a16:creationId xmlns:a16="http://schemas.microsoft.com/office/drawing/2014/main" id="{48E227D5-94D4-A7B8-6F39-12A9F21F3F2A}"/>
                  </a:ext>
                </a:extLst>
              </p:cNvPr>
              <p:cNvSpPr/>
              <p:nvPr userDrawn="1"/>
            </p:nvSpPr>
            <p:spPr>
              <a:xfrm rot="5400000">
                <a:off x="12774315" y="3684518"/>
                <a:ext cx="253188" cy="316248"/>
              </a:xfrm>
              <a:prstGeom prst="rect">
                <a:avLst/>
              </a:prstGeom>
              <a:solidFill>
                <a:srgbClr val="005E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86" name="Rectangle 85">
                <a:extLst>
                  <a:ext uri="{FF2B5EF4-FFF2-40B4-BE49-F238E27FC236}">
                    <a16:creationId xmlns:a16="http://schemas.microsoft.com/office/drawing/2014/main" id="{600ACCB4-2A91-F351-642E-091D959D8464}"/>
                  </a:ext>
                </a:extLst>
              </p:cNvPr>
              <p:cNvSpPr/>
              <p:nvPr userDrawn="1"/>
            </p:nvSpPr>
            <p:spPr>
              <a:xfrm rot="5400000">
                <a:off x="12774315" y="4008746"/>
                <a:ext cx="253188" cy="316248"/>
              </a:xfrm>
              <a:prstGeom prst="rect">
                <a:avLst/>
              </a:prstGeom>
              <a:solidFill>
                <a:srgbClr val="5EB6B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87" name="Rectangle 86">
                <a:extLst>
                  <a:ext uri="{FF2B5EF4-FFF2-40B4-BE49-F238E27FC236}">
                    <a16:creationId xmlns:a16="http://schemas.microsoft.com/office/drawing/2014/main" id="{A99970AD-31CA-2616-FF28-2D85AAA1ABC7}"/>
                  </a:ext>
                </a:extLst>
              </p:cNvPr>
              <p:cNvSpPr/>
              <p:nvPr userDrawn="1"/>
            </p:nvSpPr>
            <p:spPr>
              <a:xfrm rot="5400000">
                <a:off x="12774315" y="4332974"/>
                <a:ext cx="253188" cy="316248"/>
              </a:xfrm>
              <a:prstGeom prst="rect">
                <a:avLst/>
              </a:prstGeom>
              <a:solidFill>
                <a:srgbClr val="C7AB2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88" name="Rectangle 87">
                <a:extLst>
                  <a:ext uri="{FF2B5EF4-FFF2-40B4-BE49-F238E27FC236}">
                    <a16:creationId xmlns:a16="http://schemas.microsoft.com/office/drawing/2014/main" id="{215D475B-6249-D0E4-65BC-263409A02A19}"/>
                  </a:ext>
                </a:extLst>
              </p:cNvPr>
              <p:cNvSpPr/>
              <p:nvPr userDrawn="1"/>
            </p:nvSpPr>
            <p:spPr>
              <a:xfrm rot="5400000">
                <a:off x="12774315" y="4657202"/>
                <a:ext cx="253188" cy="316248"/>
              </a:xfrm>
              <a:prstGeom prst="rect">
                <a:avLst/>
              </a:prstGeom>
              <a:solidFill>
                <a:srgbClr val="5C068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89" name="Rectangle 88">
                <a:extLst>
                  <a:ext uri="{FF2B5EF4-FFF2-40B4-BE49-F238E27FC236}">
                    <a16:creationId xmlns:a16="http://schemas.microsoft.com/office/drawing/2014/main" id="{BB424193-F5EB-A39E-341D-C3FB693413E4}"/>
                  </a:ext>
                </a:extLst>
              </p:cNvPr>
              <p:cNvSpPr/>
              <p:nvPr userDrawn="1"/>
            </p:nvSpPr>
            <p:spPr>
              <a:xfrm rot="5400000">
                <a:off x="12774315" y="5954114"/>
                <a:ext cx="253188" cy="316248"/>
              </a:xfrm>
              <a:prstGeom prst="rect">
                <a:avLst/>
              </a:prstGeom>
              <a:solidFill>
                <a:srgbClr val="2A431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90" name="Rectangle 89">
                <a:extLst>
                  <a:ext uri="{FF2B5EF4-FFF2-40B4-BE49-F238E27FC236}">
                    <a16:creationId xmlns:a16="http://schemas.microsoft.com/office/drawing/2014/main" id="{B49D944C-BABD-9DE1-EE74-B55D21E2F0E1}"/>
                  </a:ext>
                </a:extLst>
              </p:cNvPr>
              <p:cNvSpPr/>
              <p:nvPr userDrawn="1"/>
            </p:nvSpPr>
            <p:spPr>
              <a:xfrm rot="5400000">
                <a:off x="12774315" y="6278342"/>
                <a:ext cx="253188" cy="316248"/>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grpSp>
        <p:sp>
          <p:nvSpPr>
            <p:cNvPr id="91" name="TextBox 90">
              <a:extLst>
                <a:ext uri="{FF2B5EF4-FFF2-40B4-BE49-F238E27FC236}">
                  <a16:creationId xmlns:a16="http://schemas.microsoft.com/office/drawing/2014/main" id="{D4AC6DEF-4491-37A4-C6BB-02578725D591}"/>
                </a:ext>
              </a:extLst>
            </p:cNvPr>
            <p:cNvSpPr txBox="1"/>
            <p:nvPr userDrawn="1"/>
          </p:nvSpPr>
          <p:spPr>
            <a:xfrm rot="16200000">
              <a:off x="12574268" y="5173406"/>
              <a:ext cx="960199" cy="118559"/>
            </a:xfrm>
            <a:prstGeom prst="rect">
              <a:avLst/>
            </a:prstGeom>
            <a:noFill/>
          </p:spPr>
          <p:txBody>
            <a:bodyPr wrap="none" lIns="0" tIns="0" rIns="0" bIns="0" rtlCol="0">
              <a:spAutoFit/>
            </a:bodyPr>
            <a:lstStyle/>
            <a:p>
              <a:pPr algn="l">
                <a:lnSpc>
                  <a:spcPct val="101000"/>
                </a:lnSpc>
                <a:spcAft>
                  <a:spcPts val="600"/>
                </a:spcAft>
              </a:pPr>
              <a:r>
                <a:rPr lang="en-CR" sz="800" b="1">
                  <a:solidFill>
                    <a:srgbClr val="000000"/>
                  </a:solidFill>
                  <a:latin typeface="GT America Regular"/>
                  <a:ea typeface="GT America Regular" charset="0"/>
                  <a:cs typeface="GT America Regular" charset="0"/>
                </a:rPr>
                <a:t>ON MOODY´S BLUE</a:t>
              </a:r>
              <a:endParaRPr kumimoji="0" lang="en-CR" sz="800" b="1" i="0" u="none" strike="noStrike" kern="1200" cap="none" spc="0" normalizeH="0" baseline="0" noProof="0" err="1">
                <a:ln>
                  <a:noFill/>
                </a:ln>
                <a:solidFill>
                  <a:srgbClr val="000000"/>
                </a:solidFill>
                <a:effectLst/>
                <a:uLnTx/>
                <a:uFillTx/>
                <a:latin typeface="GT America Regular"/>
                <a:ea typeface="GT America Regular" charset="0"/>
                <a:cs typeface="GT America Regular" charset="0"/>
              </a:endParaRPr>
            </a:p>
          </p:txBody>
        </p:sp>
      </p:grpSp>
      <p:sp>
        <p:nvSpPr>
          <p:cNvPr id="128" name="TextBox 127">
            <a:extLst>
              <a:ext uri="{FF2B5EF4-FFF2-40B4-BE49-F238E27FC236}">
                <a16:creationId xmlns:a16="http://schemas.microsoft.com/office/drawing/2014/main" id="{D2DB175A-FFD0-4856-7479-6B34D879AE38}"/>
              </a:ext>
            </a:extLst>
          </p:cNvPr>
          <p:cNvSpPr txBox="1"/>
          <p:nvPr userDrawn="1"/>
        </p:nvSpPr>
        <p:spPr>
          <a:xfrm>
            <a:off x="12356815" y="3377042"/>
            <a:ext cx="807913" cy="118559"/>
          </a:xfrm>
          <a:prstGeom prst="rect">
            <a:avLst/>
          </a:prstGeom>
          <a:noFill/>
        </p:spPr>
        <p:txBody>
          <a:bodyPr wrap="none" lIns="0" tIns="0" rIns="0" bIns="0" rtlCol="0">
            <a:spAutoFit/>
          </a:bodyPr>
          <a:lstStyle/>
          <a:p>
            <a:pPr algn="l">
              <a:lnSpc>
                <a:spcPct val="101000"/>
              </a:lnSpc>
              <a:spcAft>
                <a:spcPts val="600"/>
              </a:spcAft>
            </a:pPr>
            <a:r>
              <a:rPr kumimoji="0" lang="en-US" sz="800" b="1" i="0" u="none" strike="noStrike" kern="1200" cap="none" spc="0" normalizeH="0" baseline="0" noProof="0" dirty="0">
                <a:ln>
                  <a:noFill/>
                </a:ln>
                <a:solidFill>
                  <a:srgbClr val="000000"/>
                </a:solidFill>
                <a:effectLst/>
                <a:uLnTx/>
                <a:uFillTx/>
                <a:ea typeface="GT America Regular" charset="0"/>
                <a:cs typeface="GT America Regular" charset="0"/>
              </a:rPr>
              <a:t>For charts ONLY</a:t>
            </a:r>
            <a:endParaRPr kumimoji="0" lang="en-CR" sz="800" b="1" i="0" u="none" strike="noStrike" kern="1200" cap="none" spc="0" normalizeH="0" baseline="0" noProof="0">
              <a:ln>
                <a:noFill/>
              </a:ln>
              <a:solidFill>
                <a:srgbClr val="000000"/>
              </a:solidFill>
              <a:effectLst/>
              <a:uLnTx/>
              <a:uFillTx/>
              <a:ea typeface="GT America Regular" charset="0"/>
              <a:cs typeface="GT America Regular" charset="0"/>
            </a:endParaRPr>
          </a:p>
        </p:txBody>
      </p:sp>
    </p:spTree>
    <p:extLst>
      <p:ext uri="{BB962C8B-B14F-4D97-AF65-F5344CB8AC3E}">
        <p14:creationId xmlns:p14="http://schemas.microsoft.com/office/powerpoint/2010/main" val="4197569698"/>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userDrawn="1">
  <p:cSld name="Title Only - 3/4 slide">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F5D45E11-31A5-E3FC-391B-2853581FD0C8}"/>
              </a:ext>
            </a:extLst>
          </p:cNvPr>
          <p:cNvSpPr>
            <a:spLocks noGrp="1"/>
          </p:cNvSpPr>
          <p:nvPr>
            <p:ph type="ftr" sz="quarter" idx="11"/>
          </p:nvPr>
        </p:nvSpPr>
        <p:spPr/>
        <p:txBody>
          <a:bodyPr/>
          <a:lstStyle/>
          <a:p>
            <a:r>
              <a:rPr lang="en-US"/>
              <a:t>See slide 12 for instructions on how to update footer</a:t>
            </a:r>
          </a:p>
        </p:txBody>
      </p:sp>
      <p:sp>
        <p:nvSpPr>
          <p:cNvPr id="5" name="Slide Number Placeholder 4">
            <a:extLst>
              <a:ext uri="{FF2B5EF4-FFF2-40B4-BE49-F238E27FC236}">
                <a16:creationId xmlns:a16="http://schemas.microsoft.com/office/drawing/2014/main" id="{3601F7DF-30E1-D713-9FFA-757E3563DACB}"/>
              </a:ext>
            </a:extLst>
          </p:cNvPr>
          <p:cNvSpPr>
            <a:spLocks noGrp="1"/>
          </p:cNvSpPr>
          <p:nvPr>
            <p:ph type="sldNum" sz="quarter" idx="12"/>
          </p:nvPr>
        </p:nvSpPr>
        <p:spPr/>
        <p:txBody>
          <a:bodyPr/>
          <a:lstStyle/>
          <a:p>
            <a:fld id="{862A5111-985B-C14D-9115-5787026182A8}" type="slidenum">
              <a:rPr lang="en-US" smtClean="0"/>
              <a:t>‹#›</a:t>
            </a:fld>
            <a:endParaRPr lang="en-US"/>
          </a:p>
        </p:txBody>
      </p:sp>
      <p:sp>
        <p:nvSpPr>
          <p:cNvPr id="9" name="Title 8">
            <a:extLst>
              <a:ext uri="{FF2B5EF4-FFF2-40B4-BE49-F238E27FC236}">
                <a16:creationId xmlns:a16="http://schemas.microsoft.com/office/drawing/2014/main" id="{32664483-5AC8-0F16-9C46-37836889B6E9}"/>
              </a:ext>
            </a:extLst>
          </p:cNvPr>
          <p:cNvSpPr>
            <a:spLocks noGrp="1"/>
          </p:cNvSpPr>
          <p:nvPr>
            <p:ph type="title"/>
          </p:nvPr>
        </p:nvSpPr>
        <p:spPr>
          <a:xfrm>
            <a:off x="546101" y="552450"/>
            <a:ext cx="3346704" cy="928909"/>
          </a:xfrm>
        </p:spPr>
        <p:txBody>
          <a:bodyPr>
            <a:spAutoFit/>
          </a:bodyPr>
          <a:lstStyle>
            <a:lvl1pPr algn="l">
              <a:defRPr/>
            </a:lvl1pPr>
          </a:lstStyle>
          <a:p>
            <a:r>
              <a:rPr lang="en-US"/>
              <a:t>Click to edit Master title style</a:t>
            </a:r>
            <a:endParaRPr lang="en-US" dirty="0"/>
          </a:p>
        </p:txBody>
      </p:sp>
      <p:sp>
        <p:nvSpPr>
          <p:cNvPr id="3" name="Freeform 5">
            <a:extLst>
              <a:ext uri="{FF2B5EF4-FFF2-40B4-BE49-F238E27FC236}">
                <a16:creationId xmlns:a16="http://schemas.microsoft.com/office/drawing/2014/main" id="{7FE8C2D7-70E3-CC7C-8803-9B39088A71F9}"/>
              </a:ext>
            </a:extLst>
          </p:cNvPr>
          <p:cNvSpPr/>
          <p:nvPr userDrawn="1"/>
        </p:nvSpPr>
        <p:spPr bwMode="black">
          <a:xfrm>
            <a:off x="554038" y="6469335"/>
            <a:ext cx="678511" cy="112440"/>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chemeClr val="tx2"/>
          </a:solidFill>
          <a:ln w="0" cap="flat">
            <a:noFill/>
            <a:prstDash val="solid"/>
            <a:miter/>
          </a:ln>
        </p:spPr>
        <p:txBody>
          <a:bodyPr rtlCol="0" anchor="ctr"/>
          <a:lstStyle/>
          <a:p>
            <a:endParaRPr lang="en-US"/>
          </a:p>
        </p:txBody>
      </p:sp>
      <p:sp>
        <p:nvSpPr>
          <p:cNvPr id="14" name="Text Placeholder 10">
            <a:extLst>
              <a:ext uri="{FF2B5EF4-FFF2-40B4-BE49-F238E27FC236}">
                <a16:creationId xmlns:a16="http://schemas.microsoft.com/office/drawing/2014/main" id="{8D27C407-E192-03E9-638A-6586423552D1}"/>
              </a:ext>
            </a:extLst>
          </p:cNvPr>
          <p:cNvSpPr>
            <a:spLocks noGrp="1"/>
          </p:cNvSpPr>
          <p:nvPr>
            <p:ph type="body" sz="quarter" idx="45" hasCustomPrompt="1"/>
          </p:nvPr>
        </p:nvSpPr>
        <p:spPr>
          <a:xfrm>
            <a:off x="546100" y="1621059"/>
            <a:ext cx="3346704" cy="597792"/>
          </a:xfrm>
        </p:spPr>
        <p:txBody>
          <a:bodyPr>
            <a:spAutoFit/>
          </a:bodyPr>
          <a:lstStyle>
            <a:lvl1pPr marL="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1pPr>
            <a:lvl2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2pPr>
            <a:lvl3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3pPr>
            <a:lvl4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4pPr>
            <a:lvl5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5pPr>
            <a:lvl6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6pPr>
            <a:lvl7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7pPr>
            <a:lvl8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8pPr>
            <a:lvl9pPr marL="0" indent="0" algn="l" defTabSz="914400" rtl="0" eaLnBrk="1" latinLnBrk="0" hangingPunct="1">
              <a:lnSpc>
                <a:spcPct val="80000"/>
              </a:lnSpc>
              <a:spcBef>
                <a:spcPts val="0"/>
              </a:spcBef>
              <a:spcAft>
                <a:spcPts val="0"/>
              </a:spcAft>
              <a:buNone/>
              <a:defRPr lang="en-US" sz="2400" b="0" i="0" kern="1200" dirty="0">
                <a:solidFill>
                  <a:schemeClr val="accent1"/>
                </a:solidFill>
                <a:latin typeface="+mj-lt"/>
                <a:ea typeface="GT America Regular" charset="0"/>
                <a:cs typeface="GT America Regular" charset="0"/>
              </a:defRPr>
            </a:lvl9pPr>
          </a:lstStyle>
          <a:p>
            <a:pPr lvl="0"/>
            <a:r>
              <a:rPr lang="en-US" dirty="0"/>
              <a:t>Click to edit Master</a:t>
            </a:r>
            <a:br>
              <a:rPr lang="en-US" dirty="0"/>
            </a:br>
            <a:r>
              <a:rPr lang="en-US" dirty="0"/>
              <a:t>text styles</a:t>
            </a:r>
          </a:p>
        </p:txBody>
      </p:sp>
      <p:sp>
        <p:nvSpPr>
          <p:cNvPr id="15" name="Text Placeholder 15">
            <a:extLst>
              <a:ext uri="{FF2B5EF4-FFF2-40B4-BE49-F238E27FC236}">
                <a16:creationId xmlns:a16="http://schemas.microsoft.com/office/drawing/2014/main" id="{00C9B1A6-9BEE-5CDA-ABBB-81C99443866D}"/>
              </a:ext>
            </a:extLst>
          </p:cNvPr>
          <p:cNvSpPr>
            <a:spLocks noGrp="1"/>
          </p:cNvSpPr>
          <p:nvPr>
            <p:ph type="body" sz="quarter" idx="46"/>
          </p:nvPr>
        </p:nvSpPr>
        <p:spPr>
          <a:xfrm>
            <a:off x="546100" y="6019800"/>
            <a:ext cx="3346704" cy="289560"/>
          </a:xfrm>
        </p:spPr>
        <p:txBody>
          <a:bodyPr anchor="b" anchorCtr="0">
            <a:noAutofit/>
          </a:bodyPr>
          <a:lstStyle>
            <a:lvl1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1pPr>
            <a:lvl2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2pPr>
            <a:lvl3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3pPr>
            <a:lvl4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4pPr>
            <a:lvl5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5pPr>
            <a:lvl6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6pPr>
            <a:lvl7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7pPr>
            <a:lvl8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8pPr>
            <a:lvl9pPr marL="0" indent="0" algn="l" defTabSz="914400" rtl="0" eaLnBrk="1" latinLnBrk="0" hangingPunct="1">
              <a:lnSpc>
                <a:spcPct val="101000"/>
              </a:lnSpc>
              <a:spcBef>
                <a:spcPts val="0"/>
              </a:spcBef>
              <a:spcAft>
                <a:spcPts val="600"/>
              </a:spcAft>
              <a:buNone/>
              <a:defRPr lang="en-US" sz="600" b="0" i="0" kern="1200" dirty="0">
                <a:solidFill>
                  <a:srgbClr val="75787B"/>
                </a:solidFill>
                <a:latin typeface="+mn-lt"/>
                <a:ea typeface="GT America Regular" charset="0"/>
                <a:cs typeface="GT America Regular" charset="0"/>
              </a:defRPr>
            </a:lvl9pPr>
          </a:lstStyle>
          <a:p>
            <a:pPr lvl="0"/>
            <a:r>
              <a:rPr lang="en-US"/>
              <a:t>Click to edit Master text styles</a:t>
            </a:r>
          </a:p>
        </p:txBody>
      </p:sp>
      <p:grpSp>
        <p:nvGrpSpPr>
          <p:cNvPr id="2" name="Group 1">
            <a:extLst>
              <a:ext uri="{FF2B5EF4-FFF2-40B4-BE49-F238E27FC236}">
                <a16:creationId xmlns:a16="http://schemas.microsoft.com/office/drawing/2014/main" id="{179EF073-F30A-9C8F-5885-C3E0BCA23D6B}"/>
              </a:ext>
            </a:extLst>
          </p:cNvPr>
          <p:cNvGrpSpPr/>
          <p:nvPr userDrawn="1"/>
        </p:nvGrpSpPr>
        <p:grpSpPr>
          <a:xfrm>
            <a:off x="12356815" y="0"/>
            <a:ext cx="756834" cy="6872642"/>
            <a:chOff x="12356815" y="0"/>
            <a:chExt cx="756834" cy="6872642"/>
          </a:xfrm>
        </p:grpSpPr>
        <p:sp>
          <p:nvSpPr>
            <p:cNvPr id="6" name="Rectangle 5">
              <a:extLst>
                <a:ext uri="{FF2B5EF4-FFF2-40B4-BE49-F238E27FC236}">
                  <a16:creationId xmlns:a16="http://schemas.microsoft.com/office/drawing/2014/main" id="{F4593785-AB52-FED6-4A7C-F10B60A5189D}"/>
                </a:ext>
              </a:extLst>
            </p:cNvPr>
            <p:cNvSpPr/>
            <p:nvPr userDrawn="1"/>
          </p:nvSpPr>
          <p:spPr>
            <a:xfrm>
              <a:off x="12356815" y="0"/>
              <a:ext cx="553069" cy="3279913"/>
            </a:xfrm>
            <a:prstGeom prst="rect">
              <a:avLst/>
            </a:prstGeom>
            <a:solidFill>
              <a:srgbClr val="F2F2F2"/>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a:p>
          </p:txBody>
        </p:sp>
        <p:sp>
          <p:nvSpPr>
            <p:cNvPr id="7" name="TextBox 6">
              <a:extLst>
                <a:ext uri="{FF2B5EF4-FFF2-40B4-BE49-F238E27FC236}">
                  <a16:creationId xmlns:a16="http://schemas.microsoft.com/office/drawing/2014/main" id="{D782C837-C3D6-0514-1BE1-34AECF96DAD4}"/>
                </a:ext>
              </a:extLst>
            </p:cNvPr>
            <p:cNvSpPr txBox="1"/>
            <p:nvPr userDrawn="1"/>
          </p:nvSpPr>
          <p:spPr>
            <a:xfrm rot="16200000">
              <a:off x="12332216" y="1580677"/>
              <a:ext cx="1444306" cy="118559"/>
            </a:xfrm>
            <a:prstGeom prst="rect">
              <a:avLst/>
            </a:prstGeom>
            <a:noFill/>
          </p:spPr>
          <p:txBody>
            <a:bodyPr wrap="none" lIns="0" tIns="0" rIns="0" bIns="0" rtlCol="0">
              <a:spAutoFit/>
            </a:bodyPr>
            <a:lstStyle/>
            <a:p>
              <a:pPr algn="l">
                <a:lnSpc>
                  <a:spcPct val="101000"/>
                </a:lnSpc>
                <a:spcAft>
                  <a:spcPts val="600"/>
                </a:spcAft>
              </a:pPr>
              <a:r>
                <a:rPr kumimoji="0" lang="en-CR" sz="800" b="1" i="0" u="none" strike="noStrike" kern="1200" cap="none" spc="0" normalizeH="0" baseline="0" noProof="0">
                  <a:ln>
                    <a:noFill/>
                  </a:ln>
                  <a:solidFill>
                    <a:srgbClr val="000000"/>
                  </a:solidFill>
                  <a:effectLst/>
                  <a:uLnTx/>
                  <a:uFillTx/>
                  <a:ea typeface="GT America Regular" charset="0"/>
                  <a:cs typeface="GT America Regular" charset="0"/>
                </a:rPr>
                <a:t>ON LIGHT AND EXTRA LIGHT</a:t>
              </a:r>
            </a:p>
          </p:txBody>
        </p:sp>
        <p:sp>
          <p:nvSpPr>
            <p:cNvPr id="8" name="Rectangle 7">
              <a:extLst>
                <a:ext uri="{FF2B5EF4-FFF2-40B4-BE49-F238E27FC236}">
                  <a16:creationId xmlns:a16="http://schemas.microsoft.com/office/drawing/2014/main" id="{ADF6BEDF-685C-96E3-B22D-B301BE775EDC}"/>
                </a:ext>
              </a:extLst>
            </p:cNvPr>
            <p:cNvSpPr/>
            <p:nvPr userDrawn="1"/>
          </p:nvSpPr>
          <p:spPr>
            <a:xfrm>
              <a:off x="12356815" y="3592729"/>
              <a:ext cx="553069" cy="3279913"/>
            </a:xfrm>
            <a:prstGeom prst="rect">
              <a:avLst/>
            </a:prstGeom>
            <a:solidFill>
              <a:schemeClr val="tx2"/>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a:p>
          </p:txBody>
        </p:sp>
        <p:grpSp>
          <p:nvGrpSpPr>
            <p:cNvPr id="10" name="Group 9">
              <a:extLst>
                <a:ext uri="{FF2B5EF4-FFF2-40B4-BE49-F238E27FC236}">
                  <a16:creationId xmlns:a16="http://schemas.microsoft.com/office/drawing/2014/main" id="{C8BFED95-E0E2-E70A-DC69-8D0E19890D7B}"/>
                </a:ext>
              </a:extLst>
            </p:cNvPr>
            <p:cNvGrpSpPr/>
            <p:nvPr userDrawn="1"/>
          </p:nvGrpSpPr>
          <p:grpSpPr>
            <a:xfrm>
              <a:off x="12442019" y="3791214"/>
              <a:ext cx="382660" cy="2882942"/>
              <a:chOff x="14001569" y="3716048"/>
              <a:chExt cx="316248" cy="3171236"/>
            </a:xfrm>
          </p:grpSpPr>
          <p:sp>
            <p:nvSpPr>
              <p:cNvPr id="25" name="Rectangle 24">
                <a:extLst>
                  <a:ext uri="{FF2B5EF4-FFF2-40B4-BE49-F238E27FC236}">
                    <a16:creationId xmlns:a16="http://schemas.microsoft.com/office/drawing/2014/main" id="{7606F56F-E00E-6CB7-93AA-39538C1FEA76}"/>
                  </a:ext>
                </a:extLst>
              </p:cNvPr>
              <p:cNvSpPr/>
              <p:nvPr userDrawn="1"/>
            </p:nvSpPr>
            <p:spPr>
              <a:xfrm rot="5400000">
                <a:off x="14033099" y="5954114"/>
                <a:ext cx="253188" cy="316248"/>
              </a:xfrm>
              <a:prstGeom prst="rect">
                <a:avLst/>
              </a:prstGeom>
              <a:solidFill>
                <a:srgbClr val="005E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26" name="Rectangle 25">
                <a:extLst>
                  <a:ext uri="{FF2B5EF4-FFF2-40B4-BE49-F238E27FC236}">
                    <a16:creationId xmlns:a16="http://schemas.microsoft.com/office/drawing/2014/main" id="{3739E0FC-366E-5200-C7F2-84F01BC32A1D}"/>
                  </a:ext>
                </a:extLst>
              </p:cNvPr>
              <p:cNvSpPr/>
              <p:nvPr userDrawn="1"/>
            </p:nvSpPr>
            <p:spPr>
              <a:xfrm rot="5400000">
                <a:off x="14033099" y="6278342"/>
                <a:ext cx="253188" cy="316248"/>
              </a:xfrm>
              <a:prstGeom prst="rect">
                <a:avLst/>
              </a:prstGeom>
              <a:solidFill>
                <a:srgbClr val="B8B9D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27" name="Rectangle 26">
                <a:extLst>
                  <a:ext uri="{FF2B5EF4-FFF2-40B4-BE49-F238E27FC236}">
                    <a16:creationId xmlns:a16="http://schemas.microsoft.com/office/drawing/2014/main" id="{C0C04604-4A22-677B-898A-C64499544372}"/>
                  </a:ext>
                </a:extLst>
              </p:cNvPr>
              <p:cNvSpPr/>
              <p:nvPr userDrawn="1"/>
            </p:nvSpPr>
            <p:spPr>
              <a:xfrm rot="5400000">
                <a:off x="14033099" y="6602566"/>
                <a:ext cx="253188" cy="316248"/>
              </a:xfrm>
              <a:prstGeom prst="rect">
                <a:avLst/>
              </a:prstGeom>
              <a:solidFill>
                <a:srgbClr val="FBE6D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28" name="Rectangle 27">
                <a:extLst>
                  <a:ext uri="{FF2B5EF4-FFF2-40B4-BE49-F238E27FC236}">
                    <a16:creationId xmlns:a16="http://schemas.microsoft.com/office/drawing/2014/main" id="{2BADAD44-F3D6-110E-6F03-3E9F36DDA347}"/>
                  </a:ext>
                </a:extLst>
              </p:cNvPr>
              <p:cNvSpPr/>
              <p:nvPr userDrawn="1"/>
            </p:nvSpPr>
            <p:spPr>
              <a:xfrm rot="5400000">
                <a:off x="14033099" y="4981430"/>
                <a:ext cx="253188" cy="316248"/>
              </a:xfrm>
              <a:prstGeom prst="rect">
                <a:avLst/>
              </a:prstGeom>
              <a:solidFill>
                <a:srgbClr val="BCE09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29" name="Rectangle 28">
                <a:extLst>
                  <a:ext uri="{FF2B5EF4-FFF2-40B4-BE49-F238E27FC236}">
                    <a16:creationId xmlns:a16="http://schemas.microsoft.com/office/drawing/2014/main" id="{376F7867-2655-2173-978E-5EE95AC9CBB2}"/>
                  </a:ext>
                </a:extLst>
              </p:cNvPr>
              <p:cNvSpPr/>
              <p:nvPr userDrawn="1"/>
            </p:nvSpPr>
            <p:spPr>
              <a:xfrm rot="5400000">
                <a:off x="14033099" y="5305658"/>
                <a:ext cx="253188" cy="316248"/>
              </a:xfrm>
              <a:prstGeom prst="rect">
                <a:avLst/>
              </a:prstGeom>
              <a:solidFill>
                <a:srgbClr val="E9783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30" name="Rectangle 29">
                <a:extLst>
                  <a:ext uri="{FF2B5EF4-FFF2-40B4-BE49-F238E27FC236}">
                    <a16:creationId xmlns:a16="http://schemas.microsoft.com/office/drawing/2014/main" id="{BCE8A9B9-4A7B-ED8B-434A-20BE2C23934D}"/>
                  </a:ext>
                </a:extLst>
              </p:cNvPr>
              <p:cNvSpPr/>
              <p:nvPr userDrawn="1"/>
            </p:nvSpPr>
            <p:spPr>
              <a:xfrm rot="5400000">
                <a:off x="14033099" y="5629886"/>
                <a:ext cx="253188" cy="316248"/>
              </a:xfrm>
              <a:prstGeom prst="rect">
                <a:avLst/>
              </a:prstGeom>
              <a:solidFill>
                <a:srgbClr val="B9056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31" name="Rectangle 30">
                <a:extLst>
                  <a:ext uri="{FF2B5EF4-FFF2-40B4-BE49-F238E27FC236}">
                    <a16:creationId xmlns:a16="http://schemas.microsoft.com/office/drawing/2014/main" id="{20EC7DB6-A803-BD4A-CCFA-B89C8F0ED93D}"/>
                  </a:ext>
                </a:extLst>
              </p:cNvPr>
              <p:cNvSpPr/>
              <p:nvPr userDrawn="1"/>
            </p:nvSpPr>
            <p:spPr>
              <a:xfrm rot="5400000">
                <a:off x="14033099" y="3684518"/>
                <a:ext cx="253188" cy="316248"/>
              </a:xfrm>
              <a:prstGeom prst="rect">
                <a:avLst/>
              </a:prstGeom>
              <a:solidFill>
                <a:srgbClr val="9DC2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32" name="Rectangle 31">
                <a:extLst>
                  <a:ext uri="{FF2B5EF4-FFF2-40B4-BE49-F238E27FC236}">
                    <a16:creationId xmlns:a16="http://schemas.microsoft.com/office/drawing/2014/main" id="{749ACE2E-E026-4EF1-9634-A73CC6753FA7}"/>
                  </a:ext>
                </a:extLst>
              </p:cNvPr>
              <p:cNvSpPr/>
              <p:nvPr userDrawn="1"/>
            </p:nvSpPr>
            <p:spPr>
              <a:xfrm rot="5400000">
                <a:off x="14033099" y="4008746"/>
                <a:ext cx="253188" cy="316248"/>
              </a:xfrm>
              <a:prstGeom prst="rect">
                <a:avLst/>
              </a:prstGeom>
              <a:solidFill>
                <a:srgbClr val="309DA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33" name="Rectangle 32">
                <a:extLst>
                  <a:ext uri="{FF2B5EF4-FFF2-40B4-BE49-F238E27FC236}">
                    <a16:creationId xmlns:a16="http://schemas.microsoft.com/office/drawing/2014/main" id="{5825CE83-09EB-476B-6CAA-766FED4541AD}"/>
                  </a:ext>
                </a:extLst>
              </p:cNvPr>
              <p:cNvSpPr/>
              <p:nvPr userDrawn="1"/>
            </p:nvSpPr>
            <p:spPr>
              <a:xfrm rot="5400000">
                <a:off x="14033099" y="4332974"/>
                <a:ext cx="253188" cy="316248"/>
              </a:xfrm>
              <a:prstGeom prst="rect">
                <a:avLst/>
              </a:prstGeom>
              <a:solidFill>
                <a:srgbClr val="E2C22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34" name="Rectangle 33">
                <a:extLst>
                  <a:ext uri="{FF2B5EF4-FFF2-40B4-BE49-F238E27FC236}">
                    <a16:creationId xmlns:a16="http://schemas.microsoft.com/office/drawing/2014/main" id="{5A0697B3-F35A-2618-9E9E-7CC1D4A77EAA}"/>
                  </a:ext>
                </a:extLst>
              </p:cNvPr>
              <p:cNvSpPr/>
              <p:nvPr userDrawn="1"/>
            </p:nvSpPr>
            <p:spPr>
              <a:xfrm rot="5400000">
                <a:off x="14033099" y="4657202"/>
                <a:ext cx="253188" cy="316248"/>
              </a:xfrm>
              <a:prstGeom prst="rect">
                <a:avLst/>
              </a:prstGeom>
              <a:solidFill>
                <a:srgbClr val="9158B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grpSp>
        <p:grpSp>
          <p:nvGrpSpPr>
            <p:cNvPr id="11" name="Group 10">
              <a:extLst>
                <a:ext uri="{FF2B5EF4-FFF2-40B4-BE49-F238E27FC236}">
                  <a16:creationId xmlns:a16="http://schemas.microsoft.com/office/drawing/2014/main" id="{DFE72C55-7F1E-D45E-D3AC-A727A77E2F26}"/>
                </a:ext>
              </a:extLst>
            </p:cNvPr>
            <p:cNvGrpSpPr/>
            <p:nvPr userDrawn="1"/>
          </p:nvGrpSpPr>
          <p:grpSpPr>
            <a:xfrm>
              <a:off x="12442019" y="198485"/>
              <a:ext cx="382660" cy="2882942"/>
              <a:chOff x="12742785" y="3716048"/>
              <a:chExt cx="316248" cy="3171236"/>
            </a:xfrm>
          </p:grpSpPr>
          <p:sp>
            <p:nvSpPr>
              <p:cNvPr id="13" name="Rectangle 12">
                <a:extLst>
                  <a:ext uri="{FF2B5EF4-FFF2-40B4-BE49-F238E27FC236}">
                    <a16:creationId xmlns:a16="http://schemas.microsoft.com/office/drawing/2014/main" id="{0BD777A6-CFB3-33E4-357D-1C19A004F3BA}"/>
                  </a:ext>
                </a:extLst>
              </p:cNvPr>
              <p:cNvSpPr/>
              <p:nvPr userDrawn="1"/>
            </p:nvSpPr>
            <p:spPr>
              <a:xfrm rot="5400000">
                <a:off x="12774315" y="6602566"/>
                <a:ext cx="253188" cy="316248"/>
              </a:xfrm>
              <a:prstGeom prst="rect">
                <a:avLst/>
              </a:prstGeom>
              <a:solidFill>
                <a:srgbClr val="BFD6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16" name="Rectangle 15">
                <a:extLst>
                  <a:ext uri="{FF2B5EF4-FFF2-40B4-BE49-F238E27FC236}">
                    <a16:creationId xmlns:a16="http://schemas.microsoft.com/office/drawing/2014/main" id="{800286F1-B298-E007-EEB9-344B51F2CB4E}"/>
                  </a:ext>
                </a:extLst>
              </p:cNvPr>
              <p:cNvSpPr/>
              <p:nvPr userDrawn="1"/>
            </p:nvSpPr>
            <p:spPr>
              <a:xfrm rot="5400000">
                <a:off x="12774315" y="4981430"/>
                <a:ext cx="253188" cy="316248"/>
              </a:xfrm>
              <a:prstGeom prst="rect">
                <a:avLst/>
              </a:prstGeom>
              <a:solidFill>
                <a:srgbClr val="D25F7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17" name="Rectangle 16">
                <a:extLst>
                  <a:ext uri="{FF2B5EF4-FFF2-40B4-BE49-F238E27FC236}">
                    <a16:creationId xmlns:a16="http://schemas.microsoft.com/office/drawing/2014/main" id="{767937A0-C0CA-07B9-908A-2063D139630F}"/>
                  </a:ext>
                </a:extLst>
              </p:cNvPr>
              <p:cNvSpPr/>
              <p:nvPr userDrawn="1"/>
            </p:nvSpPr>
            <p:spPr>
              <a:xfrm rot="5400000">
                <a:off x="12774315" y="5305658"/>
                <a:ext cx="253188" cy="316248"/>
              </a:xfrm>
              <a:prstGeom prst="rect">
                <a:avLst/>
              </a:prstGeom>
              <a:solidFill>
                <a:srgbClr val="C6480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18" name="Rectangle 17">
                <a:extLst>
                  <a:ext uri="{FF2B5EF4-FFF2-40B4-BE49-F238E27FC236}">
                    <a16:creationId xmlns:a16="http://schemas.microsoft.com/office/drawing/2014/main" id="{719A7A41-0709-282D-E2B2-57641C73D2A9}"/>
                  </a:ext>
                </a:extLst>
              </p:cNvPr>
              <p:cNvSpPr/>
              <p:nvPr userDrawn="1"/>
            </p:nvSpPr>
            <p:spPr>
              <a:xfrm rot="5400000">
                <a:off x="12774315" y="5629886"/>
                <a:ext cx="253188" cy="316248"/>
              </a:xfrm>
              <a:prstGeom prst="rect">
                <a:avLst/>
              </a:prstGeom>
              <a:solidFill>
                <a:srgbClr val="BA016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19" name="Rectangle 18">
                <a:extLst>
                  <a:ext uri="{FF2B5EF4-FFF2-40B4-BE49-F238E27FC236}">
                    <a16:creationId xmlns:a16="http://schemas.microsoft.com/office/drawing/2014/main" id="{5CE74D6E-E698-80A5-65F1-55DEA16ADB09}"/>
                  </a:ext>
                </a:extLst>
              </p:cNvPr>
              <p:cNvSpPr/>
              <p:nvPr userDrawn="1"/>
            </p:nvSpPr>
            <p:spPr>
              <a:xfrm rot="5400000">
                <a:off x="12774315" y="3684518"/>
                <a:ext cx="253188" cy="316248"/>
              </a:xfrm>
              <a:prstGeom prst="rect">
                <a:avLst/>
              </a:prstGeom>
              <a:solidFill>
                <a:srgbClr val="005E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20" name="Rectangle 19">
                <a:extLst>
                  <a:ext uri="{FF2B5EF4-FFF2-40B4-BE49-F238E27FC236}">
                    <a16:creationId xmlns:a16="http://schemas.microsoft.com/office/drawing/2014/main" id="{1B595925-EA4A-6F50-B3C2-08093106234E}"/>
                  </a:ext>
                </a:extLst>
              </p:cNvPr>
              <p:cNvSpPr/>
              <p:nvPr userDrawn="1"/>
            </p:nvSpPr>
            <p:spPr>
              <a:xfrm rot="5400000">
                <a:off x="12774315" y="4008746"/>
                <a:ext cx="253188" cy="316248"/>
              </a:xfrm>
              <a:prstGeom prst="rect">
                <a:avLst/>
              </a:prstGeom>
              <a:solidFill>
                <a:srgbClr val="5EB6B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21" name="Rectangle 20">
                <a:extLst>
                  <a:ext uri="{FF2B5EF4-FFF2-40B4-BE49-F238E27FC236}">
                    <a16:creationId xmlns:a16="http://schemas.microsoft.com/office/drawing/2014/main" id="{607A1B97-0EBA-47D8-3C33-0B2F536A22A9}"/>
                  </a:ext>
                </a:extLst>
              </p:cNvPr>
              <p:cNvSpPr/>
              <p:nvPr userDrawn="1"/>
            </p:nvSpPr>
            <p:spPr>
              <a:xfrm rot="5400000">
                <a:off x="12774315" y="4332974"/>
                <a:ext cx="253188" cy="316248"/>
              </a:xfrm>
              <a:prstGeom prst="rect">
                <a:avLst/>
              </a:prstGeom>
              <a:solidFill>
                <a:srgbClr val="C7AB2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22" name="Rectangle 21">
                <a:extLst>
                  <a:ext uri="{FF2B5EF4-FFF2-40B4-BE49-F238E27FC236}">
                    <a16:creationId xmlns:a16="http://schemas.microsoft.com/office/drawing/2014/main" id="{FA7C4531-F8F7-250A-B84A-561891596FC7}"/>
                  </a:ext>
                </a:extLst>
              </p:cNvPr>
              <p:cNvSpPr/>
              <p:nvPr userDrawn="1"/>
            </p:nvSpPr>
            <p:spPr>
              <a:xfrm rot="5400000">
                <a:off x="12774315" y="4657202"/>
                <a:ext cx="253188" cy="316248"/>
              </a:xfrm>
              <a:prstGeom prst="rect">
                <a:avLst/>
              </a:prstGeom>
              <a:solidFill>
                <a:srgbClr val="5C068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23" name="Rectangle 22">
                <a:extLst>
                  <a:ext uri="{FF2B5EF4-FFF2-40B4-BE49-F238E27FC236}">
                    <a16:creationId xmlns:a16="http://schemas.microsoft.com/office/drawing/2014/main" id="{C66C4893-C9D2-65BF-F751-F8BD258CF3AE}"/>
                  </a:ext>
                </a:extLst>
              </p:cNvPr>
              <p:cNvSpPr/>
              <p:nvPr userDrawn="1"/>
            </p:nvSpPr>
            <p:spPr>
              <a:xfrm rot="5400000">
                <a:off x="12774315" y="5954114"/>
                <a:ext cx="253188" cy="316248"/>
              </a:xfrm>
              <a:prstGeom prst="rect">
                <a:avLst/>
              </a:prstGeom>
              <a:solidFill>
                <a:srgbClr val="2A431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24" name="Rectangle 23">
                <a:extLst>
                  <a:ext uri="{FF2B5EF4-FFF2-40B4-BE49-F238E27FC236}">
                    <a16:creationId xmlns:a16="http://schemas.microsoft.com/office/drawing/2014/main" id="{6B686FC3-A23D-35CA-7E70-19D29FF861C1}"/>
                  </a:ext>
                </a:extLst>
              </p:cNvPr>
              <p:cNvSpPr/>
              <p:nvPr userDrawn="1"/>
            </p:nvSpPr>
            <p:spPr>
              <a:xfrm rot="5400000">
                <a:off x="12774315" y="6278342"/>
                <a:ext cx="253188" cy="316248"/>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grpSp>
        <p:sp>
          <p:nvSpPr>
            <p:cNvPr id="12" name="TextBox 11">
              <a:extLst>
                <a:ext uri="{FF2B5EF4-FFF2-40B4-BE49-F238E27FC236}">
                  <a16:creationId xmlns:a16="http://schemas.microsoft.com/office/drawing/2014/main" id="{F92E1793-18EC-0533-30BD-B982BAD6C556}"/>
                </a:ext>
              </a:extLst>
            </p:cNvPr>
            <p:cNvSpPr txBox="1"/>
            <p:nvPr userDrawn="1"/>
          </p:nvSpPr>
          <p:spPr>
            <a:xfrm rot="16200000">
              <a:off x="12574270" y="5173406"/>
              <a:ext cx="960199" cy="118559"/>
            </a:xfrm>
            <a:prstGeom prst="rect">
              <a:avLst/>
            </a:prstGeom>
            <a:noFill/>
          </p:spPr>
          <p:txBody>
            <a:bodyPr wrap="none" lIns="0" tIns="0" rIns="0" bIns="0" rtlCol="0">
              <a:spAutoFit/>
            </a:bodyPr>
            <a:lstStyle/>
            <a:p>
              <a:pPr algn="l">
                <a:lnSpc>
                  <a:spcPct val="101000"/>
                </a:lnSpc>
                <a:spcAft>
                  <a:spcPts val="600"/>
                </a:spcAft>
              </a:pPr>
              <a:r>
                <a:rPr lang="en-CR" sz="800" b="1">
                  <a:solidFill>
                    <a:srgbClr val="000000"/>
                  </a:solidFill>
                  <a:latin typeface="GT America Regular"/>
                  <a:ea typeface="GT America Regular" charset="0"/>
                  <a:cs typeface="GT America Regular" charset="0"/>
                </a:rPr>
                <a:t>ON MOODY´S BLUE</a:t>
              </a:r>
              <a:endParaRPr kumimoji="0" lang="en-CR" sz="800" b="1" i="0" u="none" strike="noStrike" kern="1200" cap="none" spc="0" normalizeH="0" baseline="0" noProof="0" err="1">
                <a:ln>
                  <a:noFill/>
                </a:ln>
                <a:solidFill>
                  <a:srgbClr val="000000"/>
                </a:solidFill>
                <a:effectLst/>
                <a:uLnTx/>
                <a:uFillTx/>
                <a:latin typeface="GT America Regular"/>
                <a:ea typeface="GT America Regular" charset="0"/>
                <a:cs typeface="GT America Regular" charset="0"/>
              </a:endParaRPr>
            </a:p>
          </p:txBody>
        </p:sp>
      </p:grpSp>
      <p:sp>
        <p:nvSpPr>
          <p:cNvPr id="35" name="TextBox 34">
            <a:extLst>
              <a:ext uri="{FF2B5EF4-FFF2-40B4-BE49-F238E27FC236}">
                <a16:creationId xmlns:a16="http://schemas.microsoft.com/office/drawing/2014/main" id="{290ADA57-1592-61D1-9588-23D6777C6AD6}"/>
              </a:ext>
            </a:extLst>
          </p:cNvPr>
          <p:cNvSpPr txBox="1"/>
          <p:nvPr userDrawn="1"/>
        </p:nvSpPr>
        <p:spPr>
          <a:xfrm>
            <a:off x="12356815" y="3377042"/>
            <a:ext cx="807913" cy="118559"/>
          </a:xfrm>
          <a:prstGeom prst="rect">
            <a:avLst/>
          </a:prstGeom>
          <a:noFill/>
        </p:spPr>
        <p:txBody>
          <a:bodyPr wrap="none" lIns="0" tIns="0" rIns="0" bIns="0" rtlCol="0">
            <a:spAutoFit/>
          </a:bodyPr>
          <a:lstStyle/>
          <a:p>
            <a:pPr algn="l">
              <a:lnSpc>
                <a:spcPct val="101000"/>
              </a:lnSpc>
              <a:spcAft>
                <a:spcPts val="600"/>
              </a:spcAft>
            </a:pPr>
            <a:r>
              <a:rPr kumimoji="0" lang="en-US" sz="800" b="1" i="0" u="none" strike="noStrike" kern="1200" cap="none" spc="0" normalizeH="0" baseline="0" noProof="0" dirty="0">
                <a:ln>
                  <a:noFill/>
                </a:ln>
                <a:solidFill>
                  <a:srgbClr val="000000"/>
                </a:solidFill>
                <a:effectLst/>
                <a:uLnTx/>
                <a:uFillTx/>
                <a:ea typeface="GT America Regular" charset="0"/>
                <a:cs typeface="GT America Regular" charset="0"/>
              </a:rPr>
              <a:t>For charts ONLY</a:t>
            </a:r>
            <a:endParaRPr kumimoji="0" lang="en-CR" sz="800" b="1" i="0" u="none" strike="noStrike" kern="1200" cap="none" spc="0" normalizeH="0" baseline="0" noProof="0">
              <a:ln>
                <a:noFill/>
              </a:ln>
              <a:solidFill>
                <a:srgbClr val="000000"/>
              </a:solidFill>
              <a:effectLst/>
              <a:uLnTx/>
              <a:uFillTx/>
              <a:ea typeface="GT America Regular" charset="0"/>
              <a:cs typeface="GT America Regular" charset="0"/>
            </a:endParaRPr>
          </a:p>
        </p:txBody>
      </p:sp>
    </p:spTree>
    <p:extLst>
      <p:ext uri="{BB962C8B-B14F-4D97-AF65-F5344CB8AC3E}">
        <p14:creationId xmlns:p14="http://schemas.microsoft.com/office/powerpoint/2010/main" val="2052374959"/>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userDrawn="1">
  <p:cSld name="Freeform">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0CA2D3CD-1E43-5FCD-B998-8E7207DE69E5}"/>
              </a:ext>
            </a:extLst>
          </p:cNvPr>
          <p:cNvSpPr>
            <a:spLocks noGrp="1"/>
          </p:cNvSpPr>
          <p:nvPr>
            <p:ph type="ftr" sz="quarter" idx="11"/>
          </p:nvPr>
        </p:nvSpPr>
        <p:spPr/>
        <p:txBody>
          <a:bodyPr/>
          <a:lstStyle/>
          <a:p>
            <a:r>
              <a:rPr lang="en-US"/>
              <a:t>See slide 12 for instructions on how to update footer</a:t>
            </a:r>
          </a:p>
        </p:txBody>
      </p:sp>
      <p:sp>
        <p:nvSpPr>
          <p:cNvPr id="4" name="Slide Number Placeholder 3">
            <a:extLst>
              <a:ext uri="{FF2B5EF4-FFF2-40B4-BE49-F238E27FC236}">
                <a16:creationId xmlns:a16="http://schemas.microsoft.com/office/drawing/2014/main" id="{F9F73C99-4E9B-1728-FFD7-DFD7DC5AF7B7}"/>
              </a:ext>
            </a:extLst>
          </p:cNvPr>
          <p:cNvSpPr>
            <a:spLocks noGrp="1"/>
          </p:cNvSpPr>
          <p:nvPr>
            <p:ph type="sldNum" sz="quarter" idx="12"/>
          </p:nvPr>
        </p:nvSpPr>
        <p:spPr/>
        <p:txBody>
          <a:bodyPr/>
          <a:lstStyle/>
          <a:p>
            <a:fld id="{862A5111-985B-C14D-9115-5787026182A8}" type="slidenum">
              <a:rPr lang="en-US" smtClean="0"/>
              <a:t>‹#›</a:t>
            </a:fld>
            <a:endParaRPr lang="en-US"/>
          </a:p>
        </p:txBody>
      </p:sp>
      <p:sp>
        <p:nvSpPr>
          <p:cNvPr id="2" name="Freeform 5">
            <a:extLst>
              <a:ext uri="{FF2B5EF4-FFF2-40B4-BE49-F238E27FC236}">
                <a16:creationId xmlns:a16="http://schemas.microsoft.com/office/drawing/2014/main" id="{5C2DD425-99D8-608C-64B9-B0C461E35CD7}"/>
              </a:ext>
            </a:extLst>
          </p:cNvPr>
          <p:cNvSpPr/>
          <p:nvPr userDrawn="1"/>
        </p:nvSpPr>
        <p:spPr bwMode="black">
          <a:xfrm>
            <a:off x="554038" y="6469335"/>
            <a:ext cx="678511" cy="112440"/>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chemeClr val="tx2"/>
          </a:solidFill>
          <a:ln w="0" cap="flat">
            <a:noFill/>
            <a:prstDash val="solid"/>
            <a:miter/>
          </a:ln>
        </p:spPr>
        <p:txBody>
          <a:bodyPr rtlCol="0" anchor="ctr"/>
          <a:lstStyle/>
          <a:p>
            <a:endParaRPr lang="en-US"/>
          </a:p>
        </p:txBody>
      </p:sp>
      <p:grpSp>
        <p:nvGrpSpPr>
          <p:cNvPr id="5" name="Group 4">
            <a:extLst>
              <a:ext uri="{FF2B5EF4-FFF2-40B4-BE49-F238E27FC236}">
                <a16:creationId xmlns:a16="http://schemas.microsoft.com/office/drawing/2014/main" id="{E0E059D5-9842-D8F8-4B5E-16257DAFF637}"/>
              </a:ext>
            </a:extLst>
          </p:cNvPr>
          <p:cNvGrpSpPr/>
          <p:nvPr userDrawn="1"/>
        </p:nvGrpSpPr>
        <p:grpSpPr>
          <a:xfrm>
            <a:off x="12356815" y="0"/>
            <a:ext cx="756834" cy="6872642"/>
            <a:chOff x="12356815" y="0"/>
            <a:chExt cx="756834" cy="6872642"/>
          </a:xfrm>
        </p:grpSpPr>
        <p:sp>
          <p:nvSpPr>
            <p:cNvPr id="6" name="Rectangle 5">
              <a:extLst>
                <a:ext uri="{FF2B5EF4-FFF2-40B4-BE49-F238E27FC236}">
                  <a16:creationId xmlns:a16="http://schemas.microsoft.com/office/drawing/2014/main" id="{0004D94E-9634-1193-E33D-A93E2452780D}"/>
                </a:ext>
              </a:extLst>
            </p:cNvPr>
            <p:cNvSpPr/>
            <p:nvPr userDrawn="1"/>
          </p:nvSpPr>
          <p:spPr>
            <a:xfrm>
              <a:off x="12356815" y="0"/>
              <a:ext cx="553069" cy="3279913"/>
            </a:xfrm>
            <a:prstGeom prst="rect">
              <a:avLst/>
            </a:prstGeom>
            <a:solidFill>
              <a:srgbClr val="F2F2F2"/>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a:p>
          </p:txBody>
        </p:sp>
        <p:sp>
          <p:nvSpPr>
            <p:cNvPr id="7" name="TextBox 6">
              <a:extLst>
                <a:ext uri="{FF2B5EF4-FFF2-40B4-BE49-F238E27FC236}">
                  <a16:creationId xmlns:a16="http://schemas.microsoft.com/office/drawing/2014/main" id="{8C2FA471-48D6-EE18-426C-62B2BF75A1C7}"/>
                </a:ext>
              </a:extLst>
            </p:cNvPr>
            <p:cNvSpPr txBox="1"/>
            <p:nvPr userDrawn="1"/>
          </p:nvSpPr>
          <p:spPr>
            <a:xfrm rot="16200000">
              <a:off x="12332216" y="1580677"/>
              <a:ext cx="1444306" cy="118559"/>
            </a:xfrm>
            <a:prstGeom prst="rect">
              <a:avLst/>
            </a:prstGeom>
            <a:noFill/>
          </p:spPr>
          <p:txBody>
            <a:bodyPr wrap="none" lIns="0" tIns="0" rIns="0" bIns="0" rtlCol="0">
              <a:spAutoFit/>
            </a:bodyPr>
            <a:lstStyle/>
            <a:p>
              <a:pPr algn="l">
                <a:lnSpc>
                  <a:spcPct val="101000"/>
                </a:lnSpc>
                <a:spcAft>
                  <a:spcPts val="600"/>
                </a:spcAft>
              </a:pPr>
              <a:r>
                <a:rPr kumimoji="0" lang="en-CR" sz="800" b="1" i="0" u="none" strike="noStrike" kern="1200" cap="none" spc="0" normalizeH="0" baseline="0" noProof="0">
                  <a:ln>
                    <a:noFill/>
                  </a:ln>
                  <a:solidFill>
                    <a:srgbClr val="000000"/>
                  </a:solidFill>
                  <a:effectLst/>
                  <a:uLnTx/>
                  <a:uFillTx/>
                  <a:ea typeface="GT America Regular" charset="0"/>
                  <a:cs typeface="GT America Regular" charset="0"/>
                </a:rPr>
                <a:t>ON LIGHT AND EXTRA LIGHT</a:t>
              </a:r>
            </a:p>
          </p:txBody>
        </p:sp>
        <p:sp>
          <p:nvSpPr>
            <p:cNvPr id="8" name="Rectangle 7">
              <a:extLst>
                <a:ext uri="{FF2B5EF4-FFF2-40B4-BE49-F238E27FC236}">
                  <a16:creationId xmlns:a16="http://schemas.microsoft.com/office/drawing/2014/main" id="{92C2D621-1268-67B0-589C-51154EBAC79D}"/>
                </a:ext>
              </a:extLst>
            </p:cNvPr>
            <p:cNvSpPr/>
            <p:nvPr userDrawn="1"/>
          </p:nvSpPr>
          <p:spPr>
            <a:xfrm>
              <a:off x="12356815" y="3592729"/>
              <a:ext cx="553069" cy="3279913"/>
            </a:xfrm>
            <a:prstGeom prst="rect">
              <a:avLst/>
            </a:prstGeom>
            <a:solidFill>
              <a:schemeClr val="tx2"/>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a:p>
          </p:txBody>
        </p:sp>
        <p:grpSp>
          <p:nvGrpSpPr>
            <p:cNvPr id="9" name="Group 8">
              <a:extLst>
                <a:ext uri="{FF2B5EF4-FFF2-40B4-BE49-F238E27FC236}">
                  <a16:creationId xmlns:a16="http://schemas.microsoft.com/office/drawing/2014/main" id="{24D8EA81-7EDD-6AB7-BAA1-0E5116436E61}"/>
                </a:ext>
              </a:extLst>
            </p:cNvPr>
            <p:cNvGrpSpPr/>
            <p:nvPr userDrawn="1"/>
          </p:nvGrpSpPr>
          <p:grpSpPr>
            <a:xfrm>
              <a:off x="12442019" y="3791214"/>
              <a:ext cx="382660" cy="2882942"/>
              <a:chOff x="14001569" y="3716048"/>
              <a:chExt cx="316248" cy="3171236"/>
            </a:xfrm>
          </p:grpSpPr>
          <p:sp>
            <p:nvSpPr>
              <p:cNvPr id="22" name="Rectangle 21">
                <a:extLst>
                  <a:ext uri="{FF2B5EF4-FFF2-40B4-BE49-F238E27FC236}">
                    <a16:creationId xmlns:a16="http://schemas.microsoft.com/office/drawing/2014/main" id="{7B3234D2-DF07-AD2C-2089-0E804A559524}"/>
                  </a:ext>
                </a:extLst>
              </p:cNvPr>
              <p:cNvSpPr/>
              <p:nvPr userDrawn="1"/>
            </p:nvSpPr>
            <p:spPr>
              <a:xfrm rot="5400000">
                <a:off x="14033099" y="5954114"/>
                <a:ext cx="253188" cy="316248"/>
              </a:xfrm>
              <a:prstGeom prst="rect">
                <a:avLst/>
              </a:prstGeom>
              <a:solidFill>
                <a:srgbClr val="005E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23" name="Rectangle 22">
                <a:extLst>
                  <a:ext uri="{FF2B5EF4-FFF2-40B4-BE49-F238E27FC236}">
                    <a16:creationId xmlns:a16="http://schemas.microsoft.com/office/drawing/2014/main" id="{9730EBEA-AA71-FC4A-9D32-21564C473F87}"/>
                  </a:ext>
                </a:extLst>
              </p:cNvPr>
              <p:cNvSpPr/>
              <p:nvPr userDrawn="1"/>
            </p:nvSpPr>
            <p:spPr>
              <a:xfrm rot="5400000">
                <a:off x="14033099" y="6278342"/>
                <a:ext cx="253188" cy="316248"/>
              </a:xfrm>
              <a:prstGeom prst="rect">
                <a:avLst/>
              </a:prstGeom>
              <a:solidFill>
                <a:srgbClr val="B8B9D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24" name="Rectangle 23">
                <a:extLst>
                  <a:ext uri="{FF2B5EF4-FFF2-40B4-BE49-F238E27FC236}">
                    <a16:creationId xmlns:a16="http://schemas.microsoft.com/office/drawing/2014/main" id="{0471013E-1BD7-C62C-1A04-E71CAB0E8DC5}"/>
                  </a:ext>
                </a:extLst>
              </p:cNvPr>
              <p:cNvSpPr/>
              <p:nvPr userDrawn="1"/>
            </p:nvSpPr>
            <p:spPr>
              <a:xfrm rot="5400000">
                <a:off x="14033099" y="6602566"/>
                <a:ext cx="253188" cy="316248"/>
              </a:xfrm>
              <a:prstGeom prst="rect">
                <a:avLst/>
              </a:prstGeom>
              <a:solidFill>
                <a:srgbClr val="FBE6D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25" name="Rectangle 24">
                <a:extLst>
                  <a:ext uri="{FF2B5EF4-FFF2-40B4-BE49-F238E27FC236}">
                    <a16:creationId xmlns:a16="http://schemas.microsoft.com/office/drawing/2014/main" id="{C5DA7F1F-9BB9-A8CA-52B9-DAFFAC457201}"/>
                  </a:ext>
                </a:extLst>
              </p:cNvPr>
              <p:cNvSpPr/>
              <p:nvPr userDrawn="1"/>
            </p:nvSpPr>
            <p:spPr>
              <a:xfrm rot="5400000">
                <a:off x="14033099" y="4981430"/>
                <a:ext cx="253188" cy="316248"/>
              </a:xfrm>
              <a:prstGeom prst="rect">
                <a:avLst/>
              </a:prstGeom>
              <a:solidFill>
                <a:srgbClr val="BCE09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26" name="Rectangle 25">
                <a:extLst>
                  <a:ext uri="{FF2B5EF4-FFF2-40B4-BE49-F238E27FC236}">
                    <a16:creationId xmlns:a16="http://schemas.microsoft.com/office/drawing/2014/main" id="{1C0F0A46-936A-E41C-F8BF-5C05A13AA08A}"/>
                  </a:ext>
                </a:extLst>
              </p:cNvPr>
              <p:cNvSpPr/>
              <p:nvPr userDrawn="1"/>
            </p:nvSpPr>
            <p:spPr>
              <a:xfrm rot="5400000">
                <a:off x="14033099" y="5305658"/>
                <a:ext cx="253188" cy="316248"/>
              </a:xfrm>
              <a:prstGeom prst="rect">
                <a:avLst/>
              </a:prstGeom>
              <a:solidFill>
                <a:srgbClr val="E9783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27" name="Rectangle 26">
                <a:extLst>
                  <a:ext uri="{FF2B5EF4-FFF2-40B4-BE49-F238E27FC236}">
                    <a16:creationId xmlns:a16="http://schemas.microsoft.com/office/drawing/2014/main" id="{2A63B6BC-4410-D011-4637-E4AF6A45EAB2}"/>
                  </a:ext>
                </a:extLst>
              </p:cNvPr>
              <p:cNvSpPr/>
              <p:nvPr userDrawn="1"/>
            </p:nvSpPr>
            <p:spPr>
              <a:xfrm rot="5400000">
                <a:off x="14033099" y="5629886"/>
                <a:ext cx="253188" cy="316248"/>
              </a:xfrm>
              <a:prstGeom prst="rect">
                <a:avLst/>
              </a:prstGeom>
              <a:solidFill>
                <a:srgbClr val="B9056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28" name="Rectangle 27">
                <a:extLst>
                  <a:ext uri="{FF2B5EF4-FFF2-40B4-BE49-F238E27FC236}">
                    <a16:creationId xmlns:a16="http://schemas.microsoft.com/office/drawing/2014/main" id="{9FB55402-E789-FC1B-8DD7-B39F3BD009F4}"/>
                  </a:ext>
                </a:extLst>
              </p:cNvPr>
              <p:cNvSpPr/>
              <p:nvPr userDrawn="1"/>
            </p:nvSpPr>
            <p:spPr>
              <a:xfrm rot="5400000">
                <a:off x="14033099" y="3684518"/>
                <a:ext cx="253188" cy="316248"/>
              </a:xfrm>
              <a:prstGeom prst="rect">
                <a:avLst/>
              </a:prstGeom>
              <a:solidFill>
                <a:srgbClr val="9DC2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29" name="Rectangle 28">
                <a:extLst>
                  <a:ext uri="{FF2B5EF4-FFF2-40B4-BE49-F238E27FC236}">
                    <a16:creationId xmlns:a16="http://schemas.microsoft.com/office/drawing/2014/main" id="{601304AE-A058-43FE-5EF6-3E4A6B2694BB}"/>
                  </a:ext>
                </a:extLst>
              </p:cNvPr>
              <p:cNvSpPr/>
              <p:nvPr userDrawn="1"/>
            </p:nvSpPr>
            <p:spPr>
              <a:xfrm rot="5400000">
                <a:off x="14033099" y="4008746"/>
                <a:ext cx="253188" cy="316248"/>
              </a:xfrm>
              <a:prstGeom prst="rect">
                <a:avLst/>
              </a:prstGeom>
              <a:solidFill>
                <a:srgbClr val="309DA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30" name="Rectangle 29">
                <a:extLst>
                  <a:ext uri="{FF2B5EF4-FFF2-40B4-BE49-F238E27FC236}">
                    <a16:creationId xmlns:a16="http://schemas.microsoft.com/office/drawing/2014/main" id="{F6DF08AA-0A90-363E-D52D-94DDF14380B7}"/>
                  </a:ext>
                </a:extLst>
              </p:cNvPr>
              <p:cNvSpPr/>
              <p:nvPr userDrawn="1"/>
            </p:nvSpPr>
            <p:spPr>
              <a:xfrm rot="5400000">
                <a:off x="14033099" y="4332974"/>
                <a:ext cx="253188" cy="316248"/>
              </a:xfrm>
              <a:prstGeom prst="rect">
                <a:avLst/>
              </a:prstGeom>
              <a:solidFill>
                <a:srgbClr val="E2C22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31" name="Rectangle 30">
                <a:extLst>
                  <a:ext uri="{FF2B5EF4-FFF2-40B4-BE49-F238E27FC236}">
                    <a16:creationId xmlns:a16="http://schemas.microsoft.com/office/drawing/2014/main" id="{4348A43A-F3C7-1691-C155-BCD9743E3040}"/>
                  </a:ext>
                </a:extLst>
              </p:cNvPr>
              <p:cNvSpPr/>
              <p:nvPr userDrawn="1"/>
            </p:nvSpPr>
            <p:spPr>
              <a:xfrm rot="5400000">
                <a:off x="14033099" y="4657202"/>
                <a:ext cx="253188" cy="316248"/>
              </a:xfrm>
              <a:prstGeom prst="rect">
                <a:avLst/>
              </a:prstGeom>
              <a:solidFill>
                <a:srgbClr val="9158B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grpSp>
        <p:grpSp>
          <p:nvGrpSpPr>
            <p:cNvPr id="10" name="Group 9">
              <a:extLst>
                <a:ext uri="{FF2B5EF4-FFF2-40B4-BE49-F238E27FC236}">
                  <a16:creationId xmlns:a16="http://schemas.microsoft.com/office/drawing/2014/main" id="{42713AC3-C9AD-27CC-9249-0CE084D0133F}"/>
                </a:ext>
              </a:extLst>
            </p:cNvPr>
            <p:cNvGrpSpPr/>
            <p:nvPr userDrawn="1"/>
          </p:nvGrpSpPr>
          <p:grpSpPr>
            <a:xfrm>
              <a:off x="12442019" y="198485"/>
              <a:ext cx="382660" cy="2882942"/>
              <a:chOff x="12742785" y="3716048"/>
              <a:chExt cx="316248" cy="3171236"/>
            </a:xfrm>
          </p:grpSpPr>
          <p:sp>
            <p:nvSpPr>
              <p:cNvPr id="12" name="Rectangle 11">
                <a:extLst>
                  <a:ext uri="{FF2B5EF4-FFF2-40B4-BE49-F238E27FC236}">
                    <a16:creationId xmlns:a16="http://schemas.microsoft.com/office/drawing/2014/main" id="{47414A1D-D891-8C43-B067-1BA0B30F1C62}"/>
                  </a:ext>
                </a:extLst>
              </p:cNvPr>
              <p:cNvSpPr/>
              <p:nvPr userDrawn="1"/>
            </p:nvSpPr>
            <p:spPr>
              <a:xfrm rot="5400000">
                <a:off x="12774315" y="6602566"/>
                <a:ext cx="253188" cy="316248"/>
              </a:xfrm>
              <a:prstGeom prst="rect">
                <a:avLst/>
              </a:prstGeom>
              <a:solidFill>
                <a:srgbClr val="BFD6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13" name="Rectangle 12">
                <a:extLst>
                  <a:ext uri="{FF2B5EF4-FFF2-40B4-BE49-F238E27FC236}">
                    <a16:creationId xmlns:a16="http://schemas.microsoft.com/office/drawing/2014/main" id="{B4500B04-7F55-FF0A-E74A-40DC40E171DB}"/>
                  </a:ext>
                </a:extLst>
              </p:cNvPr>
              <p:cNvSpPr/>
              <p:nvPr userDrawn="1"/>
            </p:nvSpPr>
            <p:spPr>
              <a:xfrm rot="5400000">
                <a:off x="12774315" y="4981430"/>
                <a:ext cx="253188" cy="316248"/>
              </a:xfrm>
              <a:prstGeom prst="rect">
                <a:avLst/>
              </a:prstGeom>
              <a:solidFill>
                <a:srgbClr val="D25F7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14" name="Rectangle 13">
                <a:extLst>
                  <a:ext uri="{FF2B5EF4-FFF2-40B4-BE49-F238E27FC236}">
                    <a16:creationId xmlns:a16="http://schemas.microsoft.com/office/drawing/2014/main" id="{53198B73-CA05-1A74-34B0-C27A9A546E2A}"/>
                  </a:ext>
                </a:extLst>
              </p:cNvPr>
              <p:cNvSpPr/>
              <p:nvPr userDrawn="1"/>
            </p:nvSpPr>
            <p:spPr>
              <a:xfrm rot="5400000">
                <a:off x="12774315" y="5305658"/>
                <a:ext cx="253188" cy="316248"/>
              </a:xfrm>
              <a:prstGeom prst="rect">
                <a:avLst/>
              </a:prstGeom>
              <a:solidFill>
                <a:srgbClr val="C6480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15" name="Rectangle 14">
                <a:extLst>
                  <a:ext uri="{FF2B5EF4-FFF2-40B4-BE49-F238E27FC236}">
                    <a16:creationId xmlns:a16="http://schemas.microsoft.com/office/drawing/2014/main" id="{1CB0027A-3733-D831-6A48-A56B2D94DFEB}"/>
                  </a:ext>
                </a:extLst>
              </p:cNvPr>
              <p:cNvSpPr/>
              <p:nvPr userDrawn="1"/>
            </p:nvSpPr>
            <p:spPr>
              <a:xfrm rot="5400000">
                <a:off x="12774315" y="5629886"/>
                <a:ext cx="253188" cy="316248"/>
              </a:xfrm>
              <a:prstGeom prst="rect">
                <a:avLst/>
              </a:prstGeom>
              <a:solidFill>
                <a:srgbClr val="BA016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16" name="Rectangle 15">
                <a:extLst>
                  <a:ext uri="{FF2B5EF4-FFF2-40B4-BE49-F238E27FC236}">
                    <a16:creationId xmlns:a16="http://schemas.microsoft.com/office/drawing/2014/main" id="{354B3406-AF84-6F41-B046-2BF5BA812A18}"/>
                  </a:ext>
                </a:extLst>
              </p:cNvPr>
              <p:cNvSpPr/>
              <p:nvPr userDrawn="1"/>
            </p:nvSpPr>
            <p:spPr>
              <a:xfrm rot="5400000">
                <a:off x="12774315" y="3684518"/>
                <a:ext cx="253188" cy="316248"/>
              </a:xfrm>
              <a:prstGeom prst="rect">
                <a:avLst/>
              </a:prstGeom>
              <a:solidFill>
                <a:srgbClr val="005E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17" name="Rectangle 16">
                <a:extLst>
                  <a:ext uri="{FF2B5EF4-FFF2-40B4-BE49-F238E27FC236}">
                    <a16:creationId xmlns:a16="http://schemas.microsoft.com/office/drawing/2014/main" id="{D6DBCBC1-AC8E-4F09-6448-9D2119D58A84}"/>
                  </a:ext>
                </a:extLst>
              </p:cNvPr>
              <p:cNvSpPr/>
              <p:nvPr userDrawn="1"/>
            </p:nvSpPr>
            <p:spPr>
              <a:xfrm rot="5400000">
                <a:off x="12774315" y="4008746"/>
                <a:ext cx="253188" cy="316248"/>
              </a:xfrm>
              <a:prstGeom prst="rect">
                <a:avLst/>
              </a:prstGeom>
              <a:solidFill>
                <a:srgbClr val="5EB6B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18" name="Rectangle 17">
                <a:extLst>
                  <a:ext uri="{FF2B5EF4-FFF2-40B4-BE49-F238E27FC236}">
                    <a16:creationId xmlns:a16="http://schemas.microsoft.com/office/drawing/2014/main" id="{F4693D3D-5D61-C2A4-D0A4-F8BBC79FFEF9}"/>
                  </a:ext>
                </a:extLst>
              </p:cNvPr>
              <p:cNvSpPr/>
              <p:nvPr userDrawn="1"/>
            </p:nvSpPr>
            <p:spPr>
              <a:xfrm rot="5400000">
                <a:off x="12774315" y="4332974"/>
                <a:ext cx="253188" cy="316248"/>
              </a:xfrm>
              <a:prstGeom prst="rect">
                <a:avLst/>
              </a:prstGeom>
              <a:solidFill>
                <a:srgbClr val="C7AB2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19" name="Rectangle 18">
                <a:extLst>
                  <a:ext uri="{FF2B5EF4-FFF2-40B4-BE49-F238E27FC236}">
                    <a16:creationId xmlns:a16="http://schemas.microsoft.com/office/drawing/2014/main" id="{853F8DB4-1BEB-C5CE-2C9B-91760C755811}"/>
                  </a:ext>
                </a:extLst>
              </p:cNvPr>
              <p:cNvSpPr/>
              <p:nvPr userDrawn="1"/>
            </p:nvSpPr>
            <p:spPr>
              <a:xfrm rot="5400000">
                <a:off x="12774315" y="4657202"/>
                <a:ext cx="253188" cy="316248"/>
              </a:xfrm>
              <a:prstGeom prst="rect">
                <a:avLst/>
              </a:prstGeom>
              <a:solidFill>
                <a:srgbClr val="5C068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20" name="Rectangle 19">
                <a:extLst>
                  <a:ext uri="{FF2B5EF4-FFF2-40B4-BE49-F238E27FC236}">
                    <a16:creationId xmlns:a16="http://schemas.microsoft.com/office/drawing/2014/main" id="{D146C499-5327-9198-0B93-0C14CA64AC60}"/>
                  </a:ext>
                </a:extLst>
              </p:cNvPr>
              <p:cNvSpPr/>
              <p:nvPr userDrawn="1"/>
            </p:nvSpPr>
            <p:spPr>
              <a:xfrm rot="5400000">
                <a:off x="12774315" y="5954114"/>
                <a:ext cx="253188" cy="316248"/>
              </a:xfrm>
              <a:prstGeom prst="rect">
                <a:avLst/>
              </a:prstGeom>
              <a:solidFill>
                <a:srgbClr val="2A431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21" name="Rectangle 20">
                <a:extLst>
                  <a:ext uri="{FF2B5EF4-FFF2-40B4-BE49-F238E27FC236}">
                    <a16:creationId xmlns:a16="http://schemas.microsoft.com/office/drawing/2014/main" id="{273C23AD-8852-F8A2-4725-A8AC29F098B8}"/>
                  </a:ext>
                </a:extLst>
              </p:cNvPr>
              <p:cNvSpPr/>
              <p:nvPr userDrawn="1"/>
            </p:nvSpPr>
            <p:spPr>
              <a:xfrm rot="5400000">
                <a:off x="12774315" y="6278342"/>
                <a:ext cx="253188" cy="316248"/>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grpSp>
        <p:sp>
          <p:nvSpPr>
            <p:cNvPr id="11" name="TextBox 10">
              <a:extLst>
                <a:ext uri="{FF2B5EF4-FFF2-40B4-BE49-F238E27FC236}">
                  <a16:creationId xmlns:a16="http://schemas.microsoft.com/office/drawing/2014/main" id="{2390719E-B512-BFA7-D4FF-4E6C00CDB5F3}"/>
                </a:ext>
              </a:extLst>
            </p:cNvPr>
            <p:cNvSpPr txBox="1"/>
            <p:nvPr userDrawn="1"/>
          </p:nvSpPr>
          <p:spPr>
            <a:xfrm rot="16200000">
              <a:off x="12574270" y="5173406"/>
              <a:ext cx="960199" cy="118559"/>
            </a:xfrm>
            <a:prstGeom prst="rect">
              <a:avLst/>
            </a:prstGeom>
            <a:noFill/>
          </p:spPr>
          <p:txBody>
            <a:bodyPr wrap="none" lIns="0" tIns="0" rIns="0" bIns="0" rtlCol="0">
              <a:spAutoFit/>
            </a:bodyPr>
            <a:lstStyle/>
            <a:p>
              <a:pPr algn="l">
                <a:lnSpc>
                  <a:spcPct val="101000"/>
                </a:lnSpc>
                <a:spcAft>
                  <a:spcPts val="600"/>
                </a:spcAft>
              </a:pPr>
              <a:r>
                <a:rPr lang="en-CR" sz="800" b="1">
                  <a:solidFill>
                    <a:srgbClr val="000000"/>
                  </a:solidFill>
                  <a:latin typeface="GT America Regular"/>
                  <a:ea typeface="GT America Regular" charset="0"/>
                  <a:cs typeface="GT America Regular" charset="0"/>
                </a:rPr>
                <a:t>ON MOODY´S BLUE</a:t>
              </a:r>
              <a:endParaRPr kumimoji="0" lang="en-CR" sz="800" b="1" i="0" u="none" strike="noStrike" kern="1200" cap="none" spc="0" normalizeH="0" baseline="0" noProof="0" err="1">
                <a:ln>
                  <a:noFill/>
                </a:ln>
                <a:solidFill>
                  <a:srgbClr val="000000"/>
                </a:solidFill>
                <a:effectLst/>
                <a:uLnTx/>
                <a:uFillTx/>
                <a:latin typeface="GT America Regular"/>
                <a:ea typeface="GT America Regular" charset="0"/>
                <a:cs typeface="GT America Regular" charset="0"/>
              </a:endParaRPr>
            </a:p>
          </p:txBody>
        </p:sp>
      </p:grpSp>
      <p:sp>
        <p:nvSpPr>
          <p:cNvPr id="32" name="TextBox 31">
            <a:extLst>
              <a:ext uri="{FF2B5EF4-FFF2-40B4-BE49-F238E27FC236}">
                <a16:creationId xmlns:a16="http://schemas.microsoft.com/office/drawing/2014/main" id="{D797A2FC-6DF3-E117-D563-1F4F5A9F18B9}"/>
              </a:ext>
            </a:extLst>
          </p:cNvPr>
          <p:cNvSpPr txBox="1"/>
          <p:nvPr userDrawn="1"/>
        </p:nvSpPr>
        <p:spPr>
          <a:xfrm>
            <a:off x="12356815" y="3377042"/>
            <a:ext cx="807913" cy="118559"/>
          </a:xfrm>
          <a:prstGeom prst="rect">
            <a:avLst/>
          </a:prstGeom>
          <a:noFill/>
        </p:spPr>
        <p:txBody>
          <a:bodyPr wrap="none" lIns="0" tIns="0" rIns="0" bIns="0" rtlCol="0">
            <a:spAutoFit/>
          </a:bodyPr>
          <a:lstStyle/>
          <a:p>
            <a:pPr algn="l">
              <a:lnSpc>
                <a:spcPct val="101000"/>
              </a:lnSpc>
              <a:spcAft>
                <a:spcPts val="600"/>
              </a:spcAft>
            </a:pPr>
            <a:r>
              <a:rPr kumimoji="0" lang="en-US" sz="800" b="1" i="0" u="none" strike="noStrike" kern="1200" cap="none" spc="0" normalizeH="0" baseline="0" noProof="0" dirty="0">
                <a:ln>
                  <a:noFill/>
                </a:ln>
                <a:solidFill>
                  <a:srgbClr val="000000"/>
                </a:solidFill>
                <a:effectLst/>
                <a:uLnTx/>
                <a:uFillTx/>
                <a:ea typeface="GT America Regular" charset="0"/>
                <a:cs typeface="GT America Regular" charset="0"/>
              </a:rPr>
              <a:t>For charts ONLY</a:t>
            </a:r>
            <a:endParaRPr kumimoji="0" lang="en-CR" sz="800" b="1" i="0" u="none" strike="noStrike" kern="1200" cap="none" spc="0" normalizeH="0" baseline="0" noProof="0">
              <a:ln>
                <a:noFill/>
              </a:ln>
              <a:solidFill>
                <a:srgbClr val="000000"/>
              </a:solidFill>
              <a:effectLst/>
              <a:uLnTx/>
              <a:uFillTx/>
              <a:ea typeface="GT America Regular" charset="0"/>
              <a:cs typeface="GT America Regular" charset="0"/>
            </a:endParaRPr>
          </a:p>
        </p:txBody>
      </p:sp>
    </p:spTree>
    <p:extLst>
      <p:ext uri="{BB962C8B-B14F-4D97-AF65-F5344CB8AC3E}">
        <p14:creationId xmlns:p14="http://schemas.microsoft.com/office/powerpoint/2010/main" val="3009235209"/>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userDrawn="1">
  <p:cSld name="Contact Sheet 4-up">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DC42E88-6CA5-D615-F095-E179BC98BD17}"/>
              </a:ext>
            </a:extLst>
          </p:cNvPr>
          <p:cNvSpPr/>
          <p:nvPr userDrawn="1"/>
        </p:nvSpPr>
        <p:spPr bwMode="ltGray">
          <a:xfrm>
            <a:off x="2029968" y="987425"/>
            <a:ext cx="2029968" cy="5870575"/>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Slide Number Placeholder 8">
            <a:extLst>
              <a:ext uri="{FF2B5EF4-FFF2-40B4-BE49-F238E27FC236}">
                <a16:creationId xmlns:a16="http://schemas.microsoft.com/office/drawing/2014/main" id="{CCA8152B-F410-5052-DF3D-06C6DD4D2381}"/>
              </a:ext>
            </a:extLst>
          </p:cNvPr>
          <p:cNvSpPr>
            <a:spLocks noGrp="1"/>
          </p:cNvSpPr>
          <p:nvPr>
            <p:ph type="sldNum" sz="quarter" idx="12"/>
          </p:nvPr>
        </p:nvSpPr>
        <p:spPr/>
        <p:txBody>
          <a:bodyPr/>
          <a:lstStyle>
            <a:lvl1pPr>
              <a:defRPr>
                <a:solidFill>
                  <a:schemeClr val="tx1"/>
                </a:solidFill>
              </a:defRPr>
            </a:lvl1pPr>
          </a:lstStyle>
          <a:p>
            <a:fld id="{862A5111-985B-C14D-9115-5787026182A8}" type="slidenum">
              <a:rPr lang="en-US" smtClean="0"/>
              <a:pPr/>
              <a:t>‹#›</a:t>
            </a:fld>
            <a:endParaRPr lang="en-US" dirty="0"/>
          </a:p>
        </p:txBody>
      </p:sp>
      <p:sp>
        <p:nvSpPr>
          <p:cNvPr id="12" name="Rectangle 11">
            <a:extLst>
              <a:ext uri="{FF2B5EF4-FFF2-40B4-BE49-F238E27FC236}">
                <a16:creationId xmlns:a16="http://schemas.microsoft.com/office/drawing/2014/main" id="{34E1A2AF-0ED4-BF22-E0B5-072609F36CD0}"/>
              </a:ext>
            </a:extLst>
          </p:cNvPr>
          <p:cNvSpPr/>
          <p:nvPr userDrawn="1"/>
        </p:nvSpPr>
        <p:spPr bwMode="ltGray">
          <a:xfrm>
            <a:off x="0" y="0"/>
            <a:ext cx="2030571" cy="5586413"/>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Picture Placeholder 9">
            <a:extLst>
              <a:ext uri="{FF2B5EF4-FFF2-40B4-BE49-F238E27FC236}">
                <a16:creationId xmlns:a16="http://schemas.microsoft.com/office/drawing/2014/main" id="{9E00C7D1-33B8-8C13-3170-53723F9DC775}"/>
              </a:ext>
            </a:extLst>
          </p:cNvPr>
          <p:cNvSpPr>
            <a:spLocks noGrp="1"/>
          </p:cNvSpPr>
          <p:nvPr>
            <p:ph type="pic" sz="quarter" idx="29" hasCustomPrompt="1"/>
          </p:nvPr>
        </p:nvSpPr>
        <p:spPr>
          <a:xfrm>
            <a:off x="-1" y="3984625"/>
            <a:ext cx="2025945" cy="1601788"/>
          </a:xfrm>
          <a:noFill/>
          <a:ln>
            <a:noFill/>
          </a:ln>
        </p:spPr>
        <p:txBody>
          <a:bodyPr bIns="731520" anchor="ctr"/>
          <a:lstStyle>
            <a:lvl1pPr algn="ctr">
              <a:defRPr>
                <a:solidFill>
                  <a:schemeClr val="bg1"/>
                </a:solidFill>
                <a:latin typeface="+mn-lt"/>
              </a:defRPr>
            </a:lvl1pPr>
          </a:lstStyle>
          <a:p>
            <a:r>
              <a:rPr lang="en-US" dirty="0"/>
              <a:t>Silhouette</a:t>
            </a:r>
            <a:br>
              <a:rPr lang="en-US" dirty="0"/>
            </a:br>
            <a:r>
              <a:rPr lang="en-US" dirty="0"/>
              <a:t>portrait</a:t>
            </a:r>
          </a:p>
        </p:txBody>
      </p:sp>
      <p:sp>
        <p:nvSpPr>
          <p:cNvPr id="6" name="Rectangle 5">
            <a:extLst>
              <a:ext uri="{FF2B5EF4-FFF2-40B4-BE49-F238E27FC236}">
                <a16:creationId xmlns:a16="http://schemas.microsoft.com/office/drawing/2014/main" id="{DB4AF1C6-2110-AD3D-E932-BB93094FDE3E}"/>
              </a:ext>
            </a:extLst>
          </p:cNvPr>
          <p:cNvSpPr/>
          <p:nvPr userDrawn="1"/>
        </p:nvSpPr>
        <p:spPr bwMode="ltGray">
          <a:xfrm>
            <a:off x="4059936" y="1"/>
            <a:ext cx="2030571" cy="4419599"/>
          </a:xfrm>
          <a:prstGeom prst="rect">
            <a:avLst/>
          </a:prstGeom>
          <a:solidFill>
            <a:srgbClr val="F0F0F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EFC37276-E616-FBAF-DF1A-61E3D82969B3}"/>
              </a:ext>
            </a:extLst>
          </p:cNvPr>
          <p:cNvSpPr/>
          <p:nvPr userDrawn="1"/>
        </p:nvSpPr>
        <p:spPr bwMode="ltGray">
          <a:xfrm>
            <a:off x="6089904" y="2146300"/>
            <a:ext cx="2030571" cy="471170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Picture Placeholder 9">
            <a:extLst>
              <a:ext uri="{FF2B5EF4-FFF2-40B4-BE49-F238E27FC236}">
                <a16:creationId xmlns:a16="http://schemas.microsoft.com/office/drawing/2014/main" id="{6D983F6C-257C-6C67-6EC3-EBCA44E1E447}"/>
              </a:ext>
            </a:extLst>
          </p:cNvPr>
          <p:cNvSpPr>
            <a:spLocks noGrp="1"/>
          </p:cNvSpPr>
          <p:nvPr>
            <p:ph type="pic" sz="quarter" idx="34" hasCustomPrompt="1"/>
          </p:nvPr>
        </p:nvSpPr>
        <p:spPr>
          <a:xfrm>
            <a:off x="2029968" y="5256211"/>
            <a:ext cx="2029968" cy="1601788"/>
          </a:xfrm>
          <a:noFill/>
          <a:ln>
            <a:noFill/>
          </a:ln>
        </p:spPr>
        <p:txBody>
          <a:bodyPr bIns="731520" anchor="ctr"/>
          <a:lstStyle>
            <a:lvl1pPr algn="ctr">
              <a:defRPr>
                <a:solidFill>
                  <a:schemeClr val="bg1"/>
                </a:solidFill>
                <a:latin typeface="+mn-lt"/>
              </a:defRPr>
            </a:lvl1pPr>
          </a:lstStyle>
          <a:p>
            <a:r>
              <a:rPr lang="en-US" dirty="0"/>
              <a:t>Silhouette</a:t>
            </a:r>
            <a:br>
              <a:rPr lang="en-US" dirty="0"/>
            </a:br>
            <a:r>
              <a:rPr lang="en-US" dirty="0"/>
              <a:t>portrait</a:t>
            </a:r>
          </a:p>
        </p:txBody>
      </p:sp>
      <p:sp>
        <p:nvSpPr>
          <p:cNvPr id="26" name="Picture Placeholder 9">
            <a:extLst>
              <a:ext uri="{FF2B5EF4-FFF2-40B4-BE49-F238E27FC236}">
                <a16:creationId xmlns:a16="http://schemas.microsoft.com/office/drawing/2014/main" id="{B30A2EA1-9831-326D-A8C1-2D549EB4933B}"/>
              </a:ext>
            </a:extLst>
          </p:cNvPr>
          <p:cNvSpPr>
            <a:spLocks noGrp="1"/>
          </p:cNvSpPr>
          <p:nvPr>
            <p:ph type="pic" sz="quarter" idx="35" hasCustomPrompt="1"/>
          </p:nvPr>
        </p:nvSpPr>
        <p:spPr>
          <a:xfrm>
            <a:off x="4059936" y="2817812"/>
            <a:ext cx="2029968" cy="1601788"/>
          </a:xfrm>
          <a:noFill/>
          <a:ln>
            <a:noFill/>
          </a:ln>
        </p:spPr>
        <p:txBody>
          <a:bodyPr bIns="731520" anchor="ctr"/>
          <a:lstStyle>
            <a:lvl1pPr algn="ctr">
              <a:defRPr>
                <a:solidFill>
                  <a:schemeClr val="tx1"/>
                </a:solidFill>
                <a:latin typeface="+mn-lt"/>
              </a:defRPr>
            </a:lvl1pPr>
          </a:lstStyle>
          <a:p>
            <a:r>
              <a:rPr lang="en-US" dirty="0"/>
              <a:t>Silhouette</a:t>
            </a:r>
            <a:br>
              <a:rPr lang="en-US" dirty="0"/>
            </a:br>
            <a:r>
              <a:rPr lang="en-US" dirty="0"/>
              <a:t>portrait</a:t>
            </a:r>
          </a:p>
        </p:txBody>
      </p:sp>
      <p:sp>
        <p:nvSpPr>
          <p:cNvPr id="27" name="Picture Placeholder 9">
            <a:extLst>
              <a:ext uri="{FF2B5EF4-FFF2-40B4-BE49-F238E27FC236}">
                <a16:creationId xmlns:a16="http://schemas.microsoft.com/office/drawing/2014/main" id="{788C71B0-0D1B-0F88-EE68-676FD8926F88}"/>
              </a:ext>
            </a:extLst>
          </p:cNvPr>
          <p:cNvSpPr>
            <a:spLocks noGrp="1"/>
          </p:cNvSpPr>
          <p:nvPr>
            <p:ph type="pic" sz="quarter" idx="36" hasCustomPrompt="1"/>
          </p:nvPr>
        </p:nvSpPr>
        <p:spPr>
          <a:xfrm>
            <a:off x="6089904" y="5225465"/>
            <a:ext cx="2029968" cy="1601788"/>
          </a:xfrm>
          <a:noFill/>
          <a:ln>
            <a:noFill/>
          </a:ln>
        </p:spPr>
        <p:txBody>
          <a:bodyPr bIns="731520" anchor="ctr"/>
          <a:lstStyle>
            <a:lvl1pPr algn="ctr">
              <a:defRPr>
                <a:solidFill>
                  <a:schemeClr val="bg1"/>
                </a:solidFill>
                <a:latin typeface="+mn-lt"/>
              </a:defRPr>
            </a:lvl1pPr>
          </a:lstStyle>
          <a:p>
            <a:r>
              <a:rPr lang="en-US" dirty="0"/>
              <a:t>Silhouette</a:t>
            </a:r>
            <a:br>
              <a:rPr lang="en-US" dirty="0"/>
            </a:br>
            <a:r>
              <a:rPr lang="en-US" dirty="0"/>
              <a:t>portrait</a:t>
            </a:r>
          </a:p>
        </p:txBody>
      </p:sp>
      <p:sp>
        <p:nvSpPr>
          <p:cNvPr id="7" name="Title 6">
            <a:extLst>
              <a:ext uri="{FF2B5EF4-FFF2-40B4-BE49-F238E27FC236}">
                <a16:creationId xmlns:a16="http://schemas.microsoft.com/office/drawing/2014/main" id="{4E7DFA94-D58E-B043-9748-F5C033A80605}"/>
              </a:ext>
            </a:extLst>
          </p:cNvPr>
          <p:cNvSpPr>
            <a:spLocks noGrp="1"/>
          </p:cNvSpPr>
          <p:nvPr>
            <p:ph type="title"/>
          </p:nvPr>
        </p:nvSpPr>
        <p:spPr>
          <a:xfrm>
            <a:off x="7600950" y="548640"/>
            <a:ext cx="4044155" cy="873760"/>
          </a:xfrm>
        </p:spPr>
        <p:txBody>
          <a:bodyPr/>
          <a:lstStyle/>
          <a:p>
            <a:r>
              <a:rPr lang="en-US"/>
              <a:t>Click to edit Master title style</a:t>
            </a:r>
            <a:endParaRPr lang="en-US" dirty="0"/>
          </a:p>
        </p:txBody>
      </p:sp>
      <p:sp>
        <p:nvSpPr>
          <p:cNvPr id="5" name="Freeform 5">
            <a:extLst>
              <a:ext uri="{FF2B5EF4-FFF2-40B4-BE49-F238E27FC236}">
                <a16:creationId xmlns:a16="http://schemas.microsoft.com/office/drawing/2014/main" id="{39611C4F-B45F-3A80-F10C-1FE235F3B7E0}"/>
              </a:ext>
            </a:extLst>
          </p:cNvPr>
          <p:cNvSpPr/>
          <p:nvPr userDrawn="1"/>
        </p:nvSpPr>
        <p:spPr bwMode="black">
          <a:xfrm>
            <a:off x="554038" y="6469335"/>
            <a:ext cx="678511" cy="112440"/>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chemeClr val="tx2"/>
          </a:solidFill>
          <a:ln w="0" cap="flat">
            <a:noFill/>
            <a:prstDash val="solid"/>
            <a:miter/>
          </a:ln>
        </p:spPr>
        <p:txBody>
          <a:bodyPr rtlCol="0" anchor="ctr"/>
          <a:lstStyle/>
          <a:p>
            <a:endParaRPr lang="en-US"/>
          </a:p>
        </p:txBody>
      </p:sp>
      <p:sp>
        <p:nvSpPr>
          <p:cNvPr id="20" name="Text Placeholder 19">
            <a:extLst>
              <a:ext uri="{FF2B5EF4-FFF2-40B4-BE49-F238E27FC236}">
                <a16:creationId xmlns:a16="http://schemas.microsoft.com/office/drawing/2014/main" id="{FA57E2A5-07A4-7598-0417-7BDD1699473D}"/>
              </a:ext>
            </a:extLst>
          </p:cNvPr>
          <p:cNvSpPr>
            <a:spLocks noGrp="1"/>
          </p:cNvSpPr>
          <p:nvPr>
            <p:ph type="body" sz="quarter" idx="49" hasCustomPrompt="1"/>
          </p:nvPr>
        </p:nvSpPr>
        <p:spPr>
          <a:xfrm>
            <a:off x="274474" y="552452"/>
            <a:ext cx="1469626" cy="1014412"/>
          </a:xfrm>
        </p:spPr>
        <p:txBody>
          <a:bodyPr>
            <a:normAutofit/>
          </a:bodyPr>
          <a:lstStyle>
            <a:lvl1pPr>
              <a:spcAft>
                <a:spcPts val="200"/>
              </a:spcAft>
              <a:defRPr sz="1200" b="1">
                <a:solidFill>
                  <a:schemeClr val="bg1"/>
                </a:solidFill>
              </a:defRPr>
            </a:lvl1pPr>
            <a:lvl2pPr marL="0" indent="0">
              <a:spcAft>
                <a:spcPts val="0"/>
              </a:spcAft>
              <a:buNone/>
              <a:defRPr sz="1200">
                <a:solidFill>
                  <a:schemeClr val="bg1"/>
                </a:solidFill>
              </a:defRPr>
            </a:lvl2pPr>
            <a:lvl3pPr marL="0" indent="0">
              <a:spcAft>
                <a:spcPts val="0"/>
              </a:spcAft>
              <a:buNone/>
              <a:defRPr sz="1200">
                <a:solidFill>
                  <a:schemeClr val="bg1"/>
                </a:solidFill>
              </a:defRPr>
            </a:lvl3pPr>
            <a:lvl4pPr marL="0" indent="0">
              <a:spcAft>
                <a:spcPts val="0"/>
              </a:spcAft>
              <a:buNone/>
              <a:defRPr sz="1200">
                <a:solidFill>
                  <a:schemeClr val="bg1"/>
                </a:solidFill>
              </a:defRPr>
            </a:lvl4pPr>
            <a:lvl5pPr marL="0" indent="0">
              <a:spcAft>
                <a:spcPts val="0"/>
              </a:spcAft>
              <a:buNone/>
              <a:defRPr sz="1200">
                <a:solidFill>
                  <a:schemeClr val="bg1"/>
                </a:solidFill>
              </a:defRPr>
            </a:lvl5pPr>
            <a:lvl6pPr marL="0" indent="0">
              <a:spcAft>
                <a:spcPts val="0"/>
              </a:spcAft>
              <a:buNone/>
              <a:defRPr>
                <a:solidFill>
                  <a:schemeClr val="bg1"/>
                </a:solidFill>
              </a:defRPr>
            </a:lvl6pPr>
            <a:lvl7pPr marL="0" indent="0">
              <a:spcAft>
                <a:spcPts val="0"/>
              </a:spcAft>
              <a:buNone/>
              <a:defRPr>
                <a:solidFill>
                  <a:schemeClr val="bg1"/>
                </a:solidFill>
              </a:defRPr>
            </a:lvl7pPr>
            <a:lvl8pPr marL="0" indent="0">
              <a:spcAft>
                <a:spcPts val="0"/>
              </a:spcAft>
              <a:buNone/>
              <a:defRPr>
                <a:solidFill>
                  <a:schemeClr val="bg1"/>
                </a:solidFill>
              </a:defRPr>
            </a:lvl8pPr>
            <a:lvl9pPr marL="0" indent="0">
              <a:spcAft>
                <a:spcPts val="0"/>
              </a:spcAft>
              <a:buNone/>
              <a:defRPr>
                <a:solidFill>
                  <a:schemeClr val="bg1"/>
                </a:solidFill>
              </a:defRPr>
            </a:lvl9pPr>
          </a:lstStyle>
          <a:p>
            <a:pPr lvl="0"/>
            <a:r>
              <a:rPr lang="en-US" dirty="0" err="1"/>
              <a:t>Firstname</a:t>
            </a:r>
            <a:r>
              <a:rPr lang="en-US" dirty="0"/>
              <a:t> </a:t>
            </a:r>
            <a:r>
              <a:rPr lang="en-US" dirty="0" err="1"/>
              <a:t>Lastname</a:t>
            </a:r>
            <a:r>
              <a:rPr lang="en-US" dirty="0"/>
              <a:t>, L1</a:t>
            </a:r>
          </a:p>
          <a:p>
            <a:pPr lvl="1"/>
            <a:r>
              <a:rPr lang="en-US" dirty="0"/>
              <a:t>Title/department, L2</a:t>
            </a:r>
          </a:p>
        </p:txBody>
      </p:sp>
      <p:sp>
        <p:nvSpPr>
          <p:cNvPr id="33" name="Text Placeholder 32">
            <a:extLst>
              <a:ext uri="{FF2B5EF4-FFF2-40B4-BE49-F238E27FC236}">
                <a16:creationId xmlns:a16="http://schemas.microsoft.com/office/drawing/2014/main" id="{E601086B-49DB-91F4-74B7-19EC53EE3BBE}"/>
              </a:ext>
            </a:extLst>
          </p:cNvPr>
          <p:cNvSpPr>
            <a:spLocks noGrp="1"/>
          </p:cNvSpPr>
          <p:nvPr>
            <p:ph type="body" sz="quarter" idx="50"/>
          </p:nvPr>
        </p:nvSpPr>
        <p:spPr>
          <a:xfrm>
            <a:off x="2305451" y="1273175"/>
            <a:ext cx="1472184" cy="2416175"/>
          </a:xfrm>
        </p:spPr>
        <p:txBody>
          <a:bodyPr>
            <a:normAutofit/>
          </a:bodyPr>
          <a:lstStyle>
            <a:lvl1pPr marL="0" indent="0">
              <a:buFont typeface="Arial" panose="020B0604020202020204" pitchFamily="34" charset="0"/>
              <a:buNone/>
              <a:defRPr sz="1200" b="1">
                <a:solidFill>
                  <a:schemeClr val="bg1"/>
                </a:solidFill>
              </a:defRPr>
            </a:lvl1pPr>
            <a:lvl2pPr marL="0" indent="0">
              <a:spcAft>
                <a:spcPts val="0"/>
              </a:spcAft>
              <a:buFont typeface="Arial" panose="020B0604020202020204" pitchFamily="34" charset="0"/>
              <a:buNone/>
              <a:defRPr sz="1200">
                <a:solidFill>
                  <a:schemeClr val="bg1"/>
                </a:solidFill>
              </a:defRPr>
            </a:lvl2pPr>
            <a:lvl3pPr marL="0" indent="0">
              <a:spcAft>
                <a:spcPts val="0"/>
              </a:spcAft>
              <a:buFont typeface="Arial" panose="020B0604020202020204" pitchFamily="34" charset="0"/>
              <a:buNone/>
              <a:defRPr sz="1200">
                <a:solidFill>
                  <a:schemeClr val="bg1"/>
                </a:solidFill>
              </a:defRPr>
            </a:lvl3pPr>
            <a:lvl4pPr marL="0" indent="0">
              <a:spcAft>
                <a:spcPts val="0"/>
              </a:spcAft>
              <a:buFont typeface="Arial" panose="020B0604020202020204" pitchFamily="34" charset="0"/>
              <a:buNone/>
              <a:defRPr sz="1200">
                <a:solidFill>
                  <a:schemeClr val="bg1"/>
                </a:solidFill>
              </a:defRPr>
            </a:lvl4pPr>
            <a:lvl5pPr marL="0" indent="0">
              <a:spcAft>
                <a:spcPts val="0"/>
              </a:spcAft>
              <a:buFont typeface="Arial" panose="020B0604020202020204" pitchFamily="34" charset="0"/>
              <a:buNone/>
              <a:defRPr sz="1200">
                <a:solidFill>
                  <a:schemeClr val="bg1"/>
                </a:solidFill>
              </a:defRPr>
            </a:lvl5pPr>
            <a:lvl6pPr marL="0" indent="0">
              <a:spcAft>
                <a:spcPts val="0"/>
              </a:spcAft>
              <a:buNone/>
              <a:defRPr>
                <a:solidFill>
                  <a:schemeClr val="bg1"/>
                </a:solidFill>
              </a:defRPr>
            </a:lvl6pPr>
            <a:lvl7pPr marL="0" indent="0">
              <a:spcAft>
                <a:spcPts val="0"/>
              </a:spcAft>
              <a:buNone/>
              <a:defRPr>
                <a:solidFill>
                  <a:schemeClr val="bg1"/>
                </a:solidFill>
              </a:defRPr>
            </a:lvl7pPr>
            <a:lvl8pPr marL="0" indent="0">
              <a:spcAft>
                <a:spcPts val="0"/>
              </a:spcAft>
              <a:buNone/>
              <a:defRPr>
                <a:solidFill>
                  <a:schemeClr val="bg1"/>
                </a:solidFill>
              </a:defRPr>
            </a:lvl8pPr>
            <a:lvl9pPr marL="0" indent="0">
              <a:spcAft>
                <a:spcPts val="0"/>
              </a:spcAft>
              <a:buNone/>
              <a:defRPr>
                <a:solidFill>
                  <a:schemeClr val="bg1"/>
                </a:solidFill>
              </a:defRPr>
            </a:lvl9pPr>
          </a:lstStyle>
          <a:p>
            <a:pPr lvl="0"/>
            <a:r>
              <a:rPr lang="en-US"/>
              <a:t>Click to edit Master text styles</a:t>
            </a:r>
          </a:p>
          <a:p>
            <a:pPr lvl="1"/>
            <a:r>
              <a:rPr lang="en-US"/>
              <a:t>Second level</a:t>
            </a:r>
          </a:p>
        </p:txBody>
      </p:sp>
      <p:sp>
        <p:nvSpPr>
          <p:cNvPr id="35" name="Text Placeholder 34">
            <a:extLst>
              <a:ext uri="{FF2B5EF4-FFF2-40B4-BE49-F238E27FC236}">
                <a16:creationId xmlns:a16="http://schemas.microsoft.com/office/drawing/2014/main" id="{91795EEA-E69F-C144-C1F3-C2414990FBA1}"/>
              </a:ext>
            </a:extLst>
          </p:cNvPr>
          <p:cNvSpPr>
            <a:spLocks noGrp="1"/>
          </p:cNvSpPr>
          <p:nvPr>
            <p:ph type="body" sz="quarter" idx="51"/>
          </p:nvPr>
        </p:nvSpPr>
        <p:spPr>
          <a:xfrm>
            <a:off x="4339080" y="548641"/>
            <a:ext cx="1472184" cy="1731010"/>
          </a:xfrm>
        </p:spPr>
        <p:txBody>
          <a:bodyPr>
            <a:noAutofit/>
          </a:bodyPr>
          <a:lstStyle>
            <a:lvl1pPr marL="0" indent="0">
              <a:buFont typeface="Arial" panose="020B0604020202020204" pitchFamily="34" charset="0"/>
              <a:buNone/>
              <a:defRPr sz="1200" b="1">
                <a:solidFill>
                  <a:schemeClr val="tx2"/>
                </a:solidFill>
              </a:defRPr>
            </a:lvl1pPr>
            <a:lvl2pPr marL="0" indent="0">
              <a:spcAft>
                <a:spcPts val="0"/>
              </a:spcAft>
              <a:buFont typeface="Arial" panose="020B0604020202020204" pitchFamily="34" charset="0"/>
              <a:buNone/>
              <a:defRPr sz="1200">
                <a:solidFill>
                  <a:schemeClr val="tx1"/>
                </a:solidFill>
              </a:defRPr>
            </a:lvl2pPr>
            <a:lvl3pPr marL="0" indent="0">
              <a:spcAft>
                <a:spcPts val="0"/>
              </a:spcAft>
              <a:buFont typeface="Arial" panose="020B0604020202020204" pitchFamily="34" charset="0"/>
              <a:buNone/>
              <a:defRPr sz="1200">
                <a:solidFill>
                  <a:schemeClr val="tx1"/>
                </a:solidFill>
              </a:defRPr>
            </a:lvl3pPr>
            <a:lvl4pPr marL="0" indent="0">
              <a:spcAft>
                <a:spcPts val="0"/>
              </a:spcAft>
              <a:buFont typeface="Arial" panose="020B0604020202020204" pitchFamily="34" charset="0"/>
              <a:buNone/>
              <a:defRPr sz="1200">
                <a:solidFill>
                  <a:schemeClr val="tx1"/>
                </a:solidFill>
              </a:defRPr>
            </a:lvl4pPr>
            <a:lvl5pPr marL="0" indent="0">
              <a:spcAft>
                <a:spcPts val="0"/>
              </a:spcAft>
              <a:buFont typeface="Arial" panose="020B0604020202020204" pitchFamily="34" charset="0"/>
              <a:buNone/>
              <a:defRPr sz="1200">
                <a:solidFill>
                  <a:schemeClr val="tx1"/>
                </a:solidFill>
              </a:defRPr>
            </a:lvl5pPr>
            <a:lvl6pPr marL="0" indent="0">
              <a:spcAft>
                <a:spcPts val="0"/>
              </a:spcAft>
              <a:buNone/>
              <a:defRPr/>
            </a:lvl6pPr>
            <a:lvl7pPr marL="0" indent="0">
              <a:spcAft>
                <a:spcPts val="0"/>
              </a:spcAft>
              <a:buNone/>
              <a:defRPr/>
            </a:lvl7pPr>
            <a:lvl8pPr marL="0" indent="0">
              <a:spcAft>
                <a:spcPts val="0"/>
              </a:spcAft>
              <a:buNone/>
              <a:defRPr/>
            </a:lvl8pPr>
            <a:lvl9pPr marL="0" indent="0">
              <a:spcAft>
                <a:spcPts val="0"/>
              </a:spcAft>
              <a:buNone/>
              <a:defRPr/>
            </a:lvl9pPr>
          </a:lstStyle>
          <a:p>
            <a:pPr lvl="0"/>
            <a:r>
              <a:rPr lang="en-US"/>
              <a:t>Click to edit Master text styles</a:t>
            </a:r>
          </a:p>
          <a:p>
            <a:pPr lvl="1"/>
            <a:r>
              <a:rPr lang="en-US"/>
              <a:t>Second level</a:t>
            </a:r>
          </a:p>
        </p:txBody>
      </p:sp>
      <p:sp>
        <p:nvSpPr>
          <p:cNvPr id="37" name="Text Placeholder 36">
            <a:extLst>
              <a:ext uri="{FF2B5EF4-FFF2-40B4-BE49-F238E27FC236}">
                <a16:creationId xmlns:a16="http://schemas.microsoft.com/office/drawing/2014/main" id="{2C46E456-167D-6954-BAD6-1AF9A45D1383}"/>
              </a:ext>
            </a:extLst>
          </p:cNvPr>
          <p:cNvSpPr>
            <a:spLocks noGrp="1"/>
          </p:cNvSpPr>
          <p:nvPr>
            <p:ph type="body" sz="quarter" idx="52"/>
          </p:nvPr>
        </p:nvSpPr>
        <p:spPr>
          <a:xfrm>
            <a:off x="6361123" y="2425701"/>
            <a:ext cx="1472184" cy="2141538"/>
          </a:xfrm>
        </p:spPr>
        <p:txBody>
          <a:bodyPr>
            <a:normAutofit/>
          </a:bodyPr>
          <a:lstStyle>
            <a:lvl1pPr marL="0" indent="0">
              <a:buFont typeface="Arial" panose="020B0604020202020204" pitchFamily="34" charset="0"/>
              <a:buNone/>
              <a:defRPr sz="1200" b="1">
                <a:solidFill>
                  <a:schemeClr val="bg1"/>
                </a:solidFill>
              </a:defRPr>
            </a:lvl1pPr>
            <a:lvl2pPr marL="0" indent="0">
              <a:spcAft>
                <a:spcPts val="0"/>
              </a:spcAft>
              <a:buFont typeface="Arial" panose="020B0604020202020204" pitchFamily="34" charset="0"/>
              <a:buNone/>
              <a:defRPr sz="1200">
                <a:solidFill>
                  <a:schemeClr val="bg1"/>
                </a:solidFill>
              </a:defRPr>
            </a:lvl2pPr>
            <a:lvl3pPr marL="0" indent="0">
              <a:spcAft>
                <a:spcPts val="0"/>
              </a:spcAft>
              <a:buFont typeface="Arial" panose="020B0604020202020204" pitchFamily="34" charset="0"/>
              <a:buNone/>
              <a:defRPr sz="1200">
                <a:solidFill>
                  <a:schemeClr val="bg1"/>
                </a:solidFill>
              </a:defRPr>
            </a:lvl3pPr>
            <a:lvl4pPr marL="0" indent="0">
              <a:spcAft>
                <a:spcPts val="0"/>
              </a:spcAft>
              <a:buFont typeface="Arial" panose="020B0604020202020204" pitchFamily="34" charset="0"/>
              <a:buNone/>
              <a:defRPr sz="1200">
                <a:solidFill>
                  <a:schemeClr val="bg1"/>
                </a:solidFill>
              </a:defRPr>
            </a:lvl4pPr>
            <a:lvl5pPr marL="0" indent="0">
              <a:spcAft>
                <a:spcPts val="0"/>
              </a:spcAft>
              <a:buFont typeface="Arial" panose="020B0604020202020204" pitchFamily="34" charset="0"/>
              <a:buNone/>
              <a:defRPr sz="1200">
                <a:solidFill>
                  <a:schemeClr val="bg1"/>
                </a:solidFill>
              </a:defRPr>
            </a:lvl5pPr>
            <a:lvl6pPr marL="0" indent="0">
              <a:spcAft>
                <a:spcPts val="0"/>
              </a:spcAft>
              <a:buNone/>
              <a:defRPr>
                <a:solidFill>
                  <a:schemeClr val="bg1"/>
                </a:solidFill>
              </a:defRPr>
            </a:lvl6pPr>
            <a:lvl7pPr marL="0" indent="0">
              <a:spcAft>
                <a:spcPts val="0"/>
              </a:spcAft>
              <a:buNone/>
              <a:defRPr>
                <a:solidFill>
                  <a:schemeClr val="bg1"/>
                </a:solidFill>
              </a:defRPr>
            </a:lvl7pPr>
            <a:lvl8pPr marL="0" indent="0">
              <a:spcAft>
                <a:spcPts val="0"/>
              </a:spcAft>
              <a:buNone/>
              <a:defRPr>
                <a:solidFill>
                  <a:schemeClr val="bg1"/>
                </a:solidFill>
              </a:defRPr>
            </a:lvl8pPr>
            <a:lvl9pPr marL="0" indent="0">
              <a:spcAft>
                <a:spcPts val="0"/>
              </a:spcAft>
              <a:buNone/>
              <a:defRPr>
                <a:solidFill>
                  <a:schemeClr val="bg1"/>
                </a:solidFill>
              </a:defRPr>
            </a:lvl9pPr>
          </a:lstStyle>
          <a:p>
            <a:pPr lvl="0"/>
            <a:r>
              <a:rPr lang="en-US"/>
              <a:t>Click to edit Master text styles</a:t>
            </a:r>
          </a:p>
          <a:p>
            <a:pPr lvl="1"/>
            <a:r>
              <a:rPr lang="en-US"/>
              <a:t>Second level</a:t>
            </a:r>
          </a:p>
        </p:txBody>
      </p:sp>
      <p:grpSp>
        <p:nvGrpSpPr>
          <p:cNvPr id="2" name="Group 1">
            <a:extLst>
              <a:ext uri="{FF2B5EF4-FFF2-40B4-BE49-F238E27FC236}">
                <a16:creationId xmlns:a16="http://schemas.microsoft.com/office/drawing/2014/main" id="{6D3D5632-646F-61D7-4AE6-BF02FD68B5F5}"/>
              </a:ext>
            </a:extLst>
          </p:cNvPr>
          <p:cNvGrpSpPr/>
          <p:nvPr userDrawn="1"/>
        </p:nvGrpSpPr>
        <p:grpSpPr>
          <a:xfrm>
            <a:off x="12356815" y="0"/>
            <a:ext cx="756834" cy="6872642"/>
            <a:chOff x="12356815" y="0"/>
            <a:chExt cx="756834" cy="6872642"/>
          </a:xfrm>
        </p:grpSpPr>
        <p:sp>
          <p:nvSpPr>
            <p:cNvPr id="4" name="Rectangle 3">
              <a:extLst>
                <a:ext uri="{FF2B5EF4-FFF2-40B4-BE49-F238E27FC236}">
                  <a16:creationId xmlns:a16="http://schemas.microsoft.com/office/drawing/2014/main" id="{CF6E991D-BA97-2E7A-350A-757E3B6809F1}"/>
                </a:ext>
              </a:extLst>
            </p:cNvPr>
            <p:cNvSpPr/>
            <p:nvPr userDrawn="1"/>
          </p:nvSpPr>
          <p:spPr>
            <a:xfrm>
              <a:off x="12356815" y="0"/>
              <a:ext cx="553069" cy="3279913"/>
            </a:xfrm>
            <a:prstGeom prst="rect">
              <a:avLst/>
            </a:prstGeom>
            <a:solidFill>
              <a:srgbClr val="F2F2F2"/>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a:p>
          </p:txBody>
        </p:sp>
        <p:sp>
          <p:nvSpPr>
            <p:cNvPr id="8" name="TextBox 7">
              <a:extLst>
                <a:ext uri="{FF2B5EF4-FFF2-40B4-BE49-F238E27FC236}">
                  <a16:creationId xmlns:a16="http://schemas.microsoft.com/office/drawing/2014/main" id="{DF10D0AA-C868-4255-6C18-FB7B99C476A7}"/>
                </a:ext>
              </a:extLst>
            </p:cNvPr>
            <p:cNvSpPr txBox="1"/>
            <p:nvPr userDrawn="1"/>
          </p:nvSpPr>
          <p:spPr>
            <a:xfrm rot="16200000">
              <a:off x="12332216" y="1580677"/>
              <a:ext cx="1444306" cy="118559"/>
            </a:xfrm>
            <a:prstGeom prst="rect">
              <a:avLst/>
            </a:prstGeom>
            <a:noFill/>
          </p:spPr>
          <p:txBody>
            <a:bodyPr wrap="none" lIns="0" tIns="0" rIns="0" bIns="0" rtlCol="0">
              <a:spAutoFit/>
            </a:bodyPr>
            <a:lstStyle/>
            <a:p>
              <a:pPr algn="l">
                <a:lnSpc>
                  <a:spcPct val="101000"/>
                </a:lnSpc>
                <a:spcAft>
                  <a:spcPts val="600"/>
                </a:spcAft>
              </a:pPr>
              <a:r>
                <a:rPr kumimoji="0" lang="en-CR" sz="800" b="1" i="0" u="none" strike="noStrike" kern="1200" cap="none" spc="0" normalizeH="0" baseline="0" noProof="0">
                  <a:ln>
                    <a:noFill/>
                  </a:ln>
                  <a:solidFill>
                    <a:srgbClr val="000000"/>
                  </a:solidFill>
                  <a:effectLst/>
                  <a:uLnTx/>
                  <a:uFillTx/>
                  <a:ea typeface="GT America Regular" charset="0"/>
                  <a:cs typeface="GT America Regular" charset="0"/>
                </a:rPr>
                <a:t>ON LIGHT AND EXTRA LIGHT</a:t>
              </a:r>
            </a:p>
          </p:txBody>
        </p:sp>
        <p:sp>
          <p:nvSpPr>
            <p:cNvPr id="11" name="Rectangle 10">
              <a:extLst>
                <a:ext uri="{FF2B5EF4-FFF2-40B4-BE49-F238E27FC236}">
                  <a16:creationId xmlns:a16="http://schemas.microsoft.com/office/drawing/2014/main" id="{CDFB9467-E34A-6CC4-7D6F-0F6859E3CD9F}"/>
                </a:ext>
              </a:extLst>
            </p:cNvPr>
            <p:cNvSpPr/>
            <p:nvPr userDrawn="1"/>
          </p:nvSpPr>
          <p:spPr>
            <a:xfrm>
              <a:off x="12356815" y="3592729"/>
              <a:ext cx="553069" cy="3279913"/>
            </a:xfrm>
            <a:prstGeom prst="rect">
              <a:avLst/>
            </a:prstGeom>
            <a:solidFill>
              <a:schemeClr val="tx2"/>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a:p>
          </p:txBody>
        </p:sp>
        <p:grpSp>
          <p:nvGrpSpPr>
            <p:cNvPr id="13" name="Group 12">
              <a:extLst>
                <a:ext uri="{FF2B5EF4-FFF2-40B4-BE49-F238E27FC236}">
                  <a16:creationId xmlns:a16="http://schemas.microsoft.com/office/drawing/2014/main" id="{04F0E233-43D9-F8E9-74B4-5B4ACA013EAB}"/>
                </a:ext>
              </a:extLst>
            </p:cNvPr>
            <p:cNvGrpSpPr/>
            <p:nvPr userDrawn="1"/>
          </p:nvGrpSpPr>
          <p:grpSpPr>
            <a:xfrm>
              <a:off x="12442019" y="3791214"/>
              <a:ext cx="382660" cy="2882942"/>
              <a:chOff x="14001569" y="3716048"/>
              <a:chExt cx="316248" cy="3171236"/>
            </a:xfrm>
          </p:grpSpPr>
          <p:sp>
            <p:nvSpPr>
              <p:cNvPr id="31" name="Rectangle 30">
                <a:extLst>
                  <a:ext uri="{FF2B5EF4-FFF2-40B4-BE49-F238E27FC236}">
                    <a16:creationId xmlns:a16="http://schemas.microsoft.com/office/drawing/2014/main" id="{582CEAD4-908C-79D2-478B-45E3BB38AC8A}"/>
                  </a:ext>
                </a:extLst>
              </p:cNvPr>
              <p:cNvSpPr/>
              <p:nvPr userDrawn="1"/>
            </p:nvSpPr>
            <p:spPr>
              <a:xfrm rot="5400000">
                <a:off x="14033099" y="5954114"/>
                <a:ext cx="253188" cy="316248"/>
              </a:xfrm>
              <a:prstGeom prst="rect">
                <a:avLst/>
              </a:prstGeom>
              <a:solidFill>
                <a:srgbClr val="005E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32" name="Rectangle 31">
                <a:extLst>
                  <a:ext uri="{FF2B5EF4-FFF2-40B4-BE49-F238E27FC236}">
                    <a16:creationId xmlns:a16="http://schemas.microsoft.com/office/drawing/2014/main" id="{0F29B89A-CB4E-E848-6D48-46868DA23DBF}"/>
                  </a:ext>
                </a:extLst>
              </p:cNvPr>
              <p:cNvSpPr/>
              <p:nvPr userDrawn="1"/>
            </p:nvSpPr>
            <p:spPr>
              <a:xfrm rot="5400000">
                <a:off x="14033099" y="6278342"/>
                <a:ext cx="253188" cy="316248"/>
              </a:xfrm>
              <a:prstGeom prst="rect">
                <a:avLst/>
              </a:prstGeom>
              <a:solidFill>
                <a:srgbClr val="B8B9D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34" name="Rectangle 33">
                <a:extLst>
                  <a:ext uri="{FF2B5EF4-FFF2-40B4-BE49-F238E27FC236}">
                    <a16:creationId xmlns:a16="http://schemas.microsoft.com/office/drawing/2014/main" id="{51B61DB6-3676-03AC-77A2-61C592C92B56}"/>
                  </a:ext>
                </a:extLst>
              </p:cNvPr>
              <p:cNvSpPr/>
              <p:nvPr userDrawn="1"/>
            </p:nvSpPr>
            <p:spPr>
              <a:xfrm rot="5400000">
                <a:off x="14033099" y="6602566"/>
                <a:ext cx="253188" cy="316248"/>
              </a:xfrm>
              <a:prstGeom prst="rect">
                <a:avLst/>
              </a:prstGeom>
              <a:solidFill>
                <a:srgbClr val="FBE6D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36" name="Rectangle 35">
                <a:extLst>
                  <a:ext uri="{FF2B5EF4-FFF2-40B4-BE49-F238E27FC236}">
                    <a16:creationId xmlns:a16="http://schemas.microsoft.com/office/drawing/2014/main" id="{077D612B-3D1E-84B2-636E-E963A68E3C89}"/>
                  </a:ext>
                </a:extLst>
              </p:cNvPr>
              <p:cNvSpPr/>
              <p:nvPr userDrawn="1"/>
            </p:nvSpPr>
            <p:spPr>
              <a:xfrm rot="5400000">
                <a:off x="14033099" y="4981430"/>
                <a:ext cx="253188" cy="316248"/>
              </a:xfrm>
              <a:prstGeom prst="rect">
                <a:avLst/>
              </a:prstGeom>
              <a:solidFill>
                <a:srgbClr val="BCE09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38" name="Rectangle 37">
                <a:extLst>
                  <a:ext uri="{FF2B5EF4-FFF2-40B4-BE49-F238E27FC236}">
                    <a16:creationId xmlns:a16="http://schemas.microsoft.com/office/drawing/2014/main" id="{2D3C5B98-6057-FB8A-9CFC-560908C1BC14}"/>
                  </a:ext>
                </a:extLst>
              </p:cNvPr>
              <p:cNvSpPr/>
              <p:nvPr userDrawn="1"/>
            </p:nvSpPr>
            <p:spPr>
              <a:xfrm rot="5400000">
                <a:off x="14033099" y="5305658"/>
                <a:ext cx="253188" cy="316248"/>
              </a:xfrm>
              <a:prstGeom prst="rect">
                <a:avLst/>
              </a:prstGeom>
              <a:solidFill>
                <a:srgbClr val="E9783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39" name="Rectangle 38">
                <a:extLst>
                  <a:ext uri="{FF2B5EF4-FFF2-40B4-BE49-F238E27FC236}">
                    <a16:creationId xmlns:a16="http://schemas.microsoft.com/office/drawing/2014/main" id="{83173415-4649-4B55-C2A9-37BD1207407E}"/>
                  </a:ext>
                </a:extLst>
              </p:cNvPr>
              <p:cNvSpPr/>
              <p:nvPr userDrawn="1"/>
            </p:nvSpPr>
            <p:spPr>
              <a:xfrm rot="5400000">
                <a:off x="14033099" y="5629886"/>
                <a:ext cx="253188" cy="316248"/>
              </a:xfrm>
              <a:prstGeom prst="rect">
                <a:avLst/>
              </a:prstGeom>
              <a:solidFill>
                <a:srgbClr val="B9056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40" name="Rectangle 39">
                <a:extLst>
                  <a:ext uri="{FF2B5EF4-FFF2-40B4-BE49-F238E27FC236}">
                    <a16:creationId xmlns:a16="http://schemas.microsoft.com/office/drawing/2014/main" id="{8906B5F4-3F6B-6DE8-937A-0614236CE90A}"/>
                  </a:ext>
                </a:extLst>
              </p:cNvPr>
              <p:cNvSpPr/>
              <p:nvPr userDrawn="1"/>
            </p:nvSpPr>
            <p:spPr>
              <a:xfrm rot="5400000">
                <a:off x="14033099" y="3684518"/>
                <a:ext cx="253188" cy="316248"/>
              </a:xfrm>
              <a:prstGeom prst="rect">
                <a:avLst/>
              </a:prstGeom>
              <a:solidFill>
                <a:srgbClr val="9DC2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41" name="Rectangle 40">
                <a:extLst>
                  <a:ext uri="{FF2B5EF4-FFF2-40B4-BE49-F238E27FC236}">
                    <a16:creationId xmlns:a16="http://schemas.microsoft.com/office/drawing/2014/main" id="{3A4C49E8-57C7-8EE8-5B8F-FCA241800E1A}"/>
                  </a:ext>
                </a:extLst>
              </p:cNvPr>
              <p:cNvSpPr/>
              <p:nvPr userDrawn="1"/>
            </p:nvSpPr>
            <p:spPr>
              <a:xfrm rot="5400000">
                <a:off x="14033099" y="4008746"/>
                <a:ext cx="253188" cy="316248"/>
              </a:xfrm>
              <a:prstGeom prst="rect">
                <a:avLst/>
              </a:prstGeom>
              <a:solidFill>
                <a:srgbClr val="309DA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42" name="Rectangle 41">
                <a:extLst>
                  <a:ext uri="{FF2B5EF4-FFF2-40B4-BE49-F238E27FC236}">
                    <a16:creationId xmlns:a16="http://schemas.microsoft.com/office/drawing/2014/main" id="{5B85209B-AE9E-DFB6-868C-FAEAC50B243A}"/>
                  </a:ext>
                </a:extLst>
              </p:cNvPr>
              <p:cNvSpPr/>
              <p:nvPr userDrawn="1"/>
            </p:nvSpPr>
            <p:spPr>
              <a:xfrm rot="5400000">
                <a:off x="14033099" y="4332974"/>
                <a:ext cx="253188" cy="316248"/>
              </a:xfrm>
              <a:prstGeom prst="rect">
                <a:avLst/>
              </a:prstGeom>
              <a:solidFill>
                <a:srgbClr val="E2C22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43" name="Rectangle 42">
                <a:extLst>
                  <a:ext uri="{FF2B5EF4-FFF2-40B4-BE49-F238E27FC236}">
                    <a16:creationId xmlns:a16="http://schemas.microsoft.com/office/drawing/2014/main" id="{2606DE1F-2D5F-F2A5-E0A3-9E439B2EFBC9}"/>
                  </a:ext>
                </a:extLst>
              </p:cNvPr>
              <p:cNvSpPr/>
              <p:nvPr userDrawn="1"/>
            </p:nvSpPr>
            <p:spPr>
              <a:xfrm rot="5400000">
                <a:off x="14033099" y="4657202"/>
                <a:ext cx="253188" cy="316248"/>
              </a:xfrm>
              <a:prstGeom prst="rect">
                <a:avLst/>
              </a:prstGeom>
              <a:solidFill>
                <a:srgbClr val="9158B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grpSp>
        <p:grpSp>
          <p:nvGrpSpPr>
            <p:cNvPr id="14" name="Group 13">
              <a:extLst>
                <a:ext uri="{FF2B5EF4-FFF2-40B4-BE49-F238E27FC236}">
                  <a16:creationId xmlns:a16="http://schemas.microsoft.com/office/drawing/2014/main" id="{0F02FA5A-DF41-200A-A03F-E12A5730E243}"/>
                </a:ext>
              </a:extLst>
            </p:cNvPr>
            <p:cNvGrpSpPr/>
            <p:nvPr userDrawn="1"/>
          </p:nvGrpSpPr>
          <p:grpSpPr>
            <a:xfrm>
              <a:off x="12442019" y="198485"/>
              <a:ext cx="382660" cy="2882942"/>
              <a:chOff x="12742785" y="3716048"/>
              <a:chExt cx="316248" cy="3171236"/>
            </a:xfrm>
          </p:grpSpPr>
          <p:sp>
            <p:nvSpPr>
              <p:cNvPr id="16" name="Rectangle 15">
                <a:extLst>
                  <a:ext uri="{FF2B5EF4-FFF2-40B4-BE49-F238E27FC236}">
                    <a16:creationId xmlns:a16="http://schemas.microsoft.com/office/drawing/2014/main" id="{4EA64973-B8DD-14F8-40D8-698BE1F890A5}"/>
                  </a:ext>
                </a:extLst>
              </p:cNvPr>
              <p:cNvSpPr/>
              <p:nvPr userDrawn="1"/>
            </p:nvSpPr>
            <p:spPr>
              <a:xfrm rot="5400000">
                <a:off x="12774315" y="6602566"/>
                <a:ext cx="253188" cy="316248"/>
              </a:xfrm>
              <a:prstGeom prst="rect">
                <a:avLst/>
              </a:prstGeom>
              <a:solidFill>
                <a:srgbClr val="BFD6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17" name="Rectangle 16">
                <a:extLst>
                  <a:ext uri="{FF2B5EF4-FFF2-40B4-BE49-F238E27FC236}">
                    <a16:creationId xmlns:a16="http://schemas.microsoft.com/office/drawing/2014/main" id="{4D96F32A-B97D-DA6C-1048-793932E52175}"/>
                  </a:ext>
                </a:extLst>
              </p:cNvPr>
              <p:cNvSpPr/>
              <p:nvPr userDrawn="1"/>
            </p:nvSpPr>
            <p:spPr>
              <a:xfrm rot="5400000">
                <a:off x="12774315" y="4981430"/>
                <a:ext cx="253188" cy="316248"/>
              </a:xfrm>
              <a:prstGeom prst="rect">
                <a:avLst/>
              </a:prstGeom>
              <a:solidFill>
                <a:srgbClr val="D25F7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18" name="Rectangle 17">
                <a:extLst>
                  <a:ext uri="{FF2B5EF4-FFF2-40B4-BE49-F238E27FC236}">
                    <a16:creationId xmlns:a16="http://schemas.microsoft.com/office/drawing/2014/main" id="{61FD10D4-9A67-0FBC-9EDA-CBF93C2526EB}"/>
                  </a:ext>
                </a:extLst>
              </p:cNvPr>
              <p:cNvSpPr/>
              <p:nvPr userDrawn="1"/>
            </p:nvSpPr>
            <p:spPr>
              <a:xfrm rot="5400000">
                <a:off x="12774315" y="5305658"/>
                <a:ext cx="253188" cy="316248"/>
              </a:xfrm>
              <a:prstGeom prst="rect">
                <a:avLst/>
              </a:prstGeom>
              <a:solidFill>
                <a:srgbClr val="C6480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19" name="Rectangle 18">
                <a:extLst>
                  <a:ext uri="{FF2B5EF4-FFF2-40B4-BE49-F238E27FC236}">
                    <a16:creationId xmlns:a16="http://schemas.microsoft.com/office/drawing/2014/main" id="{3840499D-3073-9753-BA85-56FF27D606E7}"/>
                  </a:ext>
                </a:extLst>
              </p:cNvPr>
              <p:cNvSpPr/>
              <p:nvPr userDrawn="1"/>
            </p:nvSpPr>
            <p:spPr>
              <a:xfrm rot="5400000">
                <a:off x="12774315" y="5629886"/>
                <a:ext cx="253188" cy="316248"/>
              </a:xfrm>
              <a:prstGeom prst="rect">
                <a:avLst/>
              </a:prstGeom>
              <a:solidFill>
                <a:srgbClr val="BA016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22" name="Rectangle 21">
                <a:extLst>
                  <a:ext uri="{FF2B5EF4-FFF2-40B4-BE49-F238E27FC236}">
                    <a16:creationId xmlns:a16="http://schemas.microsoft.com/office/drawing/2014/main" id="{7BFE54A1-7DD0-BDDA-C492-A90961A4408C}"/>
                  </a:ext>
                </a:extLst>
              </p:cNvPr>
              <p:cNvSpPr/>
              <p:nvPr userDrawn="1"/>
            </p:nvSpPr>
            <p:spPr>
              <a:xfrm rot="5400000">
                <a:off x="12774315" y="3684518"/>
                <a:ext cx="253188" cy="316248"/>
              </a:xfrm>
              <a:prstGeom prst="rect">
                <a:avLst/>
              </a:prstGeom>
              <a:solidFill>
                <a:srgbClr val="005E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23" name="Rectangle 22">
                <a:extLst>
                  <a:ext uri="{FF2B5EF4-FFF2-40B4-BE49-F238E27FC236}">
                    <a16:creationId xmlns:a16="http://schemas.microsoft.com/office/drawing/2014/main" id="{2A630A88-A124-101D-3DD5-EEE8976462EE}"/>
                  </a:ext>
                </a:extLst>
              </p:cNvPr>
              <p:cNvSpPr/>
              <p:nvPr userDrawn="1"/>
            </p:nvSpPr>
            <p:spPr>
              <a:xfrm rot="5400000">
                <a:off x="12774315" y="4008746"/>
                <a:ext cx="253188" cy="316248"/>
              </a:xfrm>
              <a:prstGeom prst="rect">
                <a:avLst/>
              </a:prstGeom>
              <a:solidFill>
                <a:srgbClr val="5EB6B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24" name="Rectangle 23">
                <a:extLst>
                  <a:ext uri="{FF2B5EF4-FFF2-40B4-BE49-F238E27FC236}">
                    <a16:creationId xmlns:a16="http://schemas.microsoft.com/office/drawing/2014/main" id="{94D40C7C-5660-E50D-0ACA-D1C9FF9C6721}"/>
                  </a:ext>
                </a:extLst>
              </p:cNvPr>
              <p:cNvSpPr/>
              <p:nvPr userDrawn="1"/>
            </p:nvSpPr>
            <p:spPr>
              <a:xfrm rot="5400000">
                <a:off x="12774315" y="4332974"/>
                <a:ext cx="253188" cy="316248"/>
              </a:xfrm>
              <a:prstGeom prst="rect">
                <a:avLst/>
              </a:prstGeom>
              <a:solidFill>
                <a:srgbClr val="C7AB2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28" name="Rectangle 27">
                <a:extLst>
                  <a:ext uri="{FF2B5EF4-FFF2-40B4-BE49-F238E27FC236}">
                    <a16:creationId xmlns:a16="http://schemas.microsoft.com/office/drawing/2014/main" id="{C8047313-DD44-CF53-2DA0-090768DE3E34}"/>
                  </a:ext>
                </a:extLst>
              </p:cNvPr>
              <p:cNvSpPr/>
              <p:nvPr userDrawn="1"/>
            </p:nvSpPr>
            <p:spPr>
              <a:xfrm rot="5400000">
                <a:off x="12774315" y="4657202"/>
                <a:ext cx="253188" cy="316248"/>
              </a:xfrm>
              <a:prstGeom prst="rect">
                <a:avLst/>
              </a:prstGeom>
              <a:solidFill>
                <a:srgbClr val="5C068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29" name="Rectangle 28">
                <a:extLst>
                  <a:ext uri="{FF2B5EF4-FFF2-40B4-BE49-F238E27FC236}">
                    <a16:creationId xmlns:a16="http://schemas.microsoft.com/office/drawing/2014/main" id="{3875CB01-77B3-713C-9F33-8D315E597B3D}"/>
                  </a:ext>
                </a:extLst>
              </p:cNvPr>
              <p:cNvSpPr/>
              <p:nvPr userDrawn="1"/>
            </p:nvSpPr>
            <p:spPr>
              <a:xfrm rot="5400000">
                <a:off x="12774315" y="5954114"/>
                <a:ext cx="253188" cy="316248"/>
              </a:xfrm>
              <a:prstGeom prst="rect">
                <a:avLst/>
              </a:prstGeom>
              <a:solidFill>
                <a:srgbClr val="2A431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30" name="Rectangle 29">
                <a:extLst>
                  <a:ext uri="{FF2B5EF4-FFF2-40B4-BE49-F238E27FC236}">
                    <a16:creationId xmlns:a16="http://schemas.microsoft.com/office/drawing/2014/main" id="{5A3927E5-6433-5356-247A-8FE12D23C212}"/>
                  </a:ext>
                </a:extLst>
              </p:cNvPr>
              <p:cNvSpPr/>
              <p:nvPr userDrawn="1"/>
            </p:nvSpPr>
            <p:spPr>
              <a:xfrm rot="5400000">
                <a:off x="12774315" y="6278342"/>
                <a:ext cx="253188" cy="316248"/>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grpSp>
        <p:sp>
          <p:nvSpPr>
            <p:cNvPr id="15" name="TextBox 14">
              <a:extLst>
                <a:ext uri="{FF2B5EF4-FFF2-40B4-BE49-F238E27FC236}">
                  <a16:creationId xmlns:a16="http://schemas.microsoft.com/office/drawing/2014/main" id="{E6F62A93-FE33-3752-002F-E5539899041E}"/>
                </a:ext>
              </a:extLst>
            </p:cNvPr>
            <p:cNvSpPr txBox="1"/>
            <p:nvPr userDrawn="1"/>
          </p:nvSpPr>
          <p:spPr>
            <a:xfrm rot="16200000">
              <a:off x="12574270" y="5173406"/>
              <a:ext cx="960199" cy="118559"/>
            </a:xfrm>
            <a:prstGeom prst="rect">
              <a:avLst/>
            </a:prstGeom>
            <a:noFill/>
          </p:spPr>
          <p:txBody>
            <a:bodyPr wrap="none" lIns="0" tIns="0" rIns="0" bIns="0" rtlCol="0">
              <a:spAutoFit/>
            </a:bodyPr>
            <a:lstStyle/>
            <a:p>
              <a:pPr algn="l">
                <a:lnSpc>
                  <a:spcPct val="101000"/>
                </a:lnSpc>
                <a:spcAft>
                  <a:spcPts val="600"/>
                </a:spcAft>
              </a:pPr>
              <a:r>
                <a:rPr lang="en-CR" sz="800" b="1">
                  <a:solidFill>
                    <a:srgbClr val="000000"/>
                  </a:solidFill>
                  <a:latin typeface="GT America Regular"/>
                  <a:ea typeface="GT America Regular" charset="0"/>
                  <a:cs typeface="GT America Regular" charset="0"/>
                </a:rPr>
                <a:t>ON MOODY´S BLUE</a:t>
              </a:r>
              <a:endParaRPr kumimoji="0" lang="en-CR" sz="800" b="1" i="0" u="none" strike="noStrike" kern="1200" cap="none" spc="0" normalizeH="0" baseline="0" noProof="0" err="1">
                <a:ln>
                  <a:noFill/>
                </a:ln>
                <a:solidFill>
                  <a:srgbClr val="000000"/>
                </a:solidFill>
                <a:effectLst/>
                <a:uLnTx/>
                <a:uFillTx/>
                <a:latin typeface="GT America Regular"/>
                <a:ea typeface="GT America Regular" charset="0"/>
                <a:cs typeface="GT America Regular" charset="0"/>
              </a:endParaRPr>
            </a:p>
          </p:txBody>
        </p:sp>
      </p:grpSp>
      <p:sp>
        <p:nvSpPr>
          <p:cNvPr id="44" name="TextBox 43">
            <a:extLst>
              <a:ext uri="{FF2B5EF4-FFF2-40B4-BE49-F238E27FC236}">
                <a16:creationId xmlns:a16="http://schemas.microsoft.com/office/drawing/2014/main" id="{5886AEF5-BCDF-42D6-89A2-A7D86403B360}"/>
              </a:ext>
            </a:extLst>
          </p:cNvPr>
          <p:cNvSpPr txBox="1"/>
          <p:nvPr userDrawn="1"/>
        </p:nvSpPr>
        <p:spPr>
          <a:xfrm>
            <a:off x="12356815" y="3377042"/>
            <a:ext cx="807913" cy="118559"/>
          </a:xfrm>
          <a:prstGeom prst="rect">
            <a:avLst/>
          </a:prstGeom>
          <a:noFill/>
        </p:spPr>
        <p:txBody>
          <a:bodyPr wrap="none" lIns="0" tIns="0" rIns="0" bIns="0" rtlCol="0">
            <a:spAutoFit/>
          </a:bodyPr>
          <a:lstStyle/>
          <a:p>
            <a:pPr algn="l">
              <a:lnSpc>
                <a:spcPct val="101000"/>
              </a:lnSpc>
              <a:spcAft>
                <a:spcPts val="600"/>
              </a:spcAft>
            </a:pPr>
            <a:r>
              <a:rPr kumimoji="0" lang="en-US" sz="800" b="1" i="0" u="none" strike="noStrike" kern="1200" cap="none" spc="0" normalizeH="0" baseline="0" noProof="0" dirty="0">
                <a:ln>
                  <a:noFill/>
                </a:ln>
                <a:solidFill>
                  <a:srgbClr val="000000"/>
                </a:solidFill>
                <a:effectLst/>
                <a:uLnTx/>
                <a:uFillTx/>
                <a:ea typeface="GT America Regular" charset="0"/>
                <a:cs typeface="GT America Regular" charset="0"/>
              </a:rPr>
              <a:t>For charts ONLY</a:t>
            </a:r>
            <a:endParaRPr kumimoji="0" lang="en-CR" sz="800" b="1" i="0" u="none" strike="noStrike" kern="1200" cap="none" spc="0" normalizeH="0" baseline="0" noProof="0">
              <a:ln>
                <a:noFill/>
              </a:ln>
              <a:solidFill>
                <a:srgbClr val="000000"/>
              </a:solidFill>
              <a:effectLst/>
              <a:uLnTx/>
              <a:uFillTx/>
              <a:ea typeface="GT America Regular" charset="0"/>
              <a:cs typeface="GT America Regular" charset="0"/>
            </a:endParaRPr>
          </a:p>
        </p:txBody>
      </p:sp>
    </p:spTree>
    <p:extLst>
      <p:ext uri="{BB962C8B-B14F-4D97-AF65-F5344CB8AC3E}">
        <p14:creationId xmlns:p14="http://schemas.microsoft.com/office/powerpoint/2010/main" val="2164767137"/>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userDrawn="1">
  <p:cSld name="Contact Sheet 5-up">
    <p:spTree>
      <p:nvGrpSpPr>
        <p:cNvPr id="1" name=""/>
        <p:cNvGrpSpPr/>
        <p:nvPr/>
      </p:nvGrpSpPr>
      <p:grpSpPr>
        <a:xfrm>
          <a:off x="0" y="0"/>
          <a:ext cx="0" cy="0"/>
          <a:chOff x="0" y="0"/>
          <a:chExt cx="0" cy="0"/>
        </a:xfrm>
      </p:grpSpPr>
      <p:sp>
        <p:nvSpPr>
          <p:cNvPr id="8" name="Footer Placeholder 7">
            <a:extLst>
              <a:ext uri="{FF2B5EF4-FFF2-40B4-BE49-F238E27FC236}">
                <a16:creationId xmlns:a16="http://schemas.microsoft.com/office/drawing/2014/main" id="{0E2ADB5F-BB7A-E503-6385-47B7F4A752C0}"/>
              </a:ext>
            </a:extLst>
          </p:cNvPr>
          <p:cNvSpPr>
            <a:spLocks noGrp="1"/>
          </p:cNvSpPr>
          <p:nvPr>
            <p:ph type="ftr" sz="quarter" idx="11"/>
          </p:nvPr>
        </p:nvSpPr>
        <p:spPr/>
        <p:txBody>
          <a:bodyPr/>
          <a:lstStyle>
            <a:lvl1pPr>
              <a:defRPr>
                <a:solidFill>
                  <a:schemeClr val="tx1"/>
                </a:solidFill>
              </a:defRPr>
            </a:lvl1pPr>
          </a:lstStyle>
          <a:p>
            <a:r>
              <a:rPr lang="en-US"/>
              <a:t>See slide 12 for instructions on how to update footer</a:t>
            </a:r>
            <a:endParaRPr lang="en-US" dirty="0"/>
          </a:p>
        </p:txBody>
      </p:sp>
      <p:sp>
        <p:nvSpPr>
          <p:cNvPr id="9" name="Slide Number Placeholder 8">
            <a:extLst>
              <a:ext uri="{FF2B5EF4-FFF2-40B4-BE49-F238E27FC236}">
                <a16:creationId xmlns:a16="http://schemas.microsoft.com/office/drawing/2014/main" id="{CCA8152B-F410-5052-DF3D-06C6DD4D2381}"/>
              </a:ext>
            </a:extLst>
          </p:cNvPr>
          <p:cNvSpPr>
            <a:spLocks noGrp="1"/>
          </p:cNvSpPr>
          <p:nvPr>
            <p:ph type="sldNum" sz="quarter" idx="12"/>
          </p:nvPr>
        </p:nvSpPr>
        <p:spPr/>
        <p:txBody>
          <a:bodyPr/>
          <a:lstStyle>
            <a:lvl1pPr>
              <a:defRPr>
                <a:solidFill>
                  <a:schemeClr val="tx1"/>
                </a:solidFill>
              </a:defRPr>
            </a:lvl1pPr>
          </a:lstStyle>
          <a:p>
            <a:fld id="{862A5111-985B-C14D-9115-5787026182A8}" type="slidenum">
              <a:rPr lang="en-US" smtClean="0"/>
              <a:pPr/>
              <a:t>‹#›</a:t>
            </a:fld>
            <a:endParaRPr lang="en-US" dirty="0"/>
          </a:p>
        </p:txBody>
      </p:sp>
      <p:sp>
        <p:nvSpPr>
          <p:cNvPr id="11" name="Picture Placeholder 9">
            <a:extLst>
              <a:ext uri="{FF2B5EF4-FFF2-40B4-BE49-F238E27FC236}">
                <a16:creationId xmlns:a16="http://schemas.microsoft.com/office/drawing/2014/main" id="{E5C7C011-127A-0143-3287-56B2493616F3}"/>
              </a:ext>
            </a:extLst>
          </p:cNvPr>
          <p:cNvSpPr>
            <a:spLocks noGrp="1"/>
          </p:cNvSpPr>
          <p:nvPr>
            <p:ph type="pic" sz="quarter" idx="29" hasCustomPrompt="1"/>
          </p:nvPr>
        </p:nvSpPr>
        <p:spPr>
          <a:xfrm>
            <a:off x="539751" y="2146298"/>
            <a:ext cx="1970120" cy="1975104"/>
          </a:xfrm>
          <a:solidFill>
            <a:schemeClr val="accent1"/>
          </a:solidFill>
          <a:ln>
            <a:noFill/>
          </a:ln>
        </p:spPr>
        <p:txBody>
          <a:bodyPr bIns="822960" anchor="ctr"/>
          <a:lstStyle>
            <a:lvl1pPr algn="ctr">
              <a:defRPr>
                <a:solidFill>
                  <a:schemeClr val="bg1"/>
                </a:solidFill>
                <a:latin typeface="+mn-lt"/>
              </a:defRPr>
            </a:lvl1pPr>
          </a:lstStyle>
          <a:p>
            <a:r>
              <a:rPr lang="en-US" dirty="0"/>
              <a:t>Silhouette</a:t>
            </a:r>
            <a:br>
              <a:rPr lang="en-US" dirty="0"/>
            </a:br>
            <a:r>
              <a:rPr lang="en-US" dirty="0"/>
              <a:t>portrait</a:t>
            </a:r>
          </a:p>
        </p:txBody>
      </p:sp>
      <p:sp>
        <p:nvSpPr>
          <p:cNvPr id="25" name="Picture Placeholder 9">
            <a:extLst>
              <a:ext uri="{FF2B5EF4-FFF2-40B4-BE49-F238E27FC236}">
                <a16:creationId xmlns:a16="http://schemas.microsoft.com/office/drawing/2014/main" id="{319024EE-ED5D-FFF1-5239-5C9EE26262F8}"/>
              </a:ext>
            </a:extLst>
          </p:cNvPr>
          <p:cNvSpPr>
            <a:spLocks noGrp="1"/>
          </p:cNvSpPr>
          <p:nvPr>
            <p:ph type="pic" sz="quarter" idx="35" hasCustomPrompt="1"/>
          </p:nvPr>
        </p:nvSpPr>
        <p:spPr>
          <a:xfrm>
            <a:off x="2605055" y="2146299"/>
            <a:ext cx="1970120" cy="1978025"/>
          </a:xfrm>
          <a:solidFill>
            <a:schemeClr val="tx2"/>
          </a:solidFill>
          <a:ln>
            <a:noFill/>
          </a:ln>
        </p:spPr>
        <p:txBody>
          <a:bodyPr bIns="822960" anchor="ctr"/>
          <a:lstStyle>
            <a:lvl1pPr algn="ctr">
              <a:defRPr>
                <a:solidFill>
                  <a:schemeClr val="bg1"/>
                </a:solidFill>
                <a:latin typeface="+mn-lt"/>
              </a:defRPr>
            </a:lvl1pPr>
          </a:lstStyle>
          <a:p>
            <a:r>
              <a:rPr lang="en-US" dirty="0"/>
              <a:t>Silhouette</a:t>
            </a:r>
            <a:br>
              <a:rPr lang="en-US" dirty="0"/>
            </a:br>
            <a:r>
              <a:rPr lang="en-US" dirty="0"/>
              <a:t>portrait</a:t>
            </a:r>
          </a:p>
        </p:txBody>
      </p:sp>
      <p:sp>
        <p:nvSpPr>
          <p:cNvPr id="35" name="Picture Placeholder 9">
            <a:extLst>
              <a:ext uri="{FF2B5EF4-FFF2-40B4-BE49-F238E27FC236}">
                <a16:creationId xmlns:a16="http://schemas.microsoft.com/office/drawing/2014/main" id="{B9B029C9-1EA7-2BAF-AD5E-CED9490ECA94}"/>
              </a:ext>
            </a:extLst>
          </p:cNvPr>
          <p:cNvSpPr>
            <a:spLocks noGrp="1"/>
          </p:cNvSpPr>
          <p:nvPr>
            <p:ph type="pic" sz="quarter" idx="37" hasCustomPrompt="1"/>
          </p:nvPr>
        </p:nvSpPr>
        <p:spPr>
          <a:xfrm>
            <a:off x="4671913" y="2146299"/>
            <a:ext cx="1970120" cy="1978025"/>
          </a:xfrm>
          <a:solidFill>
            <a:srgbClr val="F0F0F1"/>
          </a:solidFill>
          <a:ln>
            <a:noFill/>
          </a:ln>
        </p:spPr>
        <p:txBody>
          <a:bodyPr bIns="822960" anchor="ctr"/>
          <a:lstStyle>
            <a:lvl1pPr algn="ctr">
              <a:defRPr>
                <a:solidFill>
                  <a:srgbClr val="010101"/>
                </a:solidFill>
                <a:latin typeface="+mn-lt"/>
              </a:defRPr>
            </a:lvl1pPr>
          </a:lstStyle>
          <a:p>
            <a:r>
              <a:rPr lang="en-US" dirty="0"/>
              <a:t>Silhouette</a:t>
            </a:r>
            <a:br>
              <a:rPr lang="en-US" dirty="0"/>
            </a:br>
            <a:r>
              <a:rPr lang="en-US" dirty="0"/>
              <a:t>portrait</a:t>
            </a:r>
          </a:p>
        </p:txBody>
      </p:sp>
      <p:sp>
        <p:nvSpPr>
          <p:cNvPr id="37" name="Picture Placeholder 9">
            <a:extLst>
              <a:ext uri="{FF2B5EF4-FFF2-40B4-BE49-F238E27FC236}">
                <a16:creationId xmlns:a16="http://schemas.microsoft.com/office/drawing/2014/main" id="{F673B5EA-D718-4722-DEAB-0821FF57B30E}"/>
              </a:ext>
            </a:extLst>
          </p:cNvPr>
          <p:cNvSpPr>
            <a:spLocks noGrp="1"/>
          </p:cNvSpPr>
          <p:nvPr>
            <p:ph type="pic" sz="quarter" idx="39" hasCustomPrompt="1"/>
          </p:nvPr>
        </p:nvSpPr>
        <p:spPr>
          <a:xfrm>
            <a:off x="6737217" y="2146299"/>
            <a:ext cx="1970120" cy="1978025"/>
          </a:xfrm>
          <a:solidFill>
            <a:schemeClr val="accent1"/>
          </a:solidFill>
          <a:ln>
            <a:noFill/>
          </a:ln>
        </p:spPr>
        <p:txBody>
          <a:bodyPr bIns="822960" anchor="ctr"/>
          <a:lstStyle>
            <a:lvl1pPr algn="ctr">
              <a:defRPr>
                <a:solidFill>
                  <a:schemeClr val="bg1"/>
                </a:solidFill>
                <a:latin typeface="+mn-lt"/>
              </a:defRPr>
            </a:lvl1pPr>
          </a:lstStyle>
          <a:p>
            <a:r>
              <a:rPr lang="en-US" dirty="0"/>
              <a:t>Silhouette</a:t>
            </a:r>
            <a:br>
              <a:rPr lang="en-US" dirty="0"/>
            </a:br>
            <a:r>
              <a:rPr lang="en-US" dirty="0"/>
              <a:t>portrait</a:t>
            </a:r>
          </a:p>
        </p:txBody>
      </p:sp>
      <p:sp>
        <p:nvSpPr>
          <p:cNvPr id="39" name="Picture Placeholder 9">
            <a:extLst>
              <a:ext uri="{FF2B5EF4-FFF2-40B4-BE49-F238E27FC236}">
                <a16:creationId xmlns:a16="http://schemas.microsoft.com/office/drawing/2014/main" id="{E23557D9-4DEB-2508-E9FF-6F918636B4A4}"/>
              </a:ext>
            </a:extLst>
          </p:cNvPr>
          <p:cNvSpPr>
            <a:spLocks noGrp="1"/>
          </p:cNvSpPr>
          <p:nvPr>
            <p:ph type="pic" sz="quarter" idx="41" hasCustomPrompt="1"/>
          </p:nvPr>
        </p:nvSpPr>
        <p:spPr>
          <a:xfrm>
            <a:off x="8804075" y="2146299"/>
            <a:ext cx="1970120" cy="1978025"/>
          </a:xfrm>
          <a:solidFill>
            <a:srgbClr val="F0F0F1"/>
          </a:solidFill>
          <a:ln>
            <a:noFill/>
          </a:ln>
        </p:spPr>
        <p:txBody>
          <a:bodyPr bIns="822960" anchor="ctr"/>
          <a:lstStyle>
            <a:lvl1pPr algn="ctr">
              <a:defRPr>
                <a:solidFill>
                  <a:srgbClr val="010101"/>
                </a:solidFill>
                <a:latin typeface="+mn-lt"/>
              </a:defRPr>
            </a:lvl1pPr>
          </a:lstStyle>
          <a:p>
            <a:r>
              <a:rPr lang="en-US" dirty="0"/>
              <a:t>Silhouette</a:t>
            </a:r>
            <a:br>
              <a:rPr lang="en-US" dirty="0"/>
            </a:br>
            <a:r>
              <a:rPr lang="en-US" dirty="0"/>
              <a:t>portrait</a:t>
            </a:r>
          </a:p>
        </p:txBody>
      </p:sp>
      <p:sp>
        <p:nvSpPr>
          <p:cNvPr id="5" name="Title 4">
            <a:extLst>
              <a:ext uri="{FF2B5EF4-FFF2-40B4-BE49-F238E27FC236}">
                <a16:creationId xmlns:a16="http://schemas.microsoft.com/office/drawing/2014/main" id="{BD67EC75-3424-7B25-247E-1C6B770541DE}"/>
              </a:ext>
            </a:extLst>
          </p:cNvPr>
          <p:cNvSpPr>
            <a:spLocks noGrp="1"/>
          </p:cNvSpPr>
          <p:nvPr>
            <p:ph type="title"/>
          </p:nvPr>
        </p:nvSpPr>
        <p:spPr/>
        <p:txBody>
          <a:bodyPr/>
          <a:lstStyle/>
          <a:p>
            <a:r>
              <a:rPr lang="en-US"/>
              <a:t>Click to edit Master title style</a:t>
            </a:r>
          </a:p>
        </p:txBody>
      </p:sp>
      <p:sp>
        <p:nvSpPr>
          <p:cNvPr id="4" name="Freeform 5">
            <a:extLst>
              <a:ext uri="{FF2B5EF4-FFF2-40B4-BE49-F238E27FC236}">
                <a16:creationId xmlns:a16="http://schemas.microsoft.com/office/drawing/2014/main" id="{9717D698-1CD5-3DBB-E6F0-6A666FC002C6}"/>
              </a:ext>
            </a:extLst>
          </p:cNvPr>
          <p:cNvSpPr/>
          <p:nvPr userDrawn="1"/>
        </p:nvSpPr>
        <p:spPr bwMode="black">
          <a:xfrm>
            <a:off x="554038" y="6469335"/>
            <a:ext cx="678511" cy="112440"/>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chemeClr val="tx2"/>
          </a:solidFill>
          <a:ln w="0" cap="flat">
            <a:noFill/>
            <a:prstDash val="solid"/>
            <a:miter/>
          </a:ln>
        </p:spPr>
        <p:txBody>
          <a:bodyPr rtlCol="0" anchor="ctr"/>
          <a:lstStyle/>
          <a:p>
            <a:endParaRPr lang="en-US"/>
          </a:p>
        </p:txBody>
      </p:sp>
      <p:sp>
        <p:nvSpPr>
          <p:cNvPr id="19" name="Text Placeholder 10">
            <a:extLst>
              <a:ext uri="{FF2B5EF4-FFF2-40B4-BE49-F238E27FC236}">
                <a16:creationId xmlns:a16="http://schemas.microsoft.com/office/drawing/2014/main" id="{34072C05-AED5-2EFC-938E-482980433E09}"/>
              </a:ext>
            </a:extLst>
          </p:cNvPr>
          <p:cNvSpPr>
            <a:spLocks noGrp="1"/>
          </p:cNvSpPr>
          <p:nvPr>
            <p:ph type="body" sz="quarter" idx="45"/>
          </p:nvPr>
        </p:nvSpPr>
        <p:spPr>
          <a:xfrm>
            <a:off x="548640" y="1127125"/>
            <a:ext cx="11089322" cy="295275"/>
          </a:xfrm>
        </p:spPr>
        <p:txBody>
          <a:bodyPr>
            <a:noAutofit/>
          </a:bodyPr>
          <a:lstStyle>
            <a:lvl1pPr marL="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1pPr>
            <a:lvl2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2pPr>
            <a:lvl3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3pPr>
            <a:lvl4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4pPr>
            <a:lvl5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5pPr>
            <a:lvl6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6pPr>
            <a:lvl7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7pPr>
            <a:lvl8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8pPr>
            <a:lvl9pPr marL="0" indent="0" algn="l" defTabSz="914400" rtl="0" eaLnBrk="1" latinLnBrk="0" hangingPunct="1">
              <a:lnSpc>
                <a:spcPct val="80000"/>
              </a:lnSpc>
              <a:spcBef>
                <a:spcPts val="0"/>
              </a:spcBef>
              <a:spcAft>
                <a:spcPts val="0"/>
              </a:spcAft>
              <a:buNone/>
              <a:defRPr lang="en-US" sz="2400" b="0" i="0" kern="1200" dirty="0">
                <a:solidFill>
                  <a:schemeClr val="accent1"/>
                </a:solidFill>
                <a:latin typeface="+mj-lt"/>
                <a:ea typeface="GT America Regular" charset="0"/>
                <a:cs typeface="GT America Regular" charset="0"/>
              </a:defRPr>
            </a:lvl9pPr>
          </a:lstStyle>
          <a:p>
            <a:pPr lvl="0"/>
            <a:r>
              <a:rPr lang="en-US"/>
              <a:t>Click to edit Master text styles</a:t>
            </a:r>
          </a:p>
        </p:txBody>
      </p:sp>
      <p:sp>
        <p:nvSpPr>
          <p:cNvPr id="31" name="Text Placeholder 30">
            <a:extLst>
              <a:ext uri="{FF2B5EF4-FFF2-40B4-BE49-F238E27FC236}">
                <a16:creationId xmlns:a16="http://schemas.microsoft.com/office/drawing/2014/main" id="{903611B5-888A-47D0-AF1C-FE9A83D8B5B5}"/>
              </a:ext>
            </a:extLst>
          </p:cNvPr>
          <p:cNvSpPr>
            <a:spLocks noGrp="1"/>
          </p:cNvSpPr>
          <p:nvPr>
            <p:ph type="body" sz="quarter" idx="46"/>
          </p:nvPr>
        </p:nvSpPr>
        <p:spPr>
          <a:xfrm>
            <a:off x="549274" y="4273549"/>
            <a:ext cx="1975104" cy="1457325"/>
          </a:xfrm>
        </p:spPr>
        <p:txBody>
          <a:bodyPr>
            <a:normAutofit/>
          </a:bodyPr>
          <a:lstStyle>
            <a:lvl1pPr marL="0" indent="0">
              <a:spcAft>
                <a:spcPts val="200"/>
              </a:spcAft>
              <a:buFont typeface="Arial" panose="020B0604020202020204" pitchFamily="34" charset="0"/>
              <a:buNone/>
              <a:defRPr sz="1200" b="1"/>
            </a:lvl1pPr>
            <a:lvl2pPr marL="0" indent="0">
              <a:buNone/>
              <a:defRPr sz="1200"/>
            </a:lvl2pPr>
            <a:lvl3pPr marL="285750" indent="-285750">
              <a:buClrTx/>
              <a:buFont typeface="GT America" charset="0"/>
              <a:buChar char="→"/>
              <a:defRPr sz="1200"/>
            </a:lvl3pPr>
            <a:lvl4pPr marL="285750" indent="-285750">
              <a:buClrTx/>
              <a:buFont typeface="GT America" charset="0"/>
              <a:buChar char="→"/>
              <a:defRPr sz="1200"/>
            </a:lvl4pPr>
            <a:lvl5pPr marL="285750" indent="-285750">
              <a:buClrTx/>
              <a:buFont typeface="GT America" charset="0"/>
              <a:buChar char="→"/>
              <a:defRPr sz="1200"/>
            </a:lvl5pPr>
            <a:lvl6pPr marL="285750" indent="-285750">
              <a:buClrTx/>
              <a:buFont typeface="GT America" charset="0"/>
              <a:buChar char="→"/>
              <a:defRPr sz="1200"/>
            </a:lvl6pPr>
            <a:lvl7pPr marL="285750" indent="-285750">
              <a:buClrTx/>
              <a:buFont typeface="GT America" charset="0"/>
              <a:buChar char="→"/>
              <a:defRPr sz="1200"/>
            </a:lvl7pPr>
            <a:lvl8pPr marL="285750" indent="-285750">
              <a:buClrTx/>
              <a:buFont typeface="GT America" charset="0"/>
              <a:buChar char="→"/>
              <a:defRPr sz="1200"/>
            </a:lvl8pPr>
            <a:lvl9pPr marL="285750" indent="-285750">
              <a:buClrTx/>
              <a:buFont typeface="GT America" charset="0"/>
              <a:buChar char="→"/>
              <a:defRPr sz="1200"/>
            </a:lvl9pPr>
          </a:lstStyle>
          <a:p>
            <a:pPr lvl="0"/>
            <a:r>
              <a:rPr lang="en-US"/>
              <a:t>Click to edit Master text styles</a:t>
            </a:r>
          </a:p>
          <a:p>
            <a:pPr lvl="1"/>
            <a:r>
              <a:rPr lang="en-US"/>
              <a:t>Second level</a:t>
            </a:r>
          </a:p>
          <a:p>
            <a:pPr lvl="2"/>
            <a:r>
              <a:rPr lang="en-US"/>
              <a:t>Third level</a:t>
            </a:r>
          </a:p>
        </p:txBody>
      </p:sp>
      <p:sp>
        <p:nvSpPr>
          <p:cNvPr id="33" name="Text Placeholder 32">
            <a:extLst>
              <a:ext uri="{FF2B5EF4-FFF2-40B4-BE49-F238E27FC236}">
                <a16:creationId xmlns:a16="http://schemas.microsoft.com/office/drawing/2014/main" id="{BC98379C-7F1B-56B1-A3CE-AC2464AC4CCA}"/>
              </a:ext>
            </a:extLst>
          </p:cNvPr>
          <p:cNvSpPr>
            <a:spLocks noGrp="1"/>
          </p:cNvSpPr>
          <p:nvPr>
            <p:ph type="body" sz="quarter" idx="47"/>
          </p:nvPr>
        </p:nvSpPr>
        <p:spPr>
          <a:xfrm>
            <a:off x="2625857" y="4273549"/>
            <a:ext cx="1975104" cy="1457325"/>
          </a:xfrm>
        </p:spPr>
        <p:txBody>
          <a:bodyPr>
            <a:normAutofit/>
          </a:bodyPr>
          <a:lstStyle>
            <a:lvl1pPr marL="0" indent="0">
              <a:spcAft>
                <a:spcPts val="200"/>
              </a:spcAft>
              <a:buFont typeface="Arial" panose="020B0604020202020204" pitchFamily="34" charset="0"/>
              <a:buNone/>
              <a:defRPr sz="1200" b="1"/>
            </a:lvl1pPr>
            <a:lvl2pPr marL="0" indent="0">
              <a:buNone/>
              <a:defRPr sz="1200"/>
            </a:lvl2pPr>
            <a:lvl3pPr marL="285750" indent="-285750">
              <a:buClrTx/>
              <a:buFont typeface="GT America" charset="0"/>
              <a:buChar char="→"/>
              <a:defRPr sz="1200"/>
            </a:lvl3pPr>
            <a:lvl4pPr marL="285750" indent="-285750">
              <a:buClrTx/>
              <a:buFont typeface="GT America" charset="0"/>
              <a:buChar char="→"/>
              <a:defRPr sz="1200"/>
            </a:lvl4pPr>
            <a:lvl5pPr marL="285750" indent="-285750">
              <a:buClrTx/>
              <a:buFont typeface="GT America" charset="0"/>
              <a:buChar char="→"/>
              <a:defRPr sz="1200"/>
            </a:lvl5pPr>
            <a:lvl6pPr marL="285750" indent="-285750">
              <a:buClrTx/>
              <a:buFont typeface="GT America" charset="0"/>
              <a:buChar char="→"/>
              <a:defRPr sz="1200"/>
            </a:lvl6pPr>
            <a:lvl7pPr marL="285750" indent="-285750">
              <a:buClrTx/>
              <a:buFont typeface="GT America" charset="0"/>
              <a:buChar char="→"/>
              <a:defRPr sz="1200"/>
            </a:lvl7pPr>
            <a:lvl8pPr marL="285750" indent="-285750">
              <a:buClrTx/>
              <a:buFont typeface="GT America" charset="0"/>
              <a:buChar char="→"/>
              <a:defRPr sz="1200"/>
            </a:lvl8pPr>
            <a:lvl9pPr marL="285750" indent="-285750">
              <a:buClrTx/>
              <a:buFont typeface="GT America" charset="0"/>
              <a:buChar char="→"/>
              <a:defRPr sz="1200"/>
            </a:lvl9pPr>
          </a:lstStyle>
          <a:p>
            <a:pPr lvl="0"/>
            <a:r>
              <a:rPr lang="en-US"/>
              <a:t>Click to edit Master text styles</a:t>
            </a:r>
          </a:p>
          <a:p>
            <a:pPr lvl="1"/>
            <a:r>
              <a:rPr lang="en-US"/>
              <a:t>Second level</a:t>
            </a:r>
          </a:p>
          <a:p>
            <a:pPr lvl="2"/>
            <a:r>
              <a:rPr lang="en-US"/>
              <a:t>Third level</a:t>
            </a:r>
          </a:p>
        </p:txBody>
      </p:sp>
      <p:sp>
        <p:nvSpPr>
          <p:cNvPr id="36" name="Text Placeholder 35">
            <a:extLst>
              <a:ext uri="{FF2B5EF4-FFF2-40B4-BE49-F238E27FC236}">
                <a16:creationId xmlns:a16="http://schemas.microsoft.com/office/drawing/2014/main" id="{84EC1E92-0954-710F-591A-C03311440651}"/>
              </a:ext>
            </a:extLst>
          </p:cNvPr>
          <p:cNvSpPr>
            <a:spLocks noGrp="1"/>
          </p:cNvSpPr>
          <p:nvPr>
            <p:ph type="body" sz="quarter" idx="48"/>
          </p:nvPr>
        </p:nvSpPr>
        <p:spPr>
          <a:xfrm>
            <a:off x="4671913" y="4273550"/>
            <a:ext cx="1975104" cy="1457325"/>
          </a:xfrm>
        </p:spPr>
        <p:txBody>
          <a:bodyPr>
            <a:normAutofit/>
          </a:bodyPr>
          <a:lstStyle>
            <a:lvl1pPr marL="0" indent="0">
              <a:spcAft>
                <a:spcPts val="200"/>
              </a:spcAft>
              <a:buFont typeface="Arial" panose="020B0604020202020204" pitchFamily="34" charset="0"/>
              <a:buNone/>
              <a:defRPr sz="1200" b="1"/>
            </a:lvl1pPr>
            <a:lvl2pPr marL="0" indent="0">
              <a:buNone/>
              <a:defRPr sz="1200"/>
            </a:lvl2pPr>
            <a:lvl3pPr marL="285750" indent="-285750">
              <a:buClrTx/>
              <a:buFont typeface="GT America" charset="0"/>
              <a:buChar char="→"/>
              <a:defRPr sz="1200"/>
            </a:lvl3pPr>
            <a:lvl4pPr marL="285750" indent="-285750">
              <a:buClrTx/>
              <a:buFont typeface="GT America" charset="0"/>
              <a:buChar char="→"/>
              <a:defRPr sz="1200"/>
            </a:lvl4pPr>
            <a:lvl5pPr marL="285750" indent="-285750">
              <a:buClrTx/>
              <a:buFont typeface="GT America" charset="0"/>
              <a:buChar char="→"/>
              <a:defRPr sz="1200"/>
            </a:lvl5pPr>
            <a:lvl6pPr marL="285750" indent="-285750">
              <a:buClrTx/>
              <a:buFont typeface="GT America" charset="0"/>
              <a:buChar char="→"/>
              <a:defRPr sz="1200"/>
            </a:lvl6pPr>
            <a:lvl7pPr marL="285750" indent="-285750">
              <a:buClrTx/>
              <a:buFont typeface="GT America" charset="0"/>
              <a:buChar char="→"/>
              <a:defRPr sz="1200"/>
            </a:lvl7pPr>
            <a:lvl8pPr marL="285750" indent="-285750">
              <a:buClrTx/>
              <a:buFont typeface="GT America" charset="0"/>
              <a:buChar char="→"/>
              <a:defRPr sz="1200"/>
            </a:lvl8pPr>
            <a:lvl9pPr marL="285750" indent="-285750">
              <a:buClrTx/>
              <a:buFont typeface="GT America" charset="0"/>
              <a:buChar char="→"/>
              <a:defRPr sz="1200"/>
            </a:lvl9pPr>
          </a:lstStyle>
          <a:p>
            <a:pPr lvl="0"/>
            <a:r>
              <a:rPr lang="en-US"/>
              <a:t>Click to edit Master text styles</a:t>
            </a:r>
          </a:p>
          <a:p>
            <a:pPr lvl="1"/>
            <a:r>
              <a:rPr lang="en-US"/>
              <a:t>Second level</a:t>
            </a:r>
          </a:p>
          <a:p>
            <a:pPr lvl="2"/>
            <a:r>
              <a:rPr lang="en-US"/>
              <a:t>Third level</a:t>
            </a:r>
          </a:p>
        </p:txBody>
      </p:sp>
      <p:sp>
        <p:nvSpPr>
          <p:cNvPr id="40" name="Text Placeholder 39">
            <a:extLst>
              <a:ext uri="{FF2B5EF4-FFF2-40B4-BE49-F238E27FC236}">
                <a16:creationId xmlns:a16="http://schemas.microsoft.com/office/drawing/2014/main" id="{FCBF4A80-B697-CED7-AF3C-C632A2E25B53}"/>
              </a:ext>
            </a:extLst>
          </p:cNvPr>
          <p:cNvSpPr>
            <a:spLocks noGrp="1"/>
          </p:cNvSpPr>
          <p:nvPr>
            <p:ph type="body" sz="quarter" idx="49"/>
          </p:nvPr>
        </p:nvSpPr>
        <p:spPr>
          <a:xfrm>
            <a:off x="6737217" y="4273550"/>
            <a:ext cx="1975104" cy="1457325"/>
          </a:xfrm>
        </p:spPr>
        <p:txBody>
          <a:bodyPr>
            <a:normAutofit/>
          </a:bodyPr>
          <a:lstStyle>
            <a:lvl1pPr marL="0" indent="0">
              <a:spcAft>
                <a:spcPts val="200"/>
              </a:spcAft>
              <a:buFont typeface="Arial" panose="020B0604020202020204" pitchFamily="34" charset="0"/>
              <a:buNone/>
              <a:defRPr sz="1200" b="1"/>
            </a:lvl1pPr>
            <a:lvl2pPr marL="0" indent="0">
              <a:buNone/>
              <a:defRPr sz="1200"/>
            </a:lvl2pPr>
            <a:lvl3pPr marL="285750" indent="-285750">
              <a:buClrTx/>
              <a:buFont typeface="GT America" charset="0"/>
              <a:buChar char="→"/>
              <a:defRPr sz="1200"/>
            </a:lvl3pPr>
            <a:lvl4pPr marL="285750" indent="-285750">
              <a:buClrTx/>
              <a:buFont typeface="GT America" charset="0"/>
              <a:buChar char="→"/>
              <a:defRPr sz="1200"/>
            </a:lvl4pPr>
            <a:lvl5pPr marL="285750" indent="-285750">
              <a:buClrTx/>
              <a:buFont typeface="GT America" charset="0"/>
              <a:buChar char="→"/>
              <a:defRPr sz="1200"/>
            </a:lvl5pPr>
            <a:lvl6pPr marL="285750" indent="-285750">
              <a:buClrTx/>
              <a:buFont typeface="GT America" charset="0"/>
              <a:buChar char="→"/>
              <a:defRPr sz="1200"/>
            </a:lvl6pPr>
            <a:lvl7pPr marL="285750" indent="-285750">
              <a:buClrTx/>
              <a:buFont typeface="GT America" charset="0"/>
              <a:buChar char="→"/>
              <a:defRPr sz="1200"/>
            </a:lvl7pPr>
            <a:lvl8pPr marL="285750" indent="-285750">
              <a:buClrTx/>
              <a:buFont typeface="GT America" charset="0"/>
              <a:buChar char="→"/>
              <a:defRPr sz="1200"/>
            </a:lvl8pPr>
            <a:lvl9pPr marL="285750" indent="-285750">
              <a:buClrTx/>
              <a:buFont typeface="GT America" charset="0"/>
              <a:buChar char="→"/>
              <a:defRPr sz="1200"/>
            </a:lvl9pPr>
          </a:lstStyle>
          <a:p>
            <a:pPr lvl="0"/>
            <a:r>
              <a:rPr lang="en-US"/>
              <a:t>Click to edit Master text styles</a:t>
            </a:r>
          </a:p>
          <a:p>
            <a:pPr lvl="1"/>
            <a:r>
              <a:rPr lang="en-US"/>
              <a:t>Second level</a:t>
            </a:r>
          </a:p>
          <a:p>
            <a:pPr lvl="2"/>
            <a:r>
              <a:rPr lang="en-US"/>
              <a:t>Third level</a:t>
            </a:r>
          </a:p>
        </p:txBody>
      </p:sp>
      <p:sp>
        <p:nvSpPr>
          <p:cNvPr id="42" name="Text Placeholder 41">
            <a:extLst>
              <a:ext uri="{FF2B5EF4-FFF2-40B4-BE49-F238E27FC236}">
                <a16:creationId xmlns:a16="http://schemas.microsoft.com/office/drawing/2014/main" id="{447A49B2-21EC-9A60-A49A-B88D32D6BCEA}"/>
              </a:ext>
            </a:extLst>
          </p:cNvPr>
          <p:cNvSpPr>
            <a:spLocks noGrp="1"/>
          </p:cNvSpPr>
          <p:nvPr>
            <p:ph type="body" sz="quarter" idx="50"/>
          </p:nvPr>
        </p:nvSpPr>
        <p:spPr>
          <a:xfrm>
            <a:off x="8813800" y="4281487"/>
            <a:ext cx="1975104" cy="1457325"/>
          </a:xfrm>
        </p:spPr>
        <p:txBody>
          <a:bodyPr>
            <a:normAutofit/>
          </a:bodyPr>
          <a:lstStyle>
            <a:lvl1pPr marL="0" indent="0">
              <a:spcAft>
                <a:spcPts val="200"/>
              </a:spcAft>
              <a:buFont typeface="Arial" panose="020B0604020202020204" pitchFamily="34" charset="0"/>
              <a:buNone/>
              <a:defRPr sz="1200" b="1"/>
            </a:lvl1pPr>
            <a:lvl2pPr marL="0" indent="0">
              <a:buNone/>
              <a:defRPr sz="1200"/>
            </a:lvl2pPr>
            <a:lvl3pPr marL="285750" indent="-285750">
              <a:buClrTx/>
              <a:buFont typeface="GT America" charset="0"/>
              <a:buChar char="→"/>
              <a:defRPr sz="1200"/>
            </a:lvl3pPr>
            <a:lvl4pPr marL="0" indent="0">
              <a:buClrTx/>
              <a:buFont typeface="GT America" charset="0"/>
              <a:buNone/>
              <a:defRPr sz="1200"/>
            </a:lvl4pPr>
            <a:lvl5pPr marL="285750" indent="-285750">
              <a:buClrTx/>
              <a:buFont typeface="GT America" charset="0"/>
              <a:buChar char="→"/>
              <a:defRPr sz="1200"/>
            </a:lvl5pPr>
            <a:lvl6pPr marL="285750" indent="-285750">
              <a:buClrTx/>
              <a:buFont typeface="GT America" charset="0"/>
              <a:buChar char="→"/>
              <a:defRPr sz="1200"/>
            </a:lvl6pPr>
            <a:lvl7pPr marL="285750" indent="-285750">
              <a:buClrTx/>
              <a:buFont typeface="GT America" charset="0"/>
              <a:buChar char="→"/>
              <a:defRPr sz="1200"/>
            </a:lvl7pPr>
            <a:lvl8pPr marL="285750" indent="-285750">
              <a:buClrTx/>
              <a:buFont typeface="GT America" charset="0"/>
              <a:buChar char="→"/>
              <a:defRPr sz="1200"/>
            </a:lvl8pPr>
            <a:lvl9pPr marL="285750" indent="-285750">
              <a:buClrTx/>
              <a:buFont typeface="GT America" charset="0"/>
              <a:buChar char="→"/>
              <a:defRPr sz="1200"/>
            </a:lvl9pPr>
          </a:lstStyle>
          <a:p>
            <a:pPr lvl="0"/>
            <a:r>
              <a:rPr lang="en-US"/>
              <a:t>Click to edit Master text styles</a:t>
            </a:r>
          </a:p>
          <a:p>
            <a:pPr lvl="1"/>
            <a:r>
              <a:rPr lang="en-US"/>
              <a:t>Second level</a:t>
            </a:r>
          </a:p>
          <a:p>
            <a:pPr lvl="2"/>
            <a:r>
              <a:rPr lang="en-US"/>
              <a:t>Third level</a:t>
            </a:r>
          </a:p>
        </p:txBody>
      </p:sp>
      <p:grpSp>
        <p:nvGrpSpPr>
          <p:cNvPr id="2" name="Group 1">
            <a:extLst>
              <a:ext uri="{FF2B5EF4-FFF2-40B4-BE49-F238E27FC236}">
                <a16:creationId xmlns:a16="http://schemas.microsoft.com/office/drawing/2014/main" id="{3AFD6D26-3DCD-CE96-B5FD-30F3CC02F1AB}"/>
              </a:ext>
            </a:extLst>
          </p:cNvPr>
          <p:cNvGrpSpPr/>
          <p:nvPr userDrawn="1"/>
        </p:nvGrpSpPr>
        <p:grpSpPr>
          <a:xfrm>
            <a:off x="12356815" y="0"/>
            <a:ext cx="756834" cy="6872642"/>
            <a:chOff x="12356815" y="0"/>
            <a:chExt cx="756834" cy="6872642"/>
          </a:xfrm>
        </p:grpSpPr>
        <p:sp>
          <p:nvSpPr>
            <p:cNvPr id="3" name="Rectangle 2">
              <a:extLst>
                <a:ext uri="{FF2B5EF4-FFF2-40B4-BE49-F238E27FC236}">
                  <a16:creationId xmlns:a16="http://schemas.microsoft.com/office/drawing/2014/main" id="{C78B4C26-D64B-7B78-CB4C-6802016EC0C0}"/>
                </a:ext>
              </a:extLst>
            </p:cNvPr>
            <p:cNvSpPr/>
            <p:nvPr userDrawn="1"/>
          </p:nvSpPr>
          <p:spPr>
            <a:xfrm>
              <a:off x="12356815" y="0"/>
              <a:ext cx="553069" cy="3279913"/>
            </a:xfrm>
            <a:prstGeom prst="rect">
              <a:avLst/>
            </a:prstGeom>
            <a:solidFill>
              <a:srgbClr val="F2F2F2"/>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a:p>
          </p:txBody>
        </p:sp>
        <p:sp>
          <p:nvSpPr>
            <p:cNvPr id="6" name="TextBox 5">
              <a:extLst>
                <a:ext uri="{FF2B5EF4-FFF2-40B4-BE49-F238E27FC236}">
                  <a16:creationId xmlns:a16="http://schemas.microsoft.com/office/drawing/2014/main" id="{96CE7389-AD19-68AC-ECA0-9A17684EC0B4}"/>
                </a:ext>
              </a:extLst>
            </p:cNvPr>
            <p:cNvSpPr txBox="1"/>
            <p:nvPr userDrawn="1"/>
          </p:nvSpPr>
          <p:spPr>
            <a:xfrm rot="16200000">
              <a:off x="12332216" y="1580677"/>
              <a:ext cx="1444306" cy="118559"/>
            </a:xfrm>
            <a:prstGeom prst="rect">
              <a:avLst/>
            </a:prstGeom>
            <a:noFill/>
          </p:spPr>
          <p:txBody>
            <a:bodyPr wrap="none" lIns="0" tIns="0" rIns="0" bIns="0" rtlCol="0">
              <a:spAutoFit/>
            </a:bodyPr>
            <a:lstStyle/>
            <a:p>
              <a:pPr algn="l">
                <a:lnSpc>
                  <a:spcPct val="101000"/>
                </a:lnSpc>
                <a:spcAft>
                  <a:spcPts val="600"/>
                </a:spcAft>
              </a:pPr>
              <a:r>
                <a:rPr kumimoji="0" lang="en-CR" sz="800" b="1" i="0" u="none" strike="noStrike" kern="1200" cap="none" spc="0" normalizeH="0" baseline="0" noProof="0">
                  <a:ln>
                    <a:noFill/>
                  </a:ln>
                  <a:solidFill>
                    <a:srgbClr val="000000"/>
                  </a:solidFill>
                  <a:effectLst/>
                  <a:uLnTx/>
                  <a:uFillTx/>
                  <a:ea typeface="GT America Regular" charset="0"/>
                  <a:cs typeface="GT America Regular" charset="0"/>
                </a:rPr>
                <a:t>ON LIGHT AND EXTRA LIGHT</a:t>
              </a:r>
            </a:p>
          </p:txBody>
        </p:sp>
        <p:sp>
          <p:nvSpPr>
            <p:cNvPr id="7" name="Rectangle 6">
              <a:extLst>
                <a:ext uri="{FF2B5EF4-FFF2-40B4-BE49-F238E27FC236}">
                  <a16:creationId xmlns:a16="http://schemas.microsoft.com/office/drawing/2014/main" id="{10314AC8-0978-3095-855D-D5D77C062F65}"/>
                </a:ext>
              </a:extLst>
            </p:cNvPr>
            <p:cNvSpPr/>
            <p:nvPr userDrawn="1"/>
          </p:nvSpPr>
          <p:spPr>
            <a:xfrm>
              <a:off x="12356815" y="3592729"/>
              <a:ext cx="553069" cy="3279913"/>
            </a:xfrm>
            <a:prstGeom prst="rect">
              <a:avLst/>
            </a:prstGeom>
            <a:solidFill>
              <a:schemeClr val="tx2"/>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a:p>
          </p:txBody>
        </p:sp>
        <p:grpSp>
          <p:nvGrpSpPr>
            <p:cNvPr id="10" name="Group 9">
              <a:extLst>
                <a:ext uri="{FF2B5EF4-FFF2-40B4-BE49-F238E27FC236}">
                  <a16:creationId xmlns:a16="http://schemas.microsoft.com/office/drawing/2014/main" id="{7D0FD2B2-5E79-0601-1AB5-E0CB1876B698}"/>
                </a:ext>
              </a:extLst>
            </p:cNvPr>
            <p:cNvGrpSpPr/>
            <p:nvPr userDrawn="1"/>
          </p:nvGrpSpPr>
          <p:grpSpPr>
            <a:xfrm>
              <a:off x="12442019" y="3791214"/>
              <a:ext cx="382660" cy="2882942"/>
              <a:chOff x="14001569" y="3716048"/>
              <a:chExt cx="316248" cy="3171236"/>
            </a:xfrm>
          </p:grpSpPr>
          <p:sp>
            <p:nvSpPr>
              <p:cNvPr id="26" name="Rectangle 25">
                <a:extLst>
                  <a:ext uri="{FF2B5EF4-FFF2-40B4-BE49-F238E27FC236}">
                    <a16:creationId xmlns:a16="http://schemas.microsoft.com/office/drawing/2014/main" id="{CB86F89B-F840-A7F0-80F3-53AE1C0FB634}"/>
                  </a:ext>
                </a:extLst>
              </p:cNvPr>
              <p:cNvSpPr/>
              <p:nvPr userDrawn="1"/>
            </p:nvSpPr>
            <p:spPr>
              <a:xfrm rot="5400000">
                <a:off x="14033099" y="5954114"/>
                <a:ext cx="253188" cy="316248"/>
              </a:xfrm>
              <a:prstGeom prst="rect">
                <a:avLst/>
              </a:prstGeom>
              <a:solidFill>
                <a:srgbClr val="005E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27" name="Rectangle 26">
                <a:extLst>
                  <a:ext uri="{FF2B5EF4-FFF2-40B4-BE49-F238E27FC236}">
                    <a16:creationId xmlns:a16="http://schemas.microsoft.com/office/drawing/2014/main" id="{32CA05E3-8F43-F504-411F-8B9AFCB1C73C}"/>
                  </a:ext>
                </a:extLst>
              </p:cNvPr>
              <p:cNvSpPr/>
              <p:nvPr userDrawn="1"/>
            </p:nvSpPr>
            <p:spPr>
              <a:xfrm rot="5400000">
                <a:off x="14033099" y="6278342"/>
                <a:ext cx="253188" cy="316248"/>
              </a:xfrm>
              <a:prstGeom prst="rect">
                <a:avLst/>
              </a:prstGeom>
              <a:solidFill>
                <a:srgbClr val="B8B9D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28" name="Rectangle 27">
                <a:extLst>
                  <a:ext uri="{FF2B5EF4-FFF2-40B4-BE49-F238E27FC236}">
                    <a16:creationId xmlns:a16="http://schemas.microsoft.com/office/drawing/2014/main" id="{E39138DF-41AE-96E5-E311-9B03044EAD7D}"/>
                  </a:ext>
                </a:extLst>
              </p:cNvPr>
              <p:cNvSpPr/>
              <p:nvPr userDrawn="1"/>
            </p:nvSpPr>
            <p:spPr>
              <a:xfrm rot="5400000">
                <a:off x="14033099" y="6602566"/>
                <a:ext cx="253188" cy="316248"/>
              </a:xfrm>
              <a:prstGeom prst="rect">
                <a:avLst/>
              </a:prstGeom>
              <a:solidFill>
                <a:srgbClr val="FBE6D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29" name="Rectangle 28">
                <a:extLst>
                  <a:ext uri="{FF2B5EF4-FFF2-40B4-BE49-F238E27FC236}">
                    <a16:creationId xmlns:a16="http://schemas.microsoft.com/office/drawing/2014/main" id="{A57F3BFE-2C9A-1087-85AD-13BADAA718AA}"/>
                  </a:ext>
                </a:extLst>
              </p:cNvPr>
              <p:cNvSpPr/>
              <p:nvPr userDrawn="1"/>
            </p:nvSpPr>
            <p:spPr>
              <a:xfrm rot="5400000">
                <a:off x="14033099" y="4981430"/>
                <a:ext cx="253188" cy="316248"/>
              </a:xfrm>
              <a:prstGeom prst="rect">
                <a:avLst/>
              </a:prstGeom>
              <a:solidFill>
                <a:srgbClr val="BCE09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30" name="Rectangle 29">
                <a:extLst>
                  <a:ext uri="{FF2B5EF4-FFF2-40B4-BE49-F238E27FC236}">
                    <a16:creationId xmlns:a16="http://schemas.microsoft.com/office/drawing/2014/main" id="{BF16A5EA-3C0A-3DDB-968C-1BF332D75F04}"/>
                  </a:ext>
                </a:extLst>
              </p:cNvPr>
              <p:cNvSpPr/>
              <p:nvPr userDrawn="1"/>
            </p:nvSpPr>
            <p:spPr>
              <a:xfrm rot="5400000">
                <a:off x="14033099" y="5305658"/>
                <a:ext cx="253188" cy="316248"/>
              </a:xfrm>
              <a:prstGeom prst="rect">
                <a:avLst/>
              </a:prstGeom>
              <a:solidFill>
                <a:srgbClr val="E9783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32" name="Rectangle 31">
                <a:extLst>
                  <a:ext uri="{FF2B5EF4-FFF2-40B4-BE49-F238E27FC236}">
                    <a16:creationId xmlns:a16="http://schemas.microsoft.com/office/drawing/2014/main" id="{FF1BE60D-180B-E3B3-C78E-EC0596784FBE}"/>
                  </a:ext>
                </a:extLst>
              </p:cNvPr>
              <p:cNvSpPr/>
              <p:nvPr userDrawn="1"/>
            </p:nvSpPr>
            <p:spPr>
              <a:xfrm rot="5400000">
                <a:off x="14033099" y="5629886"/>
                <a:ext cx="253188" cy="316248"/>
              </a:xfrm>
              <a:prstGeom prst="rect">
                <a:avLst/>
              </a:prstGeom>
              <a:solidFill>
                <a:srgbClr val="B9056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34" name="Rectangle 33">
                <a:extLst>
                  <a:ext uri="{FF2B5EF4-FFF2-40B4-BE49-F238E27FC236}">
                    <a16:creationId xmlns:a16="http://schemas.microsoft.com/office/drawing/2014/main" id="{334DA9A2-690D-E5AD-3319-3F6DA626A085}"/>
                  </a:ext>
                </a:extLst>
              </p:cNvPr>
              <p:cNvSpPr/>
              <p:nvPr userDrawn="1"/>
            </p:nvSpPr>
            <p:spPr>
              <a:xfrm rot="5400000">
                <a:off x="14033099" y="3684518"/>
                <a:ext cx="253188" cy="316248"/>
              </a:xfrm>
              <a:prstGeom prst="rect">
                <a:avLst/>
              </a:prstGeom>
              <a:solidFill>
                <a:srgbClr val="9DC2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38" name="Rectangle 37">
                <a:extLst>
                  <a:ext uri="{FF2B5EF4-FFF2-40B4-BE49-F238E27FC236}">
                    <a16:creationId xmlns:a16="http://schemas.microsoft.com/office/drawing/2014/main" id="{B5D16448-E8FB-1CE5-6B0A-0DC05D027DD6}"/>
                  </a:ext>
                </a:extLst>
              </p:cNvPr>
              <p:cNvSpPr/>
              <p:nvPr userDrawn="1"/>
            </p:nvSpPr>
            <p:spPr>
              <a:xfrm rot="5400000">
                <a:off x="14033099" y="4008746"/>
                <a:ext cx="253188" cy="316248"/>
              </a:xfrm>
              <a:prstGeom prst="rect">
                <a:avLst/>
              </a:prstGeom>
              <a:solidFill>
                <a:srgbClr val="309DA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41" name="Rectangle 40">
                <a:extLst>
                  <a:ext uri="{FF2B5EF4-FFF2-40B4-BE49-F238E27FC236}">
                    <a16:creationId xmlns:a16="http://schemas.microsoft.com/office/drawing/2014/main" id="{47B23071-A580-F566-7CAD-C6192BC75DD5}"/>
                  </a:ext>
                </a:extLst>
              </p:cNvPr>
              <p:cNvSpPr/>
              <p:nvPr userDrawn="1"/>
            </p:nvSpPr>
            <p:spPr>
              <a:xfrm rot="5400000">
                <a:off x="14033099" y="4332974"/>
                <a:ext cx="253188" cy="316248"/>
              </a:xfrm>
              <a:prstGeom prst="rect">
                <a:avLst/>
              </a:prstGeom>
              <a:solidFill>
                <a:srgbClr val="E2C22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43" name="Rectangle 42">
                <a:extLst>
                  <a:ext uri="{FF2B5EF4-FFF2-40B4-BE49-F238E27FC236}">
                    <a16:creationId xmlns:a16="http://schemas.microsoft.com/office/drawing/2014/main" id="{98889C44-94D3-A112-B4DA-DD25CA580F66}"/>
                  </a:ext>
                </a:extLst>
              </p:cNvPr>
              <p:cNvSpPr/>
              <p:nvPr userDrawn="1"/>
            </p:nvSpPr>
            <p:spPr>
              <a:xfrm rot="5400000">
                <a:off x="14033099" y="4657202"/>
                <a:ext cx="253188" cy="316248"/>
              </a:xfrm>
              <a:prstGeom prst="rect">
                <a:avLst/>
              </a:prstGeom>
              <a:solidFill>
                <a:srgbClr val="9158B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grpSp>
        <p:grpSp>
          <p:nvGrpSpPr>
            <p:cNvPr id="12" name="Group 11">
              <a:extLst>
                <a:ext uri="{FF2B5EF4-FFF2-40B4-BE49-F238E27FC236}">
                  <a16:creationId xmlns:a16="http://schemas.microsoft.com/office/drawing/2014/main" id="{33D3DB2C-6443-33A8-04D7-265FC24206B2}"/>
                </a:ext>
              </a:extLst>
            </p:cNvPr>
            <p:cNvGrpSpPr/>
            <p:nvPr userDrawn="1"/>
          </p:nvGrpSpPr>
          <p:grpSpPr>
            <a:xfrm>
              <a:off x="12442019" y="198485"/>
              <a:ext cx="382660" cy="2882942"/>
              <a:chOff x="12742785" y="3716048"/>
              <a:chExt cx="316248" cy="3171236"/>
            </a:xfrm>
          </p:grpSpPr>
          <p:sp>
            <p:nvSpPr>
              <p:cNvPr id="14" name="Rectangle 13">
                <a:extLst>
                  <a:ext uri="{FF2B5EF4-FFF2-40B4-BE49-F238E27FC236}">
                    <a16:creationId xmlns:a16="http://schemas.microsoft.com/office/drawing/2014/main" id="{6E345A6D-1AF6-259A-C96B-1E6DDD6854C3}"/>
                  </a:ext>
                </a:extLst>
              </p:cNvPr>
              <p:cNvSpPr/>
              <p:nvPr userDrawn="1"/>
            </p:nvSpPr>
            <p:spPr>
              <a:xfrm rot="5400000">
                <a:off x="12774315" y="6602566"/>
                <a:ext cx="253188" cy="316248"/>
              </a:xfrm>
              <a:prstGeom prst="rect">
                <a:avLst/>
              </a:prstGeom>
              <a:solidFill>
                <a:srgbClr val="BFD6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15" name="Rectangle 14">
                <a:extLst>
                  <a:ext uri="{FF2B5EF4-FFF2-40B4-BE49-F238E27FC236}">
                    <a16:creationId xmlns:a16="http://schemas.microsoft.com/office/drawing/2014/main" id="{983CAEBE-0403-95A9-DCFB-2397DF8927D3}"/>
                  </a:ext>
                </a:extLst>
              </p:cNvPr>
              <p:cNvSpPr/>
              <p:nvPr userDrawn="1"/>
            </p:nvSpPr>
            <p:spPr>
              <a:xfrm rot="5400000">
                <a:off x="12774315" y="4981430"/>
                <a:ext cx="253188" cy="316248"/>
              </a:xfrm>
              <a:prstGeom prst="rect">
                <a:avLst/>
              </a:prstGeom>
              <a:solidFill>
                <a:srgbClr val="D25F7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16" name="Rectangle 15">
                <a:extLst>
                  <a:ext uri="{FF2B5EF4-FFF2-40B4-BE49-F238E27FC236}">
                    <a16:creationId xmlns:a16="http://schemas.microsoft.com/office/drawing/2014/main" id="{3CE5E1DF-17D6-2B12-7F32-053CE4E00476}"/>
                  </a:ext>
                </a:extLst>
              </p:cNvPr>
              <p:cNvSpPr/>
              <p:nvPr userDrawn="1"/>
            </p:nvSpPr>
            <p:spPr>
              <a:xfrm rot="5400000">
                <a:off x="12774315" y="5305658"/>
                <a:ext cx="253188" cy="316248"/>
              </a:xfrm>
              <a:prstGeom prst="rect">
                <a:avLst/>
              </a:prstGeom>
              <a:solidFill>
                <a:srgbClr val="C6480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17" name="Rectangle 16">
                <a:extLst>
                  <a:ext uri="{FF2B5EF4-FFF2-40B4-BE49-F238E27FC236}">
                    <a16:creationId xmlns:a16="http://schemas.microsoft.com/office/drawing/2014/main" id="{05120014-27C2-0AB6-D133-E0A4EB9102CA}"/>
                  </a:ext>
                </a:extLst>
              </p:cNvPr>
              <p:cNvSpPr/>
              <p:nvPr userDrawn="1"/>
            </p:nvSpPr>
            <p:spPr>
              <a:xfrm rot="5400000">
                <a:off x="12774315" y="5629886"/>
                <a:ext cx="253188" cy="316248"/>
              </a:xfrm>
              <a:prstGeom prst="rect">
                <a:avLst/>
              </a:prstGeom>
              <a:solidFill>
                <a:srgbClr val="BA016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18" name="Rectangle 17">
                <a:extLst>
                  <a:ext uri="{FF2B5EF4-FFF2-40B4-BE49-F238E27FC236}">
                    <a16:creationId xmlns:a16="http://schemas.microsoft.com/office/drawing/2014/main" id="{DB3A6DCA-9E15-FEFE-A54D-5E1878E86561}"/>
                  </a:ext>
                </a:extLst>
              </p:cNvPr>
              <p:cNvSpPr/>
              <p:nvPr userDrawn="1"/>
            </p:nvSpPr>
            <p:spPr>
              <a:xfrm rot="5400000">
                <a:off x="12774315" y="3684518"/>
                <a:ext cx="253188" cy="316248"/>
              </a:xfrm>
              <a:prstGeom prst="rect">
                <a:avLst/>
              </a:prstGeom>
              <a:solidFill>
                <a:srgbClr val="005E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20" name="Rectangle 19">
                <a:extLst>
                  <a:ext uri="{FF2B5EF4-FFF2-40B4-BE49-F238E27FC236}">
                    <a16:creationId xmlns:a16="http://schemas.microsoft.com/office/drawing/2014/main" id="{819F524F-D20E-E40F-37B3-960FF49E284C}"/>
                  </a:ext>
                </a:extLst>
              </p:cNvPr>
              <p:cNvSpPr/>
              <p:nvPr userDrawn="1"/>
            </p:nvSpPr>
            <p:spPr>
              <a:xfrm rot="5400000">
                <a:off x="12774315" y="4008746"/>
                <a:ext cx="253188" cy="316248"/>
              </a:xfrm>
              <a:prstGeom prst="rect">
                <a:avLst/>
              </a:prstGeom>
              <a:solidFill>
                <a:srgbClr val="5EB6B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21" name="Rectangle 20">
                <a:extLst>
                  <a:ext uri="{FF2B5EF4-FFF2-40B4-BE49-F238E27FC236}">
                    <a16:creationId xmlns:a16="http://schemas.microsoft.com/office/drawing/2014/main" id="{525CE540-035C-64D5-6138-5D0EBB605599}"/>
                  </a:ext>
                </a:extLst>
              </p:cNvPr>
              <p:cNvSpPr/>
              <p:nvPr userDrawn="1"/>
            </p:nvSpPr>
            <p:spPr>
              <a:xfrm rot="5400000">
                <a:off x="12774315" y="4332974"/>
                <a:ext cx="253188" cy="316248"/>
              </a:xfrm>
              <a:prstGeom prst="rect">
                <a:avLst/>
              </a:prstGeom>
              <a:solidFill>
                <a:srgbClr val="C7AB2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22" name="Rectangle 21">
                <a:extLst>
                  <a:ext uri="{FF2B5EF4-FFF2-40B4-BE49-F238E27FC236}">
                    <a16:creationId xmlns:a16="http://schemas.microsoft.com/office/drawing/2014/main" id="{CDCFF4E6-66CA-E598-A86F-5703783307F0}"/>
                  </a:ext>
                </a:extLst>
              </p:cNvPr>
              <p:cNvSpPr/>
              <p:nvPr userDrawn="1"/>
            </p:nvSpPr>
            <p:spPr>
              <a:xfrm rot="5400000">
                <a:off x="12774315" y="4657202"/>
                <a:ext cx="253188" cy="316248"/>
              </a:xfrm>
              <a:prstGeom prst="rect">
                <a:avLst/>
              </a:prstGeom>
              <a:solidFill>
                <a:srgbClr val="5C068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23" name="Rectangle 22">
                <a:extLst>
                  <a:ext uri="{FF2B5EF4-FFF2-40B4-BE49-F238E27FC236}">
                    <a16:creationId xmlns:a16="http://schemas.microsoft.com/office/drawing/2014/main" id="{9F1406D7-9B99-83C6-B88F-9658CDEFC57C}"/>
                  </a:ext>
                </a:extLst>
              </p:cNvPr>
              <p:cNvSpPr/>
              <p:nvPr userDrawn="1"/>
            </p:nvSpPr>
            <p:spPr>
              <a:xfrm rot="5400000">
                <a:off x="12774315" y="5954114"/>
                <a:ext cx="253188" cy="316248"/>
              </a:xfrm>
              <a:prstGeom prst="rect">
                <a:avLst/>
              </a:prstGeom>
              <a:solidFill>
                <a:srgbClr val="2A431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24" name="Rectangle 23">
                <a:extLst>
                  <a:ext uri="{FF2B5EF4-FFF2-40B4-BE49-F238E27FC236}">
                    <a16:creationId xmlns:a16="http://schemas.microsoft.com/office/drawing/2014/main" id="{F3108D09-5C1C-BD3A-298E-C37C7A8D5265}"/>
                  </a:ext>
                </a:extLst>
              </p:cNvPr>
              <p:cNvSpPr/>
              <p:nvPr userDrawn="1"/>
            </p:nvSpPr>
            <p:spPr>
              <a:xfrm rot="5400000">
                <a:off x="12774315" y="6278342"/>
                <a:ext cx="253188" cy="316248"/>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grpSp>
        <p:sp>
          <p:nvSpPr>
            <p:cNvPr id="13" name="TextBox 12">
              <a:extLst>
                <a:ext uri="{FF2B5EF4-FFF2-40B4-BE49-F238E27FC236}">
                  <a16:creationId xmlns:a16="http://schemas.microsoft.com/office/drawing/2014/main" id="{CCD93950-0A59-53FC-7D96-5CCAD0F38941}"/>
                </a:ext>
              </a:extLst>
            </p:cNvPr>
            <p:cNvSpPr txBox="1"/>
            <p:nvPr userDrawn="1"/>
          </p:nvSpPr>
          <p:spPr>
            <a:xfrm rot="16200000">
              <a:off x="12574270" y="5173406"/>
              <a:ext cx="960199" cy="118559"/>
            </a:xfrm>
            <a:prstGeom prst="rect">
              <a:avLst/>
            </a:prstGeom>
            <a:noFill/>
          </p:spPr>
          <p:txBody>
            <a:bodyPr wrap="none" lIns="0" tIns="0" rIns="0" bIns="0" rtlCol="0">
              <a:spAutoFit/>
            </a:bodyPr>
            <a:lstStyle/>
            <a:p>
              <a:pPr algn="l">
                <a:lnSpc>
                  <a:spcPct val="101000"/>
                </a:lnSpc>
                <a:spcAft>
                  <a:spcPts val="600"/>
                </a:spcAft>
              </a:pPr>
              <a:r>
                <a:rPr lang="en-CR" sz="800" b="1">
                  <a:solidFill>
                    <a:srgbClr val="000000"/>
                  </a:solidFill>
                  <a:latin typeface="GT America Regular"/>
                  <a:ea typeface="GT America Regular" charset="0"/>
                  <a:cs typeface="GT America Regular" charset="0"/>
                </a:rPr>
                <a:t>ON MOODY´S BLUE</a:t>
              </a:r>
              <a:endParaRPr kumimoji="0" lang="en-CR" sz="800" b="1" i="0" u="none" strike="noStrike" kern="1200" cap="none" spc="0" normalizeH="0" baseline="0" noProof="0" err="1">
                <a:ln>
                  <a:noFill/>
                </a:ln>
                <a:solidFill>
                  <a:srgbClr val="000000"/>
                </a:solidFill>
                <a:effectLst/>
                <a:uLnTx/>
                <a:uFillTx/>
                <a:latin typeface="GT America Regular"/>
                <a:ea typeface="GT America Regular" charset="0"/>
                <a:cs typeface="GT America Regular" charset="0"/>
              </a:endParaRPr>
            </a:p>
          </p:txBody>
        </p:sp>
      </p:grpSp>
      <p:sp>
        <p:nvSpPr>
          <p:cNvPr id="44" name="TextBox 43">
            <a:extLst>
              <a:ext uri="{FF2B5EF4-FFF2-40B4-BE49-F238E27FC236}">
                <a16:creationId xmlns:a16="http://schemas.microsoft.com/office/drawing/2014/main" id="{0DEEA438-F045-8312-895F-E6C49CDCBC96}"/>
              </a:ext>
            </a:extLst>
          </p:cNvPr>
          <p:cNvSpPr txBox="1"/>
          <p:nvPr userDrawn="1"/>
        </p:nvSpPr>
        <p:spPr>
          <a:xfrm>
            <a:off x="12356815" y="3377042"/>
            <a:ext cx="807913" cy="118559"/>
          </a:xfrm>
          <a:prstGeom prst="rect">
            <a:avLst/>
          </a:prstGeom>
          <a:noFill/>
        </p:spPr>
        <p:txBody>
          <a:bodyPr wrap="none" lIns="0" tIns="0" rIns="0" bIns="0" rtlCol="0">
            <a:spAutoFit/>
          </a:bodyPr>
          <a:lstStyle/>
          <a:p>
            <a:pPr algn="l">
              <a:lnSpc>
                <a:spcPct val="101000"/>
              </a:lnSpc>
              <a:spcAft>
                <a:spcPts val="600"/>
              </a:spcAft>
            </a:pPr>
            <a:r>
              <a:rPr kumimoji="0" lang="en-US" sz="800" b="1" i="0" u="none" strike="noStrike" kern="1200" cap="none" spc="0" normalizeH="0" baseline="0" noProof="0" dirty="0">
                <a:ln>
                  <a:noFill/>
                </a:ln>
                <a:solidFill>
                  <a:srgbClr val="000000"/>
                </a:solidFill>
                <a:effectLst/>
                <a:uLnTx/>
                <a:uFillTx/>
                <a:ea typeface="GT America Regular" charset="0"/>
                <a:cs typeface="GT America Regular" charset="0"/>
              </a:rPr>
              <a:t>For charts ONLY</a:t>
            </a:r>
            <a:endParaRPr kumimoji="0" lang="en-CR" sz="800" b="1" i="0" u="none" strike="noStrike" kern="1200" cap="none" spc="0" normalizeH="0" baseline="0" noProof="0">
              <a:ln>
                <a:noFill/>
              </a:ln>
              <a:solidFill>
                <a:srgbClr val="000000"/>
              </a:solidFill>
              <a:effectLst/>
              <a:uLnTx/>
              <a:uFillTx/>
              <a:ea typeface="GT America Regular" charset="0"/>
              <a:cs typeface="GT America Regular" charset="0"/>
            </a:endParaRPr>
          </a:p>
        </p:txBody>
      </p:sp>
    </p:spTree>
    <p:extLst>
      <p:ext uri="{BB962C8B-B14F-4D97-AF65-F5344CB8AC3E}">
        <p14:creationId xmlns:p14="http://schemas.microsoft.com/office/powerpoint/2010/main" val="1744491168"/>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userDrawn="1">
  <p:cSld name="Contact sheet 9-up">
    <p:spTree>
      <p:nvGrpSpPr>
        <p:cNvPr id="1" name=""/>
        <p:cNvGrpSpPr/>
        <p:nvPr/>
      </p:nvGrpSpPr>
      <p:grpSpPr>
        <a:xfrm>
          <a:off x="0" y="0"/>
          <a:ext cx="0" cy="0"/>
          <a:chOff x="0" y="0"/>
          <a:chExt cx="0" cy="0"/>
        </a:xfrm>
      </p:grpSpPr>
      <p:sp>
        <p:nvSpPr>
          <p:cNvPr id="8" name="Footer Placeholder 7">
            <a:extLst>
              <a:ext uri="{FF2B5EF4-FFF2-40B4-BE49-F238E27FC236}">
                <a16:creationId xmlns:a16="http://schemas.microsoft.com/office/drawing/2014/main" id="{0E2ADB5F-BB7A-E503-6385-47B7F4A752C0}"/>
              </a:ext>
            </a:extLst>
          </p:cNvPr>
          <p:cNvSpPr>
            <a:spLocks noGrp="1"/>
          </p:cNvSpPr>
          <p:nvPr>
            <p:ph type="ftr" sz="quarter" idx="11"/>
          </p:nvPr>
        </p:nvSpPr>
        <p:spPr/>
        <p:txBody>
          <a:bodyPr/>
          <a:lstStyle>
            <a:lvl1pPr>
              <a:defRPr>
                <a:solidFill>
                  <a:schemeClr val="tx1"/>
                </a:solidFill>
              </a:defRPr>
            </a:lvl1pPr>
          </a:lstStyle>
          <a:p>
            <a:r>
              <a:rPr lang="en-US"/>
              <a:t>See slide 12 for instructions on how to update footer</a:t>
            </a:r>
            <a:endParaRPr lang="en-US" dirty="0"/>
          </a:p>
        </p:txBody>
      </p:sp>
      <p:sp>
        <p:nvSpPr>
          <p:cNvPr id="9" name="Slide Number Placeholder 8">
            <a:extLst>
              <a:ext uri="{FF2B5EF4-FFF2-40B4-BE49-F238E27FC236}">
                <a16:creationId xmlns:a16="http://schemas.microsoft.com/office/drawing/2014/main" id="{CCA8152B-F410-5052-DF3D-06C6DD4D2381}"/>
              </a:ext>
            </a:extLst>
          </p:cNvPr>
          <p:cNvSpPr>
            <a:spLocks noGrp="1"/>
          </p:cNvSpPr>
          <p:nvPr>
            <p:ph type="sldNum" sz="quarter" idx="12"/>
          </p:nvPr>
        </p:nvSpPr>
        <p:spPr/>
        <p:txBody>
          <a:bodyPr/>
          <a:lstStyle>
            <a:lvl1pPr>
              <a:defRPr>
                <a:solidFill>
                  <a:schemeClr val="tx1"/>
                </a:solidFill>
              </a:defRPr>
            </a:lvl1pPr>
          </a:lstStyle>
          <a:p>
            <a:fld id="{862A5111-985B-C14D-9115-5787026182A8}" type="slidenum">
              <a:rPr lang="en-US" smtClean="0"/>
              <a:pPr/>
              <a:t>‹#›</a:t>
            </a:fld>
            <a:endParaRPr lang="en-US" dirty="0"/>
          </a:p>
        </p:txBody>
      </p:sp>
      <p:sp>
        <p:nvSpPr>
          <p:cNvPr id="11" name="Picture Placeholder 9">
            <a:extLst>
              <a:ext uri="{FF2B5EF4-FFF2-40B4-BE49-F238E27FC236}">
                <a16:creationId xmlns:a16="http://schemas.microsoft.com/office/drawing/2014/main" id="{E5C7C011-127A-0143-3287-56B2493616F3}"/>
              </a:ext>
            </a:extLst>
          </p:cNvPr>
          <p:cNvSpPr>
            <a:spLocks noGrp="1"/>
          </p:cNvSpPr>
          <p:nvPr>
            <p:ph type="pic" sz="quarter" idx="29" hasCustomPrompt="1"/>
          </p:nvPr>
        </p:nvSpPr>
        <p:spPr>
          <a:xfrm>
            <a:off x="548640" y="1849438"/>
            <a:ext cx="723656" cy="725487"/>
          </a:xfrm>
          <a:solidFill>
            <a:schemeClr val="accent1"/>
          </a:solidFill>
          <a:ln>
            <a:noFill/>
          </a:ln>
        </p:spPr>
        <p:txBody>
          <a:bodyPr anchor="b">
            <a:normAutofit/>
          </a:bodyPr>
          <a:lstStyle>
            <a:lvl1pPr algn="ctr">
              <a:defRPr sz="800">
                <a:solidFill>
                  <a:schemeClr val="bg1"/>
                </a:solidFill>
                <a:latin typeface="+mn-lt"/>
              </a:defRPr>
            </a:lvl1pPr>
          </a:lstStyle>
          <a:p>
            <a:r>
              <a:rPr lang="en-US" dirty="0"/>
              <a:t>Silhouette</a:t>
            </a:r>
            <a:br>
              <a:rPr lang="en-US" dirty="0"/>
            </a:br>
            <a:r>
              <a:rPr lang="en-US" dirty="0"/>
              <a:t>portrait</a:t>
            </a:r>
          </a:p>
        </p:txBody>
      </p:sp>
      <p:sp>
        <p:nvSpPr>
          <p:cNvPr id="28" name="Picture Placeholder 9">
            <a:extLst>
              <a:ext uri="{FF2B5EF4-FFF2-40B4-BE49-F238E27FC236}">
                <a16:creationId xmlns:a16="http://schemas.microsoft.com/office/drawing/2014/main" id="{17A4289C-7601-5CA4-4C3A-5F28EB369581}"/>
              </a:ext>
            </a:extLst>
          </p:cNvPr>
          <p:cNvSpPr>
            <a:spLocks noGrp="1"/>
          </p:cNvSpPr>
          <p:nvPr>
            <p:ph type="pic" sz="quarter" idx="43" hasCustomPrompt="1"/>
          </p:nvPr>
        </p:nvSpPr>
        <p:spPr>
          <a:xfrm>
            <a:off x="548640" y="3295650"/>
            <a:ext cx="723656" cy="725487"/>
          </a:xfrm>
          <a:solidFill>
            <a:schemeClr val="accent1"/>
          </a:solidFill>
          <a:ln>
            <a:noFill/>
          </a:ln>
        </p:spPr>
        <p:txBody>
          <a:bodyPr anchor="b">
            <a:normAutofit/>
          </a:bodyPr>
          <a:lstStyle>
            <a:lvl1pPr algn="ctr">
              <a:defRPr sz="800">
                <a:solidFill>
                  <a:schemeClr val="bg1"/>
                </a:solidFill>
                <a:latin typeface="+mn-lt"/>
              </a:defRPr>
            </a:lvl1pPr>
          </a:lstStyle>
          <a:p>
            <a:r>
              <a:rPr lang="en-US" dirty="0"/>
              <a:t>Silhouette</a:t>
            </a:r>
            <a:br>
              <a:rPr lang="en-US" dirty="0"/>
            </a:br>
            <a:r>
              <a:rPr lang="en-US" dirty="0"/>
              <a:t>portrait</a:t>
            </a:r>
          </a:p>
        </p:txBody>
      </p:sp>
      <p:sp>
        <p:nvSpPr>
          <p:cNvPr id="31" name="Picture Placeholder 9">
            <a:extLst>
              <a:ext uri="{FF2B5EF4-FFF2-40B4-BE49-F238E27FC236}">
                <a16:creationId xmlns:a16="http://schemas.microsoft.com/office/drawing/2014/main" id="{A0C2F317-7D2F-8DB5-8348-18AA8221AAE9}"/>
              </a:ext>
            </a:extLst>
          </p:cNvPr>
          <p:cNvSpPr>
            <a:spLocks noGrp="1"/>
          </p:cNvSpPr>
          <p:nvPr>
            <p:ph type="pic" sz="quarter" idx="45" hasCustomPrompt="1"/>
          </p:nvPr>
        </p:nvSpPr>
        <p:spPr>
          <a:xfrm>
            <a:off x="548640" y="4743563"/>
            <a:ext cx="723656" cy="725487"/>
          </a:xfrm>
          <a:solidFill>
            <a:schemeClr val="accent1"/>
          </a:solidFill>
          <a:ln>
            <a:noFill/>
          </a:ln>
        </p:spPr>
        <p:txBody>
          <a:bodyPr anchor="b">
            <a:normAutofit/>
          </a:bodyPr>
          <a:lstStyle>
            <a:lvl1pPr algn="ctr">
              <a:defRPr sz="800">
                <a:solidFill>
                  <a:schemeClr val="bg1"/>
                </a:solidFill>
                <a:latin typeface="+mn-lt"/>
              </a:defRPr>
            </a:lvl1pPr>
          </a:lstStyle>
          <a:p>
            <a:r>
              <a:rPr lang="en-US" dirty="0"/>
              <a:t>Silhouette</a:t>
            </a:r>
            <a:br>
              <a:rPr lang="en-US" dirty="0"/>
            </a:br>
            <a:r>
              <a:rPr lang="en-US" dirty="0"/>
              <a:t>portrait</a:t>
            </a:r>
          </a:p>
        </p:txBody>
      </p:sp>
      <p:sp>
        <p:nvSpPr>
          <p:cNvPr id="55" name="Picture Placeholder 9">
            <a:extLst>
              <a:ext uri="{FF2B5EF4-FFF2-40B4-BE49-F238E27FC236}">
                <a16:creationId xmlns:a16="http://schemas.microsoft.com/office/drawing/2014/main" id="{4471B4C7-4613-EEB3-9308-87F186645DFC}"/>
              </a:ext>
            </a:extLst>
          </p:cNvPr>
          <p:cNvSpPr>
            <a:spLocks noGrp="1"/>
          </p:cNvSpPr>
          <p:nvPr>
            <p:ph type="pic" sz="quarter" idx="47" hasCustomPrompt="1"/>
          </p:nvPr>
        </p:nvSpPr>
        <p:spPr>
          <a:xfrm>
            <a:off x="4407408" y="1844676"/>
            <a:ext cx="723656" cy="725487"/>
          </a:xfrm>
          <a:solidFill>
            <a:schemeClr val="accent1"/>
          </a:solidFill>
          <a:ln>
            <a:noFill/>
          </a:ln>
        </p:spPr>
        <p:txBody>
          <a:bodyPr anchor="b">
            <a:normAutofit/>
          </a:bodyPr>
          <a:lstStyle>
            <a:lvl1pPr algn="ctr">
              <a:defRPr sz="800">
                <a:solidFill>
                  <a:schemeClr val="bg1"/>
                </a:solidFill>
                <a:latin typeface="+mn-lt"/>
              </a:defRPr>
            </a:lvl1pPr>
          </a:lstStyle>
          <a:p>
            <a:r>
              <a:rPr lang="en-US" dirty="0"/>
              <a:t>Silhouette</a:t>
            </a:r>
            <a:br>
              <a:rPr lang="en-US" dirty="0"/>
            </a:br>
            <a:r>
              <a:rPr lang="en-US" dirty="0"/>
              <a:t>portrait</a:t>
            </a:r>
          </a:p>
        </p:txBody>
      </p:sp>
      <p:sp>
        <p:nvSpPr>
          <p:cNvPr id="58" name="Picture Placeholder 9">
            <a:extLst>
              <a:ext uri="{FF2B5EF4-FFF2-40B4-BE49-F238E27FC236}">
                <a16:creationId xmlns:a16="http://schemas.microsoft.com/office/drawing/2014/main" id="{B81A6CC2-3FF5-E358-9361-9AA641684178}"/>
              </a:ext>
            </a:extLst>
          </p:cNvPr>
          <p:cNvSpPr>
            <a:spLocks noGrp="1"/>
          </p:cNvSpPr>
          <p:nvPr>
            <p:ph type="pic" sz="quarter" idx="49" hasCustomPrompt="1"/>
          </p:nvPr>
        </p:nvSpPr>
        <p:spPr>
          <a:xfrm>
            <a:off x="4404520" y="3290888"/>
            <a:ext cx="723656" cy="725487"/>
          </a:xfrm>
          <a:solidFill>
            <a:schemeClr val="accent1"/>
          </a:solidFill>
          <a:ln>
            <a:noFill/>
          </a:ln>
        </p:spPr>
        <p:txBody>
          <a:bodyPr anchor="b">
            <a:normAutofit/>
          </a:bodyPr>
          <a:lstStyle>
            <a:lvl1pPr algn="ctr">
              <a:defRPr sz="800">
                <a:solidFill>
                  <a:schemeClr val="bg1"/>
                </a:solidFill>
                <a:latin typeface="+mn-lt"/>
              </a:defRPr>
            </a:lvl1pPr>
          </a:lstStyle>
          <a:p>
            <a:r>
              <a:rPr lang="en-US" dirty="0"/>
              <a:t>Silhouette</a:t>
            </a:r>
            <a:br>
              <a:rPr lang="en-US" dirty="0"/>
            </a:br>
            <a:r>
              <a:rPr lang="en-US" dirty="0"/>
              <a:t>portrait</a:t>
            </a:r>
          </a:p>
        </p:txBody>
      </p:sp>
      <p:sp>
        <p:nvSpPr>
          <p:cNvPr id="61" name="Picture Placeholder 9">
            <a:extLst>
              <a:ext uri="{FF2B5EF4-FFF2-40B4-BE49-F238E27FC236}">
                <a16:creationId xmlns:a16="http://schemas.microsoft.com/office/drawing/2014/main" id="{3936CF0E-0A97-CA96-5F67-097CDDE826A2}"/>
              </a:ext>
            </a:extLst>
          </p:cNvPr>
          <p:cNvSpPr>
            <a:spLocks noGrp="1"/>
          </p:cNvSpPr>
          <p:nvPr>
            <p:ph type="pic" sz="quarter" idx="51" hasCustomPrompt="1"/>
          </p:nvPr>
        </p:nvSpPr>
        <p:spPr>
          <a:xfrm>
            <a:off x="4407408" y="4737100"/>
            <a:ext cx="723656" cy="725487"/>
          </a:xfrm>
          <a:solidFill>
            <a:schemeClr val="accent1"/>
          </a:solidFill>
          <a:ln>
            <a:noFill/>
          </a:ln>
        </p:spPr>
        <p:txBody>
          <a:bodyPr anchor="b">
            <a:normAutofit/>
          </a:bodyPr>
          <a:lstStyle>
            <a:lvl1pPr algn="ctr">
              <a:defRPr sz="800">
                <a:solidFill>
                  <a:schemeClr val="bg1"/>
                </a:solidFill>
                <a:latin typeface="+mn-lt"/>
              </a:defRPr>
            </a:lvl1pPr>
          </a:lstStyle>
          <a:p>
            <a:r>
              <a:rPr lang="en-US" dirty="0"/>
              <a:t>Silhouette</a:t>
            </a:r>
            <a:br>
              <a:rPr lang="en-US" dirty="0"/>
            </a:br>
            <a:r>
              <a:rPr lang="en-US" dirty="0"/>
              <a:t>portrait</a:t>
            </a:r>
          </a:p>
        </p:txBody>
      </p:sp>
      <p:sp>
        <p:nvSpPr>
          <p:cNvPr id="64" name="Picture Placeholder 9">
            <a:extLst>
              <a:ext uri="{FF2B5EF4-FFF2-40B4-BE49-F238E27FC236}">
                <a16:creationId xmlns:a16="http://schemas.microsoft.com/office/drawing/2014/main" id="{C1D5E855-FA17-F4D0-646B-35CD59AAC6A0}"/>
              </a:ext>
            </a:extLst>
          </p:cNvPr>
          <p:cNvSpPr>
            <a:spLocks noGrp="1"/>
          </p:cNvSpPr>
          <p:nvPr>
            <p:ph type="pic" sz="quarter" idx="53" hasCustomPrompt="1"/>
          </p:nvPr>
        </p:nvSpPr>
        <p:spPr>
          <a:xfrm>
            <a:off x="8211312" y="1849438"/>
            <a:ext cx="723656" cy="725487"/>
          </a:xfrm>
          <a:solidFill>
            <a:schemeClr val="accent1"/>
          </a:solidFill>
          <a:ln>
            <a:noFill/>
          </a:ln>
        </p:spPr>
        <p:txBody>
          <a:bodyPr anchor="b">
            <a:normAutofit/>
          </a:bodyPr>
          <a:lstStyle>
            <a:lvl1pPr algn="ctr">
              <a:defRPr sz="800">
                <a:solidFill>
                  <a:schemeClr val="bg1"/>
                </a:solidFill>
                <a:latin typeface="+mn-lt"/>
              </a:defRPr>
            </a:lvl1pPr>
          </a:lstStyle>
          <a:p>
            <a:r>
              <a:rPr lang="en-US" dirty="0"/>
              <a:t>Silhouette</a:t>
            </a:r>
            <a:br>
              <a:rPr lang="en-US" dirty="0"/>
            </a:br>
            <a:r>
              <a:rPr lang="en-US" dirty="0"/>
              <a:t>portrait</a:t>
            </a:r>
          </a:p>
        </p:txBody>
      </p:sp>
      <p:sp>
        <p:nvSpPr>
          <p:cNvPr id="67" name="Picture Placeholder 9">
            <a:extLst>
              <a:ext uri="{FF2B5EF4-FFF2-40B4-BE49-F238E27FC236}">
                <a16:creationId xmlns:a16="http://schemas.microsoft.com/office/drawing/2014/main" id="{D5751559-8E90-53E9-D2C3-6C9A57296D6D}"/>
              </a:ext>
            </a:extLst>
          </p:cNvPr>
          <p:cNvSpPr>
            <a:spLocks noGrp="1"/>
          </p:cNvSpPr>
          <p:nvPr>
            <p:ph type="pic" sz="quarter" idx="55" hasCustomPrompt="1"/>
          </p:nvPr>
        </p:nvSpPr>
        <p:spPr>
          <a:xfrm>
            <a:off x="8212138" y="3295650"/>
            <a:ext cx="723656" cy="725487"/>
          </a:xfrm>
          <a:solidFill>
            <a:schemeClr val="accent1"/>
          </a:solidFill>
          <a:ln>
            <a:noFill/>
          </a:ln>
        </p:spPr>
        <p:txBody>
          <a:bodyPr anchor="b">
            <a:normAutofit/>
          </a:bodyPr>
          <a:lstStyle>
            <a:lvl1pPr algn="ctr">
              <a:defRPr sz="800">
                <a:solidFill>
                  <a:schemeClr val="bg1"/>
                </a:solidFill>
                <a:latin typeface="+mn-lt"/>
              </a:defRPr>
            </a:lvl1pPr>
          </a:lstStyle>
          <a:p>
            <a:r>
              <a:rPr lang="en-US" dirty="0"/>
              <a:t>Silhouette</a:t>
            </a:r>
            <a:br>
              <a:rPr lang="en-US" dirty="0"/>
            </a:br>
            <a:r>
              <a:rPr lang="en-US" dirty="0"/>
              <a:t>portrait</a:t>
            </a:r>
          </a:p>
        </p:txBody>
      </p:sp>
      <p:sp>
        <p:nvSpPr>
          <p:cNvPr id="70" name="Picture Placeholder 9">
            <a:extLst>
              <a:ext uri="{FF2B5EF4-FFF2-40B4-BE49-F238E27FC236}">
                <a16:creationId xmlns:a16="http://schemas.microsoft.com/office/drawing/2014/main" id="{769EC156-0E51-CE48-5482-055D256909C5}"/>
              </a:ext>
            </a:extLst>
          </p:cNvPr>
          <p:cNvSpPr>
            <a:spLocks noGrp="1"/>
          </p:cNvSpPr>
          <p:nvPr>
            <p:ph type="pic" sz="quarter" idx="57" hasCustomPrompt="1"/>
          </p:nvPr>
        </p:nvSpPr>
        <p:spPr>
          <a:xfrm>
            <a:off x="8211312" y="4741862"/>
            <a:ext cx="723656" cy="725487"/>
          </a:xfrm>
          <a:solidFill>
            <a:schemeClr val="accent1"/>
          </a:solidFill>
          <a:ln>
            <a:noFill/>
          </a:ln>
        </p:spPr>
        <p:txBody>
          <a:bodyPr anchor="b">
            <a:normAutofit/>
          </a:bodyPr>
          <a:lstStyle>
            <a:lvl1pPr algn="ctr">
              <a:defRPr sz="800">
                <a:solidFill>
                  <a:schemeClr val="bg1"/>
                </a:solidFill>
                <a:latin typeface="+mn-lt"/>
              </a:defRPr>
            </a:lvl1pPr>
          </a:lstStyle>
          <a:p>
            <a:r>
              <a:rPr lang="en-US" dirty="0"/>
              <a:t>Silhouette</a:t>
            </a:r>
            <a:br>
              <a:rPr lang="en-US" dirty="0"/>
            </a:br>
            <a:r>
              <a:rPr lang="en-US" dirty="0"/>
              <a:t>portrait</a:t>
            </a:r>
          </a:p>
        </p:txBody>
      </p:sp>
      <p:sp>
        <p:nvSpPr>
          <p:cNvPr id="3" name="Title 2">
            <a:extLst>
              <a:ext uri="{FF2B5EF4-FFF2-40B4-BE49-F238E27FC236}">
                <a16:creationId xmlns:a16="http://schemas.microsoft.com/office/drawing/2014/main" id="{D69619C9-5DB2-E39E-74FF-9877E61A97AB}"/>
              </a:ext>
            </a:extLst>
          </p:cNvPr>
          <p:cNvSpPr>
            <a:spLocks noGrp="1"/>
          </p:cNvSpPr>
          <p:nvPr>
            <p:ph type="title"/>
          </p:nvPr>
        </p:nvSpPr>
        <p:spPr/>
        <p:txBody>
          <a:bodyPr/>
          <a:lstStyle/>
          <a:p>
            <a:r>
              <a:rPr lang="en-US"/>
              <a:t>Click to edit Master title style</a:t>
            </a:r>
            <a:endParaRPr lang="en-US" dirty="0"/>
          </a:p>
        </p:txBody>
      </p:sp>
      <p:sp>
        <p:nvSpPr>
          <p:cNvPr id="6" name="Freeform 5">
            <a:extLst>
              <a:ext uri="{FF2B5EF4-FFF2-40B4-BE49-F238E27FC236}">
                <a16:creationId xmlns:a16="http://schemas.microsoft.com/office/drawing/2014/main" id="{60E20A95-EEA0-4571-C3C8-4DFEEFF15173}"/>
              </a:ext>
            </a:extLst>
          </p:cNvPr>
          <p:cNvSpPr/>
          <p:nvPr userDrawn="1"/>
        </p:nvSpPr>
        <p:spPr bwMode="black">
          <a:xfrm>
            <a:off x="554038" y="6469335"/>
            <a:ext cx="678511" cy="112440"/>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chemeClr val="tx2"/>
          </a:solidFill>
          <a:ln w="0" cap="flat">
            <a:noFill/>
            <a:prstDash val="solid"/>
            <a:miter/>
          </a:ln>
        </p:spPr>
        <p:txBody>
          <a:bodyPr rtlCol="0" anchor="ctr"/>
          <a:lstStyle/>
          <a:p>
            <a:endParaRPr lang="en-US"/>
          </a:p>
        </p:txBody>
      </p:sp>
      <p:sp>
        <p:nvSpPr>
          <p:cNvPr id="20" name="Text Placeholder 10">
            <a:extLst>
              <a:ext uri="{FF2B5EF4-FFF2-40B4-BE49-F238E27FC236}">
                <a16:creationId xmlns:a16="http://schemas.microsoft.com/office/drawing/2014/main" id="{1A8F5A52-2BB1-6E01-1280-D7B8E1530E75}"/>
              </a:ext>
            </a:extLst>
          </p:cNvPr>
          <p:cNvSpPr>
            <a:spLocks noGrp="1"/>
          </p:cNvSpPr>
          <p:nvPr>
            <p:ph type="body" sz="quarter" idx="58"/>
          </p:nvPr>
        </p:nvSpPr>
        <p:spPr>
          <a:xfrm>
            <a:off x="548640" y="1127125"/>
            <a:ext cx="11089322" cy="295275"/>
          </a:xfrm>
        </p:spPr>
        <p:txBody>
          <a:bodyPr>
            <a:noAutofit/>
          </a:bodyPr>
          <a:lstStyle>
            <a:lvl1pPr marL="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1pPr>
            <a:lvl2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2pPr>
            <a:lvl3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3pPr>
            <a:lvl4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4pPr>
            <a:lvl5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5pPr>
            <a:lvl6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6pPr>
            <a:lvl7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7pPr>
            <a:lvl8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8pPr>
            <a:lvl9pPr marL="0" indent="0" algn="l" defTabSz="914400" rtl="0" eaLnBrk="1" latinLnBrk="0" hangingPunct="1">
              <a:lnSpc>
                <a:spcPct val="80000"/>
              </a:lnSpc>
              <a:spcBef>
                <a:spcPts val="0"/>
              </a:spcBef>
              <a:spcAft>
                <a:spcPts val="0"/>
              </a:spcAft>
              <a:buNone/>
              <a:defRPr lang="en-US" sz="2400" b="0" i="0" kern="1200" dirty="0">
                <a:solidFill>
                  <a:schemeClr val="accent1"/>
                </a:solidFill>
                <a:latin typeface="+mj-lt"/>
                <a:ea typeface="GT America Regular" charset="0"/>
                <a:cs typeface="GT America Regular" charset="0"/>
              </a:defRPr>
            </a:lvl9pPr>
          </a:lstStyle>
          <a:p>
            <a:pPr lvl="0"/>
            <a:r>
              <a:rPr lang="en-US"/>
              <a:t>Click to edit Master text styles</a:t>
            </a:r>
          </a:p>
        </p:txBody>
      </p:sp>
      <p:sp>
        <p:nvSpPr>
          <p:cNvPr id="47" name="Text Placeholder 28">
            <a:extLst>
              <a:ext uri="{FF2B5EF4-FFF2-40B4-BE49-F238E27FC236}">
                <a16:creationId xmlns:a16="http://schemas.microsoft.com/office/drawing/2014/main" id="{B33B65D6-52E4-77AB-4814-DB4CF93D6165}"/>
              </a:ext>
            </a:extLst>
          </p:cNvPr>
          <p:cNvSpPr>
            <a:spLocks noGrp="1"/>
          </p:cNvSpPr>
          <p:nvPr>
            <p:ph type="body" sz="quarter" idx="94"/>
          </p:nvPr>
        </p:nvSpPr>
        <p:spPr>
          <a:xfrm>
            <a:off x="1491371" y="1848982"/>
            <a:ext cx="2404354" cy="588286"/>
          </a:xfrm>
        </p:spPr>
        <p:txBody>
          <a:bodyPr>
            <a:noAutofit/>
          </a:bodyPr>
          <a:lstStyle>
            <a:lvl1pPr marL="0" indent="0">
              <a:spcAft>
                <a:spcPts val="200"/>
              </a:spcAft>
              <a:buFont typeface="Arial" panose="020B0604020202020204" pitchFamily="34" charset="0"/>
              <a:buNone/>
              <a:defRPr sz="1200" b="1"/>
            </a:lvl1pPr>
            <a:lvl2pPr marL="0" indent="0">
              <a:spcAft>
                <a:spcPts val="600"/>
              </a:spcAft>
              <a:buNone/>
              <a:defRPr sz="1200"/>
            </a:lvl2pPr>
            <a:lvl3pPr marL="228600" indent="-228600">
              <a:spcAft>
                <a:spcPts val="600"/>
              </a:spcAft>
              <a:buClrTx/>
              <a:buFont typeface="GT America" charset="0"/>
              <a:buChar char="→"/>
              <a:defRPr sz="1200"/>
            </a:lvl3pPr>
            <a:lvl4pPr marL="228600" indent="-228600">
              <a:spcAft>
                <a:spcPts val="600"/>
              </a:spcAft>
              <a:buClrTx/>
              <a:buFont typeface="GT America" charset="0"/>
              <a:buChar char="→"/>
              <a:defRPr sz="1200"/>
            </a:lvl4pPr>
            <a:lvl5pPr marL="228600" indent="-228600">
              <a:spcAft>
                <a:spcPts val="600"/>
              </a:spcAft>
              <a:buClrTx/>
              <a:buFont typeface="GT America" charset="0"/>
              <a:buChar char="→"/>
              <a:defRPr sz="1200"/>
            </a:lvl5pPr>
            <a:lvl6pPr marL="228600" indent="-228600">
              <a:spcAft>
                <a:spcPts val="600"/>
              </a:spcAft>
              <a:buClrTx/>
              <a:buFont typeface="GT America" charset="0"/>
              <a:buChar char="→"/>
              <a:defRPr sz="1200"/>
            </a:lvl6pPr>
            <a:lvl7pPr marL="228600" indent="-228600">
              <a:spcAft>
                <a:spcPts val="600"/>
              </a:spcAft>
              <a:buClrTx/>
              <a:buFont typeface="GT America" charset="0"/>
              <a:buChar char="→"/>
              <a:defRPr sz="1200"/>
            </a:lvl7pPr>
            <a:lvl8pPr marL="228600" indent="-228600">
              <a:spcAft>
                <a:spcPts val="600"/>
              </a:spcAft>
              <a:buClrTx/>
              <a:buFont typeface="GT America" charset="0"/>
              <a:buChar char="→"/>
              <a:defRPr sz="1200"/>
            </a:lvl8pPr>
            <a:lvl9pPr marL="228600" indent="-228600">
              <a:spcAft>
                <a:spcPts val="600"/>
              </a:spcAft>
              <a:buClrTx/>
              <a:buFont typeface="GT America" charset="0"/>
              <a:buChar char="→"/>
              <a:defRPr sz="1200"/>
            </a:lvl9pPr>
          </a:lstStyle>
          <a:p>
            <a:pPr lvl="0"/>
            <a:r>
              <a:rPr lang="en-US"/>
              <a:t>Click to edit Master text styles</a:t>
            </a:r>
          </a:p>
          <a:p>
            <a:pPr lvl="1"/>
            <a:r>
              <a:rPr lang="en-US"/>
              <a:t>Second level</a:t>
            </a:r>
          </a:p>
          <a:p>
            <a:pPr lvl="2"/>
            <a:r>
              <a:rPr lang="en-US"/>
              <a:t>Third level</a:t>
            </a:r>
          </a:p>
        </p:txBody>
      </p:sp>
      <p:sp>
        <p:nvSpPr>
          <p:cNvPr id="48" name="Text Placeholder 31">
            <a:extLst>
              <a:ext uri="{FF2B5EF4-FFF2-40B4-BE49-F238E27FC236}">
                <a16:creationId xmlns:a16="http://schemas.microsoft.com/office/drawing/2014/main" id="{EB65456B-8D08-C9BF-224B-B9C64A7F7CAA}"/>
              </a:ext>
            </a:extLst>
          </p:cNvPr>
          <p:cNvSpPr>
            <a:spLocks noGrp="1"/>
          </p:cNvSpPr>
          <p:nvPr>
            <p:ph type="body" sz="quarter" idx="60"/>
          </p:nvPr>
        </p:nvSpPr>
        <p:spPr>
          <a:xfrm>
            <a:off x="5347251" y="1851364"/>
            <a:ext cx="2404354" cy="588286"/>
          </a:xfrm>
        </p:spPr>
        <p:txBody>
          <a:bodyPr>
            <a:noAutofit/>
          </a:bodyPr>
          <a:lstStyle>
            <a:lvl1pPr marL="0" indent="0">
              <a:spcAft>
                <a:spcPts val="200"/>
              </a:spcAft>
              <a:buFont typeface="Arial" panose="020B0604020202020204" pitchFamily="34" charset="0"/>
              <a:buNone/>
              <a:defRPr sz="1200" b="1"/>
            </a:lvl1pPr>
            <a:lvl2pPr marL="0" indent="0">
              <a:spcAft>
                <a:spcPts val="600"/>
              </a:spcAft>
              <a:buNone/>
              <a:defRPr sz="1200"/>
            </a:lvl2pPr>
            <a:lvl3pPr marL="228600" indent="-228600">
              <a:spcAft>
                <a:spcPts val="600"/>
              </a:spcAft>
              <a:buClrTx/>
              <a:buFont typeface="GT America" charset="0"/>
              <a:buChar char="→"/>
              <a:defRPr sz="1200"/>
            </a:lvl3pPr>
            <a:lvl4pPr marL="228600" indent="-228600">
              <a:spcAft>
                <a:spcPts val="600"/>
              </a:spcAft>
              <a:buClrTx/>
              <a:buFont typeface="GT America" charset="0"/>
              <a:buChar char="→"/>
              <a:defRPr sz="1200"/>
            </a:lvl4pPr>
            <a:lvl5pPr marL="228600" indent="-228600">
              <a:spcAft>
                <a:spcPts val="600"/>
              </a:spcAft>
              <a:buClrTx/>
              <a:buFont typeface="GT America" charset="0"/>
              <a:buChar char="→"/>
              <a:defRPr sz="1200"/>
            </a:lvl5pPr>
            <a:lvl6pPr marL="228600" indent="-228600">
              <a:spcAft>
                <a:spcPts val="600"/>
              </a:spcAft>
              <a:buClrTx/>
              <a:buFont typeface="GT America" charset="0"/>
              <a:buChar char="→"/>
              <a:defRPr sz="1200"/>
            </a:lvl6pPr>
            <a:lvl7pPr marL="228600" indent="-228600">
              <a:spcAft>
                <a:spcPts val="600"/>
              </a:spcAft>
              <a:buClrTx/>
              <a:buFont typeface="GT America" charset="0"/>
              <a:buChar char="→"/>
              <a:defRPr sz="1200"/>
            </a:lvl7pPr>
            <a:lvl8pPr marL="228600" indent="-228600">
              <a:spcAft>
                <a:spcPts val="600"/>
              </a:spcAft>
              <a:buClrTx/>
              <a:buFont typeface="GT America" charset="0"/>
              <a:buChar char="→"/>
              <a:defRPr sz="1200"/>
            </a:lvl8pPr>
            <a:lvl9pPr marL="228600" indent="-228600">
              <a:spcAft>
                <a:spcPts val="600"/>
              </a:spcAft>
              <a:buClrTx/>
              <a:buFont typeface="GT America" charset="0"/>
              <a:buChar char="→"/>
              <a:defRPr sz="1200"/>
            </a:lvl9pPr>
          </a:lstStyle>
          <a:p>
            <a:pPr lvl="0"/>
            <a:r>
              <a:rPr lang="en-US"/>
              <a:t>Click to edit Master text styles</a:t>
            </a:r>
          </a:p>
          <a:p>
            <a:pPr lvl="1"/>
            <a:r>
              <a:rPr lang="en-US"/>
              <a:t>Second level</a:t>
            </a:r>
          </a:p>
          <a:p>
            <a:pPr lvl="2"/>
            <a:r>
              <a:rPr lang="en-US"/>
              <a:t>Third level</a:t>
            </a:r>
          </a:p>
        </p:txBody>
      </p:sp>
      <p:sp>
        <p:nvSpPr>
          <p:cNvPr id="49" name="Text Placeholder 33">
            <a:extLst>
              <a:ext uri="{FF2B5EF4-FFF2-40B4-BE49-F238E27FC236}">
                <a16:creationId xmlns:a16="http://schemas.microsoft.com/office/drawing/2014/main" id="{BBD5A27C-9B64-5396-B2F2-8BC953E60E1E}"/>
              </a:ext>
            </a:extLst>
          </p:cNvPr>
          <p:cNvSpPr>
            <a:spLocks noGrp="1"/>
          </p:cNvSpPr>
          <p:nvPr>
            <p:ph type="body" sz="quarter" idx="95"/>
          </p:nvPr>
        </p:nvSpPr>
        <p:spPr>
          <a:xfrm>
            <a:off x="9154043" y="1853745"/>
            <a:ext cx="2404354" cy="588286"/>
          </a:xfrm>
        </p:spPr>
        <p:txBody>
          <a:bodyPr>
            <a:noAutofit/>
          </a:bodyPr>
          <a:lstStyle>
            <a:lvl1pPr marL="0" indent="0">
              <a:spcAft>
                <a:spcPts val="200"/>
              </a:spcAft>
              <a:buFont typeface="Arial" panose="020B0604020202020204" pitchFamily="34" charset="0"/>
              <a:buNone/>
              <a:defRPr sz="1200" b="1"/>
            </a:lvl1pPr>
            <a:lvl2pPr marL="0" indent="0">
              <a:spcAft>
                <a:spcPts val="600"/>
              </a:spcAft>
              <a:buNone/>
              <a:defRPr sz="1200"/>
            </a:lvl2pPr>
            <a:lvl3pPr marL="228600" indent="-228600">
              <a:spcAft>
                <a:spcPts val="600"/>
              </a:spcAft>
              <a:buClrTx/>
              <a:buFont typeface="GT America" charset="0"/>
              <a:buChar char="→"/>
              <a:defRPr sz="1200"/>
            </a:lvl3pPr>
            <a:lvl4pPr marL="228600" indent="-228600">
              <a:spcAft>
                <a:spcPts val="600"/>
              </a:spcAft>
              <a:buClrTx/>
              <a:buFont typeface="GT America" charset="0"/>
              <a:buChar char="→"/>
              <a:defRPr sz="1200"/>
            </a:lvl4pPr>
            <a:lvl5pPr marL="228600" indent="-228600">
              <a:spcAft>
                <a:spcPts val="600"/>
              </a:spcAft>
              <a:buClrTx/>
              <a:buFont typeface="GT America" charset="0"/>
              <a:buChar char="→"/>
              <a:defRPr sz="1200"/>
            </a:lvl5pPr>
            <a:lvl6pPr marL="228600" indent="-228600">
              <a:spcAft>
                <a:spcPts val="600"/>
              </a:spcAft>
              <a:buClrTx/>
              <a:buFont typeface="GT America" charset="0"/>
              <a:buChar char="→"/>
              <a:defRPr sz="1200"/>
            </a:lvl6pPr>
            <a:lvl7pPr marL="228600" indent="-228600">
              <a:spcAft>
                <a:spcPts val="600"/>
              </a:spcAft>
              <a:buClrTx/>
              <a:buFont typeface="GT America" charset="0"/>
              <a:buChar char="→"/>
              <a:defRPr sz="1200"/>
            </a:lvl7pPr>
            <a:lvl8pPr marL="228600" indent="-228600">
              <a:spcAft>
                <a:spcPts val="600"/>
              </a:spcAft>
              <a:buClrTx/>
              <a:buFont typeface="GT America" charset="0"/>
              <a:buChar char="→"/>
              <a:defRPr sz="1200"/>
            </a:lvl8pPr>
            <a:lvl9pPr marL="228600" indent="-228600">
              <a:spcAft>
                <a:spcPts val="600"/>
              </a:spcAft>
              <a:buClrTx/>
              <a:buFont typeface="GT America" charset="0"/>
              <a:buChar char="→"/>
              <a:defRPr sz="1200"/>
            </a:lvl9pPr>
          </a:lstStyle>
          <a:p>
            <a:pPr lvl="0"/>
            <a:r>
              <a:rPr lang="en-US"/>
              <a:t>Click to edit Master text styles</a:t>
            </a:r>
          </a:p>
          <a:p>
            <a:pPr lvl="1"/>
            <a:r>
              <a:rPr lang="en-US"/>
              <a:t>Second level</a:t>
            </a:r>
          </a:p>
          <a:p>
            <a:pPr lvl="2"/>
            <a:r>
              <a:rPr lang="en-US"/>
              <a:t>Third level</a:t>
            </a:r>
          </a:p>
        </p:txBody>
      </p:sp>
      <p:sp>
        <p:nvSpPr>
          <p:cNvPr id="50" name="Text Placeholder 35">
            <a:extLst>
              <a:ext uri="{FF2B5EF4-FFF2-40B4-BE49-F238E27FC236}">
                <a16:creationId xmlns:a16="http://schemas.microsoft.com/office/drawing/2014/main" id="{4E24BE1D-A414-0921-6B24-228F418599DC}"/>
              </a:ext>
            </a:extLst>
          </p:cNvPr>
          <p:cNvSpPr>
            <a:spLocks noGrp="1"/>
          </p:cNvSpPr>
          <p:nvPr>
            <p:ph type="body" sz="quarter" idx="62"/>
          </p:nvPr>
        </p:nvSpPr>
        <p:spPr>
          <a:xfrm>
            <a:off x="1491371" y="3297351"/>
            <a:ext cx="2404354" cy="588286"/>
          </a:xfrm>
        </p:spPr>
        <p:txBody>
          <a:bodyPr>
            <a:noAutofit/>
          </a:bodyPr>
          <a:lstStyle>
            <a:lvl1pPr marL="0" indent="0">
              <a:spcAft>
                <a:spcPts val="200"/>
              </a:spcAft>
              <a:buFont typeface="Arial" panose="020B0604020202020204" pitchFamily="34" charset="0"/>
              <a:buNone/>
              <a:defRPr sz="1200" b="1"/>
            </a:lvl1pPr>
            <a:lvl2pPr marL="0" indent="0">
              <a:spcAft>
                <a:spcPts val="600"/>
              </a:spcAft>
              <a:buNone/>
              <a:defRPr sz="1200"/>
            </a:lvl2pPr>
            <a:lvl3pPr marL="228600" indent="-228600">
              <a:spcAft>
                <a:spcPts val="600"/>
              </a:spcAft>
              <a:buClrTx/>
              <a:buFont typeface="GT America" charset="0"/>
              <a:buChar char="→"/>
              <a:defRPr sz="1200"/>
            </a:lvl3pPr>
            <a:lvl4pPr marL="228600" indent="-228600">
              <a:spcAft>
                <a:spcPts val="600"/>
              </a:spcAft>
              <a:buClrTx/>
              <a:buFont typeface="GT America" charset="0"/>
              <a:buChar char="→"/>
              <a:defRPr sz="1200"/>
            </a:lvl4pPr>
            <a:lvl5pPr marL="228600" indent="-228600">
              <a:spcAft>
                <a:spcPts val="600"/>
              </a:spcAft>
              <a:buClrTx/>
              <a:buFont typeface="GT America" charset="0"/>
              <a:buChar char="→"/>
              <a:defRPr sz="1200"/>
            </a:lvl5pPr>
            <a:lvl6pPr marL="228600" indent="-228600">
              <a:spcAft>
                <a:spcPts val="600"/>
              </a:spcAft>
              <a:buClrTx/>
              <a:buFont typeface="GT America" charset="0"/>
              <a:buChar char="→"/>
              <a:defRPr sz="1200"/>
            </a:lvl6pPr>
            <a:lvl7pPr marL="228600" indent="-228600">
              <a:spcAft>
                <a:spcPts val="600"/>
              </a:spcAft>
              <a:buClrTx/>
              <a:buFont typeface="GT America" charset="0"/>
              <a:buChar char="→"/>
              <a:defRPr sz="1200"/>
            </a:lvl7pPr>
            <a:lvl8pPr marL="228600" indent="-228600">
              <a:spcAft>
                <a:spcPts val="600"/>
              </a:spcAft>
              <a:buClrTx/>
              <a:buFont typeface="GT America" charset="0"/>
              <a:buChar char="→"/>
              <a:defRPr sz="1200"/>
            </a:lvl8pPr>
            <a:lvl9pPr marL="228600" indent="-228600">
              <a:spcAft>
                <a:spcPts val="600"/>
              </a:spcAft>
              <a:buClrTx/>
              <a:buFont typeface="GT America" charset="0"/>
              <a:buChar char="→"/>
              <a:defRPr sz="1200"/>
            </a:lvl9pPr>
          </a:lstStyle>
          <a:p>
            <a:pPr lvl="0"/>
            <a:r>
              <a:rPr lang="en-US"/>
              <a:t>Click to edit Master text styles</a:t>
            </a:r>
          </a:p>
          <a:p>
            <a:pPr lvl="1"/>
            <a:r>
              <a:rPr lang="en-US"/>
              <a:t>Second level</a:t>
            </a:r>
          </a:p>
          <a:p>
            <a:pPr lvl="2"/>
            <a:r>
              <a:rPr lang="en-US"/>
              <a:t>Third level</a:t>
            </a:r>
          </a:p>
        </p:txBody>
      </p:sp>
      <p:sp>
        <p:nvSpPr>
          <p:cNvPr id="51" name="Text Placeholder 37">
            <a:extLst>
              <a:ext uri="{FF2B5EF4-FFF2-40B4-BE49-F238E27FC236}">
                <a16:creationId xmlns:a16="http://schemas.microsoft.com/office/drawing/2014/main" id="{C7229E1F-B221-29A9-4121-9AB7571172C8}"/>
              </a:ext>
            </a:extLst>
          </p:cNvPr>
          <p:cNvSpPr>
            <a:spLocks noGrp="1"/>
          </p:cNvSpPr>
          <p:nvPr>
            <p:ph type="body" sz="quarter" idx="96"/>
          </p:nvPr>
        </p:nvSpPr>
        <p:spPr>
          <a:xfrm>
            <a:off x="5347251" y="3297351"/>
            <a:ext cx="2404354" cy="588286"/>
          </a:xfrm>
        </p:spPr>
        <p:txBody>
          <a:bodyPr>
            <a:noAutofit/>
          </a:bodyPr>
          <a:lstStyle>
            <a:lvl1pPr marL="0" indent="0">
              <a:spcAft>
                <a:spcPts val="200"/>
              </a:spcAft>
              <a:buFont typeface="Arial" panose="020B0604020202020204" pitchFamily="34" charset="0"/>
              <a:buNone/>
              <a:defRPr sz="1200" b="1"/>
            </a:lvl1pPr>
            <a:lvl2pPr marL="0" indent="0">
              <a:spcAft>
                <a:spcPts val="600"/>
              </a:spcAft>
              <a:buNone/>
              <a:defRPr sz="1200"/>
            </a:lvl2pPr>
            <a:lvl3pPr marL="228600" indent="-228600">
              <a:spcAft>
                <a:spcPts val="600"/>
              </a:spcAft>
              <a:buClrTx/>
              <a:buFont typeface="GT America" charset="0"/>
              <a:buChar char="→"/>
              <a:defRPr sz="1200"/>
            </a:lvl3pPr>
            <a:lvl4pPr marL="228600" indent="-228600">
              <a:spcAft>
                <a:spcPts val="600"/>
              </a:spcAft>
              <a:buClrTx/>
              <a:buFont typeface="GT America" charset="0"/>
              <a:buChar char="→"/>
              <a:defRPr sz="1200"/>
            </a:lvl4pPr>
            <a:lvl5pPr marL="228600" indent="-228600">
              <a:spcAft>
                <a:spcPts val="600"/>
              </a:spcAft>
              <a:buClrTx/>
              <a:buFont typeface="GT America" charset="0"/>
              <a:buChar char="→"/>
              <a:defRPr sz="1200"/>
            </a:lvl5pPr>
            <a:lvl6pPr marL="228600" indent="-228600">
              <a:spcAft>
                <a:spcPts val="600"/>
              </a:spcAft>
              <a:buClrTx/>
              <a:buFont typeface="GT America" charset="0"/>
              <a:buChar char="→"/>
              <a:defRPr sz="1200"/>
            </a:lvl6pPr>
            <a:lvl7pPr marL="228600" indent="-228600">
              <a:spcAft>
                <a:spcPts val="600"/>
              </a:spcAft>
              <a:buClrTx/>
              <a:buFont typeface="GT America" charset="0"/>
              <a:buChar char="→"/>
              <a:defRPr sz="1200"/>
            </a:lvl7pPr>
            <a:lvl8pPr marL="228600" indent="-228600">
              <a:spcAft>
                <a:spcPts val="600"/>
              </a:spcAft>
              <a:buClrTx/>
              <a:buFont typeface="GT America" charset="0"/>
              <a:buChar char="→"/>
              <a:defRPr sz="1200"/>
            </a:lvl8pPr>
            <a:lvl9pPr marL="228600" indent="-228600">
              <a:spcAft>
                <a:spcPts val="600"/>
              </a:spcAft>
              <a:buClrTx/>
              <a:buFont typeface="GT America" charset="0"/>
              <a:buChar char="→"/>
              <a:defRPr sz="1200"/>
            </a:lvl9pPr>
          </a:lstStyle>
          <a:p>
            <a:pPr lvl="0"/>
            <a:r>
              <a:rPr lang="en-US"/>
              <a:t>Click to edit Master text styles</a:t>
            </a:r>
          </a:p>
          <a:p>
            <a:pPr lvl="1"/>
            <a:r>
              <a:rPr lang="en-US"/>
              <a:t>Second level</a:t>
            </a:r>
          </a:p>
          <a:p>
            <a:pPr lvl="2"/>
            <a:r>
              <a:rPr lang="en-US"/>
              <a:t>Third level</a:t>
            </a:r>
          </a:p>
        </p:txBody>
      </p:sp>
      <p:sp>
        <p:nvSpPr>
          <p:cNvPr id="52" name="Text Placeholder 39">
            <a:extLst>
              <a:ext uri="{FF2B5EF4-FFF2-40B4-BE49-F238E27FC236}">
                <a16:creationId xmlns:a16="http://schemas.microsoft.com/office/drawing/2014/main" id="{C9D12808-4957-032F-A845-94EEC2925E89}"/>
              </a:ext>
            </a:extLst>
          </p:cNvPr>
          <p:cNvSpPr>
            <a:spLocks noGrp="1"/>
          </p:cNvSpPr>
          <p:nvPr>
            <p:ph type="body" sz="quarter" idx="64"/>
          </p:nvPr>
        </p:nvSpPr>
        <p:spPr>
          <a:xfrm>
            <a:off x="9154043" y="3297351"/>
            <a:ext cx="2404354" cy="588286"/>
          </a:xfrm>
        </p:spPr>
        <p:txBody>
          <a:bodyPr>
            <a:noAutofit/>
          </a:bodyPr>
          <a:lstStyle>
            <a:lvl1pPr marL="0" indent="0">
              <a:spcAft>
                <a:spcPts val="200"/>
              </a:spcAft>
              <a:buFont typeface="Arial" panose="020B0604020202020204" pitchFamily="34" charset="0"/>
              <a:buNone/>
              <a:defRPr sz="1200" b="1"/>
            </a:lvl1pPr>
            <a:lvl2pPr marL="0" indent="0">
              <a:spcAft>
                <a:spcPts val="600"/>
              </a:spcAft>
              <a:buNone/>
              <a:defRPr sz="1200"/>
            </a:lvl2pPr>
            <a:lvl3pPr marL="228600" indent="-228600">
              <a:spcAft>
                <a:spcPts val="600"/>
              </a:spcAft>
              <a:buClrTx/>
              <a:buFont typeface="GT America" charset="0"/>
              <a:buChar char="→"/>
              <a:defRPr sz="1200"/>
            </a:lvl3pPr>
            <a:lvl4pPr marL="228600" indent="-228600">
              <a:spcAft>
                <a:spcPts val="600"/>
              </a:spcAft>
              <a:buClrTx/>
              <a:buFont typeface="GT America" charset="0"/>
              <a:buChar char="→"/>
              <a:defRPr sz="1200"/>
            </a:lvl4pPr>
            <a:lvl5pPr marL="228600" indent="-228600">
              <a:spcAft>
                <a:spcPts val="600"/>
              </a:spcAft>
              <a:buClrTx/>
              <a:buFont typeface="GT America" charset="0"/>
              <a:buChar char="→"/>
              <a:defRPr sz="1200"/>
            </a:lvl5pPr>
            <a:lvl6pPr marL="228600" indent="-228600">
              <a:spcAft>
                <a:spcPts val="600"/>
              </a:spcAft>
              <a:buClrTx/>
              <a:buFont typeface="GT America" charset="0"/>
              <a:buChar char="→"/>
              <a:defRPr sz="1200"/>
            </a:lvl6pPr>
            <a:lvl7pPr marL="228600" indent="-228600">
              <a:spcAft>
                <a:spcPts val="600"/>
              </a:spcAft>
              <a:buClrTx/>
              <a:buFont typeface="GT America" charset="0"/>
              <a:buChar char="→"/>
              <a:defRPr sz="1200"/>
            </a:lvl7pPr>
            <a:lvl8pPr marL="228600" indent="-228600">
              <a:spcAft>
                <a:spcPts val="600"/>
              </a:spcAft>
              <a:buClrTx/>
              <a:buFont typeface="GT America" charset="0"/>
              <a:buChar char="→"/>
              <a:defRPr sz="1200"/>
            </a:lvl8pPr>
            <a:lvl9pPr marL="228600" indent="-228600">
              <a:spcAft>
                <a:spcPts val="600"/>
              </a:spcAft>
              <a:buClrTx/>
              <a:buFont typeface="GT America" charset="0"/>
              <a:buChar char="→"/>
              <a:defRPr sz="1200"/>
            </a:lvl9pPr>
          </a:lstStyle>
          <a:p>
            <a:pPr lvl="0"/>
            <a:r>
              <a:rPr lang="en-US"/>
              <a:t>Click to edit Master text styles</a:t>
            </a:r>
          </a:p>
          <a:p>
            <a:pPr lvl="1"/>
            <a:r>
              <a:rPr lang="en-US"/>
              <a:t>Second level</a:t>
            </a:r>
          </a:p>
          <a:p>
            <a:pPr lvl="2"/>
            <a:r>
              <a:rPr lang="en-US"/>
              <a:t>Third level</a:t>
            </a:r>
          </a:p>
        </p:txBody>
      </p:sp>
      <p:sp>
        <p:nvSpPr>
          <p:cNvPr id="53" name="Text Placeholder 41">
            <a:extLst>
              <a:ext uri="{FF2B5EF4-FFF2-40B4-BE49-F238E27FC236}">
                <a16:creationId xmlns:a16="http://schemas.microsoft.com/office/drawing/2014/main" id="{B12AD652-87BB-53BF-14D1-7CADF3402526}"/>
              </a:ext>
            </a:extLst>
          </p:cNvPr>
          <p:cNvSpPr>
            <a:spLocks noGrp="1"/>
          </p:cNvSpPr>
          <p:nvPr>
            <p:ph type="body" sz="quarter" idx="97"/>
          </p:nvPr>
        </p:nvSpPr>
        <p:spPr>
          <a:xfrm>
            <a:off x="1491371" y="4748325"/>
            <a:ext cx="2404354" cy="588286"/>
          </a:xfrm>
        </p:spPr>
        <p:txBody>
          <a:bodyPr>
            <a:noAutofit/>
          </a:bodyPr>
          <a:lstStyle>
            <a:lvl1pPr marL="0" indent="0">
              <a:spcAft>
                <a:spcPts val="200"/>
              </a:spcAft>
              <a:buFont typeface="Arial" panose="020B0604020202020204" pitchFamily="34" charset="0"/>
              <a:buNone/>
              <a:defRPr sz="1200" b="1"/>
            </a:lvl1pPr>
            <a:lvl2pPr marL="0" indent="0">
              <a:spcAft>
                <a:spcPts val="600"/>
              </a:spcAft>
              <a:buNone/>
              <a:defRPr sz="1200"/>
            </a:lvl2pPr>
            <a:lvl3pPr marL="228600" indent="-228600">
              <a:spcAft>
                <a:spcPts val="600"/>
              </a:spcAft>
              <a:buClrTx/>
              <a:buFont typeface="GT America" charset="0"/>
              <a:buChar char="→"/>
              <a:defRPr sz="1200"/>
            </a:lvl3pPr>
            <a:lvl4pPr marL="228600" indent="-228600">
              <a:spcAft>
                <a:spcPts val="600"/>
              </a:spcAft>
              <a:buClrTx/>
              <a:buFont typeface="GT America" charset="0"/>
              <a:buChar char="→"/>
              <a:defRPr sz="1200"/>
            </a:lvl4pPr>
            <a:lvl5pPr marL="228600" indent="-228600">
              <a:spcAft>
                <a:spcPts val="600"/>
              </a:spcAft>
              <a:buClrTx/>
              <a:buFont typeface="GT America" charset="0"/>
              <a:buChar char="→"/>
              <a:defRPr sz="1200"/>
            </a:lvl5pPr>
            <a:lvl6pPr marL="228600" indent="-228600">
              <a:spcAft>
                <a:spcPts val="600"/>
              </a:spcAft>
              <a:buClrTx/>
              <a:buFont typeface="GT America" charset="0"/>
              <a:buChar char="→"/>
              <a:defRPr sz="1200"/>
            </a:lvl6pPr>
            <a:lvl7pPr marL="228600" indent="-228600">
              <a:spcAft>
                <a:spcPts val="600"/>
              </a:spcAft>
              <a:buClrTx/>
              <a:buFont typeface="GT America" charset="0"/>
              <a:buChar char="→"/>
              <a:defRPr sz="1200"/>
            </a:lvl7pPr>
            <a:lvl8pPr marL="228600" indent="-228600">
              <a:spcAft>
                <a:spcPts val="600"/>
              </a:spcAft>
              <a:buClrTx/>
              <a:buFont typeface="GT America" charset="0"/>
              <a:buChar char="→"/>
              <a:defRPr sz="1200"/>
            </a:lvl8pPr>
            <a:lvl9pPr marL="228600" indent="-228600">
              <a:spcAft>
                <a:spcPts val="600"/>
              </a:spcAft>
              <a:buClrTx/>
              <a:buFont typeface="GT America" charset="0"/>
              <a:buChar char="→"/>
              <a:defRPr sz="1200"/>
            </a:lvl9pPr>
          </a:lstStyle>
          <a:p>
            <a:pPr lvl="0"/>
            <a:r>
              <a:rPr lang="en-US"/>
              <a:t>Click to edit Master text styles</a:t>
            </a:r>
          </a:p>
          <a:p>
            <a:pPr lvl="1"/>
            <a:r>
              <a:rPr lang="en-US"/>
              <a:t>Second level</a:t>
            </a:r>
          </a:p>
          <a:p>
            <a:pPr lvl="2"/>
            <a:r>
              <a:rPr lang="en-US"/>
              <a:t>Third level</a:t>
            </a:r>
          </a:p>
        </p:txBody>
      </p:sp>
      <p:sp>
        <p:nvSpPr>
          <p:cNvPr id="54" name="Text Placeholder 43">
            <a:extLst>
              <a:ext uri="{FF2B5EF4-FFF2-40B4-BE49-F238E27FC236}">
                <a16:creationId xmlns:a16="http://schemas.microsoft.com/office/drawing/2014/main" id="{2F5D586D-E682-4214-BDFC-2381008A2DAD}"/>
              </a:ext>
            </a:extLst>
          </p:cNvPr>
          <p:cNvSpPr>
            <a:spLocks noGrp="1"/>
          </p:cNvSpPr>
          <p:nvPr>
            <p:ph type="body" sz="quarter" idx="66"/>
          </p:nvPr>
        </p:nvSpPr>
        <p:spPr>
          <a:xfrm>
            <a:off x="5347251" y="4748325"/>
            <a:ext cx="2404354" cy="588286"/>
          </a:xfrm>
        </p:spPr>
        <p:txBody>
          <a:bodyPr>
            <a:noAutofit/>
          </a:bodyPr>
          <a:lstStyle>
            <a:lvl1pPr marL="0" indent="0">
              <a:spcAft>
                <a:spcPts val="200"/>
              </a:spcAft>
              <a:buFont typeface="Arial" panose="020B0604020202020204" pitchFamily="34" charset="0"/>
              <a:buNone/>
              <a:defRPr sz="1200" b="1"/>
            </a:lvl1pPr>
            <a:lvl2pPr marL="0" indent="0">
              <a:spcAft>
                <a:spcPts val="600"/>
              </a:spcAft>
              <a:buNone/>
              <a:defRPr sz="1200"/>
            </a:lvl2pPr>
            <a:lvl3pPr marL="228600" indent="-228600">
              <a:spcAft>
                <a:spcPts val="600"/>
              </a:spcAft>
              <a:buClrTx/>
              <a:buFont typeface="GT America" charset="0"/>
              <a:buChar char="→"/>
              <a:defRPr sz="1200"/>
            </a:lvl3pPr>
            <a:lvl4pPr marL="228600" indent="-228600">
              <a:spcAft>
                <a:spcPts val="600"/>
              </a:spcAft>
              <a:buClrTx/>
              <a:buFont typeface="GT America" charset="0"/>
              <a:buChar char="→"/>
              <a:defRPr sz="1200"/>
            </a:lvl4pPr>
            <a:lvl5pPr marL="228600" indent="-228600">
              <a:spcAft>
                <a:spcPts val="600"/>
              </a:spcAft>
              <a:buClrTx/>
              <a:buFont typeface="GT America" charset="0"/>
              <a:buChar char="→"/>
              <a:defRPr sz="1200"/>
            </a:lvl5pPr>
            <a:lvl6pPr marL="228600" indent="-228600">
              <a:spcAft>
                <a:spcPts val="600"/>
              </a:spcAft>
              <a:buClrTx/>
              <a:buFont typeface="GT America" charset="0"/>
              <a:buChar char="→"/>
              <a:defRPr sz="1200"/>
            </a:lvl6pPr>
            <a:lvl7pPr marL="228600" indent="-228600">
              <a:spcAft>
                <a:spcPts val="600"/>
              </a:spcAft>
              <a:buClrTx/>
              <a:buFont typeface="GT America" charset="0"/>
              <a:buChar char="→"/>
              <a:defRPr sz="1200"/>
            </a:lvl7pPr>
            <a:lvl8pPr marL="228600" indent="-228600">
              <a:spcAft>
                <a:spcPts val="600"/>
              </a:spcAft>
              <a:buClrTx/>
              <a:buFont typeface="GT America" charset="0"/>
              <a:buChar char="→"/>
              <a:defRPr sz="1200"/>
            </a:lvl8pPr>
            <a:lvl9pPr marL="228600" indent="-228600">
              <a:spcAft>
                <a:spcPts val="600"/>
              </a:spcAft>
              <a:buClrTx/>
              <a:buFont typeface="GT America" charset="0"/>
              <a:buChar char="→"/>
              <a:defRPr sz="1200"/>
            </a:lvl9pPr>
          </a:lstStyle>
          <a:p>
            <a:pPr lvl="0"/>
            <a:r>
              <a:rPr lang="en-US"/>
              <a:t>Click to edit Master text styles</a:t>
            </a:r>
          </a:p>
          <a:p>
            <a:pPr lvl="1"/>
            <a:r>
              <a:rPr lang="en-US"/>
              <a:t>Second level</a:t>
            </a:r>
          </a:p>
          <a:p>
            <a:pPr lvl="2"/>
            <a:r>
              <a:rPr lang="en-US"/>
              <a:t>Third level</a:t>
            </a:r>
          </a:p>
        </p:txBody>
      </p:sp>
      <p:sp>
        <p:nvSpPr>
          <p:cNvPr id="56" name="Text Placeholder 45">
            <a:extLst>
              <a:ext uri="{FF2B5EF4-FFF2-40B4-BE49-F238E27FC236}">
                <a16:creationId xmlns:a16="http://schemas.microsoft.com/office/drawing/2014/main" id="{CED54B08-20E7-A541-B8ED-9C32BBF3A87B}"/>
              </a:ext>
            </a:extLst>
          </p:cNvPr>
          <p:cNvSpPr>
            <a:spLocks noGrp="1"/>
          </p:cNvSpPr>
          <p:nvPr>
            <p:ph type="body" sz="quarter" idx="98"/>
          </p:nvPr>
        </p:nvSpPr>
        <p:spPr>
          <a:xfrm>
            <a:off x="9154043" y="4732794"/>
            <a:ext cx="2404354" cy="588286"/>
          </a:xfrm>
        </p:spPr>
        <p:txBody>
          <a:bodyPr>
            <a:noAutofit/>
          </a:bodyPr>
          <a:lstStyle>
            <a:lvl1pPr marL="0" indent="0">
              <a:spcAft>
                <a:spcPts val="200"/>
              </a:spcAft>
              <a:buFont typeface="Arial" panose="020B0604020202020204" pitchFamily="34" charset="0"/>
              <a:buNone/>
              <a:defRPr sz="1200" b="1"/>
            </a:lvl1pPr>
            <a:lvl2pPr marL="0" indent="0">
              <a:spcAft>
                <a:spcPts val="600"/>
              </a:spcAft>
              <a:buNone/>
              <a:defRPr sz="1200"/>
            </a:lvl2pPr>
            <a:lvl3pPr marL="228600" indent="-228600">
              <a:spcAft>
                <a:spcPts val="600"/>
              </a:spcAft>
              <a:buClrTx/>
              <a:buFont typeface="GT America" charset="0"/>
              <a:buChar char="→"/>
              <a:defRPr sz="1200"/>
            </a:lvl3pPr>
            <a:lvl4pPr marL="228600" indent="-228600">
              <a:spcAft>
                <a:spcPts val="600"/>
              </a:spcAft>
              <a:buClrTx/>
              <a:buFont typeface="GT America" charset="0"/>
              <a:buChar char="→"/>
              <a:defRPr sz="1200"/>
            </a:lvl4pPr>
            <a:lvl5pPr marL="228600" indent="-228600">
              <a:spcAft>
                <a:spcPts val="600"/>
              </a:spcAft>
              <a:buClrTx/>
              <a:buFont typeface="GT America" charset="0"/>
              <a:buChar char="→"/>
              <a:defRPr sz="1200"/>
            </a:lvl5pPr>
            <a:lvl6pPr marL="228600" indent="-228600">
              <a:spcAft>
                <a:spcPts val="600"/>
              </a:spcAft>
              <a:buClrTx/>
              <a:buFont typeface="GT America" charset="0"/>
              <a:buChar char="→"/>
              <a:defRPr sz="1200"/>
            </a:lvl6pPr>
            <a:lvl7pPr marL="228600" indent="-228600">
              <a:spcAft>
                <a:spcPts val="600"/>
              </a:spcAft>
              <a:buClrTx/>
              <a:buFont typeface="GT America" charset="0"/>
              <a:buChar char="→"/>
              <a:defRPr sz="1200"/>
            </a:lvl7pPr>
            <a:lvl8pPr marL="228600" indent="-228600">
              <a:spcAft>
                <a:spcPts val="600"/>
              </a:spcAft>
              <a:buClrTx/>
              <a:buFont typeface="GT America" charset="0"/>
              <a:buChar char="→"/>
              <a:defRPr sz="1200"/>
            </a:lvl8pPr>
            <a:lvl9pPr marL="228600" indent="-228600">
              <a:spcAft>
                <a:spcPts val="600"/>
              </a:spcAft>
              <a:buClrTx/>
              <a:buFont typeface="GT America" charset="0"/>
              <a:buChar char="→"/>
              <a:defRPr sz="1200"/>
            </a:lvl9pPr>
          </a:lstStyle>
          <a:p>
            <a:pPr lvl="0"/>
            <a:r>
              <a:rPr lang="en-US"/>
              <a:t>Click to edit Master text styles</a:t>
            </a:r>
          </a:p>
          <a:p>
            <a:pPr lvl="1"/>
            <a:r>
              <a:rPr lang="en-US"/>
              <a:t>Second level</a:t>
            </a:r>
          </a:p>
          <a:p>
            <a:pPr lvl="2"/>
            <a:r>
              <a:rPr lang="en-US"/>
              <a:t>Third level</a:t>
            </a:r>
          </a:p>
        </p:txBody>
      </p:sp>
      <p:grpSp>
        <p:nvGrpSpPr>
          <p:cNvPr id="2" name="Group 1">
            <a:extLst>
              <a:ext uri="{FF2B5EF4-FFF2-40B4-BE49-F238E27FC236}">
                <a16:creationId xmlns:a16="http://schemas.microsoft.com/office/drawing/2014/main" id="{17B0F2C0-925C-7BBB-CF3D-3EFA3023619E}"/>
              </a:ext>
            </a:extLst>
          </p:cNvPr>
          <p:cNvGrpSpPr/>
          <p:nvPr userDrawn="1"/>
        </p:nvGrpSpPr>
        <p:grpSpPr>
          <a:xfrm>
            <a:off x="12356815" y="0"/>
            <a:ext cx="756834" cy="6872642"/>
            <a:chOff x="12356815" y="0"/>
            <a:chExt cx="756834" cy="6872642"/>
          </a:xfrm>
        </p:grpSpPr>
        <p:sp>
          <p:nvSpPr>
            <p:cNvPr id="4" name="Rectangle 3">
              <a:extLst>
                <a:ext uri="{FF2B5EF4-FFF2-40B4-BE49-F238E27FC236}">
                  <a16:creationId xmlns:a16="http://schemas.microsoft.com/office/drawing/2014/main" id="{C5455081-1828-7904-0001-BC934A660606}"/>
                </a:ext>
              </a:extLst>
            </p:cNvPr>
            <p:cNvSpPr/>
            <p:nvPr userDrawn="1"/>
          </p:nvSpPr>
          <p:spPr>
            <a:xfrm>
              <a:off x="12356815" y="0"/>
              <a:ext cx="553069" cy="3279913"/>
            </a:xfrm>
            <a:prstGeom prst="rect">
              <a:avLst/>
            </a:prstGeom>
            <a:solidFill>
              <a:srgbClr val="F2F2F2"/>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a:p>
          </p:txBody>
        </p:sp>
        <p:sp>
          <p:nvSpPr>
            <p:cNvPr id="5" name="TextBox 4">
              <a:extLst>
                <a:ext uri="{FF2B5EF4-FFF2-40B4-BE49-F238E27FC236}">
                  <a16:creationId xmlns:a16="http://schemas.microsoft.com/office/drawing/2014/main" id="{3E3D09F2-AB33-1AC4-0D3A-280025571747}"/>
                </a:ext>
              </a:extLst>
            </p:cNvPr>
            <p:cNvSpPr txBox="1"/>
            <p:nvPr userDrawn="1"/>
          </p:nvSpPr>
          <p:spPr>
            <a:xfrm rot="16200000">
              <a:off x="12332216" y="1580677"/>
              <a:ext cx="1444306" cy="118559"/>
            </a:xfrm>
            <a:prstGeom prst="rect">
              <a:avLst/>
            </a:prstGeom>
            <a:noFill/>
          </p:spPr>
          <p:txBody>
            <a:bodyPr wrap="none" lIns="0" tIns="0" rIns="0" bIns="0" rtlCol="0">
              <a:spAutoFit/>
            </a:bodyPr>
            <a:lstStyle/>
            <a:p>
              <a:pPr algn="l">
                <a:lnSpc>
                  <a:spcPct val="101000"/>
                </a:lnSpc>
                <a:spcAft>
                  <a:spcPts val="600"/>
                </a:spcAft>
              </a:pPr>
              <a:r>
                <a:rPr kumimoji="0" lang="en-CR" sz="800" b="1" i="0" u="none" strike="noStrike" kern="1200" cap="none" spc="0" normalizeH="0" baseline="0" noProof="0">
                  <a:ln>
                    <a:noFill/>
                  </a:ln>
                  <a:solidFill>
                    <a:srgbClr val="000000"/>
                  </a:solidFill>
                  <a:effectLst/>
                  <a:uLnTx/>
                  <a:uFillTx/>
                  <a:ea typeface="GT America Regular" charset="0"/>
                  <a:cs typeface="GT America Regular" charset="0"/>
                </a:rPr>
                <a:t>ON LIGHT AND EXTRA LIGHT</a:t>
              </a:r>
            </a:p>
          </p:txBody>
        </p:sp>
        <p:sp>
          <p:nvSpPr>
            <p:cNvPr id="7" name="Rectangle 6">
              <a:extLst>
                <a:ext uri="{FF2B5EF4-FFF2-40B4-BE49-F238E27FC236}">
                  <a16:creationId xmlns:a16="http://schemas.microsoft.com/office/drawing/2014/main" id="{4C9DAD0D-F2A3-3E01-93E0-7707C0D45AE5}"/>
                </a:ext>
              </a:extLst>
            </p:cNvPr>
            <p:cNvSpPr/>
            <p:nvPr userDrawn="1"/>
          </p:nvSpPr>
          <p:spPr>
            <a:xfrm>
              <a:off x="12356815" y="3592729"/>
              <a:ext cx="553069" cy="3279913"/>
            </a:xfrm>
            <a:prstGeom prst="rect">
              <a:avLst/>
            </a:prstGeom>
            <a:solidFill>
              <a:schemeClr val="tx2"/>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a:p>
          </p:txBody>
        </p:sp>
        <p:grpSp>
          <p:nvGrpSpPr>
            <p:cNvPr id="10" name="Group 9">
              <a:extLst>
                <a:ext uri="{FF2B5EF4-FFF2-40B4-BE49-F238E27FC236}">
                  <a16:creationId xmlns:a16="http://schemas.microsoft.com/office/drawing/2014/main" id="{4E58AC6A-2C7D-7015-9DE8-17FFA28EA20C}"/>
                </a:ext>
              </a:extLst>
            </p:cNvPr>
            <p:cNvGrpSpPr/>
            <p:nvPr userDrawn="1"/>
          </p:nvGrpSpPr>
          <p:grpSpPr>
            <a:xfrm>
              <a:off x="12442019" y="3791214"/>
              <a:ext cx="382660" cy="2882942"/>
              <a:chOff x="14001569" y="3716048"/>
              <a:chExt cx="316248" cy="3171236"/>
            </a:xfrm>
          </p:grpSpPr>
          <p:sp>
            <p:nvSpPr>
              <p:cNvPr id="25" name="Rectangle 24">
                <a:extLst>
                  <a:ext uri="{FF2B5EF4-FFF2-40B4-BE49-F238E27FC236}">
                    <a16:creationId xmlns:a16="http://schemas.microsoft.com/office/drawing/2014/main" id="{891E5E40-38FB-1F37-4BD1-9C50B3FC18D0}"/>
                  </a:ext>
                </a:extLst>
              </p:cNvPr>
              <p:cNvSpPr/>
              <p:nvPr userDrawn="1"/>
            </p:nvSpPr>
            <p:spPr>
              <a:xfrm rot="5400000">
                <a:off x="14033099" y="5954114"/>
                <a:ext cx="253188" cy="316248"/>
              </a:xfrm>
              <a:prstGeom prst="rect">
                <a:avLst/>
              </a:prstGeom>
              <a:solidFill>
                <a:srgbClr val="005E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26" name="Rectangle 25">
                <a:extLst>
                  <a:ext uri="{FF2B5EF4-FFF2-40B4-BE49-F238E27FC236}">
                    <a16:creationId xmlns:a16="http://schemas.microsoft.com/office/drawing/2014/main" id="{C7413532-B27C-76FE-5F2A-E588EC2AA6C7}"/>
                  </a:ext>
                </a:extLst>
              </p:cNvPr>
              <p:cNvSpPr/>
              <p:nvPr userDrawn="1"/>
            </p:nvSpPr>
            <p:spPr>
              <a:xfrm rot="5400000">
                <a:off x="14033099" y="6278342"/>
                <a:ext cx="253188" cy="316248"/>
              </a:xfrm>
              <a:prstGeom prst="rect">
                <a:avLst/>
              </a:prstGeom>
              <a:solidFill>
                <a:srgbClr val="B8B9D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27" name="Rectangle 26">
                <a:extLst>
                  <a:ext uri="{FF2B5EF4-FFF2-40B4-BE49-F238E27FC236}">
                    <a16:creationId xmlns:a16="http://schemas.microsoft.com/office/drawing/2014/main" id="{2F4DCF72-1B59-0D30-C8E3-5FE91F4601E0}"/>
                  </a:ext>
                </a:extLst>
              </p:cNvPr>
              <p:cNvSpPr/>
              <p:nvPr userDrawn="1"/>
            </p:nvSpPr>
            <p:spPr>
              <a:xfrm rot="5400000">
                <a:off x="14033099" y="6602566"/>
                <a:ext cx="253188" cy="316248"/>
              </a:xfrm>
              <a:prstGeom prst="rect">
                <a:avLst/>
              </a:prstGeom>
              <a:solidFill>
                <a:srgbClr val="FBE6D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29" name="Rectangle 28">
                <a:extLst>
                  <a:ext uri="{FF2B5EF4-FFF2-40B4-BE49-F238E27FC236}">
                    <a16:creationId xmlns:a16="http://schemas.microsoft.com/office/drawing/2014/main" id="{A3E4DDB1-0EB7-5BAD-1A1B-9ED96B5E1BA1}"/>
                  </a:ext>
                </a:extLst>
              </p:cNvPr>
              <p:cNvSpPr/>
              <p:nvPr userDrawn="1"/>
            </p:nvSpPr>
            <p:spPr>
              <a:xfrm rot="5400000">
                <a:off x="14033099" y="4981430"/>
                <a:ext cx="253188" cy="316248"/>
              </a:xfrm>
              <a:prstGeom prst="rect">
                <a:avLst/>
              </a:prstGeom>
              <a:solidFill>
                <a:srgbClr val="BCE09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30" name="Rectangle 29">
                <a:extLst>
                  <a:ext uri="{FF2B5EF4-FFF2-40B4-BE49-F238E27FC236}">
                    <a16:creationId xmlns:a16="http://schemas.microsoft.com/office/drawing/2014/main" id="{2216EACE-097A-1395-53DE-B123BCDF821E}"/>
                  </a:ext>
                </a:extLst>
              </p:cNvPr>
              <p:cNvSpPr/>
              <p:nvPr userDrawn="1"/>
            </p:nvSpPr>
            <p:spPr>
              <a:xfrm rot="5400000">
                <a:off x="14033099" y="5305658"/>
                <a:ext cx="253188" cy="316248"/>
              </a:xfrm>
              <a:prstGeom prst="rect">
                <a:avLst/>
              </a:prstGeom>
              <a:solidFill>
                <a:srgbClr val="E9783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32" name="Rectangle 31">
                <a:extLst>
                  <a:ext uri="{FF2B5EF4-FFF2-40B4-BE49-F238E27FC236}">
                    <a16:creationId xmlns:a16="http://schemas.microsoft.com/office/drawing/2014/main" id="{8E091C54-3F02-74D5-0E35-13526A0BECB5}"/>
                  </a:ext>
                </a:extLst>
              </p:cNvPr>
              <p:cNvSpPr/>
              <p:nvPr userDrawn="1"/>
            </p:nvSpPr>
            <p:spPr>
              <a:xfrm rot="5400000">
                <a:off x="14033099" y="5629886"/>
                <a:ext cx="253188" cy="316248"/>
              </a:xfrm>
              <a:prstGeom prst="rect">
                <a:avLst/>
              </a:prstGeom>
              <a:solidFill>
                <a:srgbClr val="B9056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33" name="Rectangle 32">
                <a:extLst>
                  <a:ext uri="{FF2B5EF4-FFF2-40B4-BE49-F238E27FC236}">
                    <a16:creationId xmlns:a16="http://schemas.microsoft.com/office/drawing/2014/main" id="{1DB032B1-4252-C5EB-CB50-AD40ECFD7F25}"/>
                  </a:ext>
                </a:extLst>
              </p:cNvPr>
              <p:cNvSpPr/>
              <p:nvPr userDrawn="1"/>
            </p:nvSpPr>
            <p:spPr>
              <a:xfrm rot="5400000">
                <a:off x="14033099" y="3684518"/>
                <a:ext cx="253188" cy="316248"/>
              </a:xfrm>
              <a:prstGeom prst="rect">
                <a:avLst/>
              </a:prstGeom>
              <a:solidFill>
                <a:srgbClr val="9DC2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34" name="Rectangle 33">
                <a:extLst>
                  <a:ext uri="{FF2B5EF4-FFF2-40B4-BE49-F238E27FC236}">
                    <a16:creationId xmlns:a16="http://schemas.microsoft.com/office/drawing/2014/main" id="{9B51F9E8-8EBF-0DEF-BFD3-947430099245}"/>
                  </a:ext>
                </a:extLst>
              </p:cNvPr>
              <p:cNvSpPr/>
              <p:nvPr userDrawn="1"/>
            </p:nvSpPr>
            <p:spPr>
              <a:xfrm rot="5400000">
                <a:off x="14033099" y="4008746"/>
                <a:ext cx="253188" cy="316248"/>
              </a:xfrm>
              <a:prstGeom prst="rect">
                <a:avLst/>
              </a:prstGeom>
              <a:solidFill>
                <a:srgbClr val="309DA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35" name="Rectangle 34">
                <a:extLst>
                  <a:ext uri="{FF2B5EF4-FFF2-40B4-BE49-F238E27FC236}">
                    <a16:creationId xmlns:a16="http://schemas.microsoft.com/office/drawing/2014/main" id="{57E59CED-015E-B28D-7016-42C6B9733CAB}"/>
                  </a:ext>
                </a:extLst>
              </p:cNvPr>
              <p:cNvSpPr/>
              <p:nvPr userDrawn="1"/>
            </p:nvSpPr>
            <p:spPr>
              <a:xfrm rot="5400000">
                <a:off x="14033099" y="4332974"/>
                <a:ext cx="253188" cy="316248"/>
              </a:xfrm>
              <a:prstGeom prst="rect">
                <a:avLst/>
              </a:prstGeom>
              <a:solidFill>
                <a:srgbClr val="E2C22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36" name="Rectangle 35">
                <a:extLst>
                  <a:ext uri="{FF2B5EF4-FFF2-40B4-BE49-F238E27FC236}">
                    <a16:creationId xmlns:a16="http://schemas.microsoft.com/office/drawing/2014/main" id="{BDADD0FF-95DD-40BF-7E4E-087AFA2B038E}"/>
                  </a:ext>
                </a:extLst>
              </p:cNvPr>
              <p:cNvSpPr/>
              <p:nvPr userDrawn="1"/>
            </p:nvSpPr>
            <p:spPr>
              <a:xfrm rot="5400000">
                <a:off x="14033099" y="4657202"/>
                <a:ext cx="253188" cy="316248"/>
              </a:xfrm>
              <a:prstGeom prst="rect">
                <a:avLst/>
              </a:prstGeom>
              <a:solidFill>
                <a:srgbClr val="9158B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grpSp>
        <p:grpSp>
          <p:nvGrpSpPr>
            <p:cNvPr id="12" name="Group 11">
              <a:extLst>
                <a:ext uri="{FF2B5EF4-FFF2-40B4-BE49-F238E27FC236}">
                  <a16:creationId xmlns:a16="http://schemas.microsoft.com/office/drawing/2014/main" id="{11E61447-0977-329B-6995-18D8B8367957}"/>
                </a:ext>
              </a:extLst>
            </p:cNvPr>
            <p:cNvGrpSpPr/>
            <p:nvPr userDrawn="1"/>
          </p:nvGrpSpPr>
          <p:grpSpPr>
            <a:xfrm>
              <a:off x="12442019" y="198485"/>
              <a:ext cx="382660" cy="2882942"/>
              <a:chOff x="12742785" y="3716048"/>
              <a:chExt cx="316248" cy="3171236"/>
            </a:xfrm>
          </p:grpSpPr>
          <p:sp>
            <p:nvSpPr>
              <p:cNvPr id="14" name="Rectangle 13">
                <a:extLst>
                  <a:ext uri="{FF2B5EF4-FFF2-40B4-BE49-F238E27FC236}">
                    <a16:creationId xmlns:a16="http://schemas.microsoft.com/office/drawing/2014/main" id="{23182D1F-8898-AE26-7E5C-BE932F71CCB0}"/>
                  </a:ext>
                </a:extLst>
              </p:cNvPr>
              <p:cNvSpPr/>
              <p:nvPr userDrawn="1"/>
            </p:nvSpPr>
            <p:spPr>
              <a:xfrm rot="5400000">
                <a:off x="12774315" y="6602566"/>
                <a:ext cx="253188" cy="316248"/>
              </a:xfrm>
              <a:prstGeom prst="rect">
                <a:avLst/>
              </a:prstGeom>
              <a:solidFill>
                <a:srgbClr val="BFD6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15" name="Rectangle 14">
                <a:extLst>
                  <a:ext uri="{FF2B5EF4-FFF2-40B4-BE49-F238E27FC236}">
                    <a16:creationId xmlns:a16="http://schemas.microsoft.com/office/drawing/2014/main" id="{96A5FAC9-A053-1A4E-4C40-BEAC35EDDEEA}"/>
                  </a:ext>
                </a:extLst>
              </p:cNvPr>
              <p:cNvSpPr/>
              <p:nvPr userDrawn="1"/>
            </p:nvSpPr>
            <p:spPr>
              <a:xfrm rot="5400000">
                <a:off x="12774315" y="4981430"/>
                <a:ext cx="253188" cy="316248"/>
              </a:xfrm>
              <a:prstGeom prst="rect">
                <a:avLst/>
              </a:prstGeom>
              <a:solidFill>
                <a:srgbClr val="D25F7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16" name="Rectangle 15">
                <a:extLst>
                  <a:ext uri="{FF2B5EF4-FFF2-40B4-BE49-F238E27FC236}">
                    <a16:creationId xmlns:a16="http://schemas.microsoft.com/office/drawing/2014/main" id="{9C9E7C00-061A-EE94-6C8F-74EE33F50D6F}"/>
                  </a:ext>
                </a:extLst>
              </p:cNvPr>
              <p:cNvSpPr/>
              <p:nvPr userDrawn="1"/>
            </p:nvSpPr>
            <p:spPr>
              <a:xfrm rot="5400000">
                <a:off x="12774315" y="5305658"/>
                <a:ext cx="253188" cy="316248"/>
              </a:xfrm>
              <a:prstGeom prst="rect">
                <a:avLst/>
              </a:prstGeom>
              <a:solidFill>
                <a:srgbClr val="C6480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17" name="Rectangle 16">
                <a:extLst>
                  <a:ext uri="{FF2B5EF4-FFF2-40B4-BE49-F238E27FC236}">
                    <a16:creationId xmlns:a16="http://schemas.microsoft.com/office/drawing/2014/main" id="{DFACD0BF-A135-7E7C-DFB5-7C021BC187F3}"/>
                  </a:ext>
                </a:extLst>
              </p:cNvPr>
              <p:cNvSpPr/>
              <p:nvPr userDrawn="1"/>
            </p:nvSpPr>
            <p:spPr>
              <a:xfrm rot="5400000">
                <a:off x="12774315" y="5629886"/>
                <a:ext cx="253188" cy="316248"/>
              </a:xfrm>
              <a:prstGeom prst="rect">
                <a:avLst/>
              </a:prstGeom>
              <a:solidFill>
                <a:srgbClr val="BA016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18" name="Rectangle 17">
                <a:extLst>
                  <a:ext uri="{FF2B5EF4-FFF2-40B4-BE49-F238E27FC236}">
                    <a16:creationId xmlns:a16="http://schemas.microsoft.com/office/drawing/2014/main" id="{2A1A4C91-A440-142C-FC4E-98884885C19A}"/>
                  </a:ext>
                </a:extLst>
              </p:cNvPr>
              <p:cNvSpPr/>
              <p:nvPr userDrawn="1"/>
            </p:nvSpPr>
            <p:spPr>
              <a:xfrm rot="5400000">
                <a:off x="12774315" y="3684518"/>
                <a:ext cx="253188" cy="316248"/>
              </a:xfrm>
              <a:prstGeom prst="rect">
                <a:avLst/>
              </a:prstGeom>
              <a:solidFill>
                <a:srgbClr val="005E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19" name="Rectangle 18">
                <a:extLst>
                  <a:ext uri="{FF2B5EF4-FFF2-40B4-BE49-F238E27FC236}">
                    <a16:creationId xmlns:a16="http://schemas.microsoft.com/office/drawing/2014/main" id="{617EB3C2-5272-9EC3-5426-5312EABD7266}"/>
                  </a:ext>
                </a:extLst>
              </p:cNvPr>
              <p:cNvSpPr/>
              <p:nvPr userDrawn="1"/>
            </p:nvSpPr>
            <p:spPr>
              <a:xfrm rot="5400000">
                <a:off x="12774315" y="4008746"/>
                <a:ext cx="253188" cy="316248"/>
              </a:xfrm>
              <a:prstGeom prst="rect">
                <a:avLst/>
              </a:prstGeom>
              <a:solidFill>
                <a:srgbClr val="5EB6B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21" name="Rectangle 20">
                <a:extLst>
                  <a:ext uri="{FF2B5EF4-FFF2-40B4-BE49-F238E27FC236}">
                    <a16:creationId xmlns:a16="http://schemas.microsoft.com/office/drawing/2014/main" id="{5C844397-3F82-2B40-0393-2B0F1525B5C0}"/>
                  </a:ext>
                </a:extLst>
              </p:cNvPr>
              <p:cNvSpPr/>
              <p:nvPr userDrawn="1"/>
            </p:nvSpPr>
            <p:spPr>
              <a:xfrm rot="5400000">
                <a:off x="12774315" y="4332974"/>
                <a:ext cx="253188" cy="316248"/>
              </a:xfrm>
              <a:prstGeom prst="rect">
                <a:avLst/>
              </a:prstGeom>
              <a:solidFill>
                <a:srgbClr val="C7AB2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22" name="Rectangle 21">
                <a:extLst>
                  <a:ext uri="{FF2B5EF4-FFF2-40B4-BE49-F238E27FC236}">
                    <a16:creationId xmlns:a16="http://schemas.microsoft.com/office/drawing/2014/main" id="{BF5405CF-E9AD-FBDE-A2E0-E4910238790E}"/>
                  </a:ext>
                </a:extLst>
              </p:cNvPr>
              <p:cNvSpPr/>
              <p:nvPr userDrawn="1"/>
            </p:nvSpPr>
            <p:spPr>
              <a:xfrm rot="5400000">
                <a:off x="12774315" y="4657202"/>
                <a:ext cx="253188" cy="316248"/>
              </a:xfrm>
              <a:prstGeom prst="rect">
                <a:avLst/>
              </a:prstGeom>
              <a:solidFill>
                <a:srgbClr val="5C068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23" name="Rectangle 22">
                <a:extLst>
                  <a:ext uri="{FF2B5EF4-FFF2-40B4-BE49-F238E27FC236}">
                    <a16:creationId xmlns:a16="http://schemas.microsoft.com/office/drawing/2014/main" id="{5DB1EFFC-C24B-75EF-3670-ACB50DF1A3D4}"/>
                  </a:ext>
                </a:extLst>
              </p:cNvPr>
              <p:cNvSpPr/>
              <p:nvPr userDrawn="1"/>
            </p:nvSpPr>
            <p:spPr>
              <a:xfrm rot="5400000">
                <a:off x="12774315" y="5954114"/>
                <a:ext cx="253188" cy="316248"/>
              </a:xfrm>
              <a:prstGeom prst="rect">
                <a:avLst/>
              </a:prstGeom>
              <a:solidFill>
                <a:srgbClr val="2A431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24" name="Rectangle 23">
                <a:extLst>
                  <a:ext uri="{FF2B5EF4-FFF2-40B4-BE49-F238E27FC236}">
                    <a16:creationId xmlns:a16="http://schemas.microsoft.com/office/drawing/2014/main" id="{F657652B-97E6-09ED-E6BA-54D7C70ABB73}"/>
                  </a:ext>
                </a:extLst>
              </p:cNvPr>
              <p:cNvSpPr/>
              <p:nvPr userDrawn="1"/>
            </p:nvSpPr>
            <p:spPr>
              <a:xfrm rot="5400000">
                <a:off x="12774315" y="6278342"/>
                <a:ext cx="253188" cy="316248"/>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grpSp>
        <p:sp>
          <p:nvSpPr>
            <p:cNvPr id="13" name="TextBox 12">
              <a:extLst>
                <a:ext uri="{FF2B5EF4-FFF2-40B4-BE49-F238E27FC236}">
                  <a16:creationId xmlns:a16="http://schemas.microsoft.com/office/drawing/2014/main" id="{6FE089F0-77C8-7031-39D3-2D3CCCDA73BD}"/>
                </a:ext>
              </a:extLst>
            </p:cNvPr>
            <p:cNvSpPr txBox="1"/>
            <p:nvPr userDrawn="1"/>
          </p:nvSpPr>
          <p:spPr>
            <a:xfrm rot="16200000">
              <a:off x="12574270" y="5173406"/>
              <a:ext cx="960199" cy="118559"/>
            </a:xfrm>
            <a:prstGeom prst="rect">
              <a:avLst/>
            </a:prstGeom>
            <a:noFill/>
          </p:spPr>
          <p:txBody>
            <a:bodyPr wrap="none" lIns="0" tIns="0" rIns="0" bIns="0" rtlCol="0">
              <a:spAutoFit/>
            </a:bodyPr>
            <a:lstStyle/>
            <a:p>
              <a:pPr algn="l">
                <a:lnSpc>
                  <a:spcPct val="101000"/>
                </a:lnSpc>
                <a:spcAft>
                  <a:spcPts val="600"/>
                </a:spcAft>
              </a:pPr>
              <a:r>
                <a:rPr lang="en-CR" sz="800" b="1">
                  <a:solidFill>
                    <a:srgbClr val="000000"/>
                  </a:solidFill>
                  <a:latin typeface="GT America Regular"/>
                  <a:ea typeface="GT America Regular" charset="0"/>
                  <a:cs typeface="GT America Regular" charset="0"/>
                </a:rPr>
                <a:t>ON MOODY´S BLUE</a:t>
              </a:r>
              <a:endParaRPr kumimoji="0" lang="en-CR" sz="800" b="1" i="0" u="none" strike="noStrike" kern="1200" cap="none" spc="0" normalizeH="0" baseline="0" noProof="0" err="1">
                <a:ln>
                  <a:noFill/>
                </a:ln>
                <a:solidFill>
                  <a:srgbClr val="000000"/>
                </a:solidFill>
                <a:effectLst/>
                <a:uLnTx/>
                <a:uFillTx/>
                <a:latin typeface="GT America Regular"/>
                <a:ea typeface="GT America Regular" charset="0"/>
                <a:cs typeface="GT America Regular" charset="0"/>
              </a:endParaRPr>
            </a:p>
          </p:txBody>
        </p:sp>
      </p:grpSp>
      <p:sp>
        <p:nvSpPr>
          <p:cNvPr id="37" name="TextBox 36">
            <a:extLst>
              <a:ext uri="{FF2B5EF4-FFF2-40B4-BE49-F238E27FC236}">
                <a16:creationId xmlns:a16="http://schemas.microsoft.com/office/drawing/2014/main" id="{6D981FC1-C3CE-CE58-C0DB-306D7B61F373}"/>
              </a:ext>
            </a:extLst>
          </p:cNvPr>
          <p:cNvSpPr txBox="1"/>
          <p:nvPr userDrawn="1"/>
        </p:nvSpPr>
        <p:spPr>
          <a:xfrm>
            <a:off x="12356815" y="3377042"/>
            <a:ext cx="807913" cy="118559"/>
          </a:xfrm>
          <a:prstGeom prst="rect">
            <a:avLst/>
          </a:prstGeom>
          <a:noFill/>
        </p:spPr>
        <p:txBody>
          <a:bodyPr wrap="none" lIns="0" tIns="0" rIns="0" bIns="0" rtlCol="0">
            <a:spAutoFit/>
          </a:bodyPr>
          <a:lstStyle/>
          <a:p>
            <a:pPr algn="l">
              <a:lnSpc>
                <a:spcPct val="101000"/>
              </a:lnSpc>
              <a:spcAft>
                <a:spcPts val="600"/>
              </a:spcAft>
            </a:pPr>
            <a:r>
              <a:rPr kumimoji="0" lang="en-US" sz="800" b="1" i="0" u="none" strike="noStrike" kern="1200" cap="none" spc="0" normalizeH="0" baseline="0" noProof="0" dirty="0">
                <a:ln>
                  <a:noFill/>
                </a:ln>
                <a:solidFill>
                  <a:srgbClr val="000000"/>
                </a:solidFill>
                <a:effectLst/>
                <a:uLnTx/>
                <a:uFillTx/>
                <a:ea typeface="GT America Regular" charset="0"/>
                <a:cs typeface="GT America Regular" charset="0"/>
              </a:rPr>
              <a:t>For charts ONLY</a:t>
            </a:r>
            <a:endParaRPr kumimoji="0" lang="en-CR" sz="800" b="1" i="0" u="none" strike="noStrike" kern="1200" cap="none" spc="0" normalizeH="0" baseline="0" noProof="0">
              <a:ln>
                <a:noFill/>
              </a:ln>
              <a:solidFill>
                <a:srgbClr val="000000"/>
              </a:solidFill>
              <a:effectLst/>
              <a:uLnTx/>
              <a:uFillTx/>
              <a:ea typeface="GT America Regular" charset="0"/>
              <a:cs typeface="GT America Regular" charset="0"/>
            </a:endParaRPr>
          </a:p>
        </p:txBody>
      </p:sp>
    </p:spTree>
    <p:extLst>
      <p:ext uri="{BB962C8B-B14F-4D97-AF65-F5344CB8AC3E}">
        <p14:creationId xmlns:p14="http://schemas.microsoft.com/office/powerpoint/2010/main" val="3071348387"/>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userDrawn="1">
  <p:cSld name="Contact Sheet 12-up">
    <p:spTree>
      <p:nvGrpSpPr>
        <p:cNvPr id="1" name=""/>
        <p:cNvGrpSpPr/>
        <p:nvPr/>
      </p:nvGrpSpPr>
      <p:grpSpPr>
        <a:xfrm>
          <a:off x="0" y="0"/>
          <a:ext cx="0" cy="0"/>
          <a:chOff x="0" y="0"/>
          <a:chExt cx="0" cy="0"/>
        </a:xfrm>
      </p:grpSpPr>
      <p:sp>
        <p:nvSpPr>
          <p:cNvPr id="8" name="Footer Placeholder 7">
            <a:extLst>
              <a:ext uri="{FF2B5EF4-FFF2-40B4-BE49-F238E27FC236}">
                <a16:creationId xmlns:a16="http://schemas.microsoft.com/office/drawing/2014/main" id="{0E2ADB5F-BB7A-E503-6385-47B7F4A752C0}"/>
              </a:ext>
            </a:extLst>
          </p:cNvPr>
          <p:cNvSpPr>
            <a:spLocks noGrp="1"/>
          </p:cNvSpPr>
          <p:nvPr>
            <p:ph type="ftr" sz="quarter" idx="11"/>
          </p:nvPr>
        </p:nvSpPr>
        <p:spPr/>
        <p:txBody>
          <a:bodyPr/>
          <a:lstStyle>
            <a:lvl1pPr>
              <a:defRPr>
                <a:solidFill>
                  <a:schemeClr val="tx1"/>
                </a:solidFill>
              </a:defRPr>
            </a:lvl1pPr>
          </a:lstStyle>
          <a:p>
            <a:r>
              <a:rPr lang="en-US"/>
              <a:t>See slide 12 for instructions on how to update footer</a:t>
            </a:r>
            <a:endParaRPr lang="en-US" dirty="0"/>
          </a:p>
        </p:txBody>
      </p:sp>
      <p:sp>
        <p:nvSpPr>
          <p:cNvPr id="9" name="Slide Number Placeholder 8">
            <a:extLst>
              <a:ext uri="{FF2B5EF4-FFF2-40B4-BE49-F238E27FC236}">
                <a16:creationId xmlns:a16="http://schemas.microsoft.com/office/drawing/2014/main" id="{CCA8152B-F410-5052-DF3D-06C6DD4D2381}"/>
              </a:ext>
            </a:extLst>
          </p:cNvPr>
          <p:cNvSpPr>
            <a:spLocks noGrp="1"/>
          </p:cNvSpPr>
          <p:nvPr>
            <p:ph type="sldNum" sz="quarter" idx="12"/>
          </p:nvPr>
        </p:nvSpPr>
        <p:spPr/>
        <p:txBody>
          <a:bodyPr/>
          <a:lstStyle>
            <a:lvl1pPr>
              <a:defRPr>
                <a:solidFill>
                  <a:schemeClr val="tx1"/>
                </a:solidFill>
              </a:defRPr>
            </a:lvl1pPr>
          </a:lstStyle>
          <a:p>
            <a:fld id="{862A5111-985B-C14D-9115-5787026182A8}" type="slidenum">
              <a:rPr lang="en-US" smtClean="0"/>
              <a:pPr/>
              <a:t>‹#›</a:t>
            </a:fld>
            <a:endParaRPr lang="en-US" dirty="0"/>
          </a:p>
        </p:txBody>
      </p:sp>
      <p:sp>
        <p:nvSpPr>
          <p:cNvPr id="11" name="Picture Placeholder 9">
            <a:extLst>
              <a:ext uri="{FF2B5EF4-FFF2-40B4-BE49-F238E27FC236}">
                <a16:creationId xmlns:a16="http://schemas.microsoft.com/office/drawing/2014/main" id="{E5C7C011-127A-0143-3287-56B2493616F3}"/>
              </a:ext>
            </a:extLst>
          </p:cNvPr>
          <p:cNvSpPr>
            <a:spLocks noGrp="1"/>
          </p:cNvSpPr>
          <p:nvPr>
            <p:ph type="pic" sz="quarter" idx="29" hasCustomPrompt="1"/>
          </p:nvPr>
        </p:nvSpPr>
        <p:spPr>
          <a:xfrm>
            <a:off x="546200" y="1562404"/>
            <a:ext cx="723656" cy="725487"/>
          </a:xfrm>
          <a:solidFill>
            <a:schemeClr val="accent1"/>
          </a:solidFill>
          <a:ln>
            <a:noFill/>
          </a:ln>
        </p:spPr>
        <p:txBody>
          <a:bodyPr anchor="b">
            <a:normAutofit/>
          </a:bodyPr>
          <a:lstStyle>
            <a:lvl1pPr algn="ctr">
              <a:defRPr sz="800">
                <a:solidFill>
                  <a:schemeClr val="bg1"/>
                </a:solidFill>
                <a:latin typeface="+mn-lt"/>
              </a:defRPr>
            </a:lvl1pPr>
          </a:lstStyle>
          <a:p>
            <a:r>
              <a:rPr lang="en-US" dirty="0"/>
              <a:t>Silhouette</a:t>
            </a:r>
            <a:br>
              <a:rPr lang="en-US" dirty="0"/>
            </a:br>
            <a:r>
              <a:rPr lang="en-US" dirty="0"/>
              <a:t>portrait</a:t>
            </a:r>
          </a:p>
        </p:txBody>
      </p:sp>
      <p:sp>
        <p:nvSpPr>
          <p:cNvPr id="3" name="Picture Placeholder 9">
            <a:extLst>
              <a:ext uri="{FF2B5EF4-FFF2-40B4-BE49-F238E27FC236}">
                <a16:creationId xmlns:a16="http://schemas.microsoft.com/office/drawing/2014/main" id="{25876E2B-22D5-E023-0774-0D2E4727B88F}"/>
              </a:ext>
            </a:extLst>
          </p:cNvPr>
          <p:cNvSpPr>
            <a:spLocks noGrp="1"/>
          </p:cNvSpPr>
          <p:nvPr>
            <p:ph type="pic" sz="quarter" idx="59" hasCustomPrompt="1"/>
          </p:nvPr>
        </p:nvSpPr>
        <p:spPr>
          <a:xfrm>
            <a:off x="547356" y="3139584"/>
            <a:ext cx="723656" cy="725487"/>
          </a:xfrm>
          <a:solidFill>
            <a:schemeClr val="accent1"/>
          </a:solidFill>
          <a:ln>
            <a:noFill/>
          </a:ln>
        </p:spPr>
        <p:txBody>
          <a:bodyPr anchor="b">
            <a:normAutofit/>
          </a:bodyPr>
          <a:lstStyle>
            <a:lvl1pPr algn="ctr">
              <a:defRPr sz="800">
                <a:solidFill>
                  <a:schemeClr val="bg1"/>
                </a:solidFill>
                <a:latin typeface="+mn-lt"/>
              </a:defRPr>
            </a:lvl1pPr>
          </a:lstStyle>
          <a:p>
            <a:r>
              <a:rPr lang="en-US" dirty="0"/>
              <a:t>Silhouette</a:t>
            </a:r>
            <a:br>
              <a:rPr lang="en-US" dirty="0"/>
            </a:br>
            <a:r>
              <a:rPr lang="en-US" dirty="0"/>
              <a:t>portrait</a:t>
            </a:r>
          </a:p>
        </p:txBody>
      </p:sp>
      <p:sp>
        <p:nvSpPr>
          <p:cNvPr id="6" name="Picture Placeholder 9">
            <a:extLst>
              <a:ext uri="{FF2B5EF4-FFF2-40B4-BE49-F238E27FC236}">
                <a16:creationId xmlns:a16="http://schemas.microsoft.com/office/drawing/2014/main" id="{D6976165-15B0-50D3-48A1-3EEF58B092C0}"/>
              </a:ext>
            </a:extLst>
          </p:cNvPr>
          <p:cNvSpPr>
            <a:spLocks noGrp="1"/>
          </p:cNvSpPr>
          <p:nvPr>
            <p:ph type="pic" sz="quarter" idx="61" hasCustomPrompt="1"/>
          </p:nvPr>
        </p:nvSpPr>
        <p:spPr>
          <a:xfrm>
            <a:off x="554788" y="4705350"/>
            <a:ext cx="723656" cy="725487"/>
          </a:xfrm>
          <a:solidFill>
            <a:schemeClr val="accent1"/>
          </a:solidFill>
          <a:ln>
            <a:noFill/>
          </a:ln>
        </p:spPr>
        <p:txBody>
          <a:bodyPr anchor="b">
            <a:normAutofit/>
          </a:bodyPr>
          <a:lstStyle>
            <a:lvl1pPr algn="ctr">
              <a:defRPr sz="800">
                <a:solidFill>
                  <a:schemeClr val="bg1"/>
                </a:solidFill>
                <a:latin typeface="+mn-lt"/>
              </a:defRPr>
            </a:lvl1pPr>
          </a:lstStyle>
          <a:p>
            <a:r>
              <a:rPr lang="en-US" dirty="0"/>
              <a:t>Silhouette</a:t>
            </a:r>
            <a:br>
              <a:rPr lang="en-US" dirty="0"/>
            </a:br>
            <a:r>
              <a:rPr lang="en-US" dirty="0"/>
              <a:t>portrait</a:t>
            </a:r>
          </a:p>
        </p:txBody>
      </p:sp>
      <p:sp>
        <p:nvSpPr>
          <p:cNvPr id="12" name="Picture Placeholder 9">
            <a:extLst>
              <a:ext uri="{FF2B5EF4-FFF2-40B4-BE49-F238E27FC236}">
                <a16:creationId xmlns:a16="http://schemas.microsoft.com/office/drawing/2014/main" id="{0CE498C5-374E-D8FE-F156-A53931D853E7}"/>
              </a:ext>
            </a:extLst>
          </p:cNvPr>
          <p:cNvSpPr>
            <a:spLocks noGrp="1"/>
          </p:cNvSpPr>
          <p:nvPr>
            <p:ph type="pic" sz="quarter" idx="63" hasCustomPrompt="1"/>
          </p:nvPr>
        </p:nvSpPr>
        <p:spPr>
          <a:xfrm>
            <a:off x="3365932" y="1562404"/>
            <a:ext cx="723656" cy="725487"/>
          </a:xfrm>
          <a:solidFill>
            <a:schemeClr val="accent1"/>
          </a:solidFill>
          <a:ln>
            <a:noFill/>
          </a:ln>
        </p:spPr>
        <p:txBody>
          <a:bodyPr anchor="b">
            <a:normAutofit/>
          </a:bodyPr>
          <a:lstStyle>
            <a:lvl1pPr algn="ctr">
              <a:defRPr sz="800">
                <a:solidFill>
                  <a:schemeClr val="bg1"/>
                </a:solidFill>
                <a:latin typeface="+mn-lt"/>
              </a:defRPr>
            </a:lvl1pPr>
          </a:lstStyle>
          <a:p>
            <a:r>
              <a:rPr lang="en-US" dirty="0"/>
              <a:t>Silhouette</a:t>
            </a:r>
            <a:br>
              <a:rPr lang="en-US" dirty="0"/>
            </a:br>
            <a:r>
              <a:rPr lang="en-US" dirty="0"/>
              <a:t>portrait</a:t>
            </a:r>
          </a:p>
        </p:txBody>
      </p:sp>
      <p:sp>
        <p:nvSpPr>
          <p:cNvPr id="15" name="Picture Placeholder 9">
            <a:extLst>
              <a:ext uri="{FF2B5EF4-FFF2-40B4-BE49-F238E27FC236}">
                <a16:creationId xmlns:a16="http://schemas.microsoft.com/office/drawing/2014/main" id="{1FCBF2C0-C112-B81E-0578-54F91D1D965D}"/>
              </a:ext>
            </a:extLst>
          </p:cNvPr>
          <p:cNvSpPr>
            <a:spLocks noGrp="1"/>
          </p:cNvSpPr>
          <p:nvPr>
            <p:ph type="pic" sz="quarter" idx="65" hasCustomPrompt="1"/>
          </p:nvPr>
        </p:nvSpPr>
        <p:spPr>
          <a:xfrm>
            <a:off x="3367088" y="3139584"/>
            <a:ext cx="723656" cy="725487"/>
          </a:xfrm>
          <a:solidFill>
            <a:schemeClr val="accent1"/>
          </a:solidFill>
          <a:ln>
            <a:noFill/>
          </a:ln>
        </p:spPr>
        <p:txBody>
          <a:bodyPr anchor="b">
            <a:normAutofit/>
          </a:bodyPr>
          <a:lstStyle>
            <a:lvl1pPr algn="ctr">
              <a:defRPr sz="800">
                <a:solidFill>
                  <a:schemeClr val="bg1"/>
                </a:solidFill>
                <a:latin typeface="+mn-lt"/>
              </a:defRPr>
            </a:lvl1pPr>
          </a:lstStyle>
          <a:p>
            <a:r>
              <a:rPr lang="en-US" dirty="0"/>
              <a:t>Silhouette</a:t>
            </a:r>
            <a:br>
              <a:rPr lang="en-US" dirty="0"/>
            </a:br>
            <a:r>
              <a:rPr lang="en-US" dirty="0"/>
              <a:t>portrait</a:t>
            </a:r>
          </a:p>
        </p:txBody>
      </p:sp>
      <p:sp>
        <p:nvSpPr>
          <p:cNvPr id="17" name="Picture Placeholder 9">
            <a:extLst>
              <a:ext uri="{FF2B5EF4-FFF2-40B4-BE49-F238E27FC236}">
                <a16:creationId xmlns:a16="http://schemas.microsoft.com/office/drawing/2014/main" id="{4C09C1F9-ECED-C5BA-42C5-0EE10E589CC6}"/>
              </a:ext>
            </a:extLst>
          </p:cNvPr>
          <p:cNvSpPr>
            <a:spLocks noGrp="1"/>
          </p:cNvSpPr>
          <p:nvPr>
            <p:ph type="pic" sz="quarter" idx="67" hasCustomPrompt="1"/>
          </p:nvPr>
        </p:nvSpPr>
        <p:spPr>
          <a:xfrm>
            <a:off x="3374520" y="4705350"/>
            <a:ext cx="723656" cy="725487"/>
          </a:xfrm>
          <a:solidFill>
            <a:schemeClr val="accent1"/>
          </a:solidFill>
          <a:ln>
            <a:noFill/>
          </a:ln>
        </p:spPr>
        <p:txBody>
          <a:bodyPr anchor="b">
            <a:normAutofit/>
          </a:bodyPr>
          <a:lstStyle>
            <a:lvl1pPr algn="ctr">
              <a:defRPr sz="800">
                <a:solidFill>
                  <a:schemeClr val="bg1"/>
                </a:solidFill>
                <a:latin typeface="+mn-lt"/>
              </a:defRPr>
            </a:lvl1pPr>
          </a:lstStyle>
          <a:p>
            <a:r>
              <a:rPr lang="en-US" dirty="0"/>
              <a:t>Silhouette</a:t>
            </a:r>
            <a:br>
              <a:rPr lang="en-US" dirty="0"/>
            </a:br>
            <a:r>
              <a:rPr lang="en-US" dirty="0"/>
              <a:t>portrait</a:t>
            </a:r>
          </a:p>
        </p:txBody>
      </p:sp>
      <p:sp>
        <p:nvSpPr>
          <p:cNvPr id="19" name="Picture Placeholder 9">
            <a:extLst>
              <a:ext uri="{FF2B5EF4-FFF2-40B4-BE49-F238E27FC236}">
                <a16:creationId xmlns:a16="http://schemas.microsoft.com/office/drawing/2014/main" id="{0042FFDF-513A-EC10-98FD-B9C57D062AE0}"/>
              </a:ext>
            </a:extLst>
          </p:cNvPr>
          <p:cNvSpPr>
            <a:spLocks noGrp="1"/>
          </p:cNvSpPr>
          <p:nvPr>
            <p:ph type="pic" sz="quarter" idx="69" hasCustomPrompt="1"/>
          </p:nvPr>
        </p:nvSpPr>
        <p:spPr>
          <a:xfrm>
            <a:off x="6185664" y="1562404"/>
            <a:ext cx="723656" cy="725487"/>
          </a:xfrm>
          <a:solidFill>
            <a:schemeClr val="accent1"/>
          </a:solidFill>
          <a:ln>
            <a:noFill/>
          </a:ln>
        </p:spPr>
        <p:txBody>
          <a:bodyPr anchor="b">
            <a:normAutofit/>
          </a:bodyPr>
          <a:lstStyle>
            <a:lvl1pPr algn="ctr">
              <a:defRPr sz="800">
                <a:solidFill>
                  <a:schemeClr val="bg1"/>
                </a:solidFill>
                <a:latin typeface="+mn-lt"/>
              </a:defRPr>
            </a:lvl1pPr>
          </a:lstStyle>
          <a:p>
            <a:r>
              <a:rPr lang="en-US" dirty="0"/>
              <a:t>Silhouette</a:t>
            </a:r>
            <a:br>
              <a:rPr lang="en-US" dirty="0"/>
            </a:br>
            <a:r>
              <a:rPr lang="en-US" dirty="0"/>
              <a:t>portrait</a:t>
            </a:r>
          </a:p>
        </p:txBody>
      </p:sp>
      <p:sp>
        <p:nvSpPr>
          <p:cNvPr id="22" name="Picture Placeholder 9">
            <a:extLst>
              <a:ext uri="{FF2B5EF4-FFF2-40B4-BE49-F238E27FC236}">
                <a16:creationId xmlns:a16="http://schemas.microsoft.com/office/drawing/2014/main" id="{8BC36A4B-DA0D-6BF1-C4D6-33880787409E}"/>
              </a:ext>
            </a:extLst>
          </p:cNvPr>
          <p:cNvSpPr>
            <a:spLocks noGrp="1"/>
          </p:cNvSpPr>
          <p:nvPr>
            <p:ph type="pic" sz="quarter" idx="71" hasCustomPrompt="1"/>
          </p:nvPr>
        </p:nvSpPr>
        <p:spPr>
          <a:xfrm>
            <a:off x="6186820" y="3139584"/>
            <a:ext cx="723656" cy="725487"/>
          </a:xfrm>
          <a:solidFill>
            <a:schemeClr val="accent1"/>
          </a:solidFill>
          <a:ln>
            <a:noFill/>
          </a:ln>
        </p:spPr>
        <p:txBody>
          <a:bodyPr anchor="b">
            <a:normAutofit/>
          </a:bodyPr>
          <a:lstStyle>
            <a:lvl1pPr algn="ctr">
              <a:defRPr sz="800">
                <a:solidFill>
                  <a:schemeClr val="bg1"/>
                </a:solidFill>
                <a:latin typeface="+mn-lt"/>
              </a:defRPr>
            </a:lvl1pPr>
          </a:lstStyle>
          <a:p>
            <a:r>
              <a:rPr lang="en-US" dirty="0"/>
              <a:t>Silhouette</a:t>
            </a:r>
            <a:br>
              <a:rPr lang="en-US" dirty="0"/>
            </a:br>
            <a:r>
              <a:rPr lang="en-US" dirty="0"/>
              <a:t>portrait</a:t>
            </a:r>
          </a:p>
        </p:txBody>
      </p:sp>
      <p:sp>
        <p:nvSpPr>
          <p:cNvPr id="24" name="Picture Placeholder 9">
            <a:extLst>
              <a:ext uri="{FF2B5EF4-FFF2-40B4-BE49-F238E27FC236}">
                <a16:creationId xmlns:a16="http://schemas.microsoft.com/office/drawing/2014/main" id="{76E7E740-2280-24BA-7A1B-AB4C8412EB3C}"/>
              </a:ext>
            </a:extLst>
          </p:cNvPr>
          <p:cNvSpPr>
            <a:spLocks noGrp="1"/>
          </p:cNvSpPr>
          <p:nvPr>
            <p:ph type="pic" sz="quarter" idx="73" hasCustomPrompt="1"/>
          </p:nvPr>
        </p:nvSpPr>
        <p:spPr>
          <a:xfrm>
            <a:off x="6194252" y="4705350"/>
            <a:ext cx="723656" cy="725487"/>
          </a:xfrm>
          <a:solidFill>
            <a:schemeClr val="accent1"/>
          </a:solidFill>
          <a:ln>
            <a:noFill/>
          </a:ln>
        </p:spPr>
        <p:txBody>
          <a:bodyPr anchor="b">
            <a:normAutofit/>
          </a:bodyPr>
          <a:lstStyle>
            <a:lvl1pPr algn="ctr">
              <a:defRPr sz="800">
                <a:solidFill>
                  <a:schemeClr val="bg1"/>
                </a:solidFill>
                <a:latin typeface="+mn-lt"/>
              </a:defRPr>
            </a:lvl1pPr>
          </a:lstStyle>
          <a:p>
            <a:r>
              <a:rPr lang="en-US" dirty="0"/>
              <a:t>Silhouette</a:t>
            </a:r>
            <a:br>
              <a:rPr lang="en-US" dirty="0"/>
            </a:br>
            <a:r>
              <a:rPr lang="en-US" dirty="0"/>
              <a:t>portrait</a:t>
            </a:r>
          </a:p>
        </p:txBody>
      </p:sp>
      <p:sp>
        <p:nvSpPr>
          <p:cNvPr id="26" name="Picture Placeholder 9">
            <a:extLst>
              <a:ext uri="{FF2B5EF4-FFF2-40B4-BE49-F238E27FC236}">
                <a16:creationId xmlns:a16="http://schemas.microsoft.com/office/drawing/2014/main" id="{CADD27F9-84C7-1DB2-249A-964A088830A2}"/>
              </a:ext>
            </a:extLst>
          </p:cNvPr>
          <p:cNvSpPr>
            <a:spLocks noGrp="1"/>
          </p:cNvSpPr>
          <p:nvPr>
            <p:ph type="pic" sz="quarter" idx="75" hasCustomPrompt="1"/>
          </p:nvPr>
        </p:nvSpPr>
        <p:spPr>
          <a:xfrm>
            <a:off x="9005396" y="1562404"/>
            <a:ext cx="723656" cy="725487"/>
          </a:xfrm>
          <a:solidFill>
            <a:schemeClr val="accent1"/>
          </a:solidFill>
          <a:ln>
            <a:noFill/>
          </a:ln>
        </p:spPr>
        <p:txBody>
          <a:bodyPr anchor="b">
            <a:normAutofit/>
          </a:bodyPr>
          <a:lstStyle>
            <a:lvl1pPr algn="ctr">
              <a:defRPr sz="800">
                <a:solidFill>
                  <a:schemeClr val="bg1"/>
                </a:solidFill>
                <a:latin typeface="+mn-lt"/>
              </a:defRPr>
            </a:lvl1pPr>
          </a:lstStyle>
          <a:p>
            <a:r>
              <a:rPr lang="en-US" dirty="0"/>
              <a:t>Silhouette</a:t>
            </a:r>
            <a:br>
              <a:rPr lang="en-US" dirty="0"/>
            </a:br>
            <a:r>
              <a:rPr lang="en-US" dirty="0"/>
              <a:t>portrait</a:t>
            </a:r>
          </a:p>
        </p:txBody>
      </p:sp>
      <p:sp>
        <p:nvSpPr>
          <p:cNvPr id="34" name="Picture Placeholder 9">
            <a:extLst>
              <a:ext uri="{FF2B5EF4-FFF2-40B4-BE49-F238E27FC236}">
                <a16:creationId xmlns:a16="http://schemas.microsoft.com/office/drawing/2014/main" id="{FF1E356A-47B8-BFE3-D4E2-B4F8BF65D253}"/>
              </a:ext>
            </a:extLst>
          </p:cNvPr>
          <p:cNvSpPr>
            <a:spLocks noGrp="1"/>
          </p:cNvSpPr>
          <p:nvPr>
            <p:ph type="pic" sz="quarter" idx="77" hasCustomPrompt="1"/>
          </p:nvPr>
        </p:nvSpPr>
        <p:spPr>
          <a:xfrm>
            <a:off x="9006552" y="3139584"/>
            <a:ext cx="723656" cy="725487"/>
          </a:xfrm>
          <a:solidFill>
            <a:schemeClr val="accent1"/>
          </a:solidFill>
          <a:ln>
            <a:noFill/>
          </a:ln>
        </p:spPr>
        <p:txBody>
          <a:bodyPr anchor="b">
            <a:normAutofit/>
          </a:bodyPr>
          <a:lstStyle>
            <a:lvl1pPr algn="ctr">
              <a:defRPr sz="800">
                <a:solidFill>
                  <a:schemeClr val="bg1"/>
                </a:solidFill>
                <a:latin typeface="+mn-lt"/>
              </a:defRPr>
            </a:lvl1pPr>
          </a:lstStyle>
          <a:p>
            <a:r>
              <a:rPr lang="en-US" dirty="0"/>
              <a:t>Silhouette</a:t>
            </a:r>
            <a:br>
              <a:rPr lang="en-US" dirty="0"/>
            </a:br>
            <a:r>
              <a:rPr lang="en-US" dirty="0"/>
              <a:t>portrait</a:t>
            </a:r>
          </a:p>
        </p:txBody>
      </p:sp>
      <p:sp>
        <p:nvSpPr>
          <p:cNvPr id="36" name="Picture Placeholder 9">
            <a:extLst>
              <a:ext uri="{FF2B5EF4-FFF2-40B4-BE49-F238E27FC236}">
                <a16:creationId xmlns:a16="http://schemas.microsoft.com/office/drawing/2014/main" id="{D13123F8-5707-1836-E32B-577B73747D46}"/>
              </a:ext>
            </a:extLst>
          </p:cNvPr>
          <p:cNvSpPr>
            <a:spLocks noGrp="1"/>
          </p:cNvSpPr>
          <p:nvPr>
            <p:ph type="pic" sz="quarter" idx="79" hasCustomPrompt="1"/>
          </p:nvPr>
        </p:nvSpPr>
        <p:spPr>
          <a:xfrm>
            <a:off x="9013984" y="4705350"/>
            <a:ext cx="723656" cy="725487"/>
          </a:xfrm>
          <a:solidFill>
            <a:schemeClr val="accent1"/>
          </a:solidFill>
          <a:ln>
            <a:noFill/>
          </a:ln>
        </p:spPr>
        <p:txBody>
          <a:bodyPr anchor="b">
            <a:normAutofit/>
          </a:bodyPr>
          <a:lstStyle>
            <a:lvl1pPr algn="ctr">
              <a:defRPr sz="800">
                <a:solidFill>
                  <a:schemeClr val="bg1"/>
                </a:solidFill>
                <a:latin typeface="+mn-lt"/>
              </a:defRPr>
            </a:lvl1pPr>
          </a:lstStyle>
          <a:p>
            <a:r>
              <a:rPr lang="en-US" dirty="0"/>
              <a:t>Silhouette</a:t>
            </a:r>
            <a:br>
              <a:rPr lang="en-US" dirty="0"/>
            </a:br>
            <a:r>
              <a:rPr lang="en-US" dirty="0"/>
              <a:t>portrait</a:t>
            </a:r>
          </a:p>
        </p:txBody>
      </p:sp>
      <p:sp>
        <p:nvSpPr>
          <p:cNvPr id="13" name="Title 12">
            <a:extLst>
              <a:ext uri="{FF2B5EF4-FFF2-40B4-BE49-F238E27FC236}">
                <a16:creationId xmlns:a16="http://schemas.microsoft.com/office/drawing/2014/main" id="{E6ED4069-4F51-A36D-255A-CF77628C85CE}"/>
              </a:ext>
            </a:extLst>
          </p:cNvPr>
          <p:cNvSpPr>
            <a:spLocks noGrp="1"/>
          </p:cNvSpPr>
          <p:nvPr>
            <p:ph type="title"/>
          </p:nvPr>
        </p:nvSpPr>
        <p:spPr/>
        <p:txBody>
          <a:bodyPr/>
          <a:lstStyle/>
          <a:p>
            <a:r>
              <a:rPr lang="en-US"/>
              <a:t>Click to edit Master title style</a:t>
            </a:r>
          </a:p>
        </p:txBody>
      </p:sp>
      <p:sp>
        <p:nvSpPr>
          <p:cNvPr id="7" name="Freeform 5">
            <a:extLst>
              <a:ext uri="{FF2B5EF4-FFF2-40B4-BE49-F238E27FC236}">
                <a16:creationId xmlns:a16="http://schemas.microsoft.com/office/drawing/2014/main" id="{71A8BD57-464A-7786-334E-596380BA0688}"/>
              </a:ext>
            </a:extLst>
          </p:cNvPr>
          <p:cNvSpPr/>
          <p:nvPr userDrawn="1"/>
        </p:nvSpPr>
        <p:spPr bwMode="black">
          <a:xfrm>
            <a:off x="554038" y="6469335"/>
            <a:ext cx="678511" cy="112440"/>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chemeClr val="tx2"/>
          </a:solidFill>
          <a:ln w="0" cap="flat">
            <a:noFill/>
            <a:prstDash val="solid"/>
            <a:miter/>
          </a:ln>
        </p:spPr>
        <p:txBody>
          <a:bodyPr rtlCol="0" anchor="ctr"/>
          <a:lstStyle/>
          <a:p>
            <a:endParaRPr lang="en-US"/>
          </a:p>
        </p:txBody>
      </p:sp>
      <p:sp>
        <p:nvSpPr>
          <p:cNvPr id="37" name="Text Placeholder 28">
            <a:extLst>
              <a:ext uri="{FF2B5EF4-FFF2-40B4-BE49-F238E27FC236}">
                <a16:creationId xmlns:a16="http://schemas.microsoft.com/office/drawing/2014/main" id="{20725060-FB97-FB2A-839C-88058950AD03}"/>
              </a:ext>
            </a:extLst>
          </p:cNvPr>
          <p:cNvSpPr>
            <a:spLocks noGrp="1"/>
          </p:cNvSpPr>
          <p:nvPr>
            <p:ph type="body" sz="quarter" idx="94"/>
          </p:nvPr>
        </p:nvSpPr>
        <p:spPr>
          <a:xfrm>
            <a:off x="545350" y="2421426"/>
            <a:ext cx="2623978" cy="588286"/>
          </a:xfrm>
        </p:spPr>
        <p:txBody>
          <a:bodyPr>
            <a:noAutofit/>
          </a:bodyPr>
          <a:lstStyle>
            <a:lvl1pPr marL="0" indent="0">
              <a:spcAft>
                <a:spcPts val="200"/>
              </a:spcAft>
              <a:buFont typeface="Arial" panose="020B0604020202020204" pitchFamily="34" charset="0"/>
              <a:buNone/>
              <a:defRPr sz="1200" b="1"/>
            </a:lvl1pPr>
            <a:lvl2pPr marL="0" indent="0">
              <a:spcAft>
                <a:spcPts val="600"/>
              </a:spcAft>
              <a:buNone/>
              <a:defRPr sz="1200"/>
            </a:lvl2pPr>
            <a:lvl3pPr marL="228600" indent="-228600">
              <a:spcAft>
                <a:spcPts val="600"/>
              </a:spcAft>
              <a:buClrTx/>
              <a:buFont typeface="GT America" charset="0"/>
              <a:buChar char="→"/>
              <a:defRPr sz="1200"/>
            </a:lvl3pPr>
            <a:lvl4pPr marL="228600" indent="-228600">
              <a:spcAft>
                <a:spcPts val="600"/>
              </a:spcAft>
              <a:buClrTx/>
              <a:buFont typeface="GT America" charset="0"/>
              <a:buChar char="→"/>
              <a:defRPr sz="1200"/>
            </a:lvl4pPr>
            <a:lvl5pPr marL="228600" indent="-228600">
              <a:spcAft>
                <a:spcPts val="600"/>
              </a:spcAft>
              <a:buClrTx/>
              <a:buFont typeface="GT America" charset="0"/>
              <a:buChar char="→"/>
              <a:defRPr sz="1200"/>
            </a:lvl5pPr>
            <a:lvl6pPr marL="228600" indent="-228600">
              <a:spcAft>
                <a:spcPts val="600"/>
              </a:spcAft>
              <a:buClrTx/>
              <a:buFont typeface="GT America" charset="0"/>
              <a:buChar char="→"/>
              <a:defRPr sz="1200"/>
            </a:lvl6pPr>
            <a:lvl7pPr marL="228600" indent="-228600">
              <a:spcAft>
                <a:spcPts val="600"/>
              </a:spcAft>
              <a:buClrTx/>
              <a:buFont typeface="GT America" charset="0"/>
              <a:buChar char="→"/>
              <a:defRPr sz="1200"/>
            </a:lvl7pPr>
            <a:lvl8pPr marL="228600" indent="-228600">
              <a:spcAft>
                <a:spcPts val="600"/>
              </a:spcAft>
              <a:buClrTx/>
              <a:buFont typeface="GT America" charset="0"/>
              <a:buChar char="→"/>
              <a:defRPr sz="1200"/>
            </a:lvl8pPr>
            <a:lvl9pPr marL="228600" indent="-228600">
              <a:spcAft>
                <a:spcPts val="600"/>
              </a:spcAft>
              <a:buClrTx/>
              <a:buFont typeface="GT America" charset="0"/>
              <a:buChar char="→"/>
              <a:defRPr sz="1200"/>
            </a:lvl9pPr>
          </a:lstStyle>
          <a:p>
            <a:pPr lvl="0"/>
            <a:r>
              <a:rPr lang="en-US"/>
              <a:t>Click to edit Master text styles</a:t>
            </a:r>
          </a:p>
          <a:p>
            <a:pPr lvl="1"/>
            <a:r>
              <a:rPr lang="en-US"/>
              <a:t>Second level</a:t>
            </a:r>
          </a:p>
          <a:p>
            <a:pPr lvl="2"/>
            <a:r>
              <a:rPr lang="en-US"/>
              <a:t>Third level</a:t>
            </a:r>
          </a:p>
        </p:txBody>
      </p:sp>
      <p:sp>
        <p:nvSpPr>
          <p:cNvPr id="38" name="Text Placeholder 31">
            <a:extLst>
              <a:ext uri="{FF2B5EF4-FFF2-40B4-BE49-F238E27FC236}">
                <a16:creationId xmlns:a16="http://schemas.microsoft.com/office/drawing/2014/main" id="{53AEDA35-ADD6-FCE3-846B-BF1E0A6CA883}"/>
              </a:ext>
            </a:extLst>
          </p:cNvPr>
          <p:cNvSpPr>
            <a:spLocks noGrp="1"/>
          </p:cNvSpPr>
          <p:nvPr>
            <p:ph type="body" sz="quarter" idx="60"/>
          </p:nvPr>
        </p:nvSpPr>
        <p:spPr>
          <a:xfrm>
            <a:off x="3357144" y="2426187"/>
            <a:ext cx="2623978" cy="588286"/>
          </a:xfrm>
        </p:spPr>
        <p:txBody>
          <a:bodyPr>
            <a:noAutofit/>
          </a:bodyPr>
          <a:lstStyle>
            <a:lvl1pPr marL="0" indent="0">
              <a:spcAft>
                <a:spcPts val="200"/>
              </a:spcAft>
              <a:buFont typeface="Arial" panose="020B0604020202020204" pitchFamily="34" charset="0"/>
              <a:buNone/>
              <a:defRPr sz="1200" b="1"/>
            </a:lvl1pPr>
            <a:lvl2pPr marL="0" indent="0">
              <a:spcAft>
                <a:spcPts val="600"/>
              </a:spcAft>
              <a:buNone/>
              <a:defRPr sz="1200"/>
            </a:lvl2pPr>
            <a:lvl3pPr marL="228600" indent="-228600">
              <a:spcAft>
                <a:spcPts val="600"/>
              </a:spcAft>
              <a:buClrTx/>
              <a:buFont typeface="GT America" charset="0"/>
              <a:buChar char="→"/>
              <a:defRPr sz="1200"/>
            </a:lvl3pPr>
            <a:lvl4pPr marL="228600" indent="-228600">
              <a:spcAft>
                <a:spcPts val="600"/>
              </a:spcAft>
              <a:buClrTx/>
              <a:buFont typeface="GT America" charset="0"/>
              <a:buChar char="→"/>
              <a:defRPr sz="1200"/>
            </a:lvl4pPr>
            <a:lvl5pPr marL="228600" indent="-228600">
              <a:spcAft>
                <a:spcPts val="600"/>
              </a:spcAft>
              <a:buClrTx/>
              <a:buFont typeface="GT America" charset="0"/>
              <a:buChar char="→"/>
              <a:defRPr sz="1200"/>
            </a:lvl5pPr>
            <a:lvl6pPr marL="228600" indent="-228600">
              <a:spcAft>
                <a:spcPts val="600"/>
              </a:spcAft>
              <a:buClrTx/>
              <a:buFont typeface="GT America" charset="0"/>
              <a:buChar char="→"/>
              <a:defRPr sz="1200"/>
            </a:lvl6pPr>
            <a:lvl7pPr marL="228600" indent="-228600">
              <a:spcAft>
                <a:spcPts val="600"/>
              </a:spcAft>
              <a:buClrTx/>
              <a:buFont typeface="GT America" charset="0"/>
              <a:buChar char="→"/>
              <a:defRPr sz="1200"/>
            </a:lvl7pPr>
            <a:lvl8pPr marL="228600" indent="-228600">
              <a:spcAft>
                <a:spcPts val="600"/>
              </a:spcAft>
              <a:buClrTx/>
              <a:buFont typeface="GT America" charset="0"/>
              <a:buChar char="→"/>
              <a:defRPr sz="1200"/>
            </a:lvl8pPr>
            <a:lvl9pPr marL="228600" indent="-228600">
              <a:spcAft>
                <a:spcPts val="600"/>
              </a:spcAft>
              <a:buClrTx/>
              <a:buFont typeface="GT America" charset="0"/>
              <a:buChar char="→"/>
              <a:defRPr sz="1200"/>
            </a:lvl9pPr>
          </a:lstStyle>
          <a:p>
            <a:pPr lvl="0"/>
            <a:r>
              <a:rPr lang="en-US"/>
              <a:t>Click to edit Master text styles</a:t>
            </a:r>
          </a:p>
          <a:p>
            <a:pPr lvl="1"/>
            <a:r>
              <a:rPr lang="en-US"/>
              <a:t>Second level</a:t>
            </a:r>
          </a:p>
          <a:p>
            <a:pPr lvl="2"/>
            <a:r>
              <a:rPr lang="en-US"/>
              <a:t>Third level</a:t>
            </a:r>
          </a:p>
        </p:txBody>
      </p:sp>
      <p:sp>
        <p:nvSpPr>
          <p:cNvPr id="39" name="Text Placeholder 33">
            <a:extLst>
              <a:ext uri="{FF2B5EF4-FFF2-40B4-BE49-F238E27FC236}">
                <a16:creationId xmlns:a16="http://schemas.microsoft.com/office/drawing/2014/main" id="{2C1C50A9-AF10-C8FA-22B4-FD7A9720D11F}"/>
              </a:ext>
            </a:extLst>
          </p:cNvPr>
          <p:cNvSpPr>
            <a:spLocks noGrp="1"/>
          </p:cNvSpPr>
          <p:nvPr>
            <p:ph type="body" sz="quarter" idx="95"/>
          </p:nvPr>
        </p:nvSpPr>
        <p:spPr>
          <a:xfrm>
            <a:off x="6174687" y="2426187"/>
            <a:ext cx="2623978" cy="588286"/>
          </a:xfrm>
        </p:spPr>
        <p:txBody>
          <a:bodyPr>
            <a:noAutofit/>
          </a:bodyPr>
          <a:lstStyle>
            <a:lvl1pPr marL="0" indent="0">
              <a:spcAft>
                <a:spcPts val="200"/>
              </a:spcAft>
              <a:buFont typeface="Arial" panose="020B0604020202020204" pitchFamily="34" charset="0"/>
              <a:buNone/>
              <a:defRPr sz="1200" b="1"/>
            </a:lvl1pPr>
            <a:lvl2pPr marL="0" indent="0">
              <a:spcAft>
                <a:spcPts val="600"/>
              </a:spcAft>
              <a:buNone/>
              <a:defRPr sz="1200"/>
            </a:lvl2pPr>
            <a:lvl3pPr marL="228600" indent="-228600">
              <a:spcAft>
                <a:spcPts val="600"/>
              </a:spcAft>
              <a:buClrTx/>
              <a:buFont typeface="GT America" charset="0"/>
              <a:buChar char="→"/>
              <a:defRPr sz="1200"/>
            </a:lvl3pPr>
            <a:lvl4pPr marL="228600" indent="-228600">
              <a:spcAft>
                <a:spcPts val="600"/>
              </a:spcAft>
              <a:buClrTx/>
              <a:buFont typeface="GT America" charset="0"/>
              <a:buChar char="→"/>
              <a:defRPr sz="1200"/>
            </a:lvl4pPr>
            <a:lvl5pPr marL="228600" indent="-228600">
              <a:spcAft>
                <a:spcPts val="600"/>
              </a:spcAft>
              <a:buClrTx/>
              <a:buFont typeface="GT America" charset="0"/>
              <a:buChar char="→"/>
              <a:defRPr sz="1200"/>
            </a:lvl5pPr>
            <a:lvl6pPr marL="228600" indent="-228600">
              <a:spcAft>
                <a:spcPts val="600"/>
              </a:spcAft>
              <a:buClrTx/>
              <a:buFont typeface="GT America" charset="0"/>
              <a:buChar char="→"/>
              <a:defRPr sz="1200"/>
            </a:lvl6pPr>
            <a:lvl7pPr marL="228600" indent="-228600">
              <a:spcAft>
                <a:spcPts val="600"/>
              </a:spcAft>
              <a:buClrTx/>
              <a:buFont typeface="GT America" charset="0"/>
              <a:buChar char="→"/>
              <a:defRPr sz="1200"/>
            </a:lvl7pPr>
            <a:lvl8pPr marL="228600" indent="-228600">
              <a:spcAft>
                <a:spcPts val="600"/>
              </a:spcAft>
              <a:buClrTx/>
              <a:buFont typeface="GT America" charset="0"/>
              <a:buChar char="→"/>
              <a:defRPr sz="1200"/>
            </a:lvl8pPr>
            <a:lvl9pPr marL="228600" indent="-228600">
              <a:spcAft>
                <a:spcPts val="600"/>
              </a:spcAft>
              <a:buClrTx/>
              <a:buFont typeface="GT America" charset="0"/>
              <a:buChar char="→"/>
              <a:defRPr sz="1200"/>
            </a:lvl9pPr>
          </a:lstStyle>
          <a:p>
            <a:pPr lvl="0"/>
            <a:r>
              <a:rPr lang="en-US"/>
              <a:t>Click to edit Master text styles</a:t>
            </a:r>
          </a:p>
          <a:p>
            <a:pPr lvl="1"/>
            <a:r>
              <a:rPr lang="en-US"/>
              <a:t>Second level</a:t>
            </a:r>
          </a:p>
          <a:p>
            <a:pPr lvl="2"/>
            <a:r>
              <a:rPr lang="en-US"/>
              <a:t>Third level</a:t>
            </a:r>
          </a:p>
        </p:txBody>
      </p:sp>
      <p:sp>
        <p:nvSpPr>
          <p:cNvPr id="40" name="Text Placeholder 35">
            <a:extLst>
              <a:ext uri="{FF2B5EF4-FFF2-40B4-BE49-F238E27FC236}">
                <a16:creationId xmlns:a16="http://schemas.microsoft.com/office/drawing/2014/main" id="{92186842-A495-47CB-E895-A3B746F32C1C}"/>
              </a:ext>
            </a:extLst>
          </p:cNvPr>
          <p:cNvSpPr>
            <a:spLocks noGrp="1"/>
          </p:cNvSpPr>
          <p:nvPr>
            <p:ph type="body" sz="quarter" idx="62"/>
          </p:nvPr>
        </p:nvSpPr>
        <p:spPr>
          <a:xfrm>
            <a:off x="9005296" y="2429974"/>
            <a:ext cx="2623978" cy="588286"/>
          </a:xfrm>
        </p:spPr>
        <p:txBody>
          <a:bodyPr>
            <a:noAutofit/>
          </a:bodyPr>
          <a:lstStyle>
            <a:lvl1pPr marL="0" indent="0">
              <a:spcAft>
                <a:spcPts val="200"/>
              </a:spcAft>
              <a:buFont typeface="Arial" panose="020B0604020202020204" pitchFamily="34" charset="0"/>
              <a:buNone/>
              <a:defRPr sz="1200" b="1"/>
            </a:lvl1pPr>
            <a:lvl2pPr marL="0" indent="0">
              <a:spcAft>
                <a:spcPts val="600"/>
              </a:spcAft>
              <a:buNone/>
              <a:defRPr sz="1200"/>
            </a:lvl2pPr>
            <a:lvl3pPr marL="228600" indent="-228600">
              <a:spcAft>
                <a:spcPts val="600"/>
              </a:spcAft>
              <a:buClrTx/>
              <a:buFont typeface="GT America" charset="0"/>
              <a:buChar char="→"/>
              <a:defRPr sz="1200"/>
            </a:lvl3pPr>
            <a:lvl4pPr marL="228600" indent="-228600">
              <a:spcAft>
                <a:spcPts val="600"/>
              </a:spcAft>
              <a:buClrTx/>
              <a:buFont typeface="GT America" charset="0"/>
              <a:buChar char="→"/>
              <a:defRPr sz="1200"/>
            </a:lvl4pPr>
            <a:lvl5pPr marL="228600" indent="-228600">
              <a:spcAft>
                <a:spcPts val="600"/>
              </a:spcAft>
              <a:buClrTx/>
              <a:buFont typeface="GT America" charset="0"/>
              <a:buChar char="→"/>
              <a:defRPr sz="1200"/>
            </a:lvl5pPr>
            <a:lvl6pPr marL="228600" indent="-228600">
              <a:spcAft>
                <a:spcPts val="600"/>
              </a:spcAft>
              <a:buClrTx/>
              <a:buFont typeface="GT America" charset="0"/>
              <a:buChar char="→"/>
              <a:defRPr sz="1200"/>
            </a:lvl6pPr>
            <a:lvl7pPr marL="228600" indent="-228600">
              <a:spcAft>
                <a:spcPts val="600"/>
              </a:spcAft>
              <a:buClrTx/>
              <a:buFont typeface="GT America" charset="0"/>
              <a:buChar char="→"/>
              <a:defRPr sz="1200"/>
            </a:lvl7pPr>
            <a:lvl8pPr marL="228600" indent="-228600">
              <a:spcAft>
                <a:spcPts val="600"/>
              </a:spcAft>
              <a:buClrTx/>
              <a:buFont typeface="GT America" charset="0"/>
              <a:buChar char="→"/>
              <a:defRPr sz="1200"/>
            </a:lvl8pPr>
            <a:lvl9pPr marL="228600" indent="-228600">
              <a:spcAft>
                <a:spcPts val="600"/>
              </a:spcAft>
              <a:buClrTx/>
              <a:buFont typeface="GT America" charset="0"/>
              <a:buChar char="→"/>
              <a:defRPr sz="1200"/>
            </a:lvl9pPr>
          </a:lstStyle>
          <a:p>
            <a:pPr lvl="0"/>
            <a:r>
              <a:rPr lang="en-US"/>
              <a:t>Click to edit Master text styles</a:t>
            </a:r>
          </a:p>
          <a:p>
            <a:pPr lvl="1"/>
            <a:r>
              <a:rPr lang="en-US"/>
              <a:t>Second level</a:t>
            </a:r>
          </a:p>
          <a:p>
            <a:pPr lvl="2"/>
            <a:r>
              <a:rPr lang="en-US"/>
              <a:t>Third level</a:t>
            </a:r>
          </a:p>
        </p:txBody>
      </p:sp>
      <p:sp>
        <p:nvSpPr>
          <p:cNvPr id="41" name="Text Placeholder 37">
            <a:extLst>
              <a:ext uri="{FF2B5EF4-FFF2-40B4-BE49-F238E27FC236}">
                <a16:creationId xmlns:a16="http://schemas.microsoft.com/office/drawing/2014/main" id="{6CA7FDF1-8EA1-3647-617E-68BBEC83B933}"/>
              </a:ext>
            </a:extLst>
          </p:cNvPr>
          <p:cNvSpPr>
            <a:spLocks noGrp="1"/>
          </p:cNvSpPr>
          <p:nvPr>
            <p:ph type="body" sz="quarter" idx="96"/>
          </p:nvPr>
        </p:nvSpPr>
        <p:spPr>
          <a:xfrm>
            <a:off x="543911" y="3997820"/>
            <a:ext cx="2623978" cy="588286"/>
          </a:xfrm>
        </p:spPr>
        <p:txBody>
          <a:bodyPr>
            <a:noAutofit/>
          </a:bodyPr>
          <a:lstStyle>
            <a:lvl1pPr marL="0" indent="0">
              <a:spcAft>
                <a:spcPts val="200"/>
              </a:spcAft>
              <a:buFont typeface="Arial" panose="020B0604020202020204" pitchFamily="34" charset="0"/>
              <a:buNone/>
              <a:defRPr sz="1200" b="1"/>
            </a:lvl1pPr>
            <a:lvl2pPr marL="0" indent="0">
              <a:spcAft>
                <a:spcPts val="600"/>
              </a:spcAft>
              <a:buNone/>
              <a:defRPr sz="1200"/>
            </a:lvl2pPr>
            <a:lvl3pPr marL="228600" indent="-228600">
              <a:spcAft>
                <a:spcPts val="600"/>
              </a:spcAft>
              <a:buClrTx/>
              <a:buFont typeface="GT America" charset="0"/>
              <a:buChar char="→"/>
              <a:defRPr sz="1200"/>
            </a:lvl3pPr>
            <a:lvl4pPr marL="228600" indent="-228600">
              <a:spcAft>
                <a:spcPts val="600"/>
              </a:spcAft>
              <a:buClrTx/>
              <a:buFont typeface="GT America" charset="0"/>
              <a:buChar char="→"/>
              <a:defRPr sz="1200"/>
            </a:lvl4pPr>
            <a:lvl5pPr marL="228600" indent="-228600">
              <a:spcAft>
                <a:spcPts val="600"/>
              </a:spcAft>
              <a:buClrTx/>
              <a:buFont typeface="GT America" charset="0"/>
              <a:buChar char="→"/>
              <a:defRPr sz="1200"/>
            </a:lvl5pPr>
            <a:lvl6pPr marL="228600" indent="-228600">
              <a:spcAft>
                <a:spcPts val="600"/>
              </a:spcAft>
              <a:buClrTx/>
              <a:buFont typeface="GT America" charset="0"/>
              <a:buChar char="→"/>
              <a:defRPr sz="1200"/>
            </a:lvl6pPr>
            <a:lvl7pPr marL="228600" indent="-228600">
              <a:spcAft>
                <a:spcPts val="600"/>
              </a:spcAft>
              <a:buClrTx/>
              <a:buFont typeface="GT America" charset="0"/>
              <a:buChar char="→"/>
              <a:defRPr sz="1200"/>
            </a:lvl7pPr>
            <a:lvl8pPr marL="228600" indent="-228600">
              <a:spcAft>
                <a:spcPts val="600"/>
              </a:spcAft>
              <a:buClrTx/>
              <a:buFont typeface="GT America" charset="0"/>
              <a:buChar char="→"/>
              <a:defRPr sz="1200"/>
            </a:lvl8pPr>
            <a:lvl9pPr marL="228600" indent="-228600">
              <a:spcAft>
                <a:spcPts val="600"/>
              </a:spcAft>
              <a:buClrTx/>
              <a:buFont typeface="GT America" charset="0"/>
              <a:buChar char="→"/>
              <a:defRPr sz="1200"/>
            </a:lvl9pPr>
          </a:lstStyle>
          <a:p>
            <a:pPr lvl="0"/>
            <a:r>
              <a:rPr lang="en-US"/>
              <a:t>Click to edit Master text styles</a:t>
            </a:r>
          </a:p>
          <a:p>
            <a:pPr lvl="1"/>
            <a:r>
              <a:rPr lang="en-US"/>
              <a:t>Second level</a:t>
            </a:r>
          </a:p>
          <a:p>
            <a:pPr lvl="2"/>
            <a:r>
              <a:rPr lang="en-US"/>
              <a:t>Third level</a:t>
            </a:r>
          </a:p>
        </p:txBody>
      </p:sp>
      <p:sp>
        <p:nvSpPr>
          <p:cNvPr id="42" name="Text Placeholder 39">
            <a:extLst>
              <a:ext uri="{FF2B5EF4-FFF2-40B4-BE49-F238E27FC236}">
                <a16:creationId xmlns:a16="http://schemas.microsoft.com/office/drawing/2014/main" id="{B0B8D82A-323A-DAD8-2FFF-306B1BD8A7B7}"/>
              </a:ext>
            </a:extLst>
          </p:cNvPr>
          <p:cNvSpPr>
            <a:spLocks noGrp="1"/>
          </p:cNvSpPr>
          <p:nvPr>
            <p:ph type="body" sz="quarter" idx="64"/>
          </p:nvPr>
        </p:nvSpPr>
        <p:spPr>
          <a:xfrm>
            <a:off x="3369875" y="3997820"/>
            <a:ext cx="2623978" cy="588286"/>
          </a:xfrm>
        </p:spPr>
        <p:txBody>
          <a:bodyPr>
            <a:noAutofit/>
          </a:bodyPr>
          <a:lstStyle>
            <a:lvl1pPr marL="0" indent="0">
              <a:spcAft>
                <a:spcPts val="200"/>
              </a:spcAft>
              <a:buFont typeface="Arial" panose="020B0604020202020204" pitchFamily="34" charset="0"/>
              <a:buNone/>
              <a:defRPr sz="1200" b="1"/>
            </a:lvl1pPr>
            <a:lvl2pPr marL="0" indent="0">
              <a:spcAft>
                <a:spcPts val="600"/>
              </a:spcAft>
              <a:buNone/>
              <a:defRPr sz="1200"/>
            </a:lvl2pPr>
            <a:lvl3pPr marL="228600" indent="-228600">
              <a:spcAft>
                <a:spcPts val="600"/>
              </a:spcAft>
              <a:buClrTx/>
              <a:buFont typeface="GT America" charset="0"/>
              <a:buChar char="→"/>
              <a:defRPr sz="1200"/>
            </a:lvl3pPr>
            <a:lvl4pPr marL="228600" indent="-228600">
              <a:spcAft>
                <a:spcPts val="600"/>
              </a:spcAft>
              <a:buClrTx/>
              <a:buFont typeface="GT America" charset="0"/>
              <a:buChar char="→"/>
              <a:defRPr sz="1200"/>
            </a:lvl4pPr>
            <a:lvl5pPr marL="228600" indent="-228600">
              <a:spcAft>
                <a:spcPts val="600"/>
              </a:spcAft>
              <a:buClrTx/>
              <a:buFont typeface="GT America" charset="0"/>
              <a:buChar char="→"/>
              <a:defRPr sz="1200"/>
            </a:lvl5pPr>
            <a:lvl6pPr marL="228600" indent="-228600">
              <a:spcAft>
                <a:spcPts val="600"/>
              </a:spcAft>
              <a:buClrTx/>
              <a:buFont typeface="GT America" charset="0"/>
              <a:buChar char="→"/>
              <a:defRPr sz="1200"/>
            </a:lvl6pPr>
            <a:lvl7pPr marL="228600" indent="-228600">
              <a:spcAft>
                <a:spcPts val="600"/>
              </a:spcAft>
              <a:buClrTx/>
              <a:buFont typeface="GT America" charset="0"/>
              <a:buChar char="→"/>
              <a:defRPr sz="1200"/>
            </a:lvl7pPr>
            <a:lvl8pPr marL="228600" indent="-228600">
              <a:spcAft>
                <a:spcPts val="600"/>
              </a:spcAft>
              <a:buClrTx/>
              <a:buFont typeface="GT America" charset="0"/>
              <a:buChar char="→"/>
              <a:defRPr sz="1200"/>
            </a:lvl8pPr>
            <a:lvl9pPr marL="228600" indent="-228600">
              <a:spcAft>
                <a:spcPts val="600"/>
              </a:spcAft>
              <a:buClrTx/>
              <a:buFont typeface="GT America" charset="0"/>
              <a:buChar char="→"/>
              <a:defRPr sz="1200"/>
            </a:lvl9pPr>
          </a:lstStyle>
          <a:p>
            <a:pPr lvl="0"/>
            <a:r>
              <a:rPr lang="en-US"/>
              <a:t>Click to edit Master text styles</a:t>
            </a:r>
          </a:p>
          <a:p>
            <a:pPr lvl="1"/>
            <a:r>
              <a:rPr lang="en-US"/>
              <a:t>Second level</a:t>
            </a:r>
          </a:p>
          <a:p>
            <a:pPr lvl="2"/>
            <a:r>
              <a:rPr lang="en-US"/>
              <a:t>Third level</a:t>
            </a:r>
          </a:p>
        </p:txBody>
      </p:sp>
      <p:sp>
        <p:nvSpPr>
          <p:cNvPr id="43" name="Text Placeholder 41">
            <a:extLst>
              <a:ext uri="{FF2B5EF4-FFF2-40B4-BE49-F238E27FC236}">
                <a16:creationId xmlns:a16="http://schemas.microsoft.com/office/drawing/2014/main" id="{7F998DD8-A4C0-EDC9-3264-47EC9ABA7F7E}"/>
              </a:ext>
            </a:extLst>
          </p:cNvPr>
          <p:cNvSpPr>
            <a:spLocks noGrp="1"/>
          </p:cNvSpPr>
          <p:nvPr>
            <p:ph type="body" sz="quarter" idx="97"/>
          </p:nvPr>
        </p:nvSpPr>
        <p:spPr>
          <a:xfrm>
            <a:off x="6185564" y="3988842"/>
            <a:ext cx="2623978" cy="588286"/>
          </a:xfrm>
        </p:spPr>
        <p:txBody>
          <a:bodyPr>
            <a:noAutofit/>
          </a:bodyPr>
          <a:lstStyle>
            <a:lvl1pPr marL="0" indent="0">
              <a:spcAft>
                <a:spcPts val="200"/>
              </a:spcAft>
              <a:buFont typeface="Arial" panose="020B0604020202020204" pitchFamily="34" charset="0"/>
              <a:buNone/>
              <a:defRPr sz="1200" b="1"/>
            </a:lvl1pPr>
            <a:lvl2pPr marL="0" indent="0">
              <a:spcAft>
                <a:spcPts val="600"/>
              </a:spcAft>
              <a:buNone/>
              <a:defRPr sz="1200"/>
            </a:lvl2pPr>
            <a:lvl3pPr marL="228600" indent="-228600">
              <a:spcAft>
                <a:spcPts val="600"/>
              </a:spcAft>
              <a:buClrTx/>
              <a:buFont typeface="GT America" charset="0"/>
              <a:buChar char="→"/>
              <a:defRPr sz="1200"/>
            </a:lvl3pPr>
            <a:lvl4pPr marL="228600" indent="-228600">
              <a:spcAft>
                <a:spcPts val="600"/>
              </a:spcAft>
              <a:buClrTx/>
              <a:buFont typeface="GT America" charset="0"/>
              <a:buChar char="→"/>
              <a:defRPr sz="1200"/>
            </a:lvl4pPr>
            <a:lvl5pPr marL="228600" indent="-228600">
              <a:spcAft>
                <a:spcPts val="600"/>
              </a:spcAft>
              <a:buClrTx/>
              <a:buFont typeface="GT America" charset="0"/>
              <a:buChar char="→"/>
              <a:defRPr sz="1200"/>
            </a:lvl5pPr>
            <a:lvl6pPr marL="228600" indent="-228600">
              <a:spcAft>
                <a:spcPts val="600"/>
              </a:spcAft>
              <a:buClrTx/>
              <a:buFont typeface="GT America" charset="0"/>
              <a:buChar char="→"/>
              <a:defRPr sz="1200"/>
            </a:lvl6pPr>
            <a:lvl7pPr marL="228600" indent="-228600">
              <a:spcAft>
                <a:spcPts val="600"/>
              </a:spcAft>
              <a:buClrTx/>
              <a:buFont typeface="GT America" charset="0"/>
              <a:buChar char="→"/>
              <a:defRPr sz="1200"/>
            </a:lvl7pPr>
            <a:lvl8pPr marL="228600" indent="-228600">
              <a:spcAft>
                <a:spcPts val="600"/>
              </a:spcAft>
              <a:buClrTx/>
              <a:buFont typeface="GT America" charset="0"/>
              <a:buChar char="→"/>
              <a:defRPr sz="1200"/>
            </a:lvl8pPr>
            <a:lvl9pPr marL="228600" indent="-228600">
              <a:spcAft>
                <a:spcPts val="600"/>
              </a:spcAft>
              <a:buClrTx/>
              <a:buFont typeface="GT America" charset="0"/>
              <a:buChar char="→"/>
              <a:defRPr sz="1200"/>
            </a:lvl9pPr>
          </a:lstStyle>
          <a:p>
            <a:pPr lvl="0"/>
            <a:r>
              <a:rPr lang="en-US"/>
              <a:t>Click to edit Master text styles</a:t>
            </a:r>
          </a:p>
          <a:p>
            <a:pPr lvl="1"/>
            <a:r>
              <a:rPr lang="en-US"/>
              <a:t>Second level</a:t>
            </a:r>
          </a:p>
          <a:p>
            <a:pPr lvl="2"/>
            <a:r>
              <a:rPr lang="en-US"/>
              <a:t>Third level</a:t>
            </a:r>
          </a:p>
        </p:txBody>
      </p:sp>
      <p:sp>
        <p:nvSpPr>
          <p:cNvPr id="44" name="Text Placeholder 43">
            <a:extLst>
              <a:ext uri="{FF2B5EF4-FFF2-40B4-BE49-F238E27FC236}">
                <a16:creationId xmlns:a16="http://schemas.microsoft.com/office/drawing/2014/main" id="{D6080B64-327A-4888-7E45-D37CB06BD006}"/>
              </a:ext>
            </a:extLst>
          </p:cNvPr>
          <p:cNvSpPr>
            <a:spLocks noGrp="1"/>
          </p:cNvSpPr>
          <p:nvPr>
            <p:ph type="body" sz="quarter" idx="66"/>
          </p:nvPr>
        </p:nvSpPr>
        <p:spPr>
          <a:xfrm>
            <a:off x="9013984" y="3997820"/>
            <a:ext cx="2623978" cy="588286"/>
          </a:xfrm>
        </p:spPr>
        <p:txBody>
          <a:bodyPr>
            <a:noAutofit/>
          </a:bodyPr>
          <a:lstStyle>
            <a:lvl1pPr marL="0" indent="0">
              <a:spcAft>
                <a:spcPts val="200"/>
              </a:spcAft>
              <a:buFont typeface="Arial" panose="020B0604020202020204" pitchFamily="34" charset="0"/>
              <a:buNone/>
              <a:defRPr sz="1200" b="1"/>
            </a:lvl1pPr>
            <a:lvl2pPr marL="0" indent="0">
              <a:spcAft>
                <a:spcPts val="600"/>
              </a:spcAft>
              <a:buNone/>
              <a:defRPr sz="1200"/>
            </a:lvl2pPr>
            <a:lvl3pPr marL="228600" indent="-228600">
              <a:spcAft>
                <a:spcPts val="600"/>
              </a:spcAft>
              <a:buClrTx/>
              <a:buFont typeface="GT America" charset="0"/>
              <a:buChar char="→"/>
              <a:defRPr sz="1200"/>
            </a:lvl3pPr>
            <a:lvl4pPr marL="228600" indent="-228600">
              <a:spcAft>
                <a:spcPts val="600"/>
              </a:spcAft>
              <a:buClrTx/>
              <a:buFont typeface="GT America" charset="0"/>
              <a:buChar char="→"/>
              <a:defRPr sz="1200"/>
            </a:lvl4pPr>
            <a:lvl5pPr marL="228600" indent="-228600">
              <a:spcAft>
                <a:spcPts val="600"/>
              </a:spcAft>
              <a:buClrTx/>
              <a:buFont typeface="GT America" charset="0"/>
              <a:buChar char="→"/>
              <a:defRPr sz="1200"/>
            </a:lvl5pPr>
            <a:lvl6pPr marL="228600" indent="-228600">
              <a:spcAft>
                <a:spcPts val="600"/>
              </a:spcAft>
              <a:buClrTx/>
              <a:buFont typeface="GT America" charset="0"/>
              <a:buChar char="→"/>
              <a:defRPr sz="1200"/>
            </a:lvl6pPr>
            <a:lvl7pPr marL="228600" indent="-228600">
              <a:spcAft>
                <a:spcPts val="600"/>
              </a:spcAft>
              <a:buClrTx/>
              <a:buFont typeface="GT America" charset="0"/>
              <a:buChar char="→"/>
              <a:defRPr sz="1200"/>
            </a:lvl7pPr>
            <a:lvl8pPr marL="228600" indent="-228600">
              <a:spcAft>
                <a:spcPts val="600"/>
              </a:spcAft>
              <a:buClrTx/>
              <a:buFont typeface="GT America" charset="0"/>
              <a:buChar char="→"/>
              <a:defRPr sz="1200"/>
            </a:lvl8pPr>
            <a:lvl9pPr marL="228600" indent="-228600">
              <a:spcAft>
                <a:spcPts val="600"/>
              </a:spcAft>
              <a:buClrTx/>
              <a:buFont typeface="GT America" charset="0"/>
              <a:buChar char="→"/>
              <a:defRPr sz="1200"/>
            </a:lvl9pPr>
          </a:lstStyle>
          <a:p>
            <a:pPr lvl="0"/>
            <a:r>
              <a:rPr lang="en-US"/>
              <a:t>Click to edit Master text styles</a:t>
            </a:r>
          </a:p>
          <a:p>
            <a:pPr lvl="1"/>
            <a:r>
              <a:rPr lang="en-US"/>
              <a:t>Second level</a:t>
            </a:r>
          </a:p>
          <a:p>
            <a:pPr lvl="2"/>
            <a:r>
              <a:rPr lang="en-US"/>
              <a:t>Third level</a:t>
            </a:r>
          </a:p>
        </p:txBody>
      </p:sp>
      <p:sp>
        <p:nvSpPr>
          <p:cNvPr id="45" name="Text Placeholder 45">
            <a:extLst>
              <a:ext uri="{FF2B5EF4-FFF2-40B4-BE49-F238E27FC236}">
                <a16:creationId xmlns:a16="http://schemas.microsoft.com/office/drawing/2014/main" id="{A553D40B-8982-89FD-71EF-AFB57D02AF77}"/>
              </a:ext>
            </a:extLst>
          </p:cNvPr>
          <p:cNvSpPr>
            <a:spLocks noGrp="1"/>
          </p:cNvSpPr>
          <p:nvPr>
            <p:ph type="body" sz="quarter" idx="98"/>
          </p:nvPr>
        </p:nvSpPr>
        <p:spPr>
          <a:xfrm>
            <a:off x="554038" y="5572433"/>
            <a:ext cx="2623978" cy="588286"/>
          </a:xfrm>
        </p:spPr>
        <p:txBody>
          <a:bodyPr>
            <a:noAutofit/>
          </a:bodyPr>
          <a:lstStyle>
            <a:lvl1pPr marL="0" indent="0">
              <a:spcAft>
                <a:spcPts val="200"/>
              </a:spcAft>
              <a:buFont typeface="Arial" panose="020B0604020202020204" pitchFamily="34" charset="0"/>
              <a:buNone/>
              <a:defRPr sz="1200" b="1"/>
            </a:lvl1pPr>
            <a:lvl2pPr marL="0" indent="0">
              <a:spcAft>
                <a:spcPts val="600"/>
              </a:spcAft>
              <a:buNone/>
              <a:defRPr sz="1200"/>
            </a:lvl2pPr>
            <a:lvl3pPr marL="228600" indent="-228600">
              <a:spcAft>
                <a:spcPts val="600"/>
              </a:spcAft>
              <a:buClrTx/>
              <a:buFont typeface="GT America" charset="0"/>
              <a:buChar char="→"/>
              <a:defRPr sz="1200"/>
            </a:lvl3pPr>
            <a:lvl4pPr marL="228600" indent="-228600">
              <a:spcAft>
                <a:spcPts val="600"/>
              </a:spcAft>
              <a:buClrTx/>
              <a:buFont typeface="GT America" charset="0"/>
              <a:buChar char="→"/>
              <a:defRPr sz="1200"/>
            </a:lvl4pPr>
            <a:lvl5pPr marL="228600" indent="-228600">
              <a:spcAft>
                <a:spcPts val="600"/>
              </a:spcAft>
              <a:buClrTx/>
              <a:buFont typeface="GT America" charset="0"/>
              <a:buChar char="→"/>
              <a:defRPr sz="1200"/>
            </a:lvl5pPr>
            <a:lvl6pPr marL="228600" indent="-228600">
              <a:spcAft>
                <a:spcPts val="600"/>
              </a:spcAft>
              <a:buClrTx/>
              <a:buFont typeface="GT America" charset="0"/>
              <a:buChar char="→"/>
              <a:defRPr sz="1200"/>
            </a:lvl6pPr>
            <a:lvl7pPr marL="228600" indent="-228600">
              <a:spcAft>
                <a:spcPts val="600"/>
              </a:spcAft>
              <a:buClrTx/>
              <a:buFont typeface="GT America" charset="0"/>
              <a:buChar char="→"/>
              <a:defRPr sz="1200"/>
            </a:lvl7pPr>
            <a:lvl8pPr marL="228600" indent="-228600">
              <a:spcAft>
                <a:spcPts val="600"/>
              </a:spcAft>
              <a:buClrTx/>
              <a:buFont typeface="GT America" charset="0"/>
              <a:buChar char="→"/>
              <a:defRPr sz="1200"/>
            </a:lvl8pPr>
            <a:lvl9pPr marL="228600" indent="-228600">
              <a:spcAft>
                <a:spcPts val="600"/>
              </a:spcAft>
              <a:buClrTx/>
              <a:buFont typeface="GT America" charset="0"/>
              <a:buChar char="→"/>
              <a:defRPr sz="1200"/>
            </a:lvl9pPr>
          </a:lstStyle>
          <a:p>
            <a:pPr lvl="0"/>
            <a:r>
              <a:rPr lang="en-US"/>
              <a:t>Click to edit Master text styles</a:t>
            </a:r>
          </a:p>
          <a:p>
            <a:pPr lvl="1"/>
            <a:r>
              <a:rPr lang="en-US"/>
              <a:t>Second level</a:t>
            </a:r>
          </a:p>
          <a:p>
            <a:pPr lvl="2"/>
            <a:r>
              <a:rPr lang="en-US"/>
              <a:t>Third level</a:t>
            </a:r>
          </a:p>
        </p:txBody>
      </p:sp>
      <p:sp>
        <p:nvSpPr>
          <p:cNvPr id="47" name="Text Placeholder 46">
            <a:extLst>
              <a:ext uri="{FF2B5EF4-FFF2-40B4-BE49-F238E27FC236}">
                <a16:creationId xmlns:a16="http://schemas.microsoft.com/office/drawing/2014/main" id="{CC20C2B1-E5AA-66A6-3529-09EBEC5AD9E7}"/>
              </a:ext>
            </a:extLst>
          </p:cNvPr>
          <p:cNvSpPr>
            <a:spLocks noGrp="1"/>
          </p:cNvSpPr>
          <p:nvPr>
            <p:ph type="body" sz="quarter" idx="99"/>
          </p:nvPr>
        </p:nvSpPr>
        <p:spPr>
          <a:xfrm>
            <a:off x="3375025" y="5572853"/>
            <a:ext cx="2616775" cy="588235"/>
          </a:xfrm>
        </p:spPr>
        <p:txBody>
          <a:bodyPr>
            <a:noAutofit/>
          </a:bodyPr>
          <a:lstStyle>
            <a:lvl1pPr marL="0" indent="0">
              <a:spcAft>
                <a:spcPts val="200"/>
              </a:spcAft>
              <a:buFont typeface="Arial" panose="020B0604020202020204" pitchFamily="34" charset="0"/>
              <a:buNone/>
              <a:defRPr sz="1200" b="1"/>
            </a:lvl1pPr>
            <a:lvl2pPr marL="0" indent="0">
              <a:spcAft>
                <a:spcPts val="600"/>
              </a:spcAft>
              <a:buFont typeface="Arial" panose="020B0604020202020204" pitchFamily="34" charset="0"/>
              <a:buNone/>
              <a:defRPr sz="1200"/>
            </a:lvl2pPr>
            <a:lvl3pPr marL="228600" indent="-228600">
              <a:spcAft>
                <a:spcPts val="600"/>
              </a:spcAft>
              <a:buClrTx/>
              <a:buFont typeface="GT America" charset="0"/>
              <a:buChar char="→"/>
              <a:defRPr sz="1200"/>
            </a:lvl3pPr>
            <a:lvl4pPr marL="228600" indent="-228600">
              <a:spcAft>
                <a:spcPts val="600"/>
              </a:spcAft>
              <a:buClrTx/>
              <a:buFont typeface="GT America" charset="0"/>
              <a:buChar char="→"/>
              <a:defRPr sz="1200"/>
            </a:lvl4pPr>
            <a:lvl5pPr marL="228600" indent="-228600">
              <a:spcAft>
                <a:spcPts val="600"/>
              </a:spcAft>
              <a:buClrTx/>
              <a:buFont typeface="GT America" charset="0"/>
              <a:buChar char="→"/>
              <a:defRPr sz="1200"/>
            </a:lvl5pPr>
            <a:lvl6pPr marL="228600" indent="-228600">
              <a:spcAft>
                <a:spcPts val="600"/>
              </a:spcAft>
              <a:buClrTx/>
              <a:buFont typeface="GT America" charset="0"/>
              <a:buChar char="→"/>
              <a:defRPr sz="1200"/>
            </a:lvl6pPr>
            <a:lvl7pPr marL="228600" indent="-228600">
              <a:spcAft>
                <a:spcPts val="600"/>
              </a:spcAft>
              <a:buClrTx/>
              <a:buFont typeface="GT America" charset="0"/>
              <a:buChar char="→"/>
              <a:defRPr sz="1200"/>
            </a:lvl7pPr>
            <a:lvl8pPr marL="228600" indent="-228600">
              <a:spcAft>
                <a:spcPts val="600"/>
              </a:spcAft>
              <a:buClrTx/>
              <a:buFont typeface="GT America" charset="0"/>
              <a:buChar char="→"/>
              <a:defRPr sz="1200"/>
            </a:lvl8pPr>
            <a:lvl9pPr marL="228600" indent="-228600">
              <a:spcAft>
                <a:spcPts val="600"/>
              </a:spcAft>
              <a:buClrTx/>
              <a:buFont typeface="GT America" charset="0"/>
              <a:buChar char="→"/>
              <a:defRPr sz="1200"/>
            </a:lvl9pPr>
          </a:lstStyle>
          <a:p>
            <a:pPr lvl="0"/>
            <a:r>
              <a:rPr lang="en-US"/>
              <a:t>Click to edit Master text styles</a:t>
            </a:r>
          </a:p>
          <a:p>
            <a:pPr lvl="1"/>
            <a:r>
              <a:rPr lang="en-US"/>
              <a:t>Second level</a:t>
            </a:r>
          </a:p>
          <a:p>
            <a:pPr lvl="2"/>
            <a:r>
              <a:rPr lang="en-US"/>
              <a:t>Third level</a:t>
            </a:r>
          </a:p>
        </p:txBody>
      </p:sp>
      <p:sp>
        <p:nvSpPr>
          <p:cNvPr id="49" name="Text Placeholder 48">
            <a:extLst>
              <a:ext uri="{FF2B5EF4-FFF2-40B4-BE49-F238E27FC236}">
                <a16:creationId xmlns:a16="http://schemas.microsoft.com/office/drawing/2014/main" id="{FAD7CA57-DD70-B459-15AA-F71085154014}"/>
              </a:ext>
            </a:extLst>
          </p:cNvPr>
          <p:cNvSpPr>
            <a:spLocks noGrp="1"/>
          </p:cNvSpPr>
          <p:nvPr>
            <p:ph type="body" sz="quarter" idx="100"/>
          </p:nvPr>
        </p:nvSpPr>
        <p:spPr>
          <a:xfrm>
            <a:off x="6194425" y="5588367"/>
            <a:ext cx="2623130" cy="572721"/>
          </a:xfrm>
        </p:spPr>
        <p:txBody>
          <a:bodyPr>
            <a:noAutofit/>
          </a:bodyPr>
          <a:lstStyle>
            <a:lvl1pPr marL="0" indent="0">
              <a:spcAft>
                <a:spcPts val="200"/>
              </a:spcAft>
              <a:buFont typeface="Arial" panose="020B0604020202020204" pitchFamily="34" charset="0"/>
              <a:buNone/>
              <a:defRPr sz="1200" b="1"/>
            </a:lvl1pPr>
            <a:lvl2pPr marL="0" indent="0">
              <a:spcAft>
                <a:spcPts val="600"/>
              </a:spcAft>
              <a:buFont typeface="Arial" panose="020B0604020202020204" pitchFamily="34" charset="0"/>
              <a:buNone/>
              <a:defRPr sz="1200"/>
            </a:lvl2pPr>
            <a:lvl3pPr marL="228600" indent="-228600">
              <a:spcAft>
                <a:spcPts val="600"/>
              </a:spcAft>
              <a:buClrTx/>
              <a:buFont typeface="GT America" charset="0"/>
              <a:buChar char="→"/>
              <a:defRPr sz="1200"/>
            </a:lvl3pPr>
            <a:lvl4pPr marL="228600" indent="-228600">
              <a:spcAft>
                <a:spcPts val="600"/>
              </a:spcAft>
              <a:buClrTx/>
              <a:buFont typeface="GT America" charset="0"/>
              <a:buChar char="→"/>
              <a:defRPr sz="1200"/>
            </a:lvl4pPr>
            <a:lvl5pPr marL="228600" indent="-228600">
              <a:spcAft>
                <a:spcPts val="600"/>
              </a:spcAft>
              <a:buClrTx/>
              <a:buFont typeface="GT America" charset="0"/>
              <a:buChar char="→"/>
              <a:defRPr sz="1200"/>
            </a:lvl5pPr>
            <a:lvl6pPr marL="228600" indent="-228600">
              <a:spcAft>
                <a:spcPts val="600"/>
              </a:spcAft>
              <a:buClrTx/>
              <a:buFont typeface="GT America" charset="0"/>
              <a:buChar char="→"/>
              <a:defRPr sz="1200"/>
            </a:lvl6pPr>
            <a:lvl7pPr marL="228600" indent="-228600">
              <a:spcAft>
                <a:spcPts val="600"/>
              </a:spcAft>
              <a:buClrTx/>
              <a:buFont typeface="GT America" charset="0"/>
              <a:buChar char="→"/>
              <a:defRPr sz="1200"/>
            </a:lvl7pPr>
            <a:lvl8pPr marL="228600" indent="-228600">
              <a:spcAft>
                <a:spcPts val="600"/>
              </a:spcAft>
              <a:buClrTx/>
              <a:buFont typeface="GT America" charset="0"/>
              <a:buChar char="→"/>
              <a:defRPr sz="1200"/>
            </a:lvl8pPr>
            <a:lvl9pPr marL="228600" indent="-228600">
              <a:spcAft>
                <a:spcPts val="600"/>
              </a:spcAft>
              <a:buClrTx/>
              <a:buFont typeface="GT America" charset="0"/>
              <a:buChar char="→"/>
              <a:defRPr sz="1200"/>
            </a:lvl9pPr>
          </a:lstStyle>
          <a:p>
            <a:pPr lvl="0"/>
            <a:r>
              <a:rPr lang="en-US"/>
              <a:t>Click to edit Master text styles</a:t>
            </a:r>
          </a:p>
          <a:p>
            <a:pPr lvl="1"/>
            <a:r>
              <a:rPr lang="en-US"/>
              <a:t>Second level</a:t>
            </a:r>
          </a:p>
          <a:p>
            <a:pPr lvl="2"/>
            <a:r>
              <a:rPr lang="en-US"/>
              <a:t>Third level</a:t>
            </a:r>
          </a:p>
        </p:txBody>
      </p:sp>
      <p:sp>
        <p:nvSpPr>
          <p:cNvPr id="51" name="Text Placeholder 50">
            <a:extLst>
              <a:ext uri="{FF2B5EF4-FFF2-40B4-BE49-F238E27FC236}">
                <a16:creationId xmlns:a16="http://schemas.microsoft.com/office/drawing/2014/main" id="{EC42BD93-D831-2404-6CB8-8837AFC980E9}"/>
              </a:ext>
            </a:extLst>
          </p:cNvPr>
          <p:cNvSpPr>
            <a:spLocks noGrp="1"/>
          </p:cNvSpPr>
          <p:nvPr>
            <p:ph type="body" sz="quarter" idx="101"/>
          </p:nvPr>
        </p:nvSpPr>
        <p:spPr>
          <a:xfrm>
            <a:off x="9013824" y="5572853"/>
            <a:ext cx="2612537" cy="588235"/>
          </a:xfrm>
        </p:spPr>
        <p:txBody>
          <a:bodyPr>
            <a:noAutofit/>
          </a:bodyPr>
          <a:lstStyle>
            <a:lvl1pPr marL="0" indent="0">
              <a:spcAft>
                <a:spcPts val="200"/>
              </a:spcAft>
              <a:buFont typeface="Arial" panose="020B0604020202020204" pitchFamily="34" charset="0"/>
              <a:buNone/>
              <a:defRPr sz="1200" b="1"/>
            </a:lvl1pPr>
            <a:lvl2pPr marL="0" indent="0">
              <a:spcAft>
                <a:spcPts val="600"/>
              </a:spcAft>
              <a:buFont typeface="Arial" panose="020B0604020202020204" pitchFamily="34" charset="0"/>
              <a:buNone/>
              <a:defRPr sz="1200"/>
            </a:lvl2pPr>
            <a:lvl3pPr marL="228600" indent="-228600">
              <a:spcAft>
                <a:spcPts val="600"/>
              </a:spcAft>
              <a:buClrTx/>
              <a:buFont typeface="GT America" charset="0"/>
              <a:buChar char="→"/>
              <a:defRPr sz="1200"/>
            </a:lvl3pPr>
            <a:lvl4pPr marL="228600" indent="-228600">
              <a:spcAft>
                <a:spcPts val="600"/>
              </a:spcAft>
              <a:buClrTx/>
              <a:buFont typeface="GT America" charset="0"/>
              <a:buChar char="→"/>
              <a:defRPr sz="1200"/>
            </a:lvl4pPr>
            <a:lvl5pPr marL="228600" indent="-228600">
              <a:spcAft>
                <a:spcPts val="600"/>
              </a:spcAft>
              <a:buClrTx/>
              <a:buFont typeface="GT America" charset="0"/>
              <a:buChar char="→"/>
              <a:defRPr sz="1200"/>
            </a:lvl5pPr>
            <a:lvl6pPr marL="228600" indent="-228600">
              <a:spcAft>
                <a:spcPts val="600"/>
              </a:spcAft>
              <a:buClrTx/>
              <a:buFont typeface="GT America" charset="0"/>
              <a:buChar char="→"/>
              <a:defRPr sz="1200"/>
            </a:lvl6pPr>
            <a:lvl7pPr marL="228600" indent="-228600">
              <a:spcAft>
                <a:spcPts val="600"/>
              </a:spcAft>
              <a:buClrTx/>
              <a:buFont typeface="GT America" charset="0"/>
              <a:buChar char="→"/>
              <a:defRPr sz="1200"/>
            </a:lvl7pPr>
            <a:lvl8pPr marL="228600" indent="-228600">
              <a:spcAft>
                <a:spcPts val="600"/>
              </a:spcAft>
              <a:buClrTx/>
              <a:buFont typeface="GT America" charset="0"/>
              <a:buChar char="→"/>
              <a:defRPr sz="1200"/>
            </a:lvl8pPr>
            <a:lvl9pPr marL="228600" indent="-228600">
              <a:spcAft>
                <a:spcPts val="600"/>
              </a:spcAft>
              <a:buClrTx/>
              <a:buFont typeface="GT America" charset="0"/>
              <a:buChar char="→"/>
              <a:defRPr sz="1200"/>
            </a:lvl9pPr>
          </a:lstStyle>
          <a:p>
            <a:pPr lvl="0"/>
            <a:r>
              <a:rPr lang="en-US"/>
              <a:t>Click to edit Master text styles</a:t>
            </a:r>
          </a:p>
          <a:p>
            <a:pPr lvl="1"/>
            <a:r>
              <a:rPr lang="en-US"/>
              <a:t>Second level</a:t>
            </a:r>
          </a:p>
          <a:p>
            <a:pPr lvl="2"/>
            <a:r>
              <a:rPr lang="en-US"/>
              <a:t>Third level</a:t>
            </a:r>
          </a:p>
        </p:txBody>
      </p:sp>
      <p:sp>
        <p:nvSpPr>
          <p:cNvPr id="52" name="Text Placeholder 10">
            <a:extLst>
              <a:ext uri="{FF2B5EF4-FFF2-40B4-BE49-F238E27FC236}">
                <a16:creationId xmlns:a16="http://schemas.microsoft.com/office/drawing/2014/main" id="{4094CC63-82FC-2C3B-297C-E0DA8033B303}"/>
              </a:ext>
            </a:extLst>
          </p:cNvPr>
          <p:cNvSpPr>
            <a:spLocks noGrp="1"/>
          </p:cNvSpPr>
          <p:nvPr>
            <p:ph type="body" sz="quarter" idx="58"/>
          </p:nvPr>
        </p:nvSpPr>
        <p:spPr>
          <a:xfrm>
            <a:off x="548640" y="1127125"/>
            <a:ext cx="11089322" cy="295275"/>
          </a:xfrm>
        </p:spPr>
        <p:txBody>
          <a:bodyPr>
            <a:noAutofit/>
          </a:bodyPr>
          <a:lstStyle>
            <a:lvl1pPr marL="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1pPr>
            <a:lvl2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2pPr>
            <a:lvl3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3pPr>
            <a:lvl4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4pPr>
            <a:lvl5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5pPr>
            <a:lvl6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6pPr>
            <a:lvl7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7pPr>
            <a:lvl8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8pPr>
            <a:lvl9pPr marL="0" indent="0" algn="l" defTabSz="914400" rtl="0" eaLnBrk="1" latinLnBrk="0" hangingPunct="1">
              <a:lnSpc>
                <a:spcPct val="80000"/>
              </a:lnSpc>
              <a:spcBef>
                <a:spcPts val="0"/>
              </a:spcBef>
              <a:spcAft>
                <a:spcPts val="0"/>
              </a:spcAft>
              <a:buNone/>
              <a:defRPr lang="en-US" sz="2400" b="0" i="0" kern="1200" dirty="0">
                <a:solidFill>
                  <a:schemeClr val="accent1"/>
                </a:solidFill>
                <a:latin typeface="+mj-lt"/>
                <a:ea typeface="GT America Regular" charset="0"/>
                <a:cs typeface="GT America Regular" charset="0"/>
              </a:defRPr>
            </a:lvl9pPr>
          </a:lstStyle>
          <a:p>
            <a:pPr lvl="0"/>
            <a:r>
              <a:rPr lang="en-US"/>
              <a:t>Click to edit Master text styles</a:t>
            </a:r>
          </a:p>
        </p:txBody>
      </p:sp>
      <p:grpSp>
        <p:nvGrpSpPr>
          <p:cNvPr id="2" name="Group 1">
            <a:extLst>
              <a:ext uri="{FF2B5EF4-FFF2-40B4-BE49-F238E27FC236}">
                <a16:creationId xmlns:a16="http://schemas.microsoft.com/office/drawing/2014/main" id="{EFE9299A-5C9A-09B2-F721-7CF1ED381F77}"/>
              </a:ext>
            </a:extLst>
          </p:cNvPr>
          <p:cNvGrpSpPr/>
          <p:nvPr userDrawn="1"/>
        </p:nvGrpSpPr>
        <p:grpSpPr>
          <a:xfrm>
            <a:off x="12356815" y="0"/>
            <a:ext cx="756834" cy="6872642"/>
            <a:chOff x="12356815" y="0"/>
            <a:chExt cx="756834" cy="6872642"/>
          </a:xfrm>
        </p:grpSpPr>
        <p:sp>
          <p:nvSpPr>
            <p:cNvPr id="4" name="Rectangle 3">
              <a:extLst>
                <a:ext uri="{FF2B5EF4-FFF2-40B4-BE49-F238E27FC236}">
                  <a16:creationId xmlns:a16="http://schemas.microsoft.com/office/drawing/2014/main" id="{741AE0C0-D8D9-CD74-63B0-3D53AFEEE23B}"/>
                </a:ext>
              </a:extLst>
            </p:cNvPr>
            <p:cNvSpPr/>
            <p:nvPr userDrawn="1"/>
          </p:nvSpPr>
          <p:spPr>
            <a:xfrm>
              <a:off x="12356815" y="0"/>
              <a:ext cx="553069" cy="3279913"/>
            </a:xfrm>
            <a:prstGeom prst="rect">
              <a:avLst/>
            </a:prstGeom>
            <a:solidFill>
              <a:srgbClr val="F2F2F2"/>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a:p>
          </p:txBody>
        </p:sp>
        <p:sp>
          <p:nvSpPr>
            <p:cNvPr id="5" name="TextBox 4">
              <a:extLst>
                <a:ext uri="{FF2B5EF4-FFF2-40B4-BE49-F238E27FC236}">
                  <a16:creationId xmlns:a16="http://schemas.microsoft.com/office/drawing/2014/main" id="{EE8ACD7C-A4DC-8403-6903-36AB5C4836F4}"/>
                </a:ext>
              </a:extLst>
            </p:cNvPr>
            <p:cNvSpPr txBox="1"/>
            <p:nvPr userDrawn="1"/>
          </p:nvSpPr>
          <p:spPr>
            <a:xfrm rot="16200000">
              <a:off x="12332216" y="1580677"/>
              <a:ext cx="1444306" cy="118559"/>
            </a:xfrm>
            <a:prstGeom prst="rect">
              <a:avLst/>
            </a:prstGeom>
            <a:noFill/>
          </p:spPr>
          <p:txBody>
            <a:bodyPr wrap="none" lIns="0" tIns="0" rIns="0" bIns="0" rtlCol="0">
              <a:spAutoFit/>
            </a:bodyPr>
            <a:lstStyle/>
            <a:p>
              <a:pPr algn="l">
                <a:lnSpc>
                  <a:spcPct val="101000"/>
                </a:lnSpc>
                <a:spcAft>
                  <a:spcPts val="600"/>
                </a:spcAft>
              </a:pPr>
              <a:r>
                <a:rPr kumimoji="0" lang="en-CR" sz="800" b="1" i="0" u="none" strike="noStrike" kern="1200" cap="none" spc="0" normalizeH="0" baseline="0" noProof="0">
                  <a:ln>
                    <a:noFill/>
                  </a:ln>
                  <a:solidFill>
                    <a:srgbClr val="000000"/>
                  </a:solidFill>
                  <a:effectLst/>
                  <a:uLnTx/>
                  <a:uFillTx/>
                  <a:ea typeface="GT America Regular" charset="0"/>
                  <a:cs typeface="GT America Regular" charset="0"/>
                </a:rPr>
                <a:t>ON LIGHT AND EXTRA LIGHT</a:t>
              </a:r>
            </a:p>
          </p:txBody>
        </p:sp>
        <p:sp>
          <p:nvSpPr>
            <p:cNvPr id="10" name="Rectangle 9">
              <a:extLst>
                <a:ext uri="{FF2B5EF4-FFF2-40B4-BE49-F238E27FC236}">
                  <a16:creationId xmlns:a16="http://schemas.microsoft.com/office/drawing/2014/main" id="{B7D2A448-BC80-0096-EE5D-464DD000533E}"/>
                </a:ext>
              </a:extLst>
            </p:cNvPr>
            <p:cNvSpPr/>
            <p:nvPr userDrawn="1"/>
          </p:nvSpPr>
          <p:spPr>
            <a:xfrm>
              <a:off x="12356815" y="3592729"/>
              <a:ext cx="553069" cy="3279913"/>
            </a:xfrm>
            <a:prstGeom prst="rect">
              <a:avLst/>
            </a:prstGeom>
            <a:solidFill>
              <a:schemeClr val="tx2"/>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a:p>
          </p:txBody>
        </p:sp>
        <p:grpSp>
          <p:nvGrpSpPr>
            <p:cNvPr id="14" name="Group 13">
              <a:extLst>
                <a:ext uri="{FF2B5EF4-FFF2-40B4-BE49-F238E27FC236}">
                  <a16:creationId xmlns:a16="http://schemas.microsoft.com/office/drawing/2014/main" id="{33EA4EBC-26D6-8344-CFB6-7DF82D0E4C64}"/>
                </a:ext>
              </a:extLst>
            </p:cNvPr>
            <p:cNvGrpSpPr/>
            <p:nvPr userDrawn="1"/>
          </p:nvGrpSpPr>
          <p:grpSpPr>
            <a:xfrm>
              <a:off x="12442019" y="3791214"/>
              <a:ext cx="382660" cy="2882942"/>
              <a:chOff x="14001569" y="3716048"/>
              <a:chExt cx="316248" cy="3171236"/>
            </a:xfrm>
          </p:grpSpPr>
          <p:sp>
            <p:nvSpPr>
              <p:cNvPr id="33" name="Rectangle 32">
                <a:extLst>
                  <a:ext uri="{FF2B5EF4-FFF2-40B4-BE49-F238E27FC236}">
                    <a16:creationId xmlns:a16="http://schemas.microsoft.com/office/drawing/2014/main" id="{3F098FD1-74B6-E7F1-13E9-2631CD73267C}"/>
                  </a:ext>
                </a:extLst>
              </p:cNvPr>
              <p:cNvSpPr/>
              <p:nvPr userDrawn="1"/>
            </p:nvSpPr>
            <p:spPr>
              <a:xfrm rot="5400000">
                <a:off x="14033099" y="5954114"/>
                <a:ext cx="253188" cy="316248"/>
              </a:xfrm>
              <a:prstGeom prst="rect">
                <a:avLst/>
              </a:prstGeom>
              <a:solidFill>
                <a:srgbClr val="005E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35" name="Rectangle 34">
                <a:extLst>
                  <a:ext uri="{FF2B5EF4-FFF2-40B4-BE49-F238E27FC236}">
                    <a16:creationId xmlns:a16="http://schemas.microsoft.com/office/drawing/2014/main" id="{C187D2EA-780E-1ACF-0B92-4B43F02C0D40}"/>
                  </a:ext>
                </a:extLst>
              </p:cNvPr>
              <p:cNvSpPr/>
              <p:nvPr userDrawn="1"/>
            </p:nvSpPr>
            <p:spPr>
              <a:xfrm rot="5400000">
                <a:off x="14033099" y="6278342"/>
                <a:ext cx="253188" cy="316248"/>
              </a:xfrm>
              <a:prstGeom prst="rect">
                <a:avLst/>
              </a:prstGeom>
              <a:solidFill>
                <a:srgbClr val="B8B9D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46" name="Rectangle 45">
                <a:extLst>
                  <a:ext uri="{FF2B5EF4-FFF2-40B4-BE49-F238E27FC236}">
                    <a16:creationId xmlns:a16="http://schemas.microsoft.com/office/drawing/2014/main" id="{1DCB9CA0-605B-EA69-17BE-B6B8526E4B40}"/>
                  </a:ext>
                </a:extLst>
              </p:cNvPr>
              <p:cNvSpPr/>
              <p:nvPr userDrawn="1"/>
            </p:nvSpPr>
            <p:spPr>
              <a:xfrm rot="5400000">
                <a:off x="14033099" y="6602566"/>
                <a:ext cx="253188" cy="316248"/>
              </a:xfrm>
              <a:prstGeom prst="rect">
                <a:avLst/>
              </a:prstGeom>
              <a:solidFill>
                <a:srgbClr val="FBE6D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48" name="Rectangle 47">
                <a:extLst>
                  <a:ext uri="{FF2B5EF4-FFF2-40B4-BE49-F238E27FC236}">
                    <a16:creationId xmlns:a16="http://schemas.microsoft.com/office/drawing/2014/main" id="{A030B274-E17D-2EAD-F41F-545A701A0731}"/>
                  </a:ext>
                </a:extLst>
              </p:cNvPr>
              <p:cNvSpPr/>
              <p:nvPr userDrawn="1"/>
            </p:nvSpPr>
            <p:spPr>
              <a:xfrm rot="5400000">
                <a:off x="14033099" y="4981430"/>
                <a:ext cx="253188" cy="316248"/>
              </a:xfrm>
              <a:prstGeom prst="rect">
                <a:avLst/>
              </a:prstGeom>
              <a:solidFill>
                <a:srgbClr val="BCE09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50" name="Rectangle 49">
                <a:extLst>
                  <a:ext uri="{FF2B5EF4-FFF2-40B4-BE49-F238E27FC236}">
                    <a16:creationId xmlns:a16="http://schemas.microsoft.com/office/drawing/2014/main" id="{515A657F-FAC1-540E-431B-4D460D6BD35B}"/>
                  </a:ext>
                </a:extLst>
              </p:cNvPr>
              <p:cNvSpPr/>
              <p:nvPr userDrawn="1"/>
            </p:nvSpPr>
            <p:spPr>
              <a:xfrm rot="5400000">
                <a:off x="14033099" y="5305658"/>
                <a:ext cx="253188" cy="316248"/>
              </a:xfrm>
              <a:prstGeom prst="rect">
                <a:avLst/>
              </a:prstGeom>
              <a:solidFill>
                <a:srgbClr val="E9783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53" name="Rectangle 52">
                <a:extLst>
                  <a:ext uri="{FF2B5EF4-FFF2-40B4-BE49-F238E27FC236}">
                    <a16:creationId xmlns:a16="http://schemas.microsoft.com/office/drawing/2014/main" id="{E886949A-EBEF-E2B3-6ED0-2841543EA6DA}"/>
                  </a:ext>
                </a:extLst>
              </p:cNvPr>
              <p:cNvSpPr/>
              <p:nvPr userDrawn="1"/>
            </p:nvSpPr>
            <p:spPr>
              <a:xfrm rot="5400000">
                <a:off x="14033099" y="5629886"/>
                <a:ext cx="253188" cy="316248"/>
              </a:xfrm>
              <a:prstGeom prst="rect">
                <a:avLst/>
              </a:prstGeom>
              <a:solidFill>
                <a:srgbClr val="B9056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54" name="Rectangle 53">
                <a:extLst>
                  <a:ext uri="{FF2B5EF4-FFF2-40B4-BE49-F238E27FC236}">
                    <a16:creationId xmlns:a16="http://schemas.microsoft.com/office/drawing/2014/main" id="{945717C8-1220-29BF-8598-252127384881}"/>
                  </a:ext>
                </a:extLst>
              </p:cNvPr>
              <p:cNvSpPr/>
              <p:nvPr userDrawn="1"/>
            </p:nvSpPr>
            <p:spPr>
              <a:xfrm rot="5400000">
                <a:off x="14033099" y="3684518"/>
                <a:ext cx="253188" cy="316248"/>
              </a:xfrm>
              <a:prstGeom prst="rect">
                <a:avLst/>
              </a:prstGeom>
              <a:solidFill>
                <a:srgbClr val="9DC2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55" name="Rectangle 54">
                <a:extLst>
                  <a:ext uri="{FF2B5EF4-FFF2-40B4-BE49-F238E27FC236}">
                    <a16:creationId xmlns:a16="http://schemas.microsoft.com/office/drawing/2014/main" id="{7CDB89AE-84E2-5380-74D2-C9E21F540C64}"/>
                  </a:ext>
                </a:extLst>
              </p:cNvPr>
              <p:cNvSpPr/>
              <p:nvPr userDrawn="1"/>
            </p:nvSpPr>
            <p:spPr>
              <a:xfrm rot="5400000">
                <a:off x="14033099" y="4008746"/>
                <a:ext cx="253188" cy="316248"/>
              </a:xfrm>
              <a:prstGeom prst="rect">
                <a:avLst/>
              </a:prstGeom>
              <a:solidFill>
                <a:srgbClr val="309DA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56" name="Rectangle 55">
                <a:extLst>
                  <a:ext uri="{FF2B5EF4-FFF2-40B4-BE49-F238E27FC236}">
                    <a16:creationId xmlns:a16="http://schemas.microsoft.com/office/drawing/2014/main" id="{6652264D-5BC3-C992-B5DD-CAA900052770}"/>
                  </a:ext>
                </a:extLst>
              </p:cNvPr>
              <p:cNvSpPr/>
              <p:nvPr userDrawn="1"/>
            </p:nvSpPr>
            <p:spPr>
              <a:xfrm rot="5400000">
                <a:off x="14033099" y="4332974"/>
                <a:ext cx="253188" cy="316248"/>
              </a:xfrm>
              <a:prstGeom prst="rect">
                <a:avLst/>
              </a:prstGeom>
              <a:solidFill>
                <a:srgbClr val="E2C22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57" name="Rectangle 56">
                <a:extLst>
                  <a:ext uri="{FF2B5EF4-FFF2-40B4-BE49-F238E27FC236}">
                    <a16:creationId xmlns:a16="http://schemas.microsoft.com/office/drawing/2014/main" id="{A172EBD8-F1E6-EB89-4E79-BEFB56479AB8}"/>
                  </a:ext>
                </a:extLst>
              </p:cNvPr>
              <p:cNvSpPr/>
              <p:nvPr userDrawn="1"/>
            </p:nvSpPr>
            <p:spPr>
              <a:xfrm rot="5400000">
                <a:off x="14033099" y="4657202"/>
                <a:ext cx="253188" cy="316248"/>
              </a:xfrm>
              <a:prstGeom prst="rect">
                <a:avLst/>
              </a:prstGeom>
              <a:solidFill>
                <a:srgbClr val="9158B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grpSp>
        <p:grpSp>
          <p:nvGrpSpPr>
            <p:cNvPr id="16" name="Group 15">
              <a:extLst>
                <a:ext uri="{FF2B5EF4-FFF2-40B4-BE49-F238E27FC236}">
                  <a16:creationId xmlns:a16="http://schemas.microsoft.com/office/drawing/2014/main" id="{8BC9D47D-AEDF-9E5C-BC2C-71ED7A717880}"/>
                </a:ext>
              </a:extLst>
            </p:cNvPr>
            <p:cNvGrpSpPr/>
            <p:nvPr userDrawn="1"/>
          </p:nvGrpSpPr>
          <p:grpSpPr>
            <a:xfrm>
              <a:off x="12442019" y="198485"/>
              <a:ext cx="382660" cy="2882942"/>
              <a:chOff x="12742785" y="3716048"/>
              <a:chExt cx="316248" cy="3171236"/>
            </a:xfrm>
          </p:grpSpPr>
          <p:sp>
            <p:nvSpPr>
              <p:cNvPr id="20" name="Rectangle 19">
                <a:extLst>
                  <a:ext uri="{FF2B5EF4-FFF2-40B4-BE49-F238E27FC236}">
                    <a16:creationId xmlns:a16="http://schemas.microsoft.com/office/drawing/2014/main" id="{083E2B3D-1201-8777-C5DC-C9FDB51B8C5B}"/>
                  </a:ext>
                </a:extLst>
              </p:cNvPr>
              <p:cNvSpPr/>
              <p:nvPr userDrawn="1"/>
            </p:nvSpPr>
            <p:spPr>
              <a:xfrm rot="5400000">
                <a:off x="12774315" y="6602566"/>
                <a:ext cx="253188" cy="316248"/>
              </a:xfrm>
              <a:prstGeom prst="rect">
                <a:avLst/>
              </a:prstGeom>
              <a:solidFill>
                <a:srgbClr val="BFD6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21" name="Rectangle 20">
                <a:extLst>
                  <a:ext uri="{FF2B5EF4-FFF2-40B4-BE49-F238E27FC236}">
                    <a16:creationId xmlns:a16="http://schemas.microsoft.com/office/drawing/2014/main" id="{157D097B-5245-4DF6-1F40-2DF289DEE1F8}"/>
                  </a:ext>
                </a:extLst>
              </p:cNvPr>
              <p:cNvSpPr/>
              <p:nvPr userDrawn="1"/>
            </p:nvSpPr>
            <p:spPr>
              <a:xfrm rot="5400000">
                <a:off x="12774315" y="4981430"/>
                <a:ext cx="253188" cy="316248"/>
              </a:xfrm>
              <a:prstGeom prst="rect">
                <a:avLst/>
              </a:prstGeom>
              <a:solidFill>
                <a:srgbClr val="D25F7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23" name="Rectangle 22">
                <a:extLst>
                  <a:ext uri="{FF2B5EF4-FFF2-40B4-BE49-F238E27FC236}">
                    <a16:creationId xmlns:a16="http://schemas.microsoft.com/office/drawing/2014/main" id="{C9411994-708B-2791-E885-A48C13425F77}"/>
                  </a:ext>
                </a:extLst>
              </p:cNvPr>
              <p:cNvSpPr/>
              <p:nvPr userDrawn="1"/>
            </p:nvSpPr>
            <p:spPr>
              <a:xfrm rot="5400000">
                <a:off x="12774315" y="5305658"/>
                <a:ext cx="253188" cy="316248"/>
              </a:xfrm>
              <a:prstGeom prst="rect">
                <a:avLst/>
              </a:prstGeom>
              <a:solidFill>
                <a:srgbClr val="C6480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25" name="Rectangle 24">
                <a:extLst>
                  <a:ext uri="{FF2B5EF4-FFF2-40B4-BE49-F238E27FC236}">
                    <a16:creationId xmlns:a16="http://schemas.microsoft.com/office/drawing/2014/main" id="{B86A457C-E6B6-96DC-05F1-5AAC01B91419}"/>
                  </a:ext>
                </a:extLst>
              </p:cNvPr>
              <p:cNvSpPr/>
              <p:nvPr userDrawn="1"/>
            </p:nvSpPr>
            <p:spPr>
              <a:xfrm rot="5400000">
                <a:off x="12774315" y="5629886"/>
                <a:ext cx="253188" cy="316248"/>
              </a:xfrm>
              <a:prstGeom prst="rect">
                <a:avLst/>
              </a:prstGeom>
              <a:solidFill>
                <a:srgbClr val="BA016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27" name="Rectangle 26">
                <a:extLst>
                  <a:ext uri="{FF2B5EF4-FFF2-40B4-BE49-F238E27FC236}">
                    <a16:creationId xmlns:a16="http://schemas.microsoft.com/office/drawing/2014/main" id="{033EC6BE-C034-93C7-CF9E-BCDA9BEB9E4B}"/>
                  </a:ext>
                </a:extLst>
              </p:cNvPr>
              <p:cNvSpPr/>
              <p:nvPr userDrawn="1"/>
            </p:nvSpPr>
            <p:spPr>
              <a:xfrm rot="5400000">
                <a:off x="12774315" y="3684518"/>
                <a:ext cx="253188" cy="316248"/>
              </a:xfrm>
              <a:prstGeom prst="rect">
                <a:avLst/>
              </a:prstGeom>
              <a:solidFill>
                <a:srgbClr val="005E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28" name="Rectangle 27">
                <a:extLst>
                  <a:ext uri="{FF2B5EF4-FFF2-40B4-BE49-F238E27FC236}">
                    <a16:creationId xmlns:a16="http://schemas.microsoft.com/office/drawing/2014/main" id="{066FB86E-E885-95C3-814D-3C53B621EC6C}"/>
                  </a:ext>
                </a:extLst>
              </p:cNvPr>
              <p:cNvSpPr/>
              <p:nvPr userDrawn="1"/>
            </p:nvSpPr>
            <p:spPr>
              <a:xfrm rot="5400000">
                <a:off x="12774315" y="4008746"/>
                <a:ext cx="253188" cy="316248"/>
              </a:xfrm>
              <a:prstGeom prst="rect">
                <a:avLst/>
              </a:prstGeom>
              <a:solidFill>
                <a:srgbClr val="5EB6B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29" name="Rectangle 28">
                <a:extLst>
                  <a:ext uri="{FF2B5EF4-FFF2-40B4-BE49-F238E27FC236}">
                    <a16:creationId xmlns:a16="http://schemas.microsoft.com/office/drawing/2014/main" id="{3AE478E4-4AAD-2E1C-8AEC-3592A5936DEA}"/>
                  </a:ext>
                </a:extLst>
              </p:cNvPr>
              <p:cNvSpPr/>
              <p:nvPr userDrawn="1"/>
            </p:nvSpPr>
            <p:spPr>
              <a:xfrm rot="5400000">
                <a:off x="12774315" y="4332974"/>
                <a:ext cx="253188" cy="316248"/>
              </a:xfrm>
              <a:prstGeom prst="rect">
                <a:avLst/>
              </a:prstGeom>
              <a:solidFill>
                <a:srgbClr val="C7AB2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30" name="Rectangle 29">
                <a:extLst>
                  <a:ext uri="{FF2B5EF4-FFF2-40B4-BE49-F238E27FC236}">
                    <a16:creationId xmlns:a16="http://schemas.microsoft.com/office/drawing/2014/main" id="{CCD3CF47-5576-EF32-3C3A-3E7F1DD7B084}"/>
                  </a:ext>
                </a:extLst>
              </p:cNvPr>
              <p:cNvSpPr/>
              <p:nvPr userDrawn="1"/>
            </p:nvSpPr>
            <p:spPr>
              <a:xfrm rot="5400000">
                <a:off x="12774315" y="4657202"/>
                <a:ext cx="253188" cy="316248"/>
              </a:xfrm>
              <a:prstGeom prst="rect">
                <a:avLst/>
              </a:prstGeom>
              <a:solidFill>
                <a:srgbClr val="5C068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31" name="Rectangle 30">
                <a:extLst>
                  <a:ext uri="{FF2B5EF4-FFF2-40B4-BE49-F238E27FC236}">
                    <a16:creationId xmlns:a16="http://schemas.microsoft.com/office/drawing/2014/main" id="{E65C9479-A001-C2A4-6CEC-FFE7FFED5212}"/>
                  </a:ext>
                </a:extLst>
              </p:cNvPr>
              <p:cNvSpPr/>
              <p:nvPr userDrawn="1"/>
            </p:nvSpPr>
            <p:spPr>
              <a:xfrm rot="5400000">
                <a:off x="12774315" y="5954114"/>
                <a:ext cx="253188" cy="316248"/>
              </a:xfrm>
              <a:prstGeom prst="rect">
                <a:avLst/>
              </a:prstGeom>
              <a:solidFill>
                <a:srgbClr val="2A431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32" name="Rectangle 31">
                <a:extLst>
                  <a:ext uri="{FF2B5EF4-FFF2-40B4-BE49-F238E27FC236}">
                    <a16:creationId xmlns:a16="http://schemas.microsoft.com/office/drawing/2014/main" id="{C29E4F62-457D-E2B6-E13F-D023E25582D3}"/>
                  </a:ext>
                </a:extLst>
              </p:cNvPr>
              <p:cNvSpPr/>
              <p:nvPr userDrawn="1"/>
            </p:nvSpPr>
            <p:spPr>
              <a:xfrm rot="5400000">
                <a:off x="12774315" y="6278342"/>
                <a:ext cx="253188" cy="316248"/>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grpSp>
        <p:sp>
          <p:nvSpPr>
            <p:cNvPr id="18" name="TextBox 17">
              <a:extLst>
                <a:ext uri="{FF2B5EF4-FFF2-40B4-BE49-F238E27FC236}">
                  <a16:creationId xmlns:a16="http://schemas.microsoft.com/office/drawing/2014/main" id="{62B86A28-473C-AC96-E652-4E694135126B}"/>
                </a:ext>
              </a:extLst>
            </p:cNvPr>
            <p:cNvSpPr txBox="1"/>
            <p:nvPr userDrawn="1"/>
          </p:nvSpPr>
          <p:spPr>
            <a:xfrm rot="16200000">
              <a:off x="12574270" y="5173406"/>
              <a:ext cx="960199" cy="118559"/>
            </a:xfrm>
            <a:prstGeom prst="rect">
              <a:avLst/>
            </a:prstGeom>
            <a:noFill/>
          </p:spPr>
          <p:txBody>
            <a:bodyPr wrap="none" lIns="0" tIns="0" rIns="0" bIns="0" rtlCol="0">
              <a:spAutoFit/>
            </a:bodyPr>
            <a:lstStyle/>
            <a:p>
              <a:pPr algn="l">
                <a:lnSpc>
                  <a:spcPct val="101000"/>
                </a:lnSpc>
                <a:spcAft>
                  <a:spcPts val="600"/>
                </a:spcAft>
              </a:pPr>
              <a:r>
                <a:rPr lang="en-CR" sz="800" b="1">
                  <a:solidFill>
                    <a:srgbClr val="000000"/>
                  </a:solidFill>
                  <a:latin typeface="GT America Regular"/>
                  <a:ea typeface="GT America Regular" charset="0"/>
                  <a:cs typeface="GT America Regular" charset="0"/>
                </a:rPr>
                <a:t>ON MOODY´S BLUE</a:t>
              </a:r>
              <a:endParaRPr kumimoji="0" lang="en-CR" sz="800" b="1" i="0" u="none" strike="noStrike" kern="1200" cap="none" spc="0" normalizeH="0" baseline="0" noProof="0" err="1">
                <a:ln>
                  <a:noFill/>
                </a:ln>
                <a:solidFill>
                  <a:srgbClr val="000000"/>
                </a:solidFill>
                <a:effectLst/>
                <a:uLnTx/>
                <a:uFillTx/>
                <a:latin typeface="GT America Regular"/>
                <a:ea typeface="GT America Regular" charset="0"/>
                <a:cs typeface="GT America Regular" charset="0"/>
              </a:endParaRPr>
            </a:p>
          </p:txBody>
        </p:sp>
      </p:grpSp>
      <p:sp>
        <p:nvSpPr>
          <p:cNvPr id="58" name="TextBox 57">
            <a:extLst>
              <a:ext uri="{FF2B5EF4-FFF2-40B4-BE49-F238E27FC236}">
                <a16:creationId xmlns:a16="http://schemas.microsoft.com/office/drawing/2014/main" id="{6CF6E76E-05C0-3014-04CC-0075EC938831}"/>
              </a:ext>
            </a:extLst>
          </p:cNvPr>
          <p:cNvSpPr txBox="1"/>
          <p:nvPr userDrawn="1"/>
        </p:nvSpPr>
        <p:spPr>
          <a:xfrm>
            <a:off x="12356815" y="3377042"/>
            <a:ext cx="807913" cy="118559"/>
          </a:xfrm>
          <a:prstGeom prst="rect">
            <a:avLst/>
          </a:prstGeom>
          <a:noFill/>
        </p:spPr>
        <p:txBody>
          <a:bodyPr wrap="none" lIns="0" tIns="0" rIns="0" bIns="0" rtlCol="0">
            <a:spAutoFit/>
          </a:bodyPr>
          <a:lstStyle/>
          <a:p>
            <a:pPr algn="l">
              <a:lnSpc>
                <a:spcPct val="101000"/>
              </a:lnSpc>
              <a:spcAft>
                <a:spcPts val="600"/>
              </a:spcAft>
            </a:pPr>
            <a:r>
              <a:rPr kumimoji="0" lang="en-US" sz="800" b="1" i="0" u="none" strike="noStrike" kern="1200" cap="none" spc="0" normalizeH="0" baseline="0" noProof="0" dirty="0">
                <a:ln>
                  <a:noFill/>
                </a:ln>
                <a:solidFill>
                  <a:srgbClr val="000000"/>
                </a:solidFill>
                <a:effectLst/>
                <a:uLnTx/>
                <a:uFillTx/>
                <a:ea typeface="GT America Regular" charset="0"/>
                <a:cs typeface="GT America Regular" charset="0"/>
              </a:rPr>
              <a:t>For charts ONLY</a:t>
            </a:r>
            <a:endParaRPr kumimoji="0" lang="en-CR" sz="800" b="1" i="0" u="none" strike="noStrike" kern="1200" cap="none" spc="0" normalizeH="0" baseline="0" noProof="0">
              <a:ln>
                <a:noFill/>
              </a:ln>
              <a:solidFill>
                <a:srgbClr val="000000"/>
              </a:solidFill>
              <a:effectLst/>
              <a:uLnTx/>
              <a:uFillTx/>
              <a:ea typeface="GT America Regular" charset="0"/>
              <a:cs typeface="GT America Regular" charset="0"/>
            </a:endParaRPr>
          </a:p>
        </p:txBody>
      </p:sp>
    </p:spTree>
    <p:extLst>
      <p:ext uri="{BB962C8B-B14F-4D97-AF65-F5344CB8AC3E}">
        <p14:creationId xmlns:p14="http://schemas.microsoft.com/office/powerpoint/2010/main" val="2528461508"/>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userDrawn="1">
  <p:cSld name="Biography Spotlight 1">
    <p:spTree>
      <p:nvGrpSpPr>
        <p:cNvPr id="1" name=""/>
        <p:cNvGrpSpPr/>
        <p:nvPr/>
      </p:nvGrpSpPr>
      <p:grpSpPr>
        <a:xfrm>
          <a:off x="0" y="0"/>
          <a:ext cx="0" cy="0"/>
          <a:chOff x="0" y="0"/>
          <a:chExt cx="0" cy="0"/>
        </a:xfrm>
      </p:grpSpPr>
      <p:sp>
        <p:nvSpPr>
          <p:cNvPr id="8" name="Footer Placeholder 7">
            <a:extLst>
              <a:ext uri="{FF2B5EF4-FFF2-40B4-BE49-F238E27FC236}">
                <a16:creationId xmlns:a16="http://schemas.microsoft.com/office/drawing/2014/main" id="{0E2ADB5F-BB7A-E503-6385-47B7F4A752C0}"/>
              </a:ext>
            </a:extLst>
          </p:cNvPr>
          <p:cNvSpPr>
            <a:spLocks noGrp="1"/>
          </p:cNvSpPr>
          <p:nvPr>
            <p:ph type="ftr" sz="quarter" idx="11"/>
          </p:nvPr>
        </p:nvSpPr>
        <p:spPr/>
        <p:txBody>
          <a:bodyPr/>
          <a:lstStyle>
            <a:lvl1pPr>
              <a:defRPr>
                <a:solidFill>
                  <a:schemeClr val="tx1"/>
                </a:solidFill>
              </a:defRPr>
            </a:lvl1pPr>
          </a:lstStyle>
          <a:p>
            <a:r>
              <a:rPr lang="en-US"/>
              <a:t>See slide 12 for instructions on how to update footer</a:t>
            </a:r>
            <a:endParaRPr lang="en-US" dirty="0"/>
          </a:p>
        </p:txBody>
      </p:sp>
      <p:sp>
        <p:nvSpPr>
          <p:cNvPr id="9" name="Slide Number Placeholder 8">
            <a:extLst>
              <a:ext uri="{FF2B5EF4-FFF2-40B4-BE49-F238E27FC236}">
                <a16:creationId xmlns:a16="http://schemas.microsoft.com/office/drawing/2014/main" id="{CCA8152B-F410-5052-DF3D-06C6DD4D2381}"/>
              </a:ext>
            </a:extLst>
          </p:cNvPr>
          <p:cNvSpPr>
            <a:spLocks noGrp="1"/>
          </p:cNvSpPr>
          <p:nvPr>
            <p:ph type="sldNum" sz="quarter" idx="12"/>
          </p:nvPr>
        </p:nvSpPr>
        <p:spPr/>
        <p:txBody>
          <a:bodyPr/>
          <a:lstStyle>
            <a:lvl1pPr>
              <a:defRPr>
                <a:solidFill>
                  <a:schemeClr val="tx1"/>
                </a:solidFill>
              </a:defRPr>
            </a:lvl1pPr>
          </a:lstStyle>
          <a:p>
            <a:fld id="{862A5111-985B-C14D-9115-5787026182A8}" type="slidenum">
              <a:rPr lang="en-US" smtClean="0"/>
              <a:pPr/>
              <a:t>‹#›</a:t>
            </a:fld>
            <a:endParaRPr lang="en-US" dirty="0"/>
          </a:p>
        </p:txBody>
      </p:sp>
      <p:sp>
        <p:nvSpPr>
          <p:cNvPr id="11" name="Picture Placeholder 9">
            <a:extLst>
              <a:ext uri="{FF2B5EF4-FFF2-40B4-BE49-F238E27FC236}">
                <a16:creationId xmlns:a16="http://schemas.microsoft.com/office/drawing/2014/main" id="{E5C7C011-127A-0143-3287-56B2493616F3}"/>
              </a:ext>
            </a:extLst>
          </p:cNvPr>
          <p:cNvSpPr>
            <a:spLocks noGrp="1"/>
          </p:cNvSpPr>
          <p:nvPr>
            <p:ph type="pic" sz="quarter" idx="29" hasCustomPrompt="1"/>
          </p:nvPr>
        </p:nvSpPr>
        <p:spPr>
          <a:xfrm>
            <a:off x="539751" y="2146298"/>
            <a:ext cx="1970120" cy="1975104"/>
          </a:xfrm>
          <a:solidFill>
            <a:schemeClr val="accent1"/>
          </a:solidFill>
          <a:ln>
            <a:noFill/>
          </a:ln>
        </p:spPr>
        <p:txBody>
          <a:bodyPr anchor="ctr"/>
          <a:lstStyle>
            <a:lvl1pPr algn="ctr">
              <a:defRPr>
                <a:solidFill>
                  <a:schemeClr val="bg1"/>
                </a:solidFill>
                <a:latin typeface="+mn-lt"/>
              </a:defRPr>
            </a:lvl1pPr>
          </a:lstStyle>
          <a:p>
            <a:r>
              <a:rPr lang="en-US" dirty="0"/>
              <a:t>Silhouette</a:t>
            </a:r>
            <a:br>
              <a:rPr lang="en-US" dirty="0"/>
            </a:br>
            <a:r>
              <a:rPr lang="en-US" dirty="0"/>
              <a:t>portrait</a:t>
            </a:r>
          </a:p>
        </p:txBody>
      </p:sp>
      <p:sp>
        <p:nvSpPr>
          <p:cNvPr id="3" name="Title 2">
            <a:extLst>
              <a:ext uri="{FF2B5EF4-FFF2-40B4-BE49-F238E27FC236}">
                <a16:creationId xmlns:a16="http://schemas.microsoft.com/office/drawing/2014/main" id="{1DC8F894-857C-8F07-E60C-2FD30A700DD0}"/>
              </a:ext>
            </a:extLst>
          </p:cNvPr>
          <p:cNvSpPr>
            <a:spLocks noGrp="1"/>
          </p:cNvSpPr>
          <p:nvPr>
            <p:ph type="title"/>
          </p:nvPr>
        </p:nvSpPr>
        <p:spPr/>
        <p:txBody>
          <a:bodyPr/>
          <a:lstStyle/>
          <a:p>
            <a:r>
              <a:rPr lang="en-US"/>
              <a:t>Click to edit Master title style</a:t>
            </a:r>
          </a:p>
        </p:txBody>
      </p:sp>
      <p:sp>
        <p:nvSpPr>
          <p:cNvPr id="2" name="Freeform 5">
            <a:extLst>
              <a:ext uri="{FF2B5EF4-FFF2-40B4-BE49-F238E27FC236}">
                <a16:creationId xmlns:a16="http://schemas.microsoft.com/office/drawing/2014/main" id="{A43186F8-0EA6-5198-1B39-E155A2FB6C36}"/>
              </a:ext>
            </a:extLst>
          </p:cNvPr>
          <p:cNvSpPr/>
          <p:nvPr userDrawn="1"/>
        </p:nvSpPr>
        <p:spPr bwMode="black">
          <a:xfrm>
            <a:off x="554038" y="6469335"/>
            <a:ext cx="678511" cy="112440"/>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chemeClr val="tx2"/>
          </a:solidFill>
          <a:ln w="0" cap="flat">
            <a:noFill/>
            <a:prstDash val="solid"/>
            <a:miter/>
          </a:ln>
        </p:spPr>
        <p:txBody>
          <a:bodyPr rtlCol="0" anchor="ctr"/>
          <a:lstStyle/>
          <a:p>
            <a:endParaRPr lang="en-US"/>
          </a:p>
        </p:txBody>
      </p:sp>
      <p:sp>
        <p:nvSpPr>
          <p:cNvPr id="19" name="Text Placeholder 10">
            <a:extLst>
              <a:ext uri="{FF2B5EF4-FFF2-40B4-BE49-F238E27FC236}">
                <a16:creationId xmlns:a16="http://schemas.microsoft.com/office/drawing/2014/main" id="{59895743-E13E-B246-5F15-74FE000A889A}"/>
              </a:ext>
            </a:extLst>
          </p:cNvPr>
          <p:cNvSpPr>
            <a:spLocks noGrp="1"/>
          </p:cNvSpPr>
          <p:nvPr>
            <p:ph type="body" sz="quarter" idx="58"/>
          </p:nvPr>
        </p:nvSpPr>
        <p:spPr>
          <a:xfrm>
            <a:off x="548640" y="1127125"/>
            <a:ext cx="11089322" cy="295275"/>
          </a:xfrm>
        </p:spPr>
        <p:txBody>
          <a:bodyPr>
            <a:noAutofit/>
          </a:bodyPr>
          <a:lstStyle>
            <a:lvl1pPr marL="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1pPr>
            <a:lvl2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2pPr>
            <a:lvl3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3pPr>
            <a:lvl4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4pPr>
            <a:lvl5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5pPr>
            <a:lvl6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6pPr>
            <a:lvl7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7pPr>
            <a:lvl8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8pPr>
            <a:lvl9pPr marL="0" indent="0" algn="l" defTabSz="914400" rtl="0" eaLnBrk="1" latinLnBrk="0" hangingPunct="1">
              <a:lnSpc>
                <a:spcPct val="80000"/>
              </a:lnSpc>
              <a:spcBef>
                <a:spcPts val="0"/>
              </a:spcBef>
              <a:spcAft>
                <a:spcPts val="0"/>
              </a:spcAft>
              <a:buNone/>
              <a:defRPr lang="en-US" sz="2400" b="0" i="0" kern="1200" dirty="0">
                <a:solidFill>
                  <a:schemeClr val="accent1"/>
                </a:solidFill>
                <a:latin typeface="+mj-lt"/>
                <a:ea typeface="GT America Regular" charset="0"/>
                <a:cs typeface="GT America Regular" charset="0"/>
              </a:defRPr>
            </a:lvl9pPr>
          </a:lstStyle>
          <a:p>
            <a:pPr lvl="0"/>
            <a:r>
              <a:rPr lang="en-US"/>
              <a:t>Click to edit Master text styles</a:t>
            </a:r>
          </a:p>
        </p:txBody>
      </p:sp>
      <p:sp>
        <p:nvSpPr>
          <p:cNvPr id="21" name="Text Placeholder 28">
            <a:extLst>
              <a:ext uri="{FF2B5EF4-FFF2-40B4-BE49-F238E27FC236}">
                <a16:creationId xmlns:a16="http://schemas.microsoft.com/office/drawing/2014/main" id="{8797249A-0895-640A-3C86-1480F09097A3}"/>
              </a:ext>
            </a:extLst>
          </p:cNvPr>
          <p:cNvSpPr>
            <a:spLocks noGrp="1"/>
          </p:cNvSpPr>
          <p:nvPr>
            <p:ph type="body" sz="quarter" idx="94"/>
          </p:nvPr>
        </p:nvSpPr>
        <p:spPr>
          <a:xfrm>
            <a:off x="539751" y="4273550"/>
            <a:ext cx="2623978" cy="588286"/>
          </a:xfrm>
        </p:spPr>
        <p:txBody>
          <a:bodyPr>
            <a:noAutofit/>
          </a:bodyPr>
          <a:lstStyle>
            <a:lvl1pPr marL="0" indent="0">
              <a:spcAft>
                <a:spcPts val="200"/>
              </a:spcAft>
              <a:buFont typeface="Arial" panose="020B0604020202020204" pitchFamily="34" charset="0"/>
              <a:buNone/>
              <a:defRPr sz="1200" b="1"/>
            </a:lvl1pPr>
            <a:lvl2pPr marL="0" indent="0">
              <a:spcAft>
                <a:spcPts val="600"/>
              </a:spcAft>
              <a:buNone/>
              <a:defRPr sz="1200"/>
            </a:lvl2pPr>
            <a:lvl3pPr marL="228600" indent="-228600">
              <a:spcAft>
                <a:spcPts val="600"/>
              </a:spcAft>
              <a:buClrTx/>
              <a:buFont typeface="GT America" charset="0"/>
              <a:buChar char="→"/>
              <a:defRPr sz="1200"/>
            </a:lvl3pPr>
            <a:lvl4pPr marL="228600" indent="-228600">
              <a:spcAft>
                <a:spcPts val="600"/>
              </a:spcAft>
              <a:buClrTx/>
              <a:buFont typeface="GT America" charset="0"/>
              <a:buChar char="→"/>
              <a:defRPr sz="1200"/>
            </a:lvl4pPr>
            <a:lvl5pPr marL="228600" indent="-228600">
              <a:spcAft>
                <a:spcPts val="600"/>
              </a:spcAft>
              <a:buClrTx/>
              <a:buFont typeface="GT America" charset="0"/>
              <a:buChar char="→"/>
              <a:defRPr sz="1200"/>
            </a:lvl5pPr>
            <a:lvl6pPr marL="228600" indent="-228600">
              <a:spcAft>
                <a:spcPts val="600"/>
              </a:spcAft>
              <a:buClrTx/>
              <a:buFont typeface="GT America" charset="0"/>
              <a:buChar char="→"/>
              <a:defRPr sz="1200"/>
            </a:lvl6pPr>
            <a:lvl7pPr marL="228600" indent="-228600">
              <a:spcAft>
                <a:spcPts val="600"/>
              </a:spcAft>
              <a:buClrTx/>
              <a:buFont typeface="GT America" charset="0"/>
              <a:buChar char="→"/>
              <a:defRPr sz="1200"/>
            </a:lvl7pPr>
            <a:lvl8pPr marL="228600" indent="-228600">
              <a:spcAft>
                <a:spcPts val="600"/>
              </a:spcAft>
              <a:buClrTx/>
              <a:buFont typeface="GT America" charset="0"/>
              <a:buChar char="→"/>
              <a:defRPr sz="1200"/>
            </a:lvl8pPr>
            <a:lvl9pPr marL="228600" indent="-228600">
              <a:spcAft>
                <a:spcPts val="600"/>
              </a:spcAft>
              <a:buClrTx/>
              <a:buFont typeface="GT America" charset="0"/>
              <a:buChar char="→"/>
              <a:defRPr sz="1200"/>
            </a:lvl9pPr>
          </a:lstStyle>
          <a:p>
            <a:pPr lvl="0"/>
            <a:r>
              <a:rPr lang="en-US"/>
              <a:t>Click to edit Master text styles</a:t>
            </a:r>
          </a:p>
          <a:p>
            <a:pPr lvl="1"/>
            <a:r>
              <a:rPr lang="en-US"/>
              <a:t>Second level</a:t>
            </a:r>
          </a:p>
          <a:p>
            <a:pPr lvl="2"/>
            <a:r>
              <a:rPr lang="en-US"/>
              <a:t>Third level</a:t>
            </a:r>
          </a:p>
        </p:txBody>
      </p:sp>
      <p:sp>
        <p:nvSpPr>
          <p:cNvPr id="23" name="Text Placeholder 22">
            <a:extLst>
              <a:ext uri="{FF2B5EF4-FFF2-40B4-BE49-F238E27FC236}">
                <a16:creationId xmlns:a16="http://schemas.microsoft.com/office/drawing/2014/main" id="{35D47A3C-8E02-4C70-4FB9-43DAB1B59A70}"/>
              </a:ext>
            </a:extLst>
          </p:cNvPr>
          <p:cNvSpPr>
            <a:spLocks noGrp="1"/>
          </p:cNvSpPr>
          <p:nvPr>
            <p:ph type="body" sz="quarter" idx="95"/>
          </p:nvPr>
        </p:nvSpPr>
        <p:spPr>
          <a:xfrm>
            <a:off x="3367088" y="2146298"/>
            <a:ext cx="5448301" cy="3440115"/>
          </a:xfrm>
        </p:spPr>
        <p:txBody>
          <a:bodyPr/>
          <a:lstStyle>
            <a:lvl1pPr>
              <a:defRPr b="1">
                <a:solidFill>
                  <a:schemeClr val="tx2"/>
                </a:solidFill>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grpSp>
        <p:nvGrpSpPr>
          <p:cNvPr id="4" name="Group 3">
            <a:extLst>
              <a:ext uri="{FF2B5EF4-FFF2-40B4-BE49-F238E27FC236}">
                <a16:creationId xmlns:a16="http://schemas.microsoft.com/office/drawing/2014/main" id="{4B096868-BA0A-19E3-6095-2C9B1E84CB29}"/>
              </a:ext>
            </a:extLst>
          </p:cNvPr>
          <p:cNvGrpSpPr/>
          <p:nvPr userDrawn="1"/>
        </p:nvGrpSpPr>
        <p:grpSpPr>
          <a:xfrm>
            <a:off x="12356815" y="0"/>
            <a:ext cx="756834" cy="6872642"/>
            <a:chOff x="12356815" y="0"/>
            <a:chExt cx="756834" cy="6872642"/>
          </a:xfrm>
        </p:grpSpPr>
        <p:sp>
          <p:nvSpPr>
            <p:cNvPr id="5" name="Rectangle 4">
              <a:extLst>
                <a:ext uri="{FF2B5EF4-FFF2-40B4-BE49-F238E27FC236}">
                  <a16:creationId xmlns:a16="http://schemas.microsoft.com/office/drawing/2014/main" id="{C9C1D8F0-59D2-E858-15B2-D1FB9BCB1CE6}"/>
                </a:ext>
              </a:extLst>
            </p:cNvPr>
            <p:cNvSpPr/>
            <p:nvPr userDrawn="1"/>
          </p:nvSpPr>
          <p:spPr>
            <a:xfrm>
              <a:off x="12356815" y="0"/>
              <a:ext cx="553069" cy="3279913"/>
            </a:xfrm>
            <a:prstGeom prst="rect">
              <a:avLst/>
            </a:prstGeom>
            <a:solidFill>
              <a:srgbClr val="F2F2F2"/>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a:p>
          </p:txBody>
        </p:sp>
        <p:sp>
          <p:nvSpPr>
            <p:cNvPr id="6" name="TextBox 5">
              <a:extLst>
                <a:ext uri="{FF2B5EF4-FFF2-40B4-BE49-F238E27FC236}">
                  <a16:creationId xmlns:a16="http://schemas.microsoft.com/office/drawing/2014/main" id="{7224B461-2D03-6167-AF53-4E263CD4930C}"/>
                </a:ext>
              </a:extLst>
            </p:cNvPr>
            <p:cNvSpPr txBox="1"/>
            <p:nvPr userDrawn="1"/>
          </p:nvSpPr>
          <p:spPr>
            <a:xfrm rot="16200000">
              <a:off x="12332216" y="1580677"/>
              <a:ext cx="1444306" cy="118559"/>
            </a:xfrm>
            <a:prstGeom prst="rect">
              <a:avLst/>
            </a:prstGeom>
            <a:noFill/>
          </p:spPr>
          <p:txBody>
            <a:bodyPr wrap="none" lIns="0" tIns="0" rIns="0" bIns="0" rtlCol="0">
              <a:spAutoFit/>
            </a:bodyPr>
            <a:lstStyle/>
            <a:p>
              <a:pPr algn="l">
                <a:lnSpc>
                  <a:spcPct val="101000"/>
                </a:lnSpc>
                <a:spcAft>
                  <a:spcPts val="600"/>
                </a:spcAft>
              </a:pPr>
              <a:r>
                <a:rPr kumimoji="0" lang="en-CR" sz="800" b="1" i="0" u="none" strike="noStrike" kern="1200" cap="none" spc="0" normalizeH="0" baseline="0" noProof="0">
                  <a:ln>
                    <a:noFill/>
                  </a:ln>
                  <a:solidFill>
                    <a:srgbClr val="000000"/>
                  </a:solidFill>
                  <a:effectLst/>
                  <a:uLnTx/>
                  <a:uFillTx/>
                  <a:ea typeface="GT America Regular" charset="0"/>
                  <a:cs typeface="GT America Regular" charset="0"/>
                </a:rPr>
                <a:t>ON LIGHT AND EXTRA LIGHT</a:t>
              </a:r>
            </a:p>
          </p:txBody>
        </p:sp>
        <p:sp>
          <p:nvSpPr>
            <p:cNvPr id="7" name="Rectangle 6">
              <a:extLst>
                <a:ext uri="{FF2B5EF4-FFF2-40B4-BE49-F238E27FC236}">
                  <a16:creationId xmlns:a16="http://schemas.microsoft.com/office/drawing/2014/main" id="{8BD25625-7514-B918-4526-B2E56706101F}"/>
                </a:ext>
              </a:extLst>
            </p:cNvPr>
            <p:cNvSpPr/>
            <p:nvPr userDrawn="1"/>
          </p:nvSpPr>
          <p:spPr>
            <a:xfrm>
              <a:off x="12356815" y="3592729"/>
              <a:ext cx="553069" cy="3279913"/>
            </a:xfrm>
            <a:prstGeom prst="rect">
              <a:avLst/>
            </a:prstGeom>
            <a:solidFill>
              <a:schemeClr val="tx2"/>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a:p>
          </p:txBody>
        </p:sp>
        <p:grpSp>
          <p:nvGrpSpPr>
            <p:cNvPr id="10" name="Group 9">
              <a:extLst>
                <a:ext uri="{FF2B5EF4-FFF2-40B4-BE49-F238E27FC236}">
                  <a16:creationId xmlns:a16="http://schemas.microsoft.com/office/drawing/2014/main" id="{CA687ED7-CB62-1629-8655-810FBD4A50B9}"/>
                </a:ext>
              </a:extLst>
            </p:cNvPr>
            <p:cNvGrpSpPr/>
            <p:nvPr userDrawn="1"/>
          </p:nvGrpSpPr>
          <p:grpSpPr>
            <a:xfrm>
              <a:off x="12442019" y="3791214"/>
              <a:ext cx="382660" cy="2882942"/>
              <a:chOff x="14001569" y="3716048"/>
              <a:chExt cx="316248" cy="3171236"/>
            </a:xfrm>
          </p:grpSpPr>
          <p:sp>
            <p:nvSpPr>
              <p:cNvPr id="27" name="Rectangle 26">
                <a:extLst>
                  <a:ext uri="{FF2B5EF4-FFF2-40B4-BE49-F238E27FC236}">
                    <a16:creationId xmlns:a16="http://schemas.microsoft.com/office/drawing/2014/main" id="{C424EE67-75D5-F9C8-9B97-1B4C68C75B27}"/>
                  </a:ext>
                </a:extLst>
              </p:cNvPr>
              <p:cNvSpPr/>
              <p:nvPr userDrawn="1"/>
            </p:nvSpPr>
            <p:spPr>
              <a:xfrm rot="5400000">
                <a:off x="14033099" y="5954114"/>
                <a:ext cx="253188" cy="316248"/>
              </a:xfrm>
              <a:prstGeom prst="rect">
                <a:avLst/>
              </a:prstGeom>
              <a:solidFill>
                <a:srgbClr val="005E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28" name="Rectangle 27">
                <a:extLst>
                  <a:ext uri="{FF2B5EF4-FFF2-40B4-BE49-F238E27FC236}">
                    <a16:creationId xmlns:a16="http://schemas.microsoft.com/office/drawing/2014/main" id="{6AE92E92-F48B-7B5A-934D-806584003B7A}"/>
                  </a:ext>
                </a:extLst>
              </p:cNvPr>
              <p:cNvSpPr/>
              <p:nvPr userDrawn="1"/>
            </p:nvSpPr>
            <p:spPr>
              <a:xfrm rot="5400000">
                <a:off x="14033099" y="6278342"/>
                <a:ext cx="253188" cy="316248"/>
              </a:xfrm>
              <a:prstGeom prst="rect">
                <a:avLst/>
              </a:prstGeom>
              <a:solidFill>
                <a:srgbClr val="B8B9D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29" name="Rectangle 28">
                <a:extLst>
                  <a:ext uri="{FF2B5EF4-FFF2-40B4-BE49-F238E27FC236}">
                    <a16:creationId xmlns:a16="http://schemas.microsoft.com/office/drawing/2014/main" id="{81E7F1AD-E725-2ADF-E5FF-54112A4CBC1B}"/>
                  </a:ext>
                </a:extLst>
              </p:cNvPr>
              <p:cNvSpPr/>
              <p:nvPr userDrawn="1"/>
            </p:nvSpPr>
            <p:spPr>
              <a:xfrm rot="5400000">
                <a:off x="14033099" y="6602566"/>
                <a:ext cx="253188" cy="316248"/>
              </a:xfrm>
              <a:prstGeom prst="rect">
                <a:avLst/>
              </a:prstGeom>
              <a:solidFill>
                <a:srgbClr val="FBE6D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30" name="Rectangle 29">
                <a:extLst>
                  <a:ext uri="{FF2B5EF4-FFF2-40B4-BE49-F238E27FC236}">
                    <a16:creationId xmlns:a16="http://schemas.microsoft.com/office/drawing/2014/main" id="{A632694B-767A-0469-5E56-5E57E008EDD8}"/>
                  </a:ext>
                </a:extLst>
              </p:cNvPr>
              <p:cNvSpPr/>
              <p:nvPr userDrawn="1"/>
            </p:nvSpPr>
            <p:spPr>
              <a:xfrm rot="5400000">
                <a:off x="14033099" y="4981430"/>
                <a:ext cx="253188" cy="316248"/>
              </a:xfrm>
              <a:prstGeom prst="rect">
                <a:avLst/>
              </a:prstGeom>
              <a:solidFill>
                <a:srgbClr val="BCE09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31" name="Rectangle 30">
                <a:extLst>
                  <a:ext uri="{FF2B5EF4-FFF2-40B4-BE49-F238E27FC236}">
                    <a16:creationId xmlns:a16="http://schemas.microsoft.com/office/drawing/2014/main" id="{D8DB2341-6D52-A4E3-47E5-D9AB88A68704}"/>
                  </a:ext>
                </a:extLst>
              </p:cNvPr>
              <p:cNvSpPr/>
              <p:nvPr userDrawn="1"/>
            </p:nvSpPr>
            <p:spPr>
              <a:xfrm rot="5400000">
                <a:off x="14033099" y="5305658"/>
                <a:ext cx="253188" cy="316248"/>
              </a:xfrm>
              <a:prstGeom prst="rect">
                <a:avLst/>
              </a:prstGeom>
              <a:solidFill>
                <a:srgbClr val="E9783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32" name="Rectangle 31">
                <a:extLst>
                  <a:ext uri="{FF2B5EF4-FFF2-40B4-BE49-F238E27FC236}">
                    <a16:creationId xmlns:a16="http://schemas.microsoft.com/office/drawing/2014/main" id="{55061E93-EC8A-F06D-2D6B-515275C03608}"/>
                  </a:ext>
                </a:extLst>
              </p:cNvPr>
              <p:cNvSpPr/>
              <p:nvPr userDrawn="1"/>
            </p:nvSpPr>
            <p:spPr>
              <a:xfrm rot="5400000">
                <a:off x="14033099" y="5629886"/>
                <a:ext cx="253188" cy="316248"/>
              </a:xfrm>
              <a:prstGeom prst="rect">
                <a:avLst/>
              </a:prstGeom>
              <a:solidFill>
                <a:srgbClr val="B9056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33" name="Rectangle 32">
                <a:extLst>
                  <a:ext uri="{FF2B5EF4-FFF2-40B4-BE49-F238E27FC236}">
                    <a16:creationId xmlns:a16="http://schemas.microsoft.com/office/drawing/2014/main" id="{6E2506CC-3084-6ED8-3AC8-1B63E8C427B8}"/>
                  </a:ext>
                </a:extLst>
              </p:cNvPr>
              <p:cNvSpPr/>
              <p:nvPr userDrawn="1"/>
            </p:nvSpPr>
            <p:spPr>
              <a:xfrm rot="5400000">
                <a:off x="14033099" y="3684518"/>
                <a:ext cx="253188" cy="316248"/>
              </a:xfrm>
              <a:prstGeom prst="rect">
                <a:avLst/>
              </a:prstGeom>
              <a:solidFill>
                <a:srgbClr val="9DC2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34" name="Rectangle 33">
                <a:extLst>
                  <a:ext uri="{FF2B5EF4-FFF2-40B4-BE49-F238E27FC236}">
                    <a16:creationId xmlns:a16="http://schemas.microsoft.com/office/drawing/2014/main" id="{66F2766D-6B96-AA7C-D007-E8167B1106DE}"/>
                  </a:ext>
                </a:extLst>
              </p:cNvPr>
              <p:cNvSpPr/>
              <p:nvPr userDrawn="1"/>
            </p:nvSpPr>
            <p:spPr>
              <a:xfrm rot="5400000">
                <a:off x="14033099" y="4008746"/>
                <a:ext cx="253188" cy="316248"/>
              </a:xfrm>
              <a:prstGeom prst="rect">
                <a:avLst/>
              </a:prstGeom>
              <a:solidFill>
                <a:srgbClr val="309DA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35" name="Rectangle 34">
                <a:extLst>
                  <a:ext uri="{FF2B5EF4-FFF2-40B4-BE49-F238E27FC236}">
                    <a16:creationId xmlns:a16="http://schemas.microsoft.com/office/drawing/2014/main" id="{078CDE7B-E453-FE52-3AAA-D3AA3D9144C6}"/>
                  </a:ext>
                </a:extLst>
              </p:cNvPr>
              <p:cNvSpPr/>
              <p:nvPr userDrawn="1"/>
            </p:nvSpPr>
            <p:spPr>
              <a:xfrm rot="5400000">
                <a:off x="14033099" y="4332974"/>
                <a:ext cx="253188" cy="316248"/>
              </a:xfrm>
              <a:prstGeom prst="rect">
                <a:avLst/>
              </a:prstGeom>
              <a:solidFill>
                <a:srgbClr val="E2C22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36" name="Rectangle 35">
                <a:extLst>
                  <a:ext uri="{FF2B5EF4-FFF2-40B4-BE49-F238E27FC236}">
                    <a16:creationId xmlns:a16="http://schemas.microsoft.com/office/drawing/2014/main" id="{388A9555-5638-665A-95C5-34CF2BC2B900}"/>
                  </a:ext>
                </a:extLst>
              </p:cNvPr>
              <p:cNvSpPr/>
              <p:nvPr userDrawn="1"/>
            </p:nvSpPr>
            <p:spPr>
              <a:xfrm rot="5400000">
                <a:off x="14033099" y="4657202"/>
                <a:ext cx="253188" cy="316248"/>
              </a:xfrm>
              <a:prstGeom prst="rect">
                <a:avLst/>
              </a:prstGeom>
              <a:solidFill>
                <a:srgbClr val="9158B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grpSp>
        <p:grpSp>
          <p:nvGrpSpPr>
            <p:cNvPr id="12" name="Group 11">
              <a:extLst>
                <a:ext uri="{FF2B5EF4-FFF2-40B4-BE49-F238E27FC236}">
                  <a16:creationId xmlns:a16="http://schemas.microsoft.com/office/drawing/2014/main" id="{C9CF3F3F-6A6A-E913-7C27-07A403363196}"/>
                </a:ext>
              </a:extLst>
            </p:cNvPr>
            <p:cNvGrpSpPr/>
            <p:nvPr userDrawn="1"/>
          </p:nvGrpSpPr>
          <p:grpSpPr>
            <a:xfrm>
              <a:off x="12442019" y="198485"/>
              <a:ext cx="382660" cy="2882942"/>
              <a:chOff x="12742785" y="3716048"/>
              <a:chExt cx="316248" cy="3171236"/>
            </a:xfrm>
          </p:grpSpPr>
          <p:sp>
            <p:nvSpPr>
              <p:cNvPr id="14" name="Rectangle 13">
                <a:extLst>
                  <a:ext uri="{FF2B5EF4-FFF2-40B4-BE49-F238E27FC236}">
                    <a16:creationId xmlns:a16="http://schemas.microsoft.com/office/drawing/2014/main" id="{A9D3C849-E0A5-C615-5EC2-8A1FBE113606}"/>
                  </a:ext>
                </a:extLst>
              </p:cNvPr>
              <p:cNvSpPr/>
              <p:nvPr userDrawn="1"/>
            </p:nvSpPr>
            <p:spPr>
              <a:xfrm rot="5400000">
                <a:off x="12774315" y="6602566"/>
                <a:ext cx="253188" cy="316248"/>
              </a:xfrm>
              <a:prstGeom prst="rect">
                <a:avLst/>
              </a:prstGeom>
              <a:solidFill>
                <a:srgbClr val="BFD6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15" name="Rectangle 14">
                <a:extLst>
                  <a:ext uri="{FF2B5EF4-FFF2-40B4-BE49-F238E27FC236}">
                    <a16:creationId xmlns:a16="http://schemas.microsoft.com/office/drawing/2014/main" id="{9CADC600-035B-E4DB-86A2-72DB9638B3C8}"/>
                  </a:ext>
                </a:extLst>
              </p:cNvPr>
              <p:cNvSpPr/>
              <p:nvPr userDrawn="1"/>
            </p:nvSpPr>
            <p:spPr>
              <a:xfrm rot="5400000">
                <a:off x="12774315" y="4981430"/>
                <a:ext cx="253188" cy="316248"/>
              </a:xfrm>
              <a:prstGeom prst="rect">
                <a:avLst/>
              </a:prstGeom>
              <a:solidFill>
                <a:srgbClr val="D25F7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16" name="Rectangle 15">
                <a:extLst>
                  <a:ext uri="{FF2B5EF4-FFF2-40B4-BE49-F238E27FC236}">
                    <a16:creationId xmlns:a16="http://schemas.microsoft.com/office/drawing/2014/main" id="{C01D5A60-3BEE-5369-1400-D3DFB3FD34C8}"/>
                  </a:ext>
                </a:extLst>
              </p:cNvPr>
              <p:cNvSpPr/>
              <p:nvPr userDrawn="1"/>
            </p:nvSpPr>
            <p:spPr>
              <a:xfrm rot="5400000">
                <a:off x="12774315" y="5305658"/>
                <a:ext cx="253188" cy="316248"/>
              </a:xfrm>
              <a:prstGeom prst="rect">
                <a:avLst/>
              </a:prstGeom>
              <a:solidFill>
                <a:srgbClr val="C6480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17" name="Rectangle 16">
                <a:extLst>
                  <a:ext uri="{FF2B5EF4-FFF2-40B4-BE49-F238E27FC236}">
                    <a16:creationId xmlns:a16="http://schemas.microsoft.com/office/drawing/2014/main" id="{42642D9E-C78C-4A87-C729-437F328065E1}"/>
                  </a:ext>
                </a:extLst>
              </p:cNvPr>
              <p:cNvSpPr/>
              <p:nvPr userDrawn="1"/>
            </p:nvSpPr>
            <p:spPr>
              <a:xfrm rot="5400000">
                <a:off x="12774315" y="5629886"/>
                <a:ext cx="253188" cy="316248"/>
              </a:xfrm>
              <a:prstGeom prst="rect">
                <a:avLst/>
              </a:prstGeom>
              <a:solidFill>
                <a:srgbClr val="BA016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18" name="Rectangle 17">
                <a:extLst>
                  <a:ext uri="{FF2B5EF4-FFF2-40B4-BE49-F238E27FC236}">
                    <a16:creationId xmlns:a16="http://schemas.microsoft.com/office/drawing/2014/main" id="{339CC31C-9948-E24D-D89E-20E53BDA3037}"/>
                  </a:ext>
                </a:extLst>
              </p:cNvPr>
              <p:cNvSpPr/>
              <p:nvPr userDrawn="1"/>
            </p:nvSpPr>
            <p:spPr>
              <a:xfrm rot="5400000">
                <a:off x="12774315" y="3684518"/>
                <a:ext cx="253188" cy="316248"/>
              </a:xfrm>
              <a:prstGeom prst="rect">
                <a:avLst/>
              </a:prstGeom>
              <a:solidFill>
                <a:srgbClr val="005E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20" name="Rectangle 19">
                <a:extLst>
                  <a:ext uri="{FF2B5EF4-FFF2-40B4-BE49-F238E27FC236}">
                    <a16:creationId xmlns:a16="http://schemas.microsoft.com/office/drawing/2014/main" id="{F2BF1DBD-2CF1-1918-4D00-64CB046EE094}"/>
                  </a:ext>
                </a:extLst>
              </p:cNvPr>
              <p:cNvSpPr/>
              <p:nvPr userDrawn="1"/>
            </p:nvSpPr>
            <p:spPr>
              <a:xfrm rot="5400000">
                <a:off x="12774315" y="4008746"/>
                <a:ext cx="253188" cy="316248"/>
              </a:xfrm>
              <a:prstGeom prst="rect">
                <a:avLst/>
              </a:prstGeom>
              <a:solidFill>
                <a:srgbClr val="5EB6B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22" name="Rectangle 21">
                <a:extLst>
                  <a:ext uri="{FF2B5EF4-FFF2-40B4-BE49-F238E27FC236}">
                    <a16:creationId xmlns:a16="http://schemas.microsoft.com/office/drawing/2014/main" id="{EC0FB318-8C15-C75D-36F5-D763F1A22D69}"/>
                  </a:ext>
                </a:extLst>
              </p:cNvPr>
              <p:cNvSpPr/>
              <p:nvPr userDrawn="1"/>
            </p:nvSpPr>
            <p:spPr>
              <a:xfrm rot="5400000">
                <a:off x="12774315" y="4332974"/>
                <a:ext cx="253188" cy="316248"/>
              </a:xfrm>
              <a:prstGeom prst="rect">
                <a:avLst/>
              </a:prstGeom>
              <a:solidFill>
                <a:srgbClr val="C7AB2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24" name="Rectangle 23">
                <a:extLst>
                  <a:ext uri="{FF2B5EF4-FFF2-40B4-BE49-F238E27FC236}">
                    <a16:creationId xmlns:a16="http://schemas.microsoft.com/office/drawing/2014/main" id="{6DC7EF4B-8CCA-7A0C-3CA9-95BBE69D2EB1}"/>
                  </a:ext>
                </a:extLst>
              </p:cNvPr>
              <p:cNvSpPr/>
              <p:nvPr userDrawn="1"/>
            </p:nvSpPr>
            <p:spPr>
              <a:xfrm rot="5400000">
                <a:off x="12774315" y="4657202"/>
                <a:ext cx="253188" cy="316248"/>
              </a:xfrm>
              <a:prstGeom prst="rect">
                <a:avLst/>
              </a:prstGeom>
              <a:solidFill>
                <a:srgbClr val="5C068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25" name="Rectangle 24">
                <a:extLst>
                  <a:ext uri="{FF2B5EF4-FFF2-40B4-BE49-F238E27FC236}">
                    <a16:creationId xmlns:a16="http://schemas.microsoft.com/office/drawing/2014/main" id="{5C4C2CD6-3D8F-F6C7-8BB6-5DDC4416D979}"/>
                  </a:ext>
                </a:extLst>
              </p:cNvPr>
              <p:cNvSpPr/>
              <p:nvPr userDrawn="1"/>
            </p:nvSpPr>
            <p:spPr>
              <a:xfrm rot="5400000">
                <a:off x="12774315" y="5954114"/>
                <a:ext cx="253188" cy="316248"/>
              </a:xfrm>
              <a:prstGeom prst="rect">
                <a:avLst/>
              </a:prstGeom>
              <a:solidFill>
                <a:srgbClr val="2A431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26" name="Rectangle 25">
                <a:extLst>
                  <a:ext uri="{FF2B5EF4-FFF2-40B4-BE49-F238E27FC236}">
                    <a16:creationId xmlns:a16="http://schemas.microsoft.com/office/drawing/2014/main" id="{4CF844C6-1603-E952-9F67-44130A169077}"/>
                  </a:ext>
                </a:extLst>
              </p:cNvPr>
              <p:cNvSpPr/>
              <p:nvPr userDrawn="1"/>
            </p:nvSpPr>
            <p:spPr>
              <a:xfrm rot="5400000">
                <a:off x="12774315" y="6278342"/>
                <a:ext cx="253188" cy="316248"/>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grpSp>
        <p:sp>
          <p:nvSpPr>
            <p:cNvPr id="13" name="TextBox 12">
              <a:extLst>
                <a:ext uri="{FF2B5EF4-FFF2-40B4-BE49-F238E27FC236}">
                  <a16:creationId xmlns:a16="http://schemas.microsoft.com/office/drawing/2014/main" id="{B4E6CB00-693E-D109-50DD-915A8410581A}"/>
                </a:ext>
              </a:extLst>
            </p:cNvPr>
            <p:cNvSpPr txBox="1"/>
            <p:nvPr userDrawn="1"/>
          </p:nvSpPr>
          <p:spPr>
            <a:xfrm rot="16200000">
              <a:off x="12574270" y="5173406"/>
              <a:ext cx="960199" cy="118559"/>
            </a:xfrm>
            <a:prstGeom prst="rect">
              <a:avLst/>
            </a:prstGeom>
            <a:noFill/>
          </p:spPr>
          <p:txBody>
            <a:bodyPr wrap="none" lIns="0" tIns="0" rIns="0" bIns="0" rtlCol="0">
              <a:spAutoFit/>
            </a:bodyPr>
            <a:lstStyle/>
            <a:p>
              <a:pPr algn="l">
                <a:lnSpc>
                  <a:spcPct val="101000"/>
                </a:lnSpc>
                <a:spcAft>
                  <a:spcPts val="600"/>
                </a:spcAft>
              </a:pPr>
              <a:r>
                <a:rPr lang="en-CR" sz="800" b="1">
                  <a:solidFill>
                    <a:srgbClr val="000000"/>
                  </a:solidFill>
                  <a:latin typeface="GT America Regular"/>
                  <a:ea typeface="GT America Regular" charset="0"/>
                  <a:cs typeface="GT America Regular" charset="0"/>
                </a:rPr>
                <a:t>ON MOODY´S BLUE</a:t>
              </a:r>
              <a:endParaRPr kumimoji="0" lang="en-CR" sz="800" b="1" i="0" u="none" strike="noStrike" kern="1200" cap="none" spc="0" normalizeH="0" baseline="0" noProof="0" err="1">
                <a:ln>
                  <a:noFill/>
                </a:ln>
                <a:solidFill>
                  <a:srgbClr val="000000"/>
                </a:solidFill>
                <a:effectLst/>
                <a:uLnTx/>
                <a:uFillTx/>
                <a:latin typeface="GT America Regular"/>
                <a:ea typeface="GT America Regular" charset="0"/>
                <a:cs typeface="GT America Regular" charset="0"/>
              </a:endParaRPr>
            </a:p>
          </p:txBody>
        </p:sp>
      </p:grpSp>
      <p:sp>
        <p:nvSpPr>
          <p:cNvPr id="37" name="TextBox 36">
            <a:extLst>
              <a:ext uri="{FF2B5EF4-FFF2-40B4-BE49-F238E27FC236}">
                <a16:creationId xmlns:a16="http://schemas.microsoft.com/office/drawing/2014/main" id="{2F214F50-064B-E410-8A6F-5EF67D6E5F4B}"/>
              </a:ext>
            </a:extLst>
          </p:cNvPr>
          <p:cNvSpPr txBox="1"/>
          <p:nvPr userDrawn="1"/>
        </p:nvSpPr>
        <p:spPr>
          <a:xfrm>
            <a:off x="12356815" y="3377042"/>
            <a:ext cx="807913" cy="118559"/>
          </a:xfrm>
          <a:prstGeom prst="rect">
            <a:avLst/>
          </a:prstGeom>
          <a:noFill/>
        </p:spPr>
        <p:txBody>
          <a:bodyPr wrap="none" lIns="0" tIns="0" rIns="0" bIns="0" rtlCol="0">
            <a:spAutoFit/>
          </a:bodyPr>
          <a:lstStyle/>
          <a:p>
            <a:pPr algn="l">
              <a:lnSpc>
                <a:spcPct val="101000"/>
              </a:lnSpc>
              <a:spcAft>
                <a:spcPts val="600"/>
              </a:spcAft>
            </a:pPr>
            <a:r>
              <a:rPr kumimoji="0" lang="en-US" sz="800" b="1" i="0" u="none" strike="noStrike" kern="1200" cap="none" spc="0" normalizeH="0" baseline="0" noProof="0" dirty="0">
                <a:ln>
                  <a:noFill/>
                </a:ln>
                <a:solidFill>
                  <a:srgbClr val="000000"/>
                </a:solidFill>
                <a:effectLst/>
                <a:uLnTx/>
                <a:uFillTx/>
                <a:ea typeface="GT America Regular" charset="0"/>
                <a:cs typeface="GT America Regular" charset="0"/>
              </a:rPr>
              <a:t>For charts ONLY</a:t>
            </a:r>
            <a:endParaRPr kumimoji="0" lang="en-CR" sz="800" b="1" i="0" u="none" strike="noStrike" kern="1200" cap="none" spc="0" normalizeH="0" baseline="0" noProof="0">
              <a:ln>
                <a:noFill/>
              </a:ln>
              <a:solidFill>
                <a:srgbClr val="000000"/>
              </a:solidFill>
              <a:effectLst/>
              <a:uLnTx/>
              <a:uFillTx/>
              <a:ea typeface="GT America Regular" charset="0"/>
              <a:cs typeface="GT America Regular" charset="0"/>
            </a:endParaRPr>
          </a:p>
        </p:txBody>
      </p:sp>
    </p:spTree>
    <p:extLst>
      <p:ext uri="{BB962C8B-B14F-4D97-AF65-F5344CB8AC3E}">
        <p14:creationId xmlns:p14="http://schemas.microsoft.com/office/powerpoint/2010/main" val="2137649428"/>
      </p:ext>
    </p:extLst>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userDrawn="1">
  <p:cSld name="Biography Spotlight 2">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56927C77-4BA5-963C-77AB-D1E17369A031}"/>
              </a:ext>
            </a:extLst>
          </p:cNvPr>
          <p:cNvSpPr/>
          <p:nvPr userDrawn="1"/>
        </p:nvSpPr>
        <p:spPr bwMode="ltGray">
          <a:xfrm>
            <a:off x="0" y="0"/>
            <a:ext cx="4057650" cy="685800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Footer Placeholder 7">
            <a:extLst>
              <a:ext uri="{FF2B5EF4-FFF2-40B4-BE49-F238E27FC236}">
                <a16:creationId xmlns:a16="http://schemas.microsoft.com/office/drawing/2014/main" id="{0E2ADB5F-BB7A-E503-6385-47B7F4A752C0}"/>
              </a:ext>
            </a:extLst>
          </p:cNvPr>
          <p:cNvSpPr>
            <a:spLocks noGrp="1"/>
          </p:cNvSpPr>
          <p:nvPr>
            <p:ph type="ftr" sz="quarter" idx="11"/>
          </p:nvPr>
        </p:nvSpPr>
        <p:spPr/>
        <p:txBody>
          <a:bodyPr/>
          <a:lstStyle>
            <a:lvl1pPr>
              <a:defRPr>
                <a:solidFill>
                  <a:schemeClr val="tx1"/>
                </a:solidFill>
              </a:defRPr>
            </a:lvl1pPr>
          </a:lstStyle>
          <a:p>
            <a:r>
              <a:rPr lang="en-US"/>
              <a:t>See slide 12 for instructions on how to update footer</a:t>
            </a:r>
            <a:endParaRPr lang="en-US" dirty="0"/>
          </a:p>
        </p:txBody>
      </p:sp>
      <p:sp>
        <p:nvSpPr>
          <p:cNvPr id="9" name="Slide Number Placeholder 8">
            <a:extLst>
              <a:ext uri="{FF2B5EF4-FFF2-40B4-BE49-F238E27FC236}">
                <a16:creationId xmlns:a16="http://schemas.microsoft.com/office/drawing/2014/main" id="{CCA8152B-F410-5052-DF3D-06C6DD4D2381}"/>
              </a:ext>
            </a:extLst>
          </p:cNvPr>
          <p:cNvSpPr>
            <a:spLocks noGrp="1"/>
          </p:cNvSpPr>
          <p:nvPr>
            <p:ph type="sldNum" sz="quarter" idx="12"/>
          </p:nvPr>
        </p:nvSpPr>
        <p:spPr/>
        <p:txBody>
          <a:bodyPr/>
          <a:lstStyle>
            <a:lvl1pPr>
              <a:defRPr>
                <a:solidFill>
                  <a:schemeClr val="tx1"/>
                </a:solidFill>
              </a:defRPr>
            </a:lvl1pPr>
          </a:lstStyle>
          <a:p>
            <a:fld id="{862A5111-985B-C14D-9115-5787026182A8}" type="slidenum">
              <a:rPr lang="en-US" smtClean="0"/>
              <a:pPr/>
              <a:t>‹#›</a:t>
            </a:fld>
            <a:endParaRPr lang="en-US" dirty="0"/>
          </a:p>
        </p:txBody>
      </p:sp>
      <p:sp>
        <p:nvSpPr>
          <p:cNvPr id="20" name="Freeform 19">
            <a:extLst>
              <a:ext uri="{FF2B5EF4-FFF2-40B4-BE49-F238E27FC236}">
                <a16:creationId xmlns:a16="http://schemas.microsoft.com/office/drawing/2014/main" id="{091F8258-6B33-2DAE-610E-A14A266200A5}"/>
              </a:ext>
            </a:extLst>
          </p:cNvPr>
          <p:cNvSpPr/>
          <p:nvPr/>
        </p:nvSpPr>
        <p:spPr>
          <a:xfrm>
            <a:off x="554038" y="6469335"/>
            <a:ext cx="678511" cy="112440"/>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chemeClr val="bg1"/>
          </a:solidFill>
          <a:ln w="0" cap="flat">
            <a:noFill/>
            <a:prstDash val="solid"/>
            <a:miter/>
          </a:ln>
        </p:spPr>
        <p:txBody>
          <a:bodyPr rtlCol="0" anchor="ctr"/>
          <a:lstStyle/>
          <a:p>
            <a:endParaRPr lang="en-US"/>
          </a:p>
        </p:txBody>
      </p:sp>
      <p:sp>
        <p:nvSpPr>
          <p:cNvPr id="11" name="Picture Placeholder 9">
            <a:extLst>
              <a:ext uri="{FF2B5EF4-FFF2-40B4-BE49-F238E27FC236}">
                <a16:creationId xmlns:a16="http://schemas.microsoft.com/office/drawing/2014/main" id="{E5C7C011-127A-0143-3287-56B2493616F3}"/>
              </a:ext>
            </a:extLst>
          </p:cNvPr>
          <p:cNvSpPr>
            <a:spLocks noGrp="1"/>
          </p:cNvSpPr>
          <p:nvPr>
            <p:ph type="pic" sz="quarter" idx="29" hasCustomPrompt="1"/>
          </p:nvPr>
        </p:nvSpPr>
        <p:spPr>
          <a:xfrm>
            <a:off x="0" y="2146298"/>
            <a:ext cx="4057649" cy="4711702"/>
          </a:xfrm>
          <a:noFill/>
          <a:ln>
            <a:noFill/>
          </a:ln>
        </p:spPr>
        <p:txBody>
          <a:bodyPr anchor="ctr"/>
          <a:lstStyle>
            <a:lvl1pPr algn="ctr">
              <a:defRPr>
                <a:solidFill>
                  <a:schemeClr val="bg1"/>
                </a:solidFill>
                <a:latin typeface="+mn-lt"/>
              </a:defRPr>
            </a:lvl1pPr>
          </a:lstStyle>
          <a:p>
            <a:r>
              <a:rPr lang="en-US" dirty="0"/>
              <a:t>Silhouette</a:t>
            </a:r>
            <a:br>
              <a:rPr lang="en-US" dirty="0"/>
            </a:br>
            <a:r>
              <a:rPr lang="en-US" dirty="0"/>
              <a:t>portrait</a:t>
            </a:r>
          </a:p>
        </p:txBody>
      </p:sp>
      <p:sp>
        <p:nvSpPr>
          <p:cNvPr id="5" name="Title 4">
            <a:extLst>
              <a:ext uri="{FF2B5EF4-FFF2-40B4-BE49-F238E27FC236}">
                <a16:creationId xmlns:a16="http://schemas.microsoft.com/office/drawing/2014/main" id="{EF9EC52F-C370-604D-C528-F596723637C4}"/>
              </a:ext>
            </a:extLst>
          </p:cNvPr>
          <p:cNvSpPr>
            <a:spLocks noGrp="1"/>
          </p:cNvSpPr>
          <p:nvPr>
            <p:ph type="title"/>
          </p:nvPr>
        </p:nvSpPr>
        <p:spPr>
          <a:xfrm>
            <a:off x="539520" y="552450"/>
            <a:ext cx="3421699" cy="434976"/>
          </a:xfrm>
        </p:spPr>
        <p:txBody>
          <a:bodyPr rIns="274320"/>
          <a:lstStyle>
            <a:lvl1pPr>
              <a:defRPr>
                <a:solidFill>
                  <a:schemeClr val="bg1"/>
                </a:solidFill>
              </a:defRPr>
            </a:lvl1pPr>
          </a:lstStyle>
          <a:p>
            <a:r>
              <a:rPr lang="en-US"/>
              <a:t>Click to edit Master title style</a:t>
            </a:r>
            <a:endParaRPr lang="en-US" dirty="0"/>
          </a:p>
        </p:txBody>
      </p:sp>
      <p:sp>
        <p:nvSpPr>
          <p:cNvPr id="15" name="Text Placeholder 10">
            <a:extLst>
              <a:ext uri="{FF2B5EF4-FFF2-40B4-BE49-F238E27FC236}">
                <a16:creationId xmlns:a16="http://schemas.microsoft.com/office/drawing/2014/main" id="{C04BF789-84A7-0CA2-9DF8-1B3053E5048C}"/>
              </a:ext>
            </a:extLst>
          </p:cNvPr>
          <p:cNvSpPr>
            <a:spLocks noGrp="1"/>
          </p:cNvSpPr>
          <p:nvPr>
            <p:ph type="body" sz="quarter" idx="58"/>
          </p:nvPr>
        </p:nvSpPr>
        <p:spPr>
          <a:xfrm>
            <a:off x="548640" y="1127125"/>
            <a:ext cx="3421698" cy="295275"/>
          </a:xfrm>
        </p:spPr>
        <p:txBody>
          <a:bodyPr>
            <a:noAutofit/>
          </a:bodyPr>
          <a:lstStyle>
            <a:lvl1pPr marL="0" algn="l" defTabSz="914400" rtl="0" eaLnBrk="1" latinLnBrk="0" hangingPunct="1">
              <a:lnSpc>
                <a:spcPct val="80000"/>
              </a:lnSpc>
              <a:spcBef>
                <a:spcPts val="0"/>
              </a:spcBef>
              <a:spcAft>
                <a:spcPts val="0"/>
              </a:spcAft>
              <a:buNone/>
              <a:defRPr lang="en-US" sz="2400" b="0" i="0" kern="1200" dirty="0" smtClean="0">
                <a:solidFill>
                  <a:schemeClr val="bg1"/>
                </a:solidFill>
                <a:latin typeface="+mj-lt"/>
                <a:ea typeface="GT America Regular" charset="0"/>
                <a:cs typeface="GT America Regular" charset="0"/>
              </a:defRPr>
            </a:lvl1pPr>
            <a:lvl2pPr marL="0" indent="0" algn="l" defTabSz="914400" rtl="0" eaLnBrk="1" latinLnBrk="0" hangingPunct="1">
              <a:lnSpc>
                <a:spcPct val="80000"/>
              </a:lnSpc>
              <a:spcBef>
                <a:spcPts val="0"/>
              </a:spcBef>
              <a:spcAft>
                <a:spcPts val="0"/>
              </a:spcAft>
              <a:buNone/>
              <a:defRPr lang="en-US" sz="2400" b="0" i="0" kern="1200" dirty="0" smtClean="0">
                <a:solidFill>
                  <a:schemeClr val="bg1"/>
                </a:solidFill>
                <a:latin typeface="+mj-lt"/>
                <a:ea typeface="GT America Regular" charset="0"/>
                <a:cs typeface="GT America Regular" charset="0"/>
              </a:defRPr>
            </a:lvl2pPr>
            <a:lvl3pPr marL="0" indent="0" algn="l" defTabSz="914400" rtl="0" eaLnBrk="1" latinLnBrk="0" hangingPunct="1">
              <a:lnSpc>
                <a:spcPct val="80000"/>
              </a:lnSpc>
              <a:spcBef>
                <a:spcPts val="0"/>
              </a:spcBef>
              <a:spcAft>
                <a:spcPts val="0"/>
              </a:spcAft>
              <a:buNone/>
              <a:defRPr lang="en-US" sz="2400" b="0" i="0" kern="1200" dirty="0" smtClean="0">
                <a:solidFill>
                  <a:schemeClr val="bg1"/>
                </a:solidFill>
                <a:latin typeface="+mj-lt"/>
                <a:ea typeface="GT America Regular" charset="0"/>
                <a:cs typeface="GT America Regular" charset="0"/>
              </a:defRPr>
            </a:lvl3pPr>
            <a:lvl4pPr marL="0" indent="0" algn="l" defTabSz="914400" rtl="0" eaLnBrk="1" latinLnBrk="0" hangingPunct="1">
              <a:lnSpc>
                <a:spcPct val="80000"/>
              </a:lnSpc>
              <a:spcBef>
                <a:spcPts val="0"/>
              </a:spcBef>
              <a:spcAft>
                <a:spcPts val="0"/>
              </a:spcAft>
              <a:buNone/>
              <a:defRPr lang="en-US" sz="2400" b="0" i="0" kern="1200" dirty="0" smtClean="0">
                <a:solidFill>
                  <a:schemeClr val="bg1"/>
                </a:solidFill>
                <a:latin typeface="+mj-lt"/>
                <a:ea typeface="GT America Regular" charset="0"/>
                <a:cs typeface="GT America Regular" charset="0"/>
              </a:defRPr>
            </a:lvl4pPr>
            <a:lvl5pPr marL="0" indent="0" algn="l" defTabSz="914400" rtl="0" eaLnBrk="1" latinLnBrk="0" hangingPunct="1">
              <a:lnSpc>
                <a:spcPct val="80000"/>
              </a:lnSpc>
              <a:spcBef>
                <a:spcPts val="0"/>
              </a:spcBef>
              <a:spcAft>
                <a:spcPts val="0"/>
              </a:spcAft>
              <a:buNone/>
              <a:defRPr lang="en-US" sz="2400" b="0" i="0" kern="1200" dirty="0" smtClean="0">
                <a:solidFill>
                  <a:schemeClr val="bg1"/>
                </a:solidFill>
                <a:latin typeface="+mj-lt"/>
                <a:ea typeface="GT America Regular" charset="0"/>
                <a:cs typeface="GT America Regular" charset="0"/>
              </a:defRPr>
            </a:lvl5pPr>
            <a:lvl6pPr marL="0" indent="0" algn="l" defTabSz="914400" rtl="0" eaLnBrk="1" latinLnBrk="0" hangingPunct="1">
              <a:lnSpc>
                <a:spcPct val="80000"/>
              </a:lnSpc>
              <a:spcBef>
                <a:spcPts val="0"/>
              </a:spcBef>
              <a:spcAft>
                <a:spcPts val="0"/>
              </a:spcAft>
              <a:buNone/>
              <a:defRPr lang="en-US" sz="2400" b="0" i="0" kern="1200" dirty="0" smtClean="0">
                <a:solidFill>
                  <a:schemeClr val="bg1"/>
                </a:solidFill>
                <a:latin typeface="+mj-lt"/>
                <a:ea typeface="GT America Regular" charset="0"/>
                <a:cs typeface="GT America Regular" charset="0"/>
              </a:defRPr>
            </a:lvl6pPr>
            <a:lvl7pPr marL="0" indent="0" algn="l" defTabSz="914400" rtl="0" eaLnBrk="1" latinLnBrk="0" hangingPunct="1">
              <a:lnSpc>
                <a:spcPct val="80000"/>
              </a:lnSpc>
              <a:spcBef>
                <a:spcPts val="0"/>
              </a:spcBef>
              <a:spcAft>
                <a:spcPts val="0"/>
              </a:spcAft>
              <a:buNone/>
              <a:defRPr lang="en-US" sz="2400" b="0" i="0" kern="1200" dirty="0" smtClean="0">
                <a:solidFill>
                  <a:schemeClr val="bg1"/>
                </a:solidFill>
                <a:latin typeface="+mj-lt"/>
                <a:ea typeface="GT America Regular" charset="0"/>
                <a:cs typeface="GT America Regular" charset="0"/>
              </a:defRPr>
            </a:lvl7pPr>
            <a:lvl8pPr marL="0" indent="0" algn="l" defTabSz="914400" rtl="0" eaLnBrk="1" latinLnBrk="0" hangingPunct="1">
              <a:lnSpc>
                <a:spcPct val="80000"/>
              </a:lnSpc>
              <a:spcBef>
                <a:spcPts val="0"/>
              </a:spcBef>
              <a:spcAft>
                <a:spcPts val="0"/>
              </a:spcAft>
              <a:buNone/>
              <a:defRPr lang="en-US" sz="2400" b="0" i="0" kern="1200" dirty="0" smtClean="0">
                <a:solidFill>
                  <a:schemeClr val="bg1"/>
                </a:solidFill>
                <a:latin typeface="+mj-lt"/>
                <a:ea typeface="GT America Regular" charset="0"/>
                <a:cs typeface="GT America Regular" charset="0"/>
              </a:defRPr>
            </a:lvl8pPr>
            <a:lvl9pPr marL="0" indent="0" algn="l" defTabSz="914400" rtl="0" eaLnBrk="1" latinLnBrk="0" hangingPunct="1">
              <a:lnSpc>
                <a:spcPct val="80000"/>
              </a:lnSpc>
              <a:spcBef>
                <a:spcPts val="0"/>
              </a:spcBef>
              <a:spcAft>
                <a:spcPts val="0"/>
              </a:spcAft>
              <a:buNone/>
              <a:defRPr lang="en-US" sz="2400" b="0" i="0" kern="1200" dirty="0">
                <a:solidFill>
                  <a:schemeClr val="bg1"/>
                </a:solidFill>
                <a:latin typeface="+mj-lt"/>
                <a:ea typeface="GT America Regular" charset="0"/>
                <a:cs typeface="GT America Regular" charset="0"/>
              </a:defRPr>
            </a:lvl9pPr>
          </a:lstStyle>
          <a:p>
            <a:pPr lvl="0"/>
            <a:r>
              <a:rPr lang="en-US"/>
              <a:t>Click to edit Master text styles</a:t>
            </a:r>
          </a:p>
        </p:txBody>
      </p:sp>
      <p:sp>
        <p:nvSpPr>
          <p:cNvPr id="17" name="Text Placeholder 28">
            <a:extLst>
              <a:ext uri="{FF2B5EF4-FFF2-40B4-BE49-F238E27FC236}">
                <a16:creationId xmlns:a16="http://schemas.microsoft.com/office/drawing/2014/main" id="{C3433E12-13DE-2F76-CD91-AD464AFB9124}"/>
              </a:ext>
            </a:extLst>
          </p:cNvPr>
          <p:cNvSpPr>
            <a:spLocks noGrp="1"/>
          </p:cNvSpPr>
          <p:nvPr>
            <p:ph type="body" sz="quarter" idx="94"/>
          </p:nvPr>
        </p:nvSpPr>
        <p:spPr>
          <a:xfrm>
            <a:off x="4784011" y="697706"/>
            <a:ext cx="2623978" cy="1448594"/>
          </a:xfrm>
        </p:spPr>
        <p:txBody>
          <a:bodyPr>
            <a:noAutofit/>
          </a:bodyPr>
          <a:lstStyle>
            <a:lvl1pPr marL="0" indent="0">
              <a:spcAft>
                <a:spcPts val="200"/>
              </a:spcAft>
              <a:buFont typeface="Arial" panose="020B0604020202020204" pitchFamily="34" charset="0"/>
              <a:buNone/>
              <a:defRPr sz="1800" b="1"/>
            </a:lvl1pPr>
            <a:lvl2pPr marL="0" indent="0">
              <a:spcAft>
                <a:spcPts val="600"/>
              </a:spcAft>
              <a:buNone/>
              <a:defRPr sz="1800"/>
            </a:lvl2pPr>
            <a:lvl3pPr marL="228600" indent="-228600">
              <a:spcAft>
                <a:spcPts val="600"/>
              </a:spcAft>
              <a:buClrTx/>
              <a:buFont typeface="GT America" charset="0"/>
              <a:buChar char="→"/>
              <a:defRPr sz="1800"/>
            </a:lvl3pPr>
            <a:lvl4pPr marL="228600" indent="-228600">
              <a:spcAft>
                <a:spcPts val="600"/>
              </a:spcAft>
              <a:buClrTx/>
              <a:buFont typeface="GT America" charset="0"/>
              <a:buChar char="→"/>
              <a:defRPr sz="1800"/>
            </a:lvl4pPr>
            <a:lvl5pPr marL="228600" indent="-228600">
              <a:spcAft>
                <a:spcPts val="600"/>
              </a:spcAft>
              <a:buClrTx/>
              <a:buFont typeface="GT America" charset="0"/>
              <a:buChar char="→"/>
              <a:defRPr sz="1800"/>
            </a:lvl5pPr>
            <a:lvl6pPr marL="228600" indent="-228600">
              <a:spcAft>
                <a:spcPts val="600"/>
              </a:spcAft>
              <a:buClrTx/>
              <a:buFont typeface="GT America" charset="0"/>
              <a:buChar char="→"/>
              <a:defRPr sz="1800"/>
            </a:lvl6pPr>
            <a:lvl7pPr marL="228600" indent="-228600">
              <a:spcAft>
                <a:spcPts val="600"/>
              </a:spcAft>
              <a:buClrTx/>
              <a:buFont typeface="GT America" charset="0"/>
              <a:buChar char="→"/>
              <a:defRPr sz="1800"/>
            </a:lvl7pPr>
            <a:lvl8pPr marL="228600" indent="-228600">
              <a:spcAft>
                <a:spcPts val="600"/>
              </a:spcAft>
              <a:buClrTx/>
              <a:buFont typeface="GT America" charset="0"/>
              <a:buChar char="→"/>
              <a:defRPr sz="1800"/>
            </a:lvl8pPr>
            <a:lvl9pPr marL="228600" indent="-228600">
              <a:spcAft>
                <a:spcPts val="600"/>
              </a:spcAft>
              <a:buClrTx/>
              <a:buFont typeface="GT America" charset="0"/>
              <a:buChar char="→"/>
              <a:defRPr sz="1800"/>
            </a:lvl9pPr>
          </a:lstStyle>
          <a:p>
            <a:pPr lvl="0"/>
            <a:r>
              <a:rPr lang="en-US"/>
              <a:t>Click to edit Master text styles</a:t>
            </a:r>
          </a:p>
          <a:p>
            <a:pPr lvl="1"/>
            <a:r>
              <a:rPr lang="en-US"/>
              <a:t>Second level</a:t>
            </a:r>
          </a:p>
          <a:p>
            <a:pPr lvl="2"/>
            <a:r>
              <a:rPr lang="en-US"/>
              <a:t>Third level</a:t>
            </a:r>
          </a:p>
        </p:txBody>
      </p:sp>
      <p:sp>
        <p:nvSpPr>
          <p:cNvPr id="19" name="Text Placeholder 18">
            <a:extLst>
              <a:ext uri="{FF2B5EF4-FFF2-40B4-BE49-F238E27FC236}">
                <a16:creationId xmlns:a16="http://schemas.microsoft.com/office/drawing/2014/main" id="{A5CC0331-67E4-97F1-FFCC-045A5FC24A40}"/>
              </a:ext>
            </a:extLst>
          </p:cNvPr>
          <p:cNvSpPr>
            <a:spLocks noGrp="1"/>
          </p:cNvSpPr>
          <p:nvPr>
            <p:ph type="body" sz="quarter" idx="95"/>
          </p:nvPr>
        </p:nvSpPr>
        <p:spPr>
          <a:xfrm>
            <a:off x="7600950" y="697706"/>
            <a:ext cx="4037013" cy="4744244"/>
          </a:xfrm>
        </p:spPr>
        <p:txBody>
          <a:bodyPr/>
          <a:lstStyle>
            <a:lvl1pPr>
              <a:defRPr b="1">
                <a:solidFill>
                  <a:schemeClr val="tx2"/>
                </a:solidFill>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grpSp>
        <p:nvGrpSpPr>
          <p:cNvPr id="2" name="Group 1">
            <a:extLst>
              <a:ext uri="{FF2B5EF4-FFF2-40B4-BE49-F238E27FC236}">
                <a16:creationId xmlns:a16="http://schemas.microsoft.com/office/drawing/2014/main" id="{DD5AD6E9-FF62-497A-11AF-CB9415BD114A}"/>
              </a:ext>
            </a:extLst>
          </p:cNvPr>
          <p:cNvGrpSpPr/>
          <p:nvPr userDrawn="1"/>
        </p:nvGrpSpPr>
        <p:grpSpPr>
          <a:xfrm>
            <a:off x="12356815" y="0"/>
            <a:ext cx="756834" cy="6872642"/>
            <a:chOff x="12356815" y="0"/>
            <a:chExt cx="756834" cy="6872642"/>
          </a:xfrm>
        </p:grpSpPr>
        <p:sp>
          <p:nvSpPr>
            <p:cNvPr id="4" name="Rectangle 3">
              <a:extLst>
                <a:ext uri="{FF2B5EF4-FFF2-40B4-BE49-F238E27FC236}">
                  <a16:creationId xmlns:a16="http://schemas.microsoft.com/office/drawing/2014/main" id="{1874186D-33FD-6903-B191-D6384A28F713}"/>
                </a:ext>
              </a:extLst>
            </p:cNvPr>
            <p:cNvSpPr/>
            <p:nvPr userDrawn="1"/>
          </p:nvSpPr>
          <p:spPr>
            <a:xfrm>
              <a:off x="12356815" y="0"/>
              <a:ext cx="553069" cy="3279913"/>
            </a:xfrm>
            <a:prstGeom prst="rect">
              <a:avLst/>
            </a:prstGeom>
            <a:solidFill>
              <a:srgbClr val="F2F2F2"/>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a:p>
          </p:txBody>
        </p:sp>
        <p:sp>
          <p:nvSpPr>
            <p:cNvPr id="6" name="TextBox 5">
              <a:extLst>
                <a:ext uri="{FF2B5EF4-FFF2-40B4-BE49-F238E27FC236}">
                  <a16:creationId xmlns:a16="http://schemas.microsoft.com/office/drawing/2014/main" id="{B73FE468-76DA-5D69-29E2-B0FF244EAAE3}"/>
                </a:ext>
              </a:extLst>
            </p:cNvPr>
            <p:cNvSpPr txBox="1"/>
            <p:nvPr userDrawn="1"/>
          </p:nvSpPr>
          <p:spPr>
            <a:xfrm rot="16200000">
              <a:off x="12332216" y="1580677"/>
              <a:ext cx="1444306" cy="118559"/>
            </a:xfrm>
            <a:prstGeom prst="rect">
              <a:avLst/>
            </a:prstGeom>
            <a:noFill/>
          </p:spPr>
          <p:txBody>
            <a:bodyPr wrap="none" lIns="0" tIns="0" rIns="0" bIns="0" rtlCol="0">
              <a:spAutoFit/>
            </a:bodyPr>
            <a:lstStyle/>
            <a:p>
              <a:pPr algn="l">
                <a:lnSpc>
                  <a:spcPct val="101000"/>
                </a:lnSpc>
                <a:spcAft>
                  <a:spcPts val="600"/>
                </a:spcAft>
              </a:pPr>
              <a:r>
                <a:rPr kumimoji="0" lang="en-CR" sz="800" b="1" i="0" u="none" strike="noStrike" kern="1200" cap="none" spc="0" normalizeH="0" baseline="0" noProof="0">
                  <a:ln>
                    <a:noFill/>
                  </a:ln>
                  <a:solidFill>
                    <a:srgbClr val="000000"/>
                  </a:solidFill>
                  <a:effectLst/>
                  <a:uLnTx/>
                  <a:uFillTx/>
                  <a:ea typeface="GT America Regular" charset="0"/>
                  <a:cs typeface="GT America Regular" charset="0"/>
                </a:rPr>
                <a:t>ON LIGHT AND EXTRA LIGHT</a:t>
              </a:r>
            </a:p>
          </p:txBody>
        </p:sp>
        <p:sp>
          <p:nvSpPr>
            <p:cNvPr id="7" name="Rectangle 6">
              <a:extLst>
                <a:ext uri="{FF2B5EF4-FFF2-40B4-BE49-F238E27FC236}">
                  <a16:creationId xmlns:a16="http://schemas.microsoft.com/office/drawing/2014/main" id="{AD8F1EE9-265B-39CA-62EA-9BD2295C3F62}"/>
                </a:ext>
              </a:extLst>
            </p:cNvPr>
            <p:cNvSpPr/>
            <p:nvPr userDrawn="1"/>
          </p:nvSpPr>
          <p:spPr>
            <a:xfrm>
              <a:off x="12356815" y="3592729"/>
              <a:ext cx="553069" cy="3279913"/>
            </a:xfrm>
            <a:prstGeom prst="rect">
              <a:avLst/>
            </a:prstGeom>
            <a:solidFill>
              <a:schemeClr val="tx2"/>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a:p>
          </p:txBody>
        </p:sp>
        <p:grpSp>
          <p:nvGrpSpPr>
            <p:cNvPr id="10" name="Group 9">
              <a:extLst>
                <a:ext uri="{FF2B5EF4-FFF2-40B4-BE49-F238E27FC236}">
                  <a16:creationId xmlns:a16="http://schemas.microsoft.com/office/drawing/2014/main" id="{8558D7F8-372B-E957-03D9-F9A7959CC110}"/>
                </a:ext>
              </a:extLst>
            </p:cNvPr>
            <p:cNvGrpSpPr/>
            <p:nvPr userDrawn="1"/>
          </p:nvGrpSpPr>
          <p:grpSpPr>
            <a:xfrm>
              <a:off x="12442019" y="3791214"/>
              <a:ext cx="382660" cy="2882942"/>
              <a:chOff x="14001569" y="3716048"/>
              <a:chExt cx="316248" cy="3171236"/>
            </a:xfrm>
          </p:grpSpPr>
          <p:sp>
            <p:nvSpPr>
              <p:cNvPr id="28" name="Rectangle 27">
                <a:extLst>
                  <a:ext uri="{FF2B5EF4-FFF2-40B4-BE49-F238E27FC236}">
                    <a16:creationId xmlns:a16="http://schemas.microsoft.com/office/drawing/2014/main" id="{5C57448D-DF93-183A-A7D0-6121BCB5B757}"/>
                  </a:ext>
                </a:extLst>
              </p:cNvPr>
              <p:cNvSpPr/>
              <p:nvPr userDrawn="1"/>
            </p:nvSpPr>
            <p:spPr>
              <a:xfrm rot="5400000">
                <a:off x="14033099" y="5954114"/>
                <a:ext cx="253188" cy="316248"/>
              </a:xfrm>
              <a:prstGeom prst="rect">
                <a:avLst/>
              </a:prstGeom>
              <a:solidFill>
                <a:srgbClr val="005E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29" name="Rectangle 28">
                <a:extLst>
                  <a:ext uri="{FF2B5EF4-FFF2-40B4-BE49-F238E27FC236}">
                    <a16:creationId xmlns:a16="http://schemas.microsoft.com/office/drawing/2014/main" id="{4D1F3EF1-391C-10E2-C9E4-72E76303A10E}"/>
                  </a:ext>
                </a:extLst>
              </p:cNvPr>
              <p:cNvSpPr/>
              <p:nvPr userDrawn="1"/>
            </p:nvSpPr>
            <p:spPr>
              <a:xfrm rot="5400000">
                <a:off x="14033099" y="6278342"/>
                <a:ext cx="253188" cy="316248"/>
              </a:xfrm>
              <a:prstGeom prst="rect">
                <a:avLst/>
              </a:prstGeom>
              <a:solidFill>
                <a:srgbClr val="B8B9D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30" name="Rectangle 29">
                <a:extLst>
                  <a:ext uri="{FF2B5EF4-FFF2-40B4-BE49-F238E27FC236}">
                    <a16:creationId xmlns:a16="http://schemas.microsoft.com/office/drawing/2014/main" id="{985CDF30-3E6F-63A3-0FA6-B032C0655F1D}"/>
                  </a:ext>
                </a:extLst>
              </p:cNvPr>
              <p:cNvSpPr/>
              <p:nvPr userDrawn="1"/>
            </p:nvSpPr>
            <p:spPr>
              <a:xfrm rot="5400000">
                <a:off x="14033099" y="6602566"/>
                <a:ext cx="253188" cy="316248"/>
              </a:xfrm>
              <a:prstGeom prst="rect">
                <a:avLst/>
              </a:prstGeom>
              <a:solidFill>
                <a:srgbClr val="FBE6D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31" name="Rectangle 30">
                <a:extLst>
                  <a:ext uri="{FF2B5EF4-FFF2-40B4-BE49-F238E27FC236}">
                    <a16:creationId xmlns:a16="http://schemas.microsoft.com/office/drawing/2014/main" id="{6F751410-712C-650D-155E-02F2E4967D69}"/>
                  </a:ext>
                </a:extLst>
              </p:cNvPr>
              <p:cNvSpPr/>
              <p:nvPr userDrawn="1"/>
            </p:nvSpPr>
            <p:spPr>
              <a:xfrm rot="5400000">
                <a:off x="14033099" y="4981430"/>
                <a:ext cx="253188" cy="316248"/>
              </a:xfrm>
              <a:prstGeom prst="rect">
                <a:avLst/>
              </a:prstGeom>
              <a:solidFill>
                <a:srgbClr val="BCE09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32" name="Rectangle 31">
                <a:extLst>
                  <a:ext uri="{FF2B5EF4-FFF2-40B4-BE49-F238E27FC236}">
                    <a16:creationId xmlns:a16="http://schemas.microsoft.com/office/drawing/2014/main" id="{EF1B59EB-B1A7-7A35-AD72-6876E8BCC825}"/>
                  </a:ext>
                </a:extLst>
              </p:cNvPr>
              <p:cNvSpPr/>
              <p:nvPr userDrawn="1"/>
            </p:nvSpPr>
            <p:spPr>
              <a:xfrm rot="5400000">
                <a:off x="14033099" y="5305658"/>
                <a:ext cx="253188" cy="316248"/>
              </a:xfrm>
              <a:prstGeom prst="rect">
                <a:avLst/>
              </a:prstGeom>
              <a:solidFill>
                <a:srgbClr val="E9783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33" name="Rectangle 32">
                <a:extLst>
                  <a:ext uri="{FF2B5EF4-FFF2-40B4-BE49-F238E27FC236}">
                    <a16:creationId xmlns:a16="http://schemas.microsoft.com/office/drawing/2014/main" id="{DA06A621-B472-E3BC-0400-D63601C0D689}"/>
                  </a:ext>
                </a:extLst>
              </p:cNvPr>
              <p:cNvSpPr/>
              <p:nvPr userDrawn="1"/>
            </p:nvSpPr>
            <p:spPr>
              <a:xfrm rot="5400000">
                <a:off x="14033099" y="5629886"/>
                <a:ext cx="253188" cy="316248"/>
              </a:xfrm>
              <a:prstGeom prst="rect">
                <a:avLst/>
              </a:prstGeom>
              <a:solidFill>
                <a:srgbClr val="B9056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34" name="Rectangle 33">
                <a:extLst>
                  <a:ext uri="{FF2B5EF4-FFF2-40B4-BE49-F238E27FC236}">
                    <a16:creationId xmlns:a16="http://schemas.microsoft.com/office/drawing/2014/main" id="{142BB3B6-659D-A884-6DAF-A14353440EFF}"/>
                  </a:ext>
                </a:extLst>
              </p:cNvPr>
              <p:cNvSpPr/>
              <p:nvPr userDrawn="1"/>
            </p:nvSpPr>
            <p:spPr>
              <a:xfrm rot="5400000">
                <a:off x="14033099" y="3684518"/>
                <a:ext cx="253188" cy="316248"/>
              </a:xfrm>
              <a:prstGeom prst="rect">
                <a:avLst/>
              </a:prstGeom>
              <a:solidFill>
                <a:srgbClr val="9DC2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35" name="Rectangle 34">
                <a:extLst>
                  <a:ext uri="{FF2B5EF4-FFF2-40B4-BE49-F238E27FC236}">
                    <a16:creationId xmlns:a16="http://schemas.microsoft.com/office/drawing/2014/main" id="{B5DA8676-F1C0-FD37-81FA-EBB870335304}"/>
                  </a:ext>
                </a:extLst>
              </p:cNvPr>
              <p:cNvSpPr/>
              <p:nvPr userDrawn="1"/>
            </p:nvSpPr>
            <p:spPr>
              <a:xfrm rot="5400000">
                <a:off x="14033099" y="4008746"/>
                <a:ext cx="253188" cy="316248"/>
              </a:xfrm>
              <a:prstGeom prst="rect">
                <a:avLst/>
              </a:prstGeom>
              <a:solidFill>
                <a:srgbClr val="309DA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36" name="Rectangle 35">
                <a:extLst>
                  <a:ext uri="{FF2B5EF4-FFF2-40B4-BE49-F238E27FC236}">
                    <a16:creationId xmlns:a16="http://schemas.microsoft.com/office/drawing/2014/main" id="{BC41173F-E011-1B44-0B7E-829A8CD65185}"/>
                  </a:ext>
                </a:extLst>
              </p:cNvPr>
              <p:cNvSpPr/>
              <p:nvPr userDrawn="1"/>
            </p:nvSpPr>
            <p:spPr>
              <a:xfrm rot="5400000">
                <a:off x="14033099" y="4332974"/>
                <a:ext cx="253188" cy="316248"/>
              </a:xfrm>
              <a:prstGeom prst="rect">
                <a:avLst/>
              </a:prstGeom>
              <a:solidFill>
                <a:srgbClr val="E2C22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37" name="Rectangle 36">
                <a:extLst>
                  <a:ext uri="{FF2B5EF4-FFF2-40B4-BE49-F238E27FC236}">
                    <a16:creationId xmlns:a16="http://schemas.microsoft.com/office/drawing/2014/main" id="{94CD6486-30E5-F003-4D63-5E504F81B5BD}"/>
                  </a:ext>
                </a:extLst>
              </p:cNvPr>
              <p:cNvSpPr/>
              <p:nvPr userDrawn="1"/>
            </p:nvSpPr>
            <p:spPr>
              <a:xfrm rot="5400000">
                <a:off x="14033099" y="4657202"/>
                <a:ext cx="253188" cy="316248"/>
              </a:xfrm>
              <a:prstGeom prst="rect">
                <a:avLst/>
              </a:prstGeom>
              <a:solidFill>
                <a:srgbClr val="9158B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grpSp>
        <p:grpSp>
          <p:nvGrpSpPr>
            <p:cNvPr id="12" name="Group 11">
              <a:extLst>
                <a:ext uri="{FF2B5EF4-FFF2-40B4-BE49-F238E27FC236}">
                  <a16:creationId xmlns:a16="http://schemas.microsoft.com/office/drawing/2014/main" id="{E535541F-F140-B938-7624-73C01A85F44C}"/>
                </a:ext>
              </a:extLst>
            </p:cNvPr>
            <p:cNvGrpSpPr/>
            <p:nvPr userDrawn="1"/>
          </p:nvGrpSpPr>
          <p:grpSpPr>
            <a:xfrm>
              <a:off x="12442019" y="198485"/>
              <a:ext cx="382660" cy="2882942"/>
              <a:chOff x="12742785" y="3716048"/>
              <a:chExt cx="316248" cy="3171236"/>
            </a:xfrm>
          </p:grpSpPr>
          <p:sp>
            <p:nvSpPr>
              <p:cNvPr id="14" name="Rectangle 13">
                <a:extLst>
                  <a:ext uri="{FF2B5EF4-FFF2-40B4-BE49-F238E27FC236}">
                    <a16:creationId xmlns:a16="http://schemas.microsoft.com/office/drawing/2014/main" id="{9C490BDB-6FAA-150F-6BD5-AB14C944F191}"/>
                  </a:ext>
                </a:extLst>
              </p:cNvPr>
              <p:cNvSpPr/>
              <p:nvPr userDrawn="1"/>
            </p:nvSpPr>
            <p:spPr>
              <a:xfrm rot="5400000">
                <a:off x="12774315" y="6602566"/>
                <a:ext cx="253188" cy="316248"/>
              </a:xfrm>
              <a:prstGeom prst="rect">
                <a:avLst/>
              </a:prstGeom>
              <a:solidFill>
                <a:srgbClr val="BFD6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16" name="Rectangle 15">
                <a:extLst>
                  <a:ext uri="{FF2B5EF4-FFF2-40B4-BE49-F238E27FC236}">
                    <a16:creationId xmlns:a16="http://schemas.microsoft.com/office/drawing/2014/main" id="{074E35F3-9822-16AE-CDC1-F21C118C3F2A}"/>
                  </a:ext>
                </a:extLst>
              </p:cNvPr>
              <p:cNvSpPr/>
              <p:nvPr userDrawn="1"/>
            </p:nvSpPr>
            <p:spPr>
              <a:xfrm rot="5400000">
                <a:off x="12774315" y="4981430"/>
                <a:ext cx="253188" cy="316248"/>
              </a:xfrm>
              <a:prstGeom prst="rect">
                <a:avLst/>
              </a:prstGeom>
              <a:solidFill>
                <a:srgbClr val="D25F7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18" name="Rectangle 17">
                <a:extLst>
                  <a:ext uri="{FF2B5EF4-FFF2-40B4-BE49-F238E27FC236}">
                    <a16:creationId xmlns:a16="http://schemas.microsoft.com/office/drawing/2014/main" id="{345A5FDC-CCBA-70C6-8CA3-32A09FF4BF85}"/>
                  </a:ext>
                </a:extLst>
              </p:cNvPr>
              <p:cNvSpPr/>
              <p:nvPr userDrawn="1"/>
            </p:nvSpPr>
            <p:spPr>
              <a:xfrm rot="5400000">
                <a:off x="12774315" y="5305658"/>
                <a:ext cx="253188" cy="316248"/>
              </a:xfrm>
              <a:prstGeom prst="rect">
                <a:avLst/>
              </a:prstGeom>
              <a:solidFill>
                <a:srgbClr val="C6480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21" name="Rectangle 20">
                <a:extLst>
                  <a:ext uri="{FF2B5EF4-FFF2-40B4-BE49-F238E27FC236}">
                    <a16:creationId xmlns:a16="http://schemas.microsoft.com/office/drawing/2014/main" id="{3D4315B3-AF77-33CA-5393-E034780703EB}"/>
                  </a:ext>
                </a:extLst>
              </p:cNvPr>
              <p:cNvSpPr/>
              <p:nvPr userDrawn="1"/>
            </p:nvSpPr>
            <p:spPr>
              <a:xfrm rot="5400000">
                <a:off x="12774315" y="5629886"/>
                <a:ext cx="253188" cy="316248"/>
              </a:xfrm>
              <a:prstGeom prst="rect">
                <a:avLst/>
              </a:prstGeom>
              <a:solidFill>
                <a:srgbClr val="BA016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22" name="Rectangle 21">
                <a:extLst>
                  <a:ext uri="{FF2B5EF4-FFF2-40B4-BE49-F238E27FC236}">
                    <a16:creationId xmlns:a16="http://schemas.microsoft.com/office/drawing/2014/main" id="{B9078D06-2B99-FEE0-6D49-331B0F98B799}"/>
                  </a:ext>
                </a:extLst>
              </p:cNvPr>
              <p:cNvSpPr/>
              <p:nvPr userDrawn="1"/>
            </p:nvSpPr>
            <p:spPr>
              <a:xfrm rot="5400000">
                <a:off x="12774315" y="3684518"/>
                <a:ext cx="253188" cy="316248"/>
              </a:xfrm>
              <a:prstGeom prst="rect">
                <a:avLst/>
              </a:prstGeom>
              <a:solidFill>
                <a:srgbClr val="005E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23" name="Rectangle 22">
                <a:extLst>
                  <a:ext uri="{FF2B5EF4-FFF2-40B4-BE49-F238E27FC236}">
                    <a16:creationId xmlns:a16="http://schemas.microsoft.com/office/drawing/2014/main" id="{CEAF2C1F-C4AF-4CF4-C250-36B938EDC008}"/>
                  </a:ext>
                </a:extLst>
              </p:cNvPr>
              <p:cNvSpPr/>
              <p:nvPr userDrawn="1"/>
            </p:nvSpPr>
            <p:spPr>
              <a:xfrm rot="5400000">
                <a:off x="12774315" y="4008746"/>
                <a:ext cx="253188" cy="316248"/>
              </a:xfrm>
              <a:prstGeom prst="rect">
                <a:avLst/>
              </a:prstGeom>
              <a:solidFill>
                <a:srgbClr val="5EB6B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24" name="Rectangle 23">
                <a:extLst>
                  <a:ext uri="{FF2B5EF4-FFF2-40B4-BE49-F238E27FC236}">
                    <a16:creationId xmlns:a16="http://schemas.microsoft.com/office/drawing/2014/main" id="{0FA60219-0C09-9081-58E8-B324A94CCFF4}"/>
                  </a:ext>
                </a:extLst>
              </p:cNvPr>
              <p:cNvSpPr/>
              <p:nvPr userDrawn="1"/>
            </p:nvSpPr>
            <p:spPr>
              <a:xfrm rot="5400000">
                <a:off x="12774315" y="4332974"/>
                <a:ext cx="253188" cy="316248"/>
              </a:xfrm>
              <a:prstGeom prst="rect">
                <a:avLst/>
              </a:prstGeom>
              <a:solidFill>
                <a:srgbClr val="C7AB2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25" name="Rectangle 24">
                <a:extLst>
                  <a:ext uri="{FF2B5EF4-FFF2-40B4-BE49-F238E27FC236}">
                    <a16:creationId xmlns:a16="http://schemas.microsoft.com/office/drawing/2014/main" id="{CDB51201-CB70-4B1B-1599-4305D009F4EB}"/>
                  </a:ext>
                </a:extLst>
              </p:cNvPr>
              <p:cNvSpPr/>
              <p:nvPr userDrawn="1"/>
            </p:nvSpPr>
            <p:spPr>
              <a:xfrm rot="5400000">
                <a:off x="12774315" y="4657202"/>
                <a:ext cx="253188" cy="316248"/>
              </a:xfrm>
              <a:prstGeom prst="rect">
                <a:avLst/>
              </a:prstGeom>
              <a:solidFill>
                <a:srgbClr val="5C068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26" name="Rectangle 25">
                <a:extLst>
                  <a:ext uri="{FF2B5EF4-FFF2-40B4-BE49-F238E27FC236}">
                    <a16:creationId xmlns:a16="http://schemas.microsoft.com/office/drawing/2014/main" id="{AF208894-6B2A-3DAA-D6A3-68B85B641215}"/>
                  </a:ext>
                </a:extLst>
              </p:cNvPr>
              <p:cNvSpPr/>
              <p:nvPr userDrawn="1"/>
            </p:nvSpPr>
            <p:spPr>
              <a:xfrm rot="5400000">
                <a:off x="12774315" y="5954114"/>
                <a:ext cx="253188" cy="316248"/>
              </a:xfrm>
              <a:prstGeom prst="rect">
                <a:avLst/>
              </a:prstGeom>
              <a:solidFill>
                <a:srgbClr val="2A431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27" name="Rectangle 26">
                <a:extLst>
                  <a:ext uri="{FF2B5EF4-FFF2-40B4-BE49-F238E27FC236}">
                    <a16:creationId xmlns:a16="http://schemas.microsoft.com/office/drawing/2014/main" id="{ED94428B-1049-DC6B-4240-4BC8211B77EB}"/>
                  </a:ext>
                </a:extLst>
              </p:cNvPr>
              <p:cNvSpPr/>
              <p:nvPr userDrawn="1"/>
            </p:nvSpPr>
            <p:spPr>
              <a:xfrm rot="5400000">
                <a:off x="12774315" y="6278342"/>
                <a:ext cx="253188" cy="316248"/>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grpSp>
        <p:sp>
          <p:nvSpPr>
            <p:cNvPr id="13" name="TextBox 12">
              <a:extLst>
                <a:ext uri="{FF2B5EF4-FFF2-40B4-BE49-F238E27FC236}">
                  <a16:creationId xmlns:a16="http://schemas.microsoft.com/office/drawing/2014/main" id="{5545CEBC-FBFC-FA6E-DED4-EAA4241A8314}"/>
                </a:ext>
              </a:extLst>
            </p:cNvPr>
            <p:cNvSpPr txBox="1"/>
            <p:nvPr userDrawn="1"/>
          </p:nvSpPr>
          <p:spPr>
            <a:xfrm rot="16200000">
              <a:off x="12574270" y="5173406"/>
              <a:ext cx="960199" cy="118559"/>
            </a:xfrm>
            <a:prstGeom prst="rect">
              <a:avLst/>
            </a:prstGeom>
            <a:noFill/>
          </p:spPr>
          <p:txBody>
            <a:bodyPr wrap="none" lIns="0" tIns="0" rIns="0" bIns="0" rtlCol="0">
              <a:spAutoFit/>
            </a:bodyPr>
            <a:lstStyle/>
            <a:p>
              <a:pPr algn="l">
                <a:lnSpc>
                  <a:spcPct val="101000"/>
                </a:lnSpc>
                <a:spcAft>
                  <a:spcPts val="600"/>
                </a:spcAft>
              </a:pPr>
              <a:r>
                <a:rPr lang="en-CR" sz="800" b="1">
                  <a:solidFill>
                    <a:srgbClr val="000000"/>
                  </a:solidFill>
                  <a:latin typeface="GT America Regular"/>
                  <a:ea typeface="GT America Regular" charset="0"/>
                  <a:cs typeface="GT America Regular" charset="0"/>
                </a:rPr>
                <a:t>ON MOODY´S BLUE</a:t>
              </a:r>
              <a:endParaRPr kumimoji="0" lang="en-CR" sz="800" b="1" i="0" u="none" strike="noStrike" kern="1200" cap="none" spc="0" normalizeH="0" baseline="0" noProof="0" err="1">
                <a:ln>
                  <a:noFill/>
                </a:ln>
                <a:solidFill>
                  <a:srgbClr val="000000"/>
                </a:solidFill>
                <a:effectLst/>
                <a:uLnTx/>
                <a:uFillTx/>
                <a:latin typeface="GT America Regular"/>
                <a:ea typeface="GT America Regular" charset="0"/>
                <a:cs typeface="GT America Regular" charset="0"/>
              </a:endParaRPr>
            </a:p>
          </p:txBody>
        </p:sp>
      </p:grpSp>
      <p:sp>
        <p:nvSpPr>
          <p:cNvPr id="38" name="TextBox 37">
            <a:extLst>
              <a:ext uri="{FF2B5EF4-FFF2-40B4-BE49-F238E27FC236}">
                <a16:creationId xmlns:a16="http://schemas.microsoft.com/office/drawing/2014/main" id="{C6B46BA1-C6D2-E918-48C2-BC139423DF7E}"/>
              </a:ext>
            </a:extLst>
          </p:cNvPr>
          <p:cNvSpPr txBox="1"/>
          <p:nvPr userDrawn="1"/>
        </p:nvSpPr>
        <p:spPr>
          <a:xfrm>
            <a:off x="12356815" y="3377042"/>
            <a:ext cx="807913" cy="118559"/>
          </a:xfrm>
          <a:prstGeom prst="rect">
            <a:avLst/>
          </a:prstGeom>
          <a:noFill/>
        </p:spPr>
        <p:txBody>
          <a:bodyPr wrap="none" lIns="0" tIns="0" rIns="0" bIns="0" rtlCol="0">
            <a:spAutoFit/>
          </a:bodyPr>
          <a:lstStyle/>
          <a:p>
            <a:pPr algn="l">
              <a:lnSpc>
                <a:spcPct val="101000"/>
              </a:lnSpc>
              <a:spcAft>
                <a:spcPts val="600"/>
              </a:spcAft>
            </a:pPr>
            <a:r>
              <a:rPr kumimoji="0" lang="en-US" sz="800" b="1" i="0" u="none" strike="noStrike" kern="1200" cap="none" spc="0" normalizeH="0" baseline="0" noProof="0" dirty="0">
                <a:ln>
                  <a:noFill/>
                </a:ln>
                <a:solidFill>
                  <a:srgbClr val="000000"/>
                </a:solidFill>
                <a:effectLst/>
                <a:uLnTx/>
                <a:uFillTx/>
                <a:ea typeface="GT America Regular" charset="0"/>
                <a:cs typeface="GT America Regular" charset="0"/>
              </a:rPr>
              <a:t>For charts ONLY</a:t>
            </a:r>
            <a:endParaRPr kumimoji="0" lang="en-CR" sz="800" b="1" i="0" u="none" strike="noStrike" kern="1200" cap="none" spc="0" normalizeH="0" baseline="0" noProof="0">
              <a:ln>
                <a:noFill/>
              </a:ln>
              <a:solidFill>
                <a:srgbClr val="000000"/>
              </a:solidFill>
              <a:effectLst/>
              <a:uLnTx/>
              <a:uFillTx/>
              <a:ea typeface="GT America Regular" charset="0"/>
              <a:cs typeface="GT America Regular" charset="0"/>
            </a:endParaRPr>
          </a:p>
        </p:txBody>
      </p:sp>
    </p:spTree>
    <p:extLst>
      <p:ext uri="{BB962C8B-B14F-4D97-AF65-F5344CB8AC3E}">
        <p14:creationId xmlns:p14="http://schemas.microsoft.com/office/powerpoint/2010/main" val="2510178264"/>
      </p:ext>
    </p:extLst>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userDrawn="1">
  <p:cSld name="Biography Spotlight 3">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56927C77-4BA5-963C-77AB-D1E17369A031}"/>
              </a:ext>
            </a:extLst>
          </p:cNvPr>
          <p:cNvSpPr/>
          <p:nvPr userDrawn="1"/>
        </p:nvSpPr>
        <p:spPr bwMode="ltGray">
          <a:xfrm>
            <a:off x="0" y="0"/>
            <a:ext cx="4057650" cy="685800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Footer Placeholder 7">
            <a:extLst>
              <a:ext uri="{FF2B5EF4-FFF2-40B4-BE49-F238E27FC236}">
                <a16:creationId xmlns:a16="http://schemas.microsoft.com/office/drawing/2014/main" id="{0E2ADB5F-BB7A-E503-6385-47B7F4A752C0}"/>
              </a:ext>
            </a:extLst>
          </p:cNvPr>
          <p:cNvSpPr>
            <a:spLocks noGrp="1"/>
          </p:cNvSpPr>
          <p:nvPr>
            <p:ph type="ftr" sz="quarter" idx="11"/>
          </p:nvPr>
        </p:nvSpPr>
        <p:spPr/>
        <p:txBody>
          <a:bodyPr/>
          <a:lstStyle>
            <a:lvl1pPr>
              <a:defRPr>
                <a:solidFill>
                  <a:schemeClr val="tx1"/>
                </a:solidFill>
              </a:defRPr>
            </a:lvl1pPr>
          </a:lstStyle>
          <a:p>
            <a:r>
              <a:rPr lang="en-US"/>
              <a:t>See slide 12 for instructions on how to update footer</a:t>
            </a:r>
            <a:endParaRPr lang="en-US" dirty="0"/>
          </a:p>
        </p:txBody>
      </p:sp>
      <p:sp>
        <p:nvSpPr>
          <p:cNvPr id="9" name="Slide Number Placeholder 8">
            <a:extLst>
              <a:ext uri="{FF2B5EF4-FFF2-40B4-BE49-F238E27FC236}">
                <a16:creationId xmlns:a16="http://schemas.microsoft.com/office/drawing/2014/main" id="{CCA8152B-F410-5052-DF3D-06C6DD4D2381}"/>
              </a:ext>
            </a:extLst>
          </p:cNvPr>
          <p:cNvSpPr>
            <a:spLocks noGrp="1"/>
          </p:cNvSpPr>
          <p:nvPr>
            <p:ph type="sldNum" sz="quarter" idx="12"/>
          </p:nvPr>
        </p:nvSpPr>
        <p:spPr/>
        <p:txBody>
          <a:bodyPr/>
          <a:lstStyle>
            <a:lvl1pPr>
              <a:defRPr>
                <a:solidFill>
                  <a:schemeClr val="tx1"/>
                </a:solidFill>
              </a:defRPr>
            </a:lvl1pPr>
          </a:lstStyle>
          <a:p>
            <a:fld id="{862A5111-985B-C14D-9115-5787026182A8}" type="slidenum">
              <a:rPr lang="en-US" smtClean="0"/>
              <a:pPr/>
              <a:t>‹#›</a:t>
            </a:fld>
            <a:endParaRPr lang="en-US" dirty="0"/>
          </a:p>
        </p:txBody>
      </p:sp>
      <p:sp>
        <p:nvSpPr>
          <p:cNvPr id="20" name="Freeform 19">
            <a:extLst>
              <a:ext uri="{FF2B5EF4-FFF2-40B4-BE49-F238E27FC236}">
                <a16:creationId xmlns:a16="http://schemas.microsoft.com/office/drawing/2014/main" id="{091F8258-6B33-2DAE-610E-A14A266200A5}"/>
              </a:ext>
            </a:extLst>
          </p:cNvPr>
          <p:cNvSpPr/>
          <p:nvPr/>
        </p:nvSpPr>
        <p:spPr>
          <a:xfrm>
            <a:off x="554038" y="6469335"/>
            <a:ext cx="678511" cy="112440"/>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chemeClr val="bg1"/>
          </a:solidFill>
          <a:ln w="0" cap="flat">
            <a:noFill/>
            <a:prstDash val="solid"/>
            <a:miter/>
          </a:ln>
        </p:spPr>
        <p:txBody>
          <a:bodyPr rtlCol="0" anchor="ctr"/>
          <a:lstStyle/>
          <a:p>
            <a:endParaRPr lang="en-US"/>
          </a:p>
        </p:txBody>
      </p:sp>
      <p:sp>
        <p:nvSpPr>
          <p:cNvPr id="11" name="Picture Placeholder 9">
            <a:extLst>
              <a:ext uri="{FF2B5EF4-FFF2-40B4-BE49-F238E27FC236}">
                <a16:creationId xmlns:a16="http://schemas.microsoft.com/office/drawing/2014/main" id="{E5C7C011-127A-0143-3287-56B2493616F3}"/>
              </a:ext>
            </a:extLst>
          </p:cNvPr>
          <p:cNvSpPr>
            <a:spLocks noGrp="1"/>
          </p:cNvSpPr>
          <p:nvPr>
            <p:ph type="pic" sz="quarter" idx="29" hasCustomPrompt="1"/>
          </p:nvPr>
        </p:nvSpPr>
        <p:spPr>
          <a:xfrm>
            <a:off x="0" y="2146298"/>
            <a:ext cx="4057649" cy="4711702"/>
          </a:xfrm>
          <a:noFill/>
          <a:ln>
            <a:noFill/>
          </a:ln>
        </p:spPr>
        <p:txBody>
          <a:bodyPr anchor="ctr"/>
          <a:lstStyle>
            <a:lvl1pPr algn="ctr">
              <a:defRPr>
                <a:solidFill>
                  <a:schemeClr val="bg1"/>
                </a:solidFill>
                <a:latin typeface="+mn-lt"/>
              </a:defRPr>
            </a:lvl1pPr>
          </a:lstStyle>
          <a:p>
            <a:r>
              <a:rPr lang="en-US" dirty="0"/>
              <a:t>Silhouette</a:t>
            </a:r>
            <a:br>
              <a:rPr lang="en-US" dirty="0"/>
            </a:br>
            <a:r>
              <a:rPr lang="en-US" dirty="0"/>
              <a:t>portrait</a:t>
            </a:r>
          </a:p>
        </p:txBody>
      </p:sp>
      <p:sp>
        <p:nvSpPr>
          <p:cNvPr id="5" name="Title 4">
            <a:extLst>
              <a:ext uri="{FF2B5EF4-FFF2-40B4-BE49-F238E27FC236}">
                <a16:creationId xmlns:a16="http://schemas.microsoft.com/office/drawing/2014/main" id="{EF9EC52F-C370-604D-C528-F596723637C4}"/>
              </a:ext>
            </a:extLst>
          </p:cNvPr>
          <p:cNvSpPr>
            <a:spLocks noGrp="1"/>
          </p:cNvSpPr>
          <p:nvPr>
            <p:ph type="title"/>
          </p:nvPr>
        </p:nvSpPr>
        <p:spPr>
          <a:xfrm>
            <a:off x="539520" y="552450"/>
            <a:ext cx="3518129" cy="434975"/>
          </a:xfrm>
        </p:spPr>
        <p:txBody>
          <a:bodyPr rIns="274320"/>
          <a:lstStyle>
            <a:lvl1pPr>
              <a:defRPr>
                <a:solidFill>
                  <a:schemeClr val="bg1"/>
                </a:solidFill>
              </a:defRPr>
            </a:lvl1pPr>
          </a:lstStyle>
          <a:p>
            <a:r>
              <a:rPr lang="en-US"/>
              <a:t>Click to edit Master title style</a:t>
            </a:r>
            <a:endParaRPr lang="en-US" dirty="0"/>
          </a:p>
        </p:txBody>
      </p:sp>
      <p:sp>
        <p:nvSpPr>
          <p:cNvPr id="4" name="Content Placeholder 14">
            <a:extLst>
              <a:ext uri="{FF2B5EF4-FFF2-40B4-BE49-F238E27FC236}">
                <a16:creationId xmlns:a16="http://schemas.microsoft.com/office/drawing/2014/main" id="{0F4207BC-188D-C830-B83A-98B60C773C10}"/>
              </a:ext>
            </a:extLst>
          </p:cNvPr>
          <p:cNvSpPr>
            <a:spLocks noGrp="1"/>
          </p:cNvSpPr>
          <p:nvPr>
            <p:ph sz="quarter" idx="18" hasCustomPrompt="1"/>
          </p:nvPr>
        </p:nvSpPr>
        <p:spPr>
          <a:xfrm>
            <a:off x="4781551" y="697706"/>
            <a:ext cx="6856412" cy="5469732"/>
          </a:xfrm>
        </p:spPr>
        <p:txBody>
          <a:bodyPr numCol="1" spcCol="219456"/>
          <a:lstStyle>
            <a:lvl1pPr>
              <a:spcAft>
                <a:spcPts val="0"/>
              </a:spcAft>
              <a:defRPr sz="1800" b="1">
                <a:solidFill>
                  <a:schemeClr val="tx1"/>
                </a:solidFill>
                <a:latin typeface="+mn-lt"/>
              </a:defRPr>
            </a:lvl1pPr>
            <a:lvl2pPr marL="0" indent="0">
              <a:buNone/>
              <a:defRPr sz="1800" b="0">
                <a:solidFill>
                  <a:schemeClr val="tx1"/>
                </a:solidFill>
              </a:defRPr>
            </a:lvl2pPr>
            <a:lvl3pPr marL="3175" indent="0">
              <a:buFont typeface="GT America Regular" charset="0"/>
              <a:buNone/>
              <a:defRPr sz="1400" b="1">
                <a:solidFill>
                  <a:schemeClr val="tx2"/>
                </a:solidFill>
              </a:defRPr>
            </a:lvl3pPr>
            <a:lvl4pPr marL="0" indent="0">
              <a:buClrTx/>
              <a:buFont typeface="GT America Regular" charset="0"/>
              <a:buNone/>
              <a:defRPr sz="1400"/>
            </a:lvl4pPr>
            <a:lvl5pPr marL="287338" indent="-287338">
              <a:buClrTx/>
              <a:buFont typeface="GT America Regular" charset="0"/>
              <a:buChar char="→"/>
              <a:defRPr sz="1400"/>
            </a:lvl5pPr>
            <a:lvl6pPr marL="458788" indent="-171450">
              <a:buClr>
                <a:schemeClr val="accent1"/>
              </a:buClr>
              <a:buFont typeface="Arial" panose="020B0604020202020204" pitchFamily="34" charset="0"/>
              <a:buChar char="•"/>
              <a:defRPr sz="1300"/>
            </a:lvl6pPr>
            <a:lvl7pPr marL="627063" indent="-174625">
              <a:buClrTx/>
              <a:buFont typeface="GT America Regular" pitchFamily="50" charset="0"/>
              <a:buChar char="–"/>
              <a:defRPr sz="1300"/>
            </a:lvl7pPr>
            <a:lvl8pPr marL="800100" indent="-174625">
              <a:buClr>
                <a:schemeClr val="accent1"/>
              </a:buClr>
              <a:buFont typeface="GT America Regular" charset="0"/>
              <a:buChar char="–"/>
              <a:defRPr sz="1200"/>
            </a:lvl8pPr>
            <a:lvl9pPr marL="973138" indent="-171450">
              <a:buClrTx/>
              <a:buFont typeface="GT America Regular" pitchFamily="50" charset="0"/>
              <a:buChar char="»"/>
              <a:defRPr sz="1200"/>
            </a:lvl9pPr>
          </a:lstStyle>
          <a:p>
            <a:pPr lvl="0"/>
            <a:r>
              <a:rPr lang="en-US" dirty="0" err="1"/>
              <a:t>Firstname</a:t>
            </a:r>
            <a:r>
              <a:rPr lang="en-US" dirty="0"/>
              <a:t> </a:t>
            </a:r>
            <a:r>
              <a:rPr lang="en-US" dirty="0" err="1"/>
              <a:t>Lastname</a:t>
            </a:r>
            <a:r>
              <a:rPr lang="en-US" dirty="0"/>
              <a:t>, first level</a:t>
            </a:r>
          </a:p>
          <a:p>
            <a:pPr lvl="1"/>
            <a:r>
              <a:rPr lang="en-US" dirty="0"/>
              <a:t>Title/department, second level</a:t>
            </a:r>
          </a:p>
          <a:p>
            <a:pPr lvl="2"/>
            <a:r>
              <a:rPr lang="en-US" dirty="0"/>
              <a:t>Introduction or highlighted passage, third level</a:t>
            </a:r>
          </a:p>
          <a:p>
            <a:pPr lvl="3"/>
            <a:r>
              <a:rPr lang="en-US" dirty="0"/>
              <a:t>Fourth level</a:t>
            </a:r>
          </a:p>
          <a:p>
            <a:pPr lvl="4"/>
            <a:r>
              <a:rPr lang="en-US" dirty="0"/>
              <a:t>Fifth level</a:t>
            </a:r>
          </a:p>
          <a:p>
            <a:pPr lvl="5"/>
            <a:r>
              <a:rPr lang="en-US" dirty="0"/>
              <a:t>Sixth level</a:t>
            </a:r>
          </a:p>
          <a:p>
            <a:pPr lvl="6"/>
            <a:r>
              <a:rPr lang="en-US" dirty="0"/>
              <a:t>Seventh level</a:t>
            </a:r>
          </a:p>
          <a:p>
            <a:pPr lvl="7"/>
            <a:r>
              <a:rPr lang="en-US" dirty="0"/>
              <a:t>Eighth level</a:t>
            </a:r>
          </a:p>
          <a:p>
            <a:pPr lvl="8"/>
            <a:r>
              <a:rPr lang="en-US" dirty="0"/>
              <a:t>Ninth level</a:t>
            </a:r>
          </a:p>
        </p:txBody>
      </p:sp>
      <p:sp>
        <p:nvSpPr>
          <p:cNvPr id="16" name="Text Placeholder 10">
            <a:extLst>
              <a:ext uri="{FF2B5EF4-FFF2-40B4-BE49-F238E27FC236}">
                <a16:creationId xmlns:a16="http://schemas.microsoft.com/office/drawing/2014/main" id="{13CB873E-451B-AD74-97A9-A588E4BAB870}"/>
              </a:ext>
            </a:extLst>
          </p:cNvPr>
          <p:cNvSpPr>
            <a:spLocks noGrp="1"/>
          </p:cNvSpPr>
          <p:nvPr>
            <p:ph type="body" sz="quarter" idx="58"/>
          </p:nvPr>
        </p:nvSpPr>
        <p:spPr>
          <a:xfrm>
            <a:off x="548640" y="1127125"/>
            <a:ext cx="3421698" cy="295275"/>
          </a:xfrm>
        </p:spPr>
        <p:txBody>
          <a:bodyPr>
            <a:noAutofit/>
          </a:bodyPr>
          <a:lstStyle>
            <a:lvl1pPr marL="0" algn="l" defTabSz="914400" rtl="0" eaLnBrk="1" latinLnBrk="0" hangingPunct="1">
              <a:lnSpc>
                <a:spcPct val="80000"/>
              </a:lnSpc>
              <a:spcBef>
                <a:spcPts val="0"/>
              </a:spcBef>
              <a:spcAft>
                <a:spcPts val="0"/>
              </a:spcAft>
              <a:buNone/>
              <a:defRPr lang="en-US" sz="2400" b="0" i="0" kern="1200" dirty="0" smtClean="0">
                <a:solidFill>
                  <a:schemeClr val="bg1"/>
                </a:solidFill>
                <a:latin typeface="+mj-lt"/>
                <a:ea typeface="GT America Regular" charset="0"/>
                <a:cs typeface="GT America Regular" charset="0"/>
              </a:defRPr>
            </a:lvl1pPr>
            <a:lvl2pPr marL="0" indent="0" algn="l" defTabSz="914400" rtl="0" eaLnBrk="1" latinLnBrk="0" hangingPunct="1">
              <a:lnSpc>
                <a:spcPct val="80000"/>
              </a:lnSpc>
              <a:spcBef>
                <a:spcPts val="0"/>
              </a:spcBef>
              <a:spcAft>
                <a:spcPts val="0"/>
              </a:spcAft>
              <a:buNone/>
              <a:defRPr lang="en-US" sz="2400" b="0" i="0" kern="1200" dirty="0" smtClean="0">
                <a:solidFill>
                  <a:schemeClr val="bg1"/>
                </a:solidFill>
                <a:latin typeface="+mj-lt"/>
                <a:ea typeface="GT America Regular" charset="0"/>
                <a:cs typeface="GT America Regular" charset="0"/>
              </a:defRPr>
            </a:lvl2pPr>
            <a:lvl3pPr marL="0" indent="0" algn="l" defTabSz="914400" rtl="0" eaLnBrk="1" latinLnBrk="0" hangingPunct="1">
              <a:lnSpc>
                <a:spcPct val="80000"/>
              </a:lnSpc>
              <a:spcBef>
                <a:spcPts val="0"/>
              </a:spcBef>
              <a:spcAft>
                <a:spcPts val="0"/>
              </a:spcAft>
              <a:buNone/>
              <a:defRPr lang="en-US" sz="2400" b="0" i="0" kern="1200" dirty="0" smtClean="0">
                <a:solidFill>
                  <a:schemeClr val="bg1"/>
                </a:solidFill>
                <a:latin typeface="+mj-lt"/>
                <a:ea typeface="GT America Regular" charset="0"/>
                <a:cs typeface="GT America Regular" charset="0"/>
              </a:defRPr>
            </a:lvl3pPr>
            <a:lvl4pPr marL="0" indent="0" algn="l" defTabSz="914400" rtl="0" eaLnBrk="1" latinLnBrk="0" hangingPunct="1">
              <a:lnSpc>
                <a:spcPct val="80000"/>
              </a:lnSpc>
              <a:spcBef>
                <a:spcPts val="0"/>
              </a:spcBef>
              <a:spcAft>
                <a:spcPts val="0"/>
              </a:spcAft>
              <a:buNone/>
              <a:defRPr lang="en-US" sz="2400" b="0" i="0" kern="1200" dirty="0" smtClean="0">
                <a:solidFill>
                  <a:schemeClr val="bg1"/>
                </a:solidFill>
                <a:latin typeface="+mj-lt"/>
                <a:ea typeface="GT America Regular" charset="0"/>
                <a:cs typeface="GT America Regular" charset="0"/>
              </a:defRPr>
            </a:lvl4pPr>
            <a:lvl5pPr marL="0" indent="0" algn="l" defTabSz="914400" rtl="0" eaLnBrk="1" latinLnBrk="0" hangingPunct="1">
              <a:lnSpc>
                <a:spcPct val="80000"/>
              </a:lnSpc>
              <a:spcBef>
                <a:spcPts val="0"/>
              </a:spcBef>
              <a:spcAft>
                <a:spcPts val="0"/>
              </a:spcAft>
              <a:buNone/>
              <a:defRPr lang="en-US" sz="2400" b="0" i="0" kern="1200" dirty="0" smtClean="0">
                <a:solidFill>
                  <a:schemeClr val="bg1"/>
                </a:solidFill>
                <a:latin typeface="+mj-lt"/>
                <a:ea typeface="GT America Regular" charset="0"/>
                <a:cs typeface="GT America Regular" charset="0"/>
              </a:defRPr>
            </a:lvl5pPr>
            <a:lvl6pPr marL="0" indent="0" algn="l" defTabSz="914400" rtl="0" eaLnBrk="1" latinLnBrk="0" hangingPunct="1">
              <a:lnSpc>
                <a:spcPct val="80000"/>
              </a:lnSpc>
              <a:spcBef>
                <a:spcPts val="0"/>
              </a:spcBef>
              <a:spcAft>
                <a:spcPts val="0"/>
              </a:spcAft>
              <a:buNone/>
              <a:defRPr lang="en-US" sz="2400" b="0" i="0" kern="1200" dirty="0" smtClean="0">
                <a:solidFill>
                  <a:schemeClr val="bg1"/>
                </a:solidFill>
                <a:latin typeface="+mj-lt"/>
                <a:ea typeface="GT America Regular" charset="0"/>
                <a:cs typeface="GT America Regular" charset="0"/>
              </a:defRPr>
            </a:lvl6pPr>
            <a:lvl7pPr marL="0" indent="0" algn="l" defTabSz="914400" rtl="0" eaLnBrk="1" latinLnBrk="0" hangingPunct="1">
              <a:lnSpc>
                <a:spcPct val="80000"/>
              </a:lnSpc>
              <a:spcBef>
                <a:spcPts val="0"/>
              </a:spcBef>
              <a:spcAft>
                <a:spcPts val="0"/>
              </a:spcAft>
              <a:buNone/>
              <a:defRPr lang="en-US" sz="2400" b="0" i="0" kern="1200" dirty="0" smtClean="0">
                <a:solidFill>
                  <a:schemeClr val="bg1"/>
                </a:solidFill>
                <a:latin typeface="+mj-lt"/>
                <a:ea typeface="GT America Regular" charset="0"/>
                <a:cs typeface="GT America Regular" charset="0"/>
              </a:defRPr>
            </a:lvl7pPr>
            <a:lvl8pPr marL="0" indent="0" algn="l" defTabSz="914400" rtl="0" eaLnBrk="1" latinLnBrk="0" hangingPunct="1">
              <a:lnSpc>
                <a:spcPct val="80000"/>
              </a:lnSpc>
              <a:spcBef>
                <a:spcPts val="0"/>
              </a:spcBef>
              <a:spcAft>
                <a:spcPts val="0"/>
              </a:spcAft>
              <a:buNone/>
              <a:defRPr lang="en-US" sz="2400" b="0" i="0" kern="1200" dirty="0" smtClean="0">
                <a:solidFill>
                  <a:schemeClr val="bg1"/>
                </a:solidFill>
                <a:latin typeface="+mj-lt"/>
                <a:ea typeface="GT America Regular" charset="0"/>
                <a:cs typeface="GT America Regular" charset="0"/>
              </a:defRPr>
            </a:lvl8pPr>
            <a:lvl9pPr marL="0" indent="0" algn="l" defTabSz="914400" rtl="0" eaLnBrk="1" latinLnBrk="0" hangingPunct="1">
              <a:lnSpc>
                <a:spcPct val="80000"/>
              </a:lnSpc>
              <a:spcBef>
                <a:spcPts val="0"/>
              </a:spcBef>
              <a:spcAft>
                <a:spcPts val="0"/>
              </a:spcAft>
              <a:buNone/>
              <a:defRPr lang="en-US" sz="2400" b="0" i="0" kern="1200" dirty="0">
                <a:solidFill>
                  <a:schemeClr val="bg1"/>
                </a:solidFill>
                <a:latin typeface="+mj-lt"/>
                <a:ea typeface="GT America Regular" charset="0"/>
                <a:cs typeface="GT America Regular" charset="0"/>
              </a:defRPr>
            </a:lvl9pPr>
          </a:lstStyle>
          <a:p>
            <a:pPr lvl="0"/>
            <a:r>
              <a:rPr lang="en-US"/>
              <a:t>Click to edit Master text styles</a:t>
            </a:r>
          </a:p>
        </p:txBody>
      </p:sp>
      <p:grpSp>
        <p:nvGrpSpPr>
          <p:cNvPr id="2" name="Group 1">
            <a:extLst>
              <a:ext uri="{FF2B5EF4-FFF2-40B4-BE49-F238E27FC236}">
                <a16:creationId xmlns:a16="http://schemas.microsoft.com/office/drawing/2014/main" id="{6CB3DC87-6BC2-6891-C466-17978D1EFFE1}"/>
              </a:ext>
            </a:extLst>
          </p:cNvPr>
          <p:cNvGrpSpPr/>
          <p:nvPr userDrawn="1"/>
        </p:nvGrpSpPr>
        <p:grpSpPr>
          <a:xfrm>
            <a:off x="12356815" y="0"/>
            <a:ext cx="756834" cy="6872642"/>
            <a:chOff x="12356815" y="0"/>
            <a:chExt cx="756834" cy="6872642"/>
          </a:xfrm>
        </p:grpSpPr>
        <p:sp>
          <p:nvSpPr>
            <p:cNvPr id="6" name="Rectangle 5">
              <a:extLst>
                <a:ext uri="{FF2B5EF4-FFF2-40B4-BE49-F238E27FC236}">
                  <a16:creationId xmlns:a16="http://schemas.microsoft.com/office/drawing/2014/main" id="{65D286FD-88A9-580D-3E98-A572911BAF71}"/>
                </a:ext>
              </a:extLst>
            </p:cNvPr>
            <p:cNvSpPr/>
            <p:nvPr userDrawn="1"/>
          </p:nvSpPr>
          <p:spPr>
            <a:xfrm>
              <a:off x="12356815" y="0"/>
              <a:ext cx="553069" cy="3279913"/>
            </a:xfrm>
            <a:prstGeom prst="rect">
              <a:avLst/>
            </a:prstGeom>
            <a:solidFill>
              <a:srgbClr val="F2F2F2"/>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a:p>
          </p:txBody>
        </p:sp>
        <p:sp>
          <p:nvSpPr>
            <p:cNvPr id="7" name="TextBox 6">
              <a:extLst>
                <a:ext uri="{FF2B5EF4-FFF2-40B4-BE49-F238E27FC236}">
                  <a16:creationId xmlns:a16="http://schemas.microsoft.com/office/drawing/2014/main" id="{3F8DF8F9-76EF-9000-443C-A55EC4CED06B}"/>
                </a:ext>
              </a:extLst>
            </p:cNvPr>
            <p:cNvSpPr txBox="1"/>
            <p:nvPr userDrawn="1"/>
          </p:nvSpPr>
          <p:spPr>
            <a:xfrm rot="16200000">
              <a:off x="12332216" y="1580677"/>
              <a:ext cx="1444306" cy="118559"/>
            </a:xfrm>
            <a:prstGeom prst="rect">
              <a:avLst/>
            </a:prstGeom>
            <a:noFill/>
          </p:spPr>
          <p:txBody>
            <a:bodyPr wrap="none" lIns="0" tIns="0" rIns="0" bIns="0" rtlCol="0">
              <a:spAutoFit/>
            </a:bodyPr>
            <a:lstStyle/>
            <a:p>
              <a:pPr algn="l">
                <a:lnSpc>
                  <a:spcPct val="101000"/>
                </a:lnSpc>
                <a:spcAft>
                  <a:spcPts val="600"/>
                </a:spcAft>
              </a:pPr>
              <a:r>
                <a:rPr kumimoji="0" lang="en-CR" sz="800" b="1" i="0" u="none" strike="noStrike" kern="1200" cap="none" spc="0" normalizeH="0" baseline="0" noProof="0">
                  <a:ln>
                    <a:noFill/>
                  </a:ln>
                  <a:solidFill>
                    <a:srgbClr val="000000"/>
                  </a:solidFill>
                  <a:effectLst/>
                  <a:uLnTx/>
                  <a:uFillTx/>
                  <a:ea typeface="GT America Regular" charset="0"/>
                  <a:cs typeface="GT America Regular" charset="0"/>
                </a:rPr>
                <a:t>ON LIGHT AND EXTRA LIGHT</a:t>
              </a:r>
            </a:p>
          </p:txBody>
        </p:sp>
        <p:sp>
          <p:nvSpPr>
            <p:cNvPr id="10" name="Rectangle 9">
              <a:extLst>
                <a:ext uri="{FF2B5EF4-FFF2-40B4-BE49-F238E27FC236}">
                  <a16:creationId xmlns:a16="http://schemas.microsoft.com/office/drawing/2014/main" id="{CA4C934D-1931-7BCD-C27C-CEBA215BE65C}"/>
                </a:ext>
              </a:extLst>
            </p:cNvPr>
            <p:cNvSpPr/>
            <p:nvPr userDrawn="1"/>
          </p:nvSpPr>
          <p:spPr>
            <a:xfrm>
              <a:off x="12356815" y="3592729"/>
              <a:ext cx="553069" cy="3279913"/>
            </a:xfrm>
            <a:prstGeom prst="rect">
              <a:avLst/>
            </a:prstGeom>
            <a:solidFill>
              <a:schemeClr val="tx2"/>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a:p>
          </p:txBody>
        </p:sp>
        <p:grpSp>
          <p:nvGrpSpPr>
            <p:cNvPr id="12" name="Group 11">
              <a:extLst>
                <a:ext uri="{FF2B5EF4-FFF2-40B4-BE49-F238E27FC236}">
                  <a16:creationId xmlns:a16="http://schemas.microsoft.com/office/drawing/2014/main" id="{2D408877-B694-3CBC-39C0-E3BB7936EC47}"/>
                </a:ext>
              </a:extLst>
            </p:cNvPr>
            <p:cNvGrpSpPr/>
            <p:nvPr userDrawn="1"/>
          </p:nvGrpSpPr>
          <p:grpSpPr>
            <a:xfrm>
              <a:off x="12442019" y="3791214"/>
              <a:ext cx="382660" cy="2882942"/>
              <a:chOff x="14001569" y="3716048"/>
              <a:chExt cx="316248" cy="3171236"/>
            </a:xfrm>
          </p:grpSpPr>
          <p:sp>
            <p:nvSpPr>
              <p:cNvPr id="27" name="Rectangle 26">
                <a:extLst>
                  <a:ext uri="{FF2B5EF4-FFF2-40B4-BE49-F238E27FC236}">
                    <a16:creationId xmlns:a16="http://schemas.microsoft.com/office/drawing/2014/main" id="{C5172F9E-B758-6C83-512C-60DDC21D23A2}"/>
                  </a:ext>
                </a:extLst>
              </p:cNvPr>
              <p:cNvSpPr/>
              <p:nvPr userDrawn="1"/>
            </p:nvSpPr>
            <p:spPr>
              <a:xfrm rot="5400000">
                <a:off x="14033099" y="5954114"/>
                <a:ext cx="253188" cy="316248"/>
              </a:xfrm>
              <a:prstGeom prst="rect">
                <a:avLst/>
              </a:prstGeom>
              <a:solidFill>
                <a:srgbClr val="005E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28" name="Rectangle 27">
                <a:extLst>
                  <a:ext uri="{FF2B5EF4-FFF2-40B4-BE49-F238E27FC236}">
                    <a16:creationId xmlns:a16="http://schemas.microsoft.com/office/drawing/2014/main" id="{D3A74CE5-6DF0-112C-98A1-0BFAEA188D2A}"/>
                  </a:ext>
                </a:extLst>
              </p:cNvPr>
              <p:cNvSpPr/>
              <p:nvPr userDrawn="1"/>
            </p:nvSpPr>
            <p:spPr>
              <a:xfrm rot="5400000">
                <a:off x="14033099" y="6278342"/>
                <a:ext cx="253188" cy="316248"/>
              </a:xfrm>
              <a:prstGeom prst="rect">
                <a:avLst/>
              </a:prstGeom>
              <a:solidFill>
                <a:srgbClr val="B8B9D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29" name="Rectangle 28">
                <a:extLst>
                  <a:ext uri="{FF2B5EF4-FFF2-40B4-BE49-F238E27FC236}">
                    <a16:creationId xmlns:a16="http://schemas.microsoft.com/office/drawing/2014/main" id="{F5158A55-96F1-4BBD-AED6-20E54C655070}"/>
                  </a:ext>
                </a:extLst>
              </p:cNvPr>
              <p:cNvSpPr/>
              <p:nvPr userDrawn="1"/>
            </p:nvSpPr>
            <p:spPr>
              <a:xfrm rot="5400000">
                <a:off x="14033099" y="6602566"/>
                <a:ext cx="253188" cy="316248"/>
              </a:xfrm>
              <a:prstGeom prst="rect">
                <a:avLst/>
              </a:prstGeom>
              <a:solidFill>
                <a:srgbClr val="FBE6D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30" name="Rectangle 29">
                <a:extLst>
                  <a:ext uri="{FF2B5EF4-FFF2-40B4-BE49-F238E27FC236}">
                    <a16:creationId xmlns:a16="http://schemas.microsoft.com/office/drawing/2014/main" id="{A0D6069B-E983-6A89-408A-F8640EEF5925}"/>
                  </a:ext>
                </a:extLst>
              </p:cNvPr>
              <p:cNvSpPr/>
              <p:nvPr userDrawn="1"/>
            </p:nvSpPr>
            <p:spPr>
              <a:xfrm rot="5400000">
                <a:off x="14033099" y="4981430"/>
                <a:ext cx="253188" cy="316248"/>
              </a:xfrm>
              <a:prstGeom prst="rect">
                <a:avLst/>
              </a:prstGeom>
              <a:solidFill>
                <a:srgbClr val="BCE09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31" name="Rectangle 30">
                <a:extLst>
                  <a:ext uri="{FF2B5EF4-FFF2-40B4-BE49-F238E27FC236}">
                    <a16:creationId xmlns:a16="http://schemas.microsoft.com/office/drawing/2014/main" id="{1C33F830-44E8-5369-F04E-9C9914AD2E36}"/>
                  </a:ext>
                </a:extLst>
              </p:cNvPr>
              <p:cNvSpPr/>
              <p:nvPr userDrawn="1"/>
            </p:nvSpPr>
            <p:spPr>
              <a:xfrm rot="5400000">
                <a:off x="14033099" y="5305658"/>
                <a:ext cx="253188" cy="316248"/>
              </a:xfrm>
              <a:prstGeom prst="rect">
                <a:avLst/>
              </a:prstGeom>
              <a:solidFill>
                <a:srgbClr val="E9783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32" name="Rectangle 31">
                <a:extLst>
                  <a:ext uri="{FF2B5EF4-FFF2-40B4-BE49-F238E27FC236}">
                    <a16:creationId xmlns:a16="http://schemas.microsoft.com/office/drawing/2014/main" id="{798878AC-8BA6-FF4A-5336-193C35421356}"/>
                  </a:ext>
                </a:extLst>
              </p:cNvPr>
              <p:cNvSpPr/>
              <p:nvPr userDrawn="1"/>
            </p:nvSpPr>
            <p:spPr>
              <a:xfrm rot="5400000">
                <a:off x="14033099" y="5629886"/>
                <a:ext cx="253188" cy="316248"/>
              </a:xfrm>
              <a:prstGeom prst="rect">
                <a:avLst/>
              </a:prstGeom>
              <a:solidFill>
                <a:srgbClr val="B9056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33" name="Rectangle 32">
                <a:extLst>
                  <a:ext uri="{FF2B5EF4-FFF2-40B4-BE49-F238E27FC236}">
                    <a16:creationId xmlns:a16="http://schemas.microsoft.com/office/drawing/2014/main" id="{6F9FDA89-7C1E-9F87-6FEA-61188138F046}"/>
                  </a:ext>
                </a:extLst>
              </p:cNvPr>
              <p:cNvSpPr/>
              <p:nvPr userDrawn="1"/>
            </p:nvSpPr>
            <p:spPr>
              <a:xfrm rot="5400000">
                <a:off x="14033099" y="3684518"/>
                <a:ext cx="253188" cy="316248"/>
              </a:xfrm>
              <a:prstGeom prst="rect">
                <a:avLst/>
              </a:prstGeom>
              <a:solidFill>
                <a:srgbClr val="9DC2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34" name="Rectangle 33">
                <a:extLst>
                  <a:ext uri="{FF2B5EF4-FFF2-40B4-BE49-F238E27FC236}">
                    <a16:creationId xmlns:a16="http://schemas.microsoft.com/office/drawing/2014/main" id="{F4AD6D11-010E-DADF-2437-38050ED03D5C}"/>
                  </a:ext>
                </a:extLst>
              </p:cNvPr>
              <p:cNvSpPr/>
              <p:nvPr userDrawn="1"/>
            </p:nvSpPr>
            <p:spPr>
              <a:xfrm rot="5400000">
                <a:off x="14033099" y="4008746"/>
                <a:ext cx="253188" cy="316248"/>
              </a:xfrm>
              <a:prstGeom prst="rect">
                <a:avLst/>
              </a:prstGeom>
              <a:solidFill>
                <a:srgbClr val="309DA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35" name="Rectangle 34">
                <a:extLst>
                  <a:ext uri="{FF2B5EF4-FFF2-40B4-BE49-F238E27FC236}">
                    <a16:creationId xmlns:a16="http://schemas.microsoft.com/office/drawing/2014/main" id="{0D103E4A-2145-B62C-156A-4350867335A7}"/>
                  </a:ext>
                </a:extLst>
              </p:cNvPr>
              <p:cNvSpPr/>
              <p:nvPr userDrawn="1"/>
            </p:nvSpPr>
            <p:spPr>
              <a:xfrm rot="5400000">
                <a:off x="14033099" y="4332974"/>
                <a:ext cx="253188" cy="316248"/>
              </a:xfrm>
              <a:prstGeom prst="rect">
                <a:avLst/>
              </a:prstGeom>
              <a:solidFill>
                <a:srgbClr val="E2C22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36" name="Rectangle 35">
                <a:extLst>
                  <a:ext uri="{FF2B5EF4-FFF2-40B4-BE49-F238E27FC236}">
                    <a16:creationId xmlns:a16="http://schemas.microsoft.com/office/drawing/2014/main" id="{18E1A2E3-19F0-FA35-5D90-8DB9FCB9A29C}"/>
                  </a:ext>
                </a:extLst>
              </p:cNvPr>
              <p:cNvSpPr/>
              <p:nvPr userDrawn="1"/>
            </p:nvSpPr>
            <p:spPr>
              <a:xfrm rot="5400000">
                <a:off x="14033099" y="4657202"/>
                <a:ext cx="253188" cy="316248"/>
              </a:xfrm>
              <a:prstGeom prst="rect">
                <a:avLst/>
              </a:prstGeom>
              <a:solidFill>
                <a:srgbClr val="9158B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grpSp>
        <p:grpSp>
          <p:nvGrpSpPr>
            <p:cNvPr id="13" name="Group 12">
              <a:extLst>
                <a:ext uri="{FF2B5EF4-FFF2-40B4-BE49-F238E27FC236}">
                  <a16:creationId xmlns:a16="http://schemas.microsoft.com/office/drawing/2014/main" id="{35C174CD-6B21-FD14-FEA8-F2A05F91BDCA}"/>
                </a:ext>
              </a:extLst>
            </p:cNvPr>
            <p:cNvGrpSpPr/>
            <p:nvPr userDrawn="1"/>
          </p:nvGrpSpPr>
          <p:grpSpPr>
            <a:xfrm>
              <a:off x="12442019" y="198485"/>
              <a:ext cx="382660" cy="2882942"/>
              <a:chOff x="12742785" y="3716048"/>
              <a:chExt cx="316248" cy="3171236"/>
            </a:xfrm>
          </p:grpSpPr>
          <p:sp>
            <p:nvSpPr>
              <p:cNvPr id="15" name="Rectangle 14">
                <a:extLst>
                  <a:ext uri="{FF2B5EF4-FFF2-40B4-BE49-F238E27FC236}">
                    <a16:creationId xmlns:a16="http://schemas.microsoft.com/office/drawing/2014/main" id="{430712A2-38DF-2711-03A2-6843141FB050}"/>
                  </a:ext>
                </a:extLst>
              </p:cNvPr>
              <p:cNvSpPr/>
              <p:nvPr userDrawn="1"/>
            </p:nvSpPr>
            <p:spPr>
              <a:xfrm rot="5400000">
                <a:off x="12774315" y="6602566"/>
                <a:ext cx="253188" cy="316248"/>
              </a:xfrm>
              <a:prstGeom prst="rect">
                <a:avLst/>
              </a:prstGeom>
              <a:solidFill>
                <a:srgbClr val="BFD6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17" name="Rectangle 16">
                <a:extLst>
                  <a:ext uri="{FF2B5EF4-FFF2-40B4-BE49-F238E27FC236}">
                    <a16:creationId xmlns:a16="http://schemas.microsoft.com/office/drawing/2014/main" id="{527CB448-9982-A5A3-6678-EA6D9B045161}"/>
                  </a:ext>
                </a:extLst>
              </p:cNvPr>
              <p:cNvSpPr/>
              <p:nvPr userDrawn="1"/>
            </p:nvSpPr>
            <p:spPr>
              <a:xfrm rot="5400000">
                <a:off x="12774315" y="4981430"/>
                <a:ext cx="253188" cy="316248"/>
              </a:xfrm>
              <a:prstGeom prst="rect">
                <a:avLst/>
              </a:prstGeom>
              <a:solidFill>
                <a:srgbClr val="D25F7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18" name="Rectangle 17">
                <a:extLst>
                  <a:ext uri="{FF2B5EF4-FFF2-40B4-BE49-F238E27FC236}">
                    <a16:creationId xmlns:a16="http://schemas.microsoft.com/office/drawing/2014/main" id="{06ED0848-1008-AF6E-0A7F-AB104ED2BBB8}"/>
                  </a:ext>
                </a:extLst>
              </p:cNvPr>
              <p:cNvSpPr/>
              <p:nvPr userDrawn="1"/>
            </p:nvSpPr>
            <p:spPr>
              <a:xfrm rot="5400000">
                <a:off x="12774315" y="5305658"/>
                <a:ext cx="253188" cy="316248"/>
              </a:xfrm>
              <a:prstGeom prst="rect">
                <a:avLst/>
              </a:prstGeom>
              <a:solidFill>
                <a:srgbClr val="C6480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19" name="Rectangle 18">
                <a:extLst>
                  <a:ext uri="{FF2B5EF4-FFF2-40B4-BE49-F238E27FC236}">
                    <a16:creationId xmlns:a16="http://schemas.microsoft.com/office/drawing/2014/main" id="{D37693EB-EBE2-3BE0-11A6-3514CBCFD0F7}"/>
                  </a:ext>
                </a:extLst>
              </p:cNvPr>
              <p:cNvSpPr/>
              <p:nvPr userDrawn="1"/>
            </p:nvSpPr>
            <p:spPr>
              <a:xfrm rot="5400000">
                <a:off x="12774315" y="5629886"/>
                <a:ext cx="253188" cy="316248"/>
              </a:xfrm>
              <a:prstGeom prst="rect">
                <a:avLst/>
              </a:prstGeom>
              <a:solidFill>
                <a:srgbClr val="BA016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21" name="Rectangle 20">
                <a:extLst>
                  <a:ext uri="{FF2B5EF4-FFF2-40B4-BE49-F238E27FC236}">
                    <a16:creationId xmlns:a16="http://schemas.microsoft.com/office/drawing/2014/main" id="{D514B642-84EF-6CD3-40DC-8C8A0B5CF9A1}"/>
                  </a:ext>
                </a:extLst>
              </p:cNvPr>
              <p:cNvSpPr/>
              <p:nvPr userDrawn="1"/>
            </p:nvSpPr>
            <p:spPr>
              <a:xfrm rot="5400000">
                <a:off x="12774315" y="3684518"/>
                <a:ext cx="253188" cy="316248"/>
              </a:xfrm>
              <a:prstGeom prst="rect">
                <a:avLst/>
              </a:prstGeom>
              <a:solidFill>
                <a:srgbClr val="005E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22" name="Rectangle 21">
                <a:extLst>
                  <a:ext uri="{FF2B5EF4-FFF2-40B4-BE49-F238E27FC236}">
                    <a16:creationId xmlns:a16="http://schemas.microsoft.com/office/drawing/2014/main" id="{68ED6433-C579-427C-E9B9-C01AD8ECED6D}"/>
                  </a:ext>
                </a:extLst>
              </p:cNvPr>
              <p:cNvSpPr/>
              <p:nvPr userDrawn="1"/>
            </p:nvSpPr>
            <p:spPr>
              <a:xfrm rot="5400000">
                <a:off x="12774315" y="4008746"/>
                <a:ext cx="253188" cy="316248"/>
              </a:xfrm>
              <a:prstGeom prst="rect">
                <a:avLst/>
              </a:prstGeom>
              <a:solidFill>
                <a:srgbClr val="5EB6B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23" name="Rectangle 22">
                <a:extLst>
                  <a:ext uri="{FF2B5EF4-FFF2-40B4-BE49-F238E27FC236}">
                    <a16:creationId xmlns:a16="http://schemas.microsoft.com/office/drawing/2014/main" id="{B4A51136-78E0-2A73-31C2-D53A486D81E2}"/>
                  </a:ext>
                </a:extLst>
              </p:cNvPr>
              <p:cNvSpPr/>
              <p:nvPr userDrawn="1"/>
            </p:nvSpPr>
            <p:spPr>
              <a:xfrm rot="5400000">
                <a:off x="12774315" y="4332974"/>
                <a:ext cx="253188" cy="316248"/>
              </a:xfrm>
              <a:prstGeom prst="rect">
                <a:avLst/>
              </a:prstGeom>
              <a:solidFill>
                <a:srgbClr val="C7AB2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24" name="Rectangle 23">
                <a:extLst>
                  <a:ext uri="{FF2B5EF4-FFF2-40B4-BE49-F238E27FC236}">
                    <a16:creationId xmlns:a16="http://schemas.microsoft.com/office/drawing/2014/main" id="{47A8C12C-D490-D3B3-07FF-215B5FC0336E}"/>
                  </a:ext>
                </a:extLst>
              </p:cNvPr>
              <p:cNvSpPr/>
              <p:nvPr userDrawn="1"/>
            </p:nvSpPr>
            <p:spPr>
              <a:xfrm rot="5400000">
                <a:off x="12774315" y="4657202"/>
                <a:ext cx="253188" cy="316248"/>
              </a:xfrm>
              <a:prstGeom prst="rect">
                <a:avLst/>
              </a:prstGeom>
              <a:solidFill>
                <a:srgbClr val="5C068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25" name="Rectangle 24">
                <a:extLst>
                  <a:ext uri="{FF2B5EF4-FFF2-40B4-BE49-F238E27FC236}">
                    <a16:creationId xmlns:a16="http://schemas.microsoft.com/office/drawing/2014/main" id="{958B5853-AF64-14E2-19F4-B6E73B1B0C5A}"/>
                  </a:ext>
                </a:extLst>
              </p:cNvPr>
              <p:cNvSpPr/>
              <p:nvPr userDrawn="1"/>
            </p:nvSpPr>
            <p:spPr>
              <a:xfrm rot="5400000">
                <a:off x="12774315" y="5954114"/>
                <a:ext cx="253188" cy="316248"/>
              </a:xfrm>
              <a:prstGeom prst="rect">
                <a:avLst/>
              </a:prstGeom>
              <a:solidFill>
                <a:srgbClr val="2A431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26" name="Rectangle 25">
                <a:extLst>
                  <a:ext uri="{FF2B5EF4-FFF2-40B4-BE49-F238E27FC236}">
                    <a16:creationId xmlns:a16="http://schemas.microsoft.com/office/drawing/2014/main" id="{28A0BD78-DA46-E3C5-4D9B-2AD41691AA50}"/>
                  </a:ext>
                </a:extLst>
              </p:cNvPr>
              <p:cNvSpPr/>
              <p:nvPr userDrawn="1"/>
            </p:nvSpPr>
            <p:spPr>
              <a:xfrm rot="5400000">
                <a:off x="12774315" y="6278342"/>
                <a:ext cx="253188" cy="316248"/>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grpSp>
        <p:sp>
          <p:nvSpPr>
            <p:cNvPr id="14" name="TextBox 13">
              <a:extLst>
                <a:ext uri="{FF2B5EF4-FFF2-40B4-BE49-F238E27FC236}">
                  <a16:creationId xmlns:a16="http://schemas.microsoft.com/office/drawing/2014/main" id="{F8C1B507-8BBE-924C-C910-E040F1018AF0}"/>
                </a:ext>
              </a:extLst>
            </p:cNvPr>
            <p:cNvSpPr txBox="1"/>
            <p:nvPr userDrawn="1"/>
          </p:nvSpPr>
          <p:spPr>
            <a:xfrm rot="16200000">
              <a:off x="12574270" y="5173406"/>
              <a:ext cx="960199" cy="118559"/>
            </a:xfrm>
            <a:prstGeom prst="rect">
              <a:avLst/>
            </a:prstGeom>
            <a:noFill/>
          </p:spPr>
          <p:txBody>
            <a:bodyPr wrap="none" lIns="0" tIns="0" rIns="0" bIns="0" rtlCol="0">
              <a:spAutoFit/>
            </a:bodyPr>
            <a:lstStyle/>
            <a:p>
              <a:pPr algn="l">
                <a:lnSpc>
                  <a:spcPct val="101000"/>
                </a:lnSpc>
                <a:spcAft>
                  <a:spcPts val="600"/>
                </a:spcAft>
              </a:pPr>
              <a:r>
                <a:rPr lang="en-CR" sz="800" b="1">
                  <a:solidFill>
                    <a:srgbClr val="000000"/>
                  </a:solidFill>
                  <a:latin typeface="GT America Regular"/>
                  <a:ea typeface="GT America Regular" charset="0"/>
                  <a:cs typeface="GT America Regular" charset="0"/>
                </a:rPr>
                <a:t>ON MOODY´S BLUE</a:t>
              </a:r>
              <a:endParaRPr kumimoji="0" lang="en-CR" sz="800" b="1" i="0" u="none" strike="noStrike" kern="1200" cap="none" spc="0" normalizeH="0" baseline="0" noProof="0" err="1">
                <a:ln>
                  <a:noFill/>
                </a:ln>
                <a:solidFill>
                  <a:srgbClr val="000000"/>
                </a:solidFill>
                <a:effectLst/>
                <a:uLnTx/>
                <a:uFillTx/>
                <a:latin typeface="GT America Regular"/>
                <a:ea typeface="GT America Regular" charset="0"/>
                <a:cs typeface="GT America Regular" charset="0"/>
              </a:endParaRPr>
            </a:p>
          </p:txBody>
        </p:sp>
      </p:grpSp>
      <p:sp>
        <p:nvSpPr>
          <p:cNvPr id="37" name="TextBox 36">
            <a:extLst>
              <a:ext uri="{FF2B5EF4-FFF2-40B4-BE49-F238E27FC236}">
                <a16:creationId xmlns:a16="http://schemas.microsoft.com/office/drawing/2014/main" id="{BBD51D12-CC84-9788-7B13-83BA98DC377D}"/>
              </a:ext>
            </a:extLst>
          </p:cNvPr>
          <p:cNvSpPr txBox="1"/>
          <p:nvPr userDrawn="1"/>
        </p:nvSpPr>
        <p:spPr>
          <a:xfrm>
            <a:off x="12356815" y="3377042"/>
            <a:ext cx="807913" cy="118559"/>
          </a:xfrm>
          <a:prstGeom prst="rect">
            <a:avLst/>
          </a:prstGeom>
          <a:noFill/>
        </p:spPr>
        <p:txBody>
          <a:bodyPr wrap="none" lIns="0" tIns="0" rIns="0" bIns="0" rtlCol="0">
            <a:spAutoFit/>
          </a:bodyPr>
          <a:lstStyle/>
          <a:p>
            <a:pPr algn="l">
              <a:lnSpc>
                <a:spcPct val="101000"/>
              </a:lnSpc>
              <a:spcAft>
                <a:spcPts val="600"/>
              </a:spcAft>
            </a:pPr>
            <a:r>
              <a:rPr kumimoji="0" lang="en-US" sz="800" b="1" i="0" u="none" strike="noStrike" kern="1200" cap="none" spc="0" normalizeH="0" baseline="0" noProof="0" dirty="0">
                <a:ln>
                  <a:noFill/>
                </a:ln>
                <a:solidFill>
                  <a:srgbClr val="000000"/>
                </a:solidFill>
                <a:effectLst/>
                <a:uLnTx/>
                <a:uFillTx/>
                <a:ea typeface="GT America Regular" charset="0"/>
                <a:cs typeface="GT America Regular" charset="0"/>
              </a:rPr>
              <a:t>For charts ONLY</a:t>
            </a:r>
            <a:endParaRPr kumimoji="0" lang="en-CR" sz="800" b="1" i="0" u="none" strike="noStrike" kern="1200" cap="none" spc="0" normalizeH="0" baseline="0" noProof="0">
              <a:ln>
                <a:noFill/>
              </a:ln>
              <a:solidFill>
                <a:srgbClr val="000000"/>
              </a:solidFill>
              <a:effectLst/>
              <a:uLnTx/>
              <a:uFillTx/>
              <a:ea typeface="GT America Regular" charset="0"/>
              <a:cs typeface="GT America Regular" charset="0"/>
            </a:endParaRPr>
          </a:p>
        </p:txBody>
      </p:sp>
    </p:spTree>
    <p:extLst>
      <p:ext uri="{BB962C8B-B14F-4D97-AF65-F5344CB8AC3E}">
        <p14:creationId xmlns:p14="http://schemas.microsoft.com/office/powerpoint/2010/main" val="1048673369"/>
      </p:ext>
    </p:extLst>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userDrawn="1">
  <p:cSld name="Back Cover 1">
    <p:bg>
      <p:bgPr>
        <a:solidFill>
          <a:schemeClr val="bg2"/>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78834B98-F94F-BBE0-213C-85AFCDC4764F}"/>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t="8922" b="11853"/>
          <a:stretch/>
        </p:blipFill>
        <p:spPr bwMode="hidden">
          <a:xfrm>
            <a:off x="-5621" y="0"/>
            <a:ext cx="12188952" cy="6858000"/>
          </a:xfrm>
          <a:prstGeom prst="rect">
            <a:avLst/>
          </a:prstGeom>
        </p:spPr>
      </p:pic>
      <p:sp>
        <p:nvSpPr>
          <p:cNvPr id="2" name="Title 1">
            <a:extLst>
              <a:ext uri="{FF2B5EF4-FFF2-40B4-BE49-F238E27FC236}">
                <a16:creationId xmlns:a16="http://schemas.microsoft.com/office/drawing/2014/main" id="{33F04150-992C-F011-69D3-7F4A3F6FF433}"/>
              </a:ext>
            </a:extLst>
          </p:cNvPr>
          <p:cNvSpPr>
            <a:spLocks noGrp="1"/>
          </p:cNvSpPr>
          <p:nvPr>
            <p:ph type="title"/>
          </p:nvPr>
        </p:nvSpPr>
        <p:spPr>
          <a:xfrm>
            <a:off x="539751" y="4567237"/>
            <a:ext cx="5441950" cy="1165225"/>
          </a:xfrm>
          <a:prstGeom prst="rect">
            <a:avLst/>
          </a:prstGeom>
        </p:spPr>
        <p:txBody>
          <a:bodyPr anchor="b"/>
          <a:lstStyle>
            <a:lvl1pPr>
              <a:defRPr>
                <a:solidFill>
                  <a:schemeClr val="tx1"/>
                </a:solidFill>
              </a:defRPr>
            </a:lvl1pPr>
          </a:lstStyle>
          <a:p>
            <a:r>
              <a:rPr lang="en-US"/>
              <a:t>Click to edit Master title style</a:t>
            </a:r>
            <a:endParaRPr lang="en-US" dirty="0"/>
          </a:p>
        </p:txBody>
      </p:sp>
      <p:sp>
        <p:nvSpPr>
          <p:cNvPr id="3" name="Freeform 5">
            <a:extLst>
              <a:ext uri="{FF2B5EF4-FFF2-40B4-BE49-F238E27FC236}">
                <a16:creationId xmlns:a16="http://schemas.microsoft.com/office/drawing/2014/main" id="{DBEF819D-FDFF-C217-9B0B-68E353B7B355}"/>
              </a:ext>
            </a:extLst>
          </p:cNvPr>
          <p:cNvSpPr/>
          <p:nvPr userDrawn="1"/>
        </p:nvSpPr>
        <p:spPr bwMode="black">
          <a:xfrm>
            <a:off x="539749" y="502825"/>
            <a:ext cx="11098213" cy="1839149"/>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chemeClr val="tx1"/>
          </a:solidFill>
          <a:ln w="0" cap="flat">
            <a:noFill/>
            <a:prstDash val="solid"/>
            <a:miter/>
          </a:ln>
        </p:spPr>
        <p:txBody>
          <a:bodyPr rtlCol="0" anchor="ctr"/>
          <a:lstStyle/>
          <a:p>
            <a:endParaRPr lang="en-US">
              <a:solidFill>
                <a:schemeClr val="tx1"/>
              </a:solidFill>
            </a:endParaRPr>
          </a:p>
        </p:txBody>
      </p:sp>
      <p:sp>
        <p:nvSpPr>
          <p:cNvPr id="5" name="Text Placeholder 9">
            <a:extLst>
              <a:ext uri="{FF2B5EF4-FFF2-40B4-BE49-F238E27FC236}">
                <a16:creationId xmlns:a16="http://schemas.microsoft.com/office/drawing/2014/main" id="{5FB2903F-88A1-83A6-3840-2C6F40ADA372}"/>
              </a:ext>
            </a:extLst>
          </p:cNvPr>
          <p:cNvSpPr>
            <a:spLocks noGrp="1"/>
          </p:cNvSpPr>
          <p:nvPr>
            <p:ph type="body" sz="quarter" idx="15" hasCustomPrompt="1"/>
          </p:nvPr>
        </p:nvSpPr>
        <p:spPr>
          <a:xfrm>
            <a:off x="10417175" y="6308725"/>
            <a:ext cx="1227138" cy="282575"/>
          </a:xfrm>
        </p:spPr>
        <p:txBody>
          <a:bodyPr anchor="b">
            <a:noAutofit/>
          </a:bodyPr>
          <a:lstStyle>
            <a:lvl1pPr marL="4763" indent="0" algn="r">
              <a:buFont typeface="Arial" panose="020B0604020202020204" pitchFamily="34" charset="0"/>
              <a:buNone/>
              <a:tabLst/>
              <a:defRPr sz="1000">
                <a:solidFill>
                  <a:schemeClr val="tx1"/>
                </a:solidFill>
              </a:defRPr>
            </a:lvl1pPr>
            <a:lvl2pPr marL="4763" indent="0" algn="r">
              <a:buNone/>
              <a:tabLst/>
              <a:defRPr sz="1000">
                <a:solidFill>
                  <a:schemeClr val="tx1"/>
                </a:solidFill>
              </a:defRPr>
            </a:lvl2pPr>
            <a:lvl3pPr marL="4763" indent="0" algn="r">
              <a:buNone/>
              <a:tabLst/>
              <a:defRPr sz="1000">
                <a:solidFill>
                  <a:schemeClr val="tx1"/>
                </a:solidFill>
              </a:defRPr>
            </a:lvl3pPr>
            <a:lvl4pPr marL="4763" indent="0" algn="r">
              <a:buNone/>
              <a:tabLst/>
              <a:defRPr sz="1000">
                <a:solidFill>
                  <a:schemeClr val="tx1"/>
                </a:solidFill>
              </a:defRPr>
            </a:lvl4pPr>
            <a:lvl5pPr marL="4763" indent="0" algn="r">
              <a:buNone/>
              <a:tabLst/>
              <a:defRPr sz="1000">
                <a:solidFill>
                  <a:schemeClr val="tx1"/>
                </a:solidFill>
              </a:defRPr>
            </a:lvl5pPr>
            <a:lvl6pPr marL="4763" indent="0" algn="r">
              <a:buNone/>
              <a:tabLst/>
              <a:defRPr sz="1000">
                <a:solidFill>
                  <a:schemeClr val="tx1"/>
                </a:solidFill>
              </a:defRPr>
            </a:lvl6pPr>
            <a:lvl7pPr marL="4763" indent="0" algn="r">
              <a:buNone/>
              <a:tabLst/>
              <a:defRPr sz="1000">
                <a:solidFill>
                  <a:schemeClr val="tx1"/>
                </a:solidFill>
              </a:defRPr>
            </a:lvl7pPr>
            <a:lvl8pPr marL="4763" indent="0" algn="r">
              <a:buNone/>
              <a:tabLst/>
              <a:defRPr sz="1000">
                <a:solidFill>
                  <a:schemeClr val="tx1"/>
                </a:solidFill>
              </a:defRPr>
            </a:lvl8pPr>
            <a:lvl9pPr marL="4763" indent="0" algn="r">
              <a:buNone/>
              <a:tabLst/>
              <a:defRPr sz="1000">
                <a:solidFill>
                  <a:schemeClr val="tx1"/>
                </a:solidFill>
              </a:defRPr>
            </a:lvl9pPr>
          </a:lstStyle>
          <a:p>
            <a:pPr lvl="0"/>
            <a:r>
              <a:rPr lang="en-US" dirty="0"/>
              <a:t>BX Number</a:t>
            </a:r>
          </a:p>
        </p:txBody>
      </p:sp>
      <p:sp>
        <p:nvSpPr>
          <p:cNvPr id="14" name="Text Placeholder 28">
            <a:extLst>
              <a:ext uri="{FF2B5EF4-FFF2-40B4-BE49-F238E27FC236}">
                <a16:creationId xmlns:a16="http://schemas.microsoft.com/office/drawing/2014/main" id="{E9355155-D34A-C8FB-FD7F-D8F2AFB05465}"/>
              </a:ext>
            </a:extLst>
          </p:cNvPr>
          <p:cNvSpPr>
            <a:spLocks noGrp="1"/>
          </p:cNvSpPr>
          <p:nvPr>
            <p:ph type="body" sz="quarter" idx="94"/>
          </p:nvPr>
        </p:nvSpPr>
        <p:spPr>
          <a:xfrm>
            <a:off x="534487" y="5993489"/>
            <a:ext cx="2623978" cy="588286"/>
          </a:xfrm>
        </p:spPr>
        <p:txBody>
          <a:bodyPr anchor="b">
            <a:noAutofit/>
          </a:bodyPr>
          <a:lstStyle>
            <a:lvl1pPr marL="0" indent="0">
              <a:spcAft>
                <a:spcPts val="200"/>
              </a:spcAft>
              <a:buFont typeface="Arial" panose="020B0604020202020204" pitchFamily="34" charset="0"/>
              <a:buNone/>
              <a:defRPr sz="1200" b="1"/>
            </a:lvl1pPr>
            <a:lvl2pPr marL="0" indent="0">
              <a:spcAft>
                <a:spcPts val="600"/>
              </a:spcAft>
              <a:buNone/>
              <a:defRPr sz="1200"/>
            </a:lvl2pPr>
            <a:lvl3pPr marL="228600" indent="-228600">
              <a:spcAft>
                <a:spcPts val="600"/>
              </a:spcAft>
              <a:buClrTx/>
              <a:buFont typeface="GT America" charset="0"/>
              <a:buChar char="→"/>
              <a:defRPr sz="1200"/>
            </a:lvl3pPr>
            <a:lvl4pPr marL="228600" indent="-228600">
              <a:spcAft>
                <a:spcPts val="600"/>
              </a:spcAft>
              <a:buClrTx/>
              <a:buFont typeface="GT America" charset="0"/>
              <a:buChar char="→"/>
              <a:defRPr sz="1200"/>
            </a:lvl4pPr>
            <a:lvl5pPr marL="228600" indent="-228600">
              <a:spcAft>
                <a:spcPts val="600"/>
              </a:spcAft>
              <a:buClrTx/>
              <a:buFont typeface="GT America" charset="0"/>
              <a:buChar char="→"/>
              <a:defRPr sz="1200"/>
            </a:lvl5pPr>
            <a:lvl6pPr marL="228600" indent="-228600">
              <a:spcAft>
                <a:spcPts val="600"/>
              </a:spcAft>
              <a:buClrTx/>
              <a:buFont typeface="GT America" charset="0"/>
              <a:buChar char="→"/>
              <a:defRPr sz="1200"/>
            </a:lvl6pPr>
            <a:lvl7pPr marL="228600" indent="-228600">
              <a:spcAft>
                <a:spcPts val="600"/>
              </a:spcAft>
              <a:buClrTx/>
              <a:buFont typeface="GT America" charset="0"/>
              <a:buChar char="→"/>
              <a:defRPr sz="1200"/>
            </a:lvl7pPr>
            <a:lvl8pPr marL="228600" indent="-228600">
              <a:spcAft>
                <a:spcPts val="600"/>
              </a:spcAft>
              <a:buClrTx/>
              <a:buFont typeface="GT America" charset="0"/>
              <a:buChar char="→"/>
              <a:defRPr sz="1200"/>
            </a:lvl8pPr>
            <a:lvl9pPr marL="228600" indent="-228600">
              <a:spcAft>
                <a:spcPts val="600"/>
              </a:spcAft>
              <a:buClrTx/>
              <a:buFont typeface="GT America" charset="0"/>
              <a:buChar char="→"/>
              <a:defRPr sz="1200"/>
            </a:lvl9pPr>
          </a:lstStyle>
          <a:p>
            <a:pPr lvl="0"/>
            <a:r>
              <a:rPr lang="en-US"/>
              <a:t>Click to edit Master text styles</a:t>
            </a:r>
          </a:p>
          <a:p>
            <a:pPr lvl="1"/>
            <a:r>
              <a:rPr lang="en-US"/>
              <a:t>Second level</a:t>
            </a:r>
          </a:p>
          <a:p>
            <a:pPr lvl="2"/>
            <a:r>
              <a:rPr lang="en-US"/>
              <a:t>Third level</a:t>
            </a:r>
          </a:p>
        </p:txBody>
      </p:sp>
      <p:sp>
        <p:nvSpPr>
          <p:cNvPr id="15" name="Text Placeholder 31">
            <a:extLst>
              <a:ext uri="{FF2B5EF4-FFF2-40B4-BE49-F238E27FC236}">
                <a16:creationId xmlns:a16="http://schemas.microsoft.com/office/drawing/2014/main" id="{C7ABDCD6-3B21-724A-2B90-283DF93F2DD4}"/>
              </a:ext>
            </a:extLst>
          </p:cNvPr>
          <p:cNvSpPr>
            <a:spLocks noGrp="1"/>
          </p:cNvSpPr>
          <p:nvPr>
            <p:ph type="body" sz="quarter" idx="95"/>
          </p:nvPr>
        </p:nvSpPr>
        <p:spPr>
          <a:xfrm>
            <a:off x="3373598" y="6001088"/>
            <a:ext cx="2623978" cy="588286"/>
          </a:xfrm>
        </p:spPr>
        <p:txBody>
          <a:bodyPr anchor="b">
            <a:noAutofit/>
          </a:bodyPr>
          <a:lstStyle>
            <a:lvl1pPr marL="0" indent="0">
              <a:spcAft>
                <a:spcPts val="200"/>
              </a:spcAft>
              <a:buFont typeface="Arial" panose="020B0604020202020204" pitchFamily="34" charset="0"/>
              <a:buNone/>
              <a:defRPr sz="1200" b="1"/>
            </a:lvl1pPr>
            <a:lvl2pPr marL="0" indent="0">
              <a:spcAft>
                <a:spcPts val="600"/>
              </a:spcAft>
              <a:buNone/>
              <a:defRPr sz="1200"/>
            </a:lvl2pPr>
            <a:lvl3pPr marL="228600" indent="-228600">
              <a:spcAft>
                <a:spcPts val="600"/>
              </a:spcAft>
              <a:buClrTx/>
              <a:buFont typeface="GT America" charset="0"/>
              <a:buChar char="→"/>
              <a:defRPr sz="1200"/>
            </a:lvl3pPr>
            <a:lvl4pPr marL="228600" indent="-228600">
              <a:spcAft>
                <a:spcPts val="600"/>
              </a:spcAft>
              <a:buClrTx/>
              <a:buFont typeface="GT America" charset="0"/>
              <a:buChar char="→"/>
              <a:defRPr sz="1200"/>
            </a:lvl4pPr>
            <a:lvl5pPr marL="228600" indent="-228600">
              <a:spcAft>
                <a:spcPts val="600"/>
              </a:spcAft>
              <a:buClrTx/>
              <a:buFont typeface="GT America" charset="0"/>
              <a:buChar char="→"/>
              <a:defRPr sz="1200"/>
            </a:lvl5pPr>
            <a:lvl6pPr marL="228600" indent="-228600">
              <a:spcAft>
                <a:spcPts val="600"/>
              </a:spcAft>
              <a:buClrTx/>
              <a:buFont typeface="GT America" charset="0"/>
              <a:buChar char="→"/>
              <a:defRPr sz="1200"/>
            </a:lvl6pPr>
            <a:lvl7pPr marL="228600" indent="-228600">
              <a:spcAft>
                <a:spcPts val="600"/>
              </a:spcAft>
              <a:buClrTx/>
              <a:buFont typeface="GT America" charset="0"/>
              <a:buChar char="→"/>
              <a:defRPr sz="1200"/>
            </a:lvl7pPr>
            <a:lvl8pPr marL="228600" indent="-228600">
              <a:spcAft>
                <a:spcPts val="600"/>
              </a:spcAft>
              <a:buClrTx/>
              <a:buFont typeface="GT America" charset="0"/>
              <a:buChar char="→"/>
              <a:defRPr sz="1200"/>
            </a:lvl8pPr>
            <a:lvl9pPr marL="228600" indent="-228600">
              <a:spcAft>
                <a:spcPts val="600"/>
              </a:spcAft>
              <a:buClrTx/>
              <a:buFont typeface="GT America" charset="0"/>
              <a:buChar char="→"/>
              <a:defRPr sz="1200"/>
            </a:lvl9pPr>
          </a:lstStyle>
          <a:p>
            <a:pPr lvl="0"/>
            <a:r>
              <a:rPr lang="en-US"/>
              <a:t>Click to edit Master text styles</a:t>
            </a:r>
          </a:p>
          <a:p>
            <a:pPr lvl="1"/>
            <a:r>
              <a:rPr lang="en-US"/>
              <a:t>Second level</a:t>
            </a:r>
          </a:p>
          <a:p>
            <a:pPr lvl="2"/>
            <a:r>
              <a:rPr lang="en-US"/>
              <a:t>Third level</a:t>
            </a:r>
          </a:p>
        </p:txBody>
      </p:sp>
      <p:sp>
        <p:nvSpPr>
          <p:cNvPr id="16" name="Text Placeholder 33">
            <a:extLst>
              <a:ext uri="{FF2B5EF4-FFF2-40B4-BE49-F238E27FC236}">
                <a16:creationId xmlns:a16="http://schemas.microsoft.com/office/drawing/2014/main" id="{9B2F4F16-C191-1C55-93DF-40C406D4E32E}"/>
              </a:ext>
            </a:extLst>
          </p:cNvPr>
          <p:cNvSpPr>
            <a:spLocks noGrp="1"/>
          </p:cNvSpPr>
          <p:nvPr>
            <p:ph type="body" sz="quarter" idx="96"/>
          </p:nvPr>
        </p:nvSpPr>
        <p:spPr>
          <a:xfrm>
            <a:off x="6194425" y="5993489"/>
            <a:ext cx="2623978" cy="588286"/>
          </a:xfrm>
        </p:spPr>
        <p:txBody>
          <a:bodyPr anchor="b">
            <a:noAutofit/>
          </a:bodyPr>
          <a:lstStyle>
            <a:lvl1pPr marL="0" indent="0">
              <a:spcAft>
                <a:spcPts val="200"/>
              </a:spcAft>
              <a:buFont typeface="Arial" panose="020B0604020202020204" pitchFamily="34" charset="0"/>
              <a:buNone/>
              <a:defRPr sz="1200" b="1"/>
            </a:lvl1pPr>
            <a:lvl2pPr marL="0" indent="0">
              <a:spcAft>
                <a:spcPts val="600"/>
              </a:spcAft>
              <a:buNone/>
              <a:defRPr sz="1200"/>
            </a:lvl2pPr>
            <a:lvl3pPr marL="228600" indent="-228600">
              <a:spcAft>
                <a:spcPts val="600"/>
              </a:spcAft>
              <a:buClrTx/>
              <a:buFont typeface="GT America" charset="0"/>
              <a:buChar char="→"/>
              <a:defRPr sz="1200"/>
            </a:lvl3pPr>
            <a:lvl4pPr marL="228600" indent="-228600">
              <a:spcAft>
                <a:spcPts val="600"/>
              </a:spcAft>
              <a:buClrTx/>
              <a:buFont typeface="GT America" charset="0"/>
              <a:buChar char="→"/>
              <a:defRPr sz="1200"/>
            </a:lvl4pPr>
            <a:lvl5pPr marL="228600" indent="-228600">
              <a:spcAft>
                <a:spcPts val="600"/>
              </a:spcAft>
              <a:buClrTx/>
              <a:buFont typeface="GT America" charset="0"/>
              <a:buChar char="→"/>
              <a:defRPr sz="1200"/>
            </a:lvl5pPr>
            <a:lvl6pPr marL="228600" indent="-228600">
              <a:spcAft>
                <a:spcPts val="600"/>
              </a:spcAft>
              <a:buClrTx/>
              <a:buFont typeface="GT America" charset="0"/>
              <a:buChar char="→"/>
              <a:defRPr sz="1200"/>
            </a:lvl6pPr>
            <a:lvl7pPr marL="228600" indent="-228600">
              <a:spcAft>
                <a:spcPts val="600"/>
              </a:spcAft>
              <a:buClrTx/>
              <a:buFont typeface="GT America" charset="0"/>
              <a:buChar char="→"/>
              <a:defRPr sz="1200"/>
            </a:lvl7pPr>
            <a:lvl8pPr marL="228600" indent="-228600">
              <a:spcAft>
                <a:spcPts val="600"/>
              </a:spcAft>
              <a:buClrTx/>
              <a:buFont typeface="GT America" charset="0"/>
              <a:buChar char="→"/>
              <a:defRPr sz="1200"/>
            </a:lvl8pPr>
            <a:lvl9pPr marL="228600" indent="-228600">
              <a:spcAft>
                <a:spcPts val="600"/>
              </a:spcAft>
              <a:buClrTx/>
              <a:buFont typeface="GT America" charset="0"/>
              <a:buChar char="→"/>
              <a:defRPr sz="1200"/>
            </a:lvl9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4007317902"/>
      </p:ext>
    </p:extLst>
  </p:cSld>
  <p:clrMapOvr>
    <a:overrideClrMapping bg1="dk1" tx1="lt1" bg2="dk2" tx2="lt2" accent1="accent1" accent2="accent2" accent3="accent3" accent4="accent4" accent5="accent5" accent6="accent6" hlink="hlink" folHlink="folHlink"/>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userDrawn="1">
  <p:cSld name="Back Cover 2">
    <p:bg>
      <p:bgPr>
        <a:solidFill>
          <a:schemeClr val="bg2"/>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78834B98-F94F-BBE0-213C-85AFCDC4764F}"/>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t="8922" b="11853"/>
          <a:stretch/>
        </p:blipFill>
        <p:spPr bwMode="hidden">
          <a:xfrm>
            <a:off x="-5621" y="0"/>
            <a:ext cx="12188952" cy="6858000"/>
          </a:xfrm>
          <a:prstGeom prst="rect">
            <a:avLst/>
          </a:prstGeom>
        </p:spPr>
      </p:pic>
      <p:sp>
        <p:nvSpPr>
          <p:cNvPr id="2" name="Title 1">
            <a:extLst>
              <a:ext uri="{FF2B5EF4-FFF2-40B4-BE49-F238E27FC236}">
                <a16:creationId xmlns:a16="http://schemas.microsoft.com/office/drawing/2014/main" id="{33F04150-992C-F011-69D3-7F4A3F6FF433}"/>
              </a:ext>
            </a:extLst>
          </p:cNvPr>
          <p:cNvSpPr>
            <a:spLocks noGrp="1"/>
          </p:cNvSpPr>
          <p:nvPr>
            <p:ph type="title"/>
          </p:nvPr>
        </p:nvSpPr>
        <p:spPr>
          <a:xfrm>
            <a:off x="539751" y="4567237"/>
            <a:ext cx="5441950" cy="1165225"/>
          </a:xfrm>
          <a:prstGeom prst="rect">
            <a:avLst/>
          </a:prstGeom>
        </p:spPr>
        <p:txBody>
          <a:bodyPr anchor="b"/>
          <a:lstStyle>
            <a:lvl1pPr>
              <a:defRPr>
                <a:solidFill>
                  <a:schemeClr val="tx1"/>
                </a:solidFill>
              </a:defRPr>
            </a:lvl1pPr>
          </a:lstStyle>
          <a:p>
            <a:r>
              <a:rPr lang="en-US"/>
              <a:t>Click to edit Master title style</a:t>
            </a:r>
            <a:endParaRPr lang="en-US" dirty="0"/>
          </a:p>
        </p:txBody>
      </p:sp>
      <p:sp>
        <p:nvSpPr>
          <p:cNvPr id="4" name="Freeform 19">
            <a:extLst>
              <a:ext uri="{FF2B5EF4-FFF2-40B4-BE49-F238E27FC236}">
                <a16:creationId xmlns:a16="http://schemas.microsoft.com/office/drawing/2014/main" id="{D3B5462B-E2B3-7CAB-8405-4B77B98FFBAE}"/>
              </a:ext>
            </a:extLst>
          </p:cNvPr>
          <p:cNvSpPr/>
          <p:nvPr userDrawn="1"/>
        </p:nvSpPr>
        <p:spPr bwMode="black">
          <a:xfrm>
            <a:off x="554038" y="6469335"/>
            <a:ext cx="678511" cy="112440"/>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chemeClr val="tx1"/>
          </a:solidFill>
          <a:ln w="0" cap="flat">
            <a:noFill/>
            <a:prstDash val="solid"/>
            <a:miter/>
          </a:ln>
        </p:spPr>
        <p:txBody>
          <a:bodyPr rtlCol="0" anchor="ctr"/>
          <a:lstStyle/>
          <a:p>
            <a:endParaRPr lang="en-US"/>
          </a:p>
        </p:txBody>
      </p:sp>
      <p:sp>
        <p:nvSpPr>
          <p:cNvPr id="5" name="Text Placeholder 9">
            <a:extLst>
              <a:ext uri="{FF2B5EF4-FFF2-40B4-BE49-F238E27FC236}">
                <a16:creationId xmlns:a16="http://schemas.microsoft.com/office/drawing/2014/main" id="{925BD05B-4745-E7F4-97A1-5C222CC090F5}"/>
              </a:ext>
            </a:extLst>
          </p:cNvPr>
          <p:cNvSpPr>
            <a:spLocks noGrp="1"/>
          </p:cNvSpPr>
          <p:nvPr>
            <p:ph type="body" sz="quarter" idx="15" hasCustomPrompt="1"/>
          </p:nvPr>
        </p:nvSpPr>
        <p:spPr>
          <a:xfrm>
            <a:off x="10417175" y="6308725"/>
            <a:ext cx="1227138" cy="282575"/>
          </a:xfrm>
        </p:spPr>
        <p:txBody>
          <a:bodyPr anchor="b">
            <a:noAutofit/>
          </a:bodyPr>
          <a:lstStyle>
            <a:lvl1pPr marL="4763" indent="0" algn="r">
              <a:buFont typeface="Arial" panose="020B0604020202020204" pitchFamily="34" charset="0"/>
              <a:buNone/>
              <a:tabLst/>
              <a:defRPr sz="1000">
                <a:solidFill>
                  <a:schemeClr val="tx1"/>
                </a:solidFill>
              </a:defRPr>
            </a:lvl1pPr>
            <a:lvl2pPr marL="4763" indent="0" algn="r">
              <a:buNone/>
              <a:tabLst/>
              <a:defRPr sz="1000">
                <a:solidFill>
                  <a:schemeClr val="tx1"/>
                </a:solidFill>
              </a:defRPr>
            </a:lvl2pPr>
            <a:lvl3pPr marL="4763" indent="0" algn="r">
              <a:buNone/>
              <a:tabLst/>
              <a:defRPr sz="1000">
                <a:solidFill>
                  <a:schemeClr val="tx1"/>
                </a:solidFill>
              </a:defRPr>
            </a:lvl3pPr>
            <a:lvl4pPr marL="4763" indent="0" algn="r">
              <a:buNone/>
              <a:tabLst/>
              <a:defRPr sz="1000">
                <a:solidFill>
                  <a:schemeClr val="tx1"/>
                </a:solidFill>
              </a:defRPr>
            </a:lvl4pPr>
            <a:lvl5pPr marL="4763" indent="0" algn="r">
              <a:buNone/>
              <a:tabLst/>
              <a:defRPr sz="1000">
                <a:solidFill>
                  <a:schemeClr val="tx1"/>
                </a:solidFill>
              </a:defRPr>
            </a:lvl5pPr>
            <a:lvl6pPr marL="4763" indent="0" algn="r">
              <a:buNone/>
              <a:tabLst/>
              <a:defRPr sz="1000">
                <a:solidFill>
                  <a:schemeClr val="tx1"/>
                </a:solidFill>
              </a:defRPr>
            </a:lvl6pPr>
            <a:lvl7pPr marL="4763" indent="0" algn="r">
              <a:buNone/>
              <a:tabLst/>
              <a:defRPr sz="1000">
                <a:solidFill>
                  <a:schemeClr val="tx1"/>
                </a:solidFill>
              </a:defRPr>
            </a:lvl7pPr>
            <a:lvl8pPr marL="4763" indent="0" algn="r">
              <a:buNone/>
              <a:tabLst/>
              <a:defRPr sz="1000">
                <a:solidFill>
                  <a:schemeClr val="tx1"/>
                </a:solidFill>
              </a:defRPr>
            </a:lvl8pPr>
            <a:lvl9pPr marL="4763" indent="0" algn="r">
              <a:buNone/>
              <a:tabLst/>
              <a:defRPr sz="1000">
                <a:solidFill>
                  <a:schemeClr val="tx1"/>
                </a:solidFill>
              </a:defRPr>
            </a:lvl9pPr>
          </a:lstStyle>
          <a:p>
            <a:pPr lvl="0"/>
            <a:r>
              <a:rPr lang="en-US" dirty="0"/>
              <a:t>BX Number</a:t>
            </a:r>
          </a:p>
        </p:txBody>
      </p:sp>
    </p:spTree>
    <p:extLst>
      <p:ext uri="{BB962C8B-B14F-4D97-AF65-F5344CB8AC3E}">
        <p14:creationId xmlns:p14="http://schemas.microsoft.com/office/powerpoint/2010/main" val="1364025283"/>
      </p:ext>
    </p:extLst>
  </p:cSld>
  <p:clrMapOvr>
    <a:overrideClrMapping bg1="dk1" tx1="lt1" bg2="dk2" tx2="lt2" accent1="accent1" accent2="accent2" accent3="accent3" accent4="accent4" accent5="accent5" accent6="accent6" hlink="hlink" folHlink="folHlink"/>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userDrawn="1">
  <p:cSld name="Back Cover 3">
    <p:bg>
      <p:bgPr>
        <a:solidFill>
          <a:schemeClr val="bg2"/>
        </a:solidFill>
        <a:effectLst/>
      </p:bgPr>
    </p:bg>
    <p:spTree>
      <p:nvGrpSpPr>
        <p:cNvPr id="1" name=""/>
        <p:cNvGrpSpPr/>
        <p:nvPr/>
      </p:nvGrpSpPr>
      <p:grpSpPr>
        <a:xfrm>
          <a:off x="0" y="0"/>
          <a:ext cx="0" cy="0"/>
          <a:chOff x="0" y="0"/>
          <a:chExt cx="0" cy="0"/>
        </a:xfrm>
      </p:grpSpPr>
      <p:sp>
        <p:nvSpPr>
          <p:cNvPr id="20" name="Freeform 19">
            <a:extLst>
              <a:ext uri="{FF2B5EF4-FFF2-40B4-BE49-F238E27FC236}">
                <a16:creationId xmlns:a16="http://schemas.microsoft.com/office/drawing/2014/main" id="{6732315D-1057-6521-C359-22C1DAF4964C}"/>
              </a:ext>
            </a:extLst>
          </p:cNvPr>
          <p:cNvSpPr/>
          <p:nvPr/>
        </p:nvSpPr>
        <p:spPr>
          <a:xfrm>
            <a:off x="3367088" y="552449"/>
            <a:ext cx="8267463" cy="5677842"/>
          </a:xfrm>
          <a:custGeom>
            <a:avLst/>
            <a:gdLst>
              <a:gd name="connsiteX0" fmla="*/ 6722902 w 8267463"/>
              <a:gd name="connsiteY0" fmla="*/ 0 h 5677842"/>
              <a:gd name="connsiteX1" fmla="*/ 8267463 w 8267463"/>
              <a:gd name="connsiteY1" fmla="*/ 0 h 5677842"/>
              <a:gd name="connsiteX2" fmla="*/ 8267463 w 8267463"/>
              <a:gd name="connsiteY2" fmla="*/ 1419448 h 5677842"/>
              <a:gd name="connsiteX3" fmla="*/ 7275694 w 8267463"/>
              <a:gd name="connsiteY3" fmla="*/ 2749701 h 5677842"/>
              <a:gd name="connsiteX4" fmla="*/ 6942385 w 8267463"/>
              <a:gd name="connsiteY4" fmla="*/ 2749701 h 5677842"/>
              <a:gd name="connsiteX5" fmla="*/ 7381363 w 8267463"/>
              <a:gd name="connsiteY5" fmla="*/ 1541121 h 5677842"/>
              <a:gd name="connsiteX6" fmla="*/ 6722902 w 8267463"/>
              <a:gd name="connsiteY6" fmla="*/ 1541121 h 5677842"/>
              <a:gd name="connsiteX7" fmla="*/ 0 w 8267463"/>
              <a:gd name="connsiteY7" fmla="*/ 0 h 5677842"/>
              <a:gd name="connsiteX8" fmla="*/ 2268085 w 8267463"/>
              <a:gd name="connsiteY8" fmla="*/ 0 h 5677842"/>
              <a:gd name="connsiteX9" fmla="*/ 2975321 w 8267463"/>
              <a:gd name="connsiteY9" fmla="*/ 2920028 h 5677842"/>
              <a:gd name="connsiteX10" fmla="*/ 3146041 w 8267463"/>
              <a:gd name="connsiteY10" fmla="*/ 3731148 h 5677842"/>
              <a:gd name="connsiteX11" fmla="*/ 3316761 w 8267463"/>
              <a:gd name="connsiteY11" fmla="*/ 2920028 h 5677842"/>
              <a:gd name="connsiteX12" fmla="*/ 4024010 w 8267463"/>
              <a:gd name="connsiteY12" fmla="*/ 0 h 5677842"/>
              <a:gd name="connsiteX13" fmla="*/ 6292082 w 8267463"/>
              <a:gd name="connsiteY13" fmla="*/ 0 h 5677842"/>
              <a:gd name="connsiteX14" fmla="*/ 6292082 w 8267463"/>
              <a:gd name="connsiteY14" fmla="*/ 5677842 h 5677842"/>
              <a:gd name="connsiteX15" fmla="*/ 4836940 w 8267463"/>
              <a:gd name="connsiteY15" fmla="*/ 5677842 h 5677842"/>
              <a:gd name="connsiteX16" fmla="*/ 4836940 w 8267463"/>
              <a:gd name="connsiteY16" fmla="*/ 1995360 h 5677842"/>
              <a:gd name="connsiteX17" fmla="*/ 4633708 w 8267463"/>
              <a:gd name="connsiteY17" fmla="*/ 2838921 h 5677842"/>
              <a:gd name="connsiteX18" fmla="*/ 3877684 w 8267463"/>
              <a:gd name="connsiteY18" fmla="*/ 5677842 h 5677842"/>
              <a:gd name="connsiteX19" fmla="*/ 2381886 w 8267463"/>
              <a:gd name="connsiteY19" fmla="*/ 5677842 h 5677842"/>
              <a:gd name="connsiteX20" fmla="*/ 1625861 w 8267463"/>
              <a:gd name="connsiteY20" fmla="*/ 2838921 h 5677842"/>
              <a:gd name="connsiteX21" fmla="*/ 1422629 w 8267463"/>
              <a:gd name="connsiteY21" fmla="*/ 1995360 h 5677842"/>
              <a:gd name="connsiteX22" fmla="*/ 1422629 w 8267463"/>
              <a:gd name="connsiteY22" fmla="*/ 5677842 h 5677842"/>
              <a:gd name="connsiteX23" fmla="*/ 0 w 8267463"/>
              <a:gd name="connsiteY23" fmla="*/ 5677842 h 56778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8267463" h="5677842">
                <a:moveTo>
                  <a:pt x="6722902" y="0"/>
                </a:moveTo>
                <a:lnTo>
                  <a:pt x="8267463" y="0"/>
                </a:lnTo>
                <a:lnTo>
                  <a:pt x="8267463" y="1419448"/>
                </a:lnTo>
                <a:lnTo>
                  <a:pt x="7275694" y="2749701"/>
                </a:lnTo>
                <a:lnTo>
                  <a:pt x="6942385" y="2749701"/>
                </a:lnTo>
                <a:lnTo>
                  <a:pt x="7381363" y="1541121"/>
                </a:lnTo>
                <a:lnTo>
                  <a:pt x="6722902" y="1541121"/>
                </a:lnTo>
                <a:close/>
                <a:moveTo>
                  <a:pt x="0" y="0"/>
                </a:moveTo>
                <a:lnTo>
                  <a:pt x="2268085" y="0"/>
                </a:lnTo>
                <a:lnTo>
                  <a:pt x="2975321" y="2920028"/>
                </a:lnTo>
                <a:lnTo>
                  <a:pt x="3146041" y="3731148"/>
                </a:lnTo>
                <a:lnTo>
                  <a:pt x="3316761" y="2920028"/>
                </a:lnTo>
                <a:lnTo>
                  <a:pt x="4024010" y="0"/>
                </a:lnTo>
                <a:lnTo>
                  <a:pt x="6292082" y="0"/>
                </a:lnTo>
                <a:lnTo>
                  <a:pt x="6292082" y="5677842"/>
                </a:lnTo>
                <a:lnTo>
                  <a:pt x="4836940" y="5677842"/>
                </a:lnTo>
                <a:lnTo>
                  <a:pt x="4836940" y="1995360"/>
                </a:lnTo>
                <a:lnTo>
                  <a:pt x="4633708" y="2838921"/>
                </a:lnTo>
                <a:lnTo>
                  <a:pt x="3877684" y="5677842"/>
                </a:lnTo>
                <a:lnTo>
                  <a:pt x="2381886" y="5677842"/>
                </a:lnTo>
                <a:lnTo>
                  <a:pt x="1625861" y="2838921"/>
                </a:lnTo>
                <a:lnTo>
                  <a:pt x="1422629" y="1995360"/>
                </a:lnTo>
                <a:lnTo>
                  <a:pt x="1422629" y="5677842"/>
                </a:lnTo>
                <a:lnTo>
                  <a:pt x="0" y="5677842"/>
                </a:lnTo>
                <a:close/>
              </a:path>
            </a:pathLst>
          </a:custGeom>
          <a:solidFill>
            <a:schemeClr val="accent1">
              <a:alpha val="25000"/>
            </a:schemeClr>
          </a:solidFill>
          <a:ln w="0" cap="flat">
            <a:noFill/>
            <a:prstDash val="solid"/>
            <a:miter/>
          </a:ln>
        </p:spPr>
        <p:txBody>
          <a:bodyPr rtlCol="0" anchor="ctr"/>
          <a:lstStyle/>
          <a:p>
            <a:endParaRPr lang="en-US"/>
          </a:p>
        </p:txBody>
      </p:sp>
      <p:sp>
        <p:nvSpPr>
          <p:cNvPr id="5" name="Title 1">
            <a:extLst>
              <a:ext uri="{FF2B5EF4-FFF2-40B4-BE49-F238E27FC236}">
                <a16:creationId xmlns:a16="http://schemas.microsoft.com/office/drawing/2014/main" id="{F22CA864-4C06-0E60-3B00-A1D84FC28322}"/>
              </a:ext>
            </a:extLst>
          </p:cNvPr>
          <p:cNvSpPr>
            <a:spLocks noGrp="1"/>
          </p:cNvSpPr>
          <p:nvPr>
            <p:ph type="title"/>
          </p:nvPr>
        </p:nvSpPr>
        <p:spPr>
          <a:xfrm>
            <a:off x="539751" y="4567237"/>
            <a:ext cx="5441950" cy="1165225"/>
          </a:xfrm>
          <a:prstGeom prst="rect">
            <a:avLst/>
          </a:prstGeom>
        </p:spPr>
        <p:txBody>
          <a:bodyPr anchor="b"/>
          <a:lstStyle>
            <a:lvl1pPr>
              <a:defRPr>
                <a:solidFill>
                  <a:schemeClr val="tx1"/>
                </a:solidFill>
              </a:defRPr>
            </a:lvl1pPr>
          </a:lstStyle>
          <a:p>
            <a:r>
              <a:rPr lang="en-US"/>
              <a:t>Click to edit Master title style</a:t>
            </a:r>
            <a:endParaRPr lang="en-US" dirty="0"/>
          </a:p>
        </p:txBody>
      </p:sp>
      <p:sp>
        <p:nvSpPr>
          <p:cNvPr id="6" name="Freeform 19">
            <a:extLst>
              <a:ext uri="{FF2B5EF4-FFF2-40B4-BE49-F238E27FC236}">
                <a16:creationId xmlns:a16="http://schemas.microsoft.com/office/drawing/2014/main" id="{3EF01857-B116-6C78-4866-FF4DDE73D961}"/>
              </a:ext>
            </a:extLst>
          </p:cNvPr>
          <p:cNvSpPr/>
          <p:nvPr userDrawn="1"/>
        </p:nvSpPr>
        <p:spPr bwMode="black">
          <a:xfrm>
            <a:off x="554038" y="6469335"/>
            <a:ext cx="678511" cy="112440"/>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chemeClr val="tx1"/>
          </a:solidFill>
          <a:ln w="0" cap="flat">
            <a:noFill/>
            <a:prstDash val="solid"/>
            <a:miter/>
          </a:ln>
        </p:spPr>
        <p:txBody>
          <a:bodyPr rtlCol="0" anchor="ctr"/>
          <a:lstStyle/>
          <a:p>
            <a:endParaRPr lang="en-US"/>
          </a:p>
        </p:txBody>
      </p:sp>
      <p:sp>
        <p:nvSpPr>
          <p:cNvPr id="3" name="Text Placeholder 9">
            <a:extLst>
              <a:ext uri="{FF2B5EF4-FFF2-40B4-BE49-F238E27FC236}">
                <a16:creationId xmlns:a16="http://schemas.microsoft.com/office/drawing/2014/main" id="{2C4DFBF5-AF25-74B3-E64C-151E88405CCD}"/>
              </a:ext>
            </a:extLst>
          </p:cNvPr>
          <p:cNvSpPr>
            <a:spLocks noGrp="1"/>
          </p:cNvSpPr>
          <p:nvPr>
            <p:ph type="body" sz="quarter" idx="15" hasCustomPrompt="1"/>
          </p:nvPr>
        </p:nvSpPr>
        <p:spPr>
          <a:xfrm>
            <a:off x="10417175" y="6308725"/>
            <a:ext cx="1227138" cy="282575"/>
          </a:xfrm>
        </p:spPr>
        <p:txBody>
          <a:bodyPr anchor="b">
            <a:noAutofit/>
          </a:bodyPr>
          <a:lstStyle>
            <a:lvl1pPr marL="4763" indent="0" algn="r">
              <a:buFont typeface="Arial" panose="020B0604020202020204" pitchFamily="34" charset="0"/>
              <a:buNone/>
              <a:tabLst/>
              <a:defRPr sz="1000">
                <a:solidFill>
                  <a:schemeClr val="tx1"/>
                </a:solidFill>
              </a:defRPr>
            </a:lvl1pPr>
            <a:lvl2pPr marL="4763" indent="0" algn="r">
              <a:buNone/>
              <a:tabLst/>
              <a:defRPr sz="1000">
                <a:solidFill>
                  <a:schemeClr val="tx1"/>
                </a:solidFill>
              </a:defRPr>
            </a:lvl2pPr>
            <a:lvl3pPr marL="4763" indent="0" algn="r">
              <a:buNone/>
              <a:tabLst/>
              <a:defRPr sz="1000">
                <a:solidFill>
                  <a:schemeClr val="tx1"/>
                </a:solidFill>
              </a:defRPr>
            </a:lvl3pPr>
            <a:lvl4pPr marL="4763" indent="0" algn="r">
              <a:buNone/>
              <a:tabLst/>
              <a:defRPr sz="1000">
                <a:solidFill>
                  <a:schemeClr val="tx1"/>
                </a:solidFill>
              </a:defRPr>
            </a:lvl4pPr>
            <a:lvl5pPr marL="4763" indent="0" algn="r">
              <a:buNone/>
              <a:tabLst/>
              <a:defRPr sz="1000">
                <a:solidFill>
                  <a:schemeClr val="tx1"/>
                </a:solidFill>
              </a:defRPr>
            </a:lvl5pPr>
            <a:lvl6pPr marL="4763" indent="0" algn="r">
              <a:buNone/>
              <a:tabLst/>
              <a:defRPr sz="1000">
                <a:solidFill>
                  <a:schemeClr val="tx1"/>
                </a:solidFill>
              </a:defRPr>
            </a:lvl6pPr>
            <a:lvl7pPr marL="4763" indent="0" algn="r">
              <a:buNone/>
              <a:tabLst/>
              <a:defRPr sz="1000">
                <a:solidFill>
                  <a:schemeClr val="tx1"/>
                </a:solidFill>
              </a:defRPr>
            </a:lvl7pPr>
            <a:lvl8pPr marL="4763" indent="0" algn="r">
              <a:buNone/>
              <a:tabLst/>
              <a:defRPr sz="1000">
                <a:solidFill>
                  <a:schemeClr val="tx1"/>
                </a:solidFill>
              </a:defRPr>
            </a:lvl8pPr>
            <a:lvl9pPr marL="4763" indent="0" algn="r">
              <a:buNone/>
              <a:tabLst/>
              <a:defRPr sz="1000">
                <a:solidFill>
                  <a:schemeClr val="tx1"/>
                </a:solidFill>
              </a:defRPr>
            </a:lvl9pPr>
          </a:lstStyle>
          <a:p>
            <a:pPr lvl="0"/>
            <a:r>
              <a:rPr lang="en-US" dirty="0"/>
              <a:t>BX Number</a:t>
            </a:r>
          </a:p>
        </p:txBody>
      </p:sp>
    </p:spTree>
    <p:extLst>
      <p:ext uri="{BB962C8B-B14F-4D97-AF65-F5344CB8AC3E}">
        <p14:creationId xmlns:p14="http://schemas.microsoft.com/office/powerpoint/2010/main" val="275608707"/>
      </p:ext>
    </p:extLst>
  </p:cSld>
  <p:clrMapOvr>
    <a:overrideClrMapping bg1="dk1" tx1="lt1" bg2="dk2" tx2="lt2" accent1="accent1" accent2="accent2" accent3="accent3" accent4="accent4" accent5="accent5" accent6="accent6" hlink="hlink" folHlink="folHlink"/>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preserve="1" userDrawn="1">
  <p:cSld name="Back Cover 4">
    <p:bg>
      <p:bgPr>
        <a:solidFill>
          <a:schemeClr val="bg2"/>
        </a:solidFill>
        <a:effectLst/>
      </p:bgPr>
    </p:bg>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F22CA864-4C06-0E60-3B00-A1D84FC28322}"/>
              </a:ext>
            </a:extLst>
          </p:cNvPr>
          <p:cNvSpPr>
            <a:spLocks noGrp="1"/>
          </p:cNvSpPr>
          <p:nvPr>
            <p:ph type="title"/>
          </p:nvPr>
        </p:nvSpPr>
        <p:spPr>
          <a:xfrm>
            <a:off x="539751" y="4567237"/>
            <a:ext cx="5441950" cy="1165225"/>
          </a:xfrm>
          <a:prstGeom prst="rect">
            <a:avLst/>
          </a:prstGeom>
        </p:spPr>
        <p:txBody>
          <a:bodyPr anchor="b"/>
          <a:lstStyle>
            <a:lvl1pPr>
              <a:defRPr>
                <a:solidFill>
                  <a:schemeClr val="tx1"/>
                </a:solidFill>
              </a:defRPr>
            </a:lvl1pPr>
          </a:lstStyle>
          <a:p>
            <a:r>
              <a:rPr lang="en-US"/>
              <a:t>Click to edit Master title style</a:t>
            </a:r>
            <a:endParaRPr lang="en-US" dirty="0"/>
          </a:p>
        </p:txBody>
      </p:sp>
      <p:sp>
        <p:nvSpPr>
          <p:cNvPr id="6" name="Freeform 19">
            <a:extLst>
              <a:ext uri="{FF2B5EF4-FFF2-40B4-BE49-F238E27FC236}">
                <a16:creationId xmlns:a16="http://schemas.microsoft.com/office/drawing/2014/main" id="{3EF01857-B116-6C78-4866-FF4DDE73D961}"/>
              </a:ext>
            </a:extLst>
          </p:cNvPr>
          <p:cNvSpPr/>
          <p:nvPr userDrawn="1"/>
        </p:nvSpPr>
        <p:spPr bwMode="black">
          <a:xfrm>
            <a:off x="554038" y="6469335"/>
            <a:ext cx="678511" cy="112440"/>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chemeClr val="tx1"/>
          </a:solidFill>
          <a:ln w="0" cap="flat">
            <a:noFill/>
            <a:prstDash val="solid"/>
            <a:miter/>
          </a:ln>
        </p:spPr>
        <p:txBody>
          <a:bodyPr rtlCol="0" anchor="ctr"/>
          <a:lstStyle/>
          <a:p>
            <a:endParaRPr lang="en-US"/>
          </a:p>
        </p:txBody>
      </p:sp>
      <p:sp>
        <p:nvSpPr>
          <p:cNvPr id="2" name="Picture Placeholder 9">
            <a:extLst>
              <a:ext uri="{FF2B5EF4-FFF2-40B4-BE49-F238E27FC236}">
                <a16:creationId xmlns:a16="http://schemas.microsoft.com/office/drawing/2014/main" id="{65CBF573-59E2-9C93-0DC3-78AAB8C05C25}"/>
              </a:ext>
            </a:extLst>
          </p:cNvPr>
          <p:cNvSpPr>
            <a:spLocks noGrp="1"/>
          </p:cNvSpPr>
          <p:nvPr>
            <p:ph type="pic" sz="quarter" idx="13" hasCustomPrompt="1"/>
          </p:nvPr>
        </p:nvSpPr>
        <p:spPr>
          <a:xfrm>
            <a:off x="8142973" y="0"/>
            <a:ext cx="2029968" cy="6167438"/>
          </a:xfrm>
          <a:solidFill>
            <a:srgbClr val="A6A9AA"/>
          </a:solidFill>
        </p:spPr>
        <p:txBody>
          <a:bodyPr tIns="548640" anchor="ctr"/>
          <a:lstStyle>
            <a:lvl1pPr algn="ctr">
              <a:defRPr b="0">
                <a:solidFill>
                  <a:schemeClr val="tx2"/>
                </a:solidFill>
                <a:latin typeface="+mn-lt"/>
              </a:defRPr>
            </a:lvl1pPr>
          </a:lstStyle>
          <a:p>
            <a:r>
              <a:rPr lang="en-US" dirty="0"/>
              <a:t>Dynamic slice crop 1</a:t>
            </a:r>
          </a:p>
        </p:txBody>
      </p:sp>
      <p:sp>
        <p:nvSpPr>
          <p:cNvPr id="3" name="Picture Placeholder 9">
            <a:extLst>
              <a:ext uri="{FF2B5EF4-FFF2-40B4-BE49-F238E27FC236}">
                <a16:creationId xmlns:a16="http://schemas.microsoft.com/office/drawing/2014/main" id="{611BAA65-5556-8A7C-F1DA-A7D11150A35C}"/>
              </a:ext>
            </a:extLst>
          </p:cNvPr>
          <p:cNvSpPr>
            <a:spLocks noGrp="1"/>
          </p:cNvSpPr>
          <p:nvPr>
            <p:ph type="pic" sz="quarter" idx="14" hasCustomPrompt="1"/>
          </p:nvPr>
        </p:nvSpPr>
        <p:spPr>
          <a:xfrm>
            <a:off x="10162032" y="0"/>
            <a:ext cx="2029968" cy="3984625"/>
          </a:xfrm>
          <a:solidFill>
            <a:srgbClr val="A6A9AA"/>
          </a:solidFill>
        </p:spPr>
        <p:txBody>
          <a:bodyPr tIns="548640" anchor="ctr"/>
          <a:lstStyle>
            <a:lvl1pPr algn="ctr">
              <a:defRPr b="0">
                <a:solidFill>
                  <a:schemeClr val="tx2"/>
                </a:solidFill>
                <a:latin typeface="+mn-lt"/>
              </a:defRPr>
            </a:lvl1pPr>
          </a:lstStyle>
          <a:p>
            <a:pPr marL="0" marR="0" lvl="0" indent="0" algn="ctr" defTabSz="914400" rtl="0" eaLnBrk="1" fontAlgn="auto" latinLnBrk="0" hangingPunct="1">
              <a:lnSpc>
                <a:spcPct val="101000"/>
              </a:lnSpc>
              <a:spcBef>
                <a:spcPts val="0"/>
              </a:spcBef>
              <a:spcAft>
                <a:spcPts val="600"/>
              </a:spcAft>
              <a:buClrTx/>
              <a:buSzTx/>
              <a:buFont typeface="GT America Regular"/>
              <a:buNone/>
              <a:tabLst/>
              <a:defRPr/>
            </a:pPr>
            <a:r>
              <a:rPr lang="en-US" dirty="0"/>
              <a:t>Dynamic slice crop 2</a:t>
            </a:r>
          </a:p>
        </p:txBody>
      </p:sp>
      <p:sp>
        <p:nvSpPr>
          <p:cNvPr id="7" name="Text Placeholder 9">
            <a:extLst>
              <a:ext uri="{FF2B5EF4-FFF2-40B4-BE49-F238E27FC236}">
                <a16:creationId xmlns:a16="http://schemas.microsoft.com/office/drawing/2014/main" id="{E60D21F8-DDF8-0ABD-B77A-99A1823A2B21}"/>
              </a:ext>
            </a:extLst>
          </p:cNvPr>
          <p:cNvSpPr>
            <a:spLocks noGrp="1"/>
          </p:cNvSpPr>
          <p:nvPr>
            <p:ph type="body" sz="quarter" idx="15" hasCustomPrompt="1"/>
          </p:nvPr>
        </p:nvSpPr>
        <p:spPr>
          <a:xfrm>
            <a:off x="10417175" y="6308725"/>
            <a:ext cx="1227138" cy="282575"/>
          </a:xfrm>
        </p:spPr>
        <p:txBody>
          <a:bodyPr anchor="b">
            <a:noAutofit/>
          </a:bodyPr>
          <a:lstStyle>
            <a:lvl1pPr marL="4763" indent="0" algn="r">
              <a:buFont typeface="Arial" panose="020B0604020202020204" pitchFamily="34" charset="0"/>
              <a:buNone/>
              <a:tabLst/>
              <a:defRPr sz="1000">
                <a:solidFill>
                  <a:schemeClr val="tx1"/>
                </a:solidFill>
              </a:defRPr>
            </a:lvl1pPr>
            <a:lvl2pPr marL="4763" indent="0" algn="r">
              <a:buNone/>
              <a:tabLst/>
              <a:defRPr sz="1000">
                <a:solidFill>
                  <a:schemeClr val="tx1"/>
                </a:solidFill>
              </a:defRPr>
            </a:lvl2pPr>
            <a:lvl3pPr marL="4763" indent="0" algn="r">
              <a:buNone/>
              <a:tabLst/>
              <a:defRPr sz="1000">
                <a:solidFill>
                  <a:schemeClr val="tx1"/>
                </a:solidFill>
              </a:defRPr>
            </a:lvl3pPr>
            <a:lvl4pPr marL="4763" indent="0" algn="r">
              <a:buNone/>
              <a:tabLst/>
              <a:defRPr sz="1000">
                <a:solidFill>
                  <a:schemeClr val="tx1"/>
                </a:solidFill>
              </a:defRPr>
            </a:lvl4pPr>
            <a:lvl5pPr marL="4763" indent="0" algn="r">
              <a:buNone/>
              <a:tabLst/>
              <a:defRPr sz="1000">
                <a:solidFill>
                  <a:schemeClr val="tx1"/>
                </a:solidFill>
              </a:defRPr>
            </a:lvl5pPr>
            <a:lvl6pPr marL="4763" indent="0" algn="r">
              <a:buNone/>
              <a:tabLst/>
              <a:defRPr sz="1000">
                <a:solidFill>
                  <a:schemeClr val="tx1"/>
                </a:solidFill>
              </a:defRPr>
            </a:lvl6pPr>
            <a:lvl7pPr marL="4763" indent="0" algn="r">
              <a:buNone/>
              <a:tabLst/>
              <a:defRPr sz="1000">
                <a:solidFill>
                  <a:schemeClr val="tx1"/>
                </a:solidFill>
              </a:defRPr>
            </a:lvl7pPr>
            <a:lvl8pPr marL="4763" indent="0" algn="r">
              <a:buNone/>
              <a:tabLst/>
              <a:defRPr sz="1000">
                <a:solidFill>
                  <a:schemeClr val="tx1"/>
                </a:solidFill>
              </a:defRPr>
            </a:lvl8pPr>
            <a:lvl9pPr marL="4763" indent="0" algn="r">
              <a:buNone/>
              <a:tabLst/>
              <a:defRPr sz="1000">
                <a:solidFill>
                  <a:schemeClr val="tx1"/>
                </a:solidFill>
              </a:defRPr>
            </a:lvl9pPr>
          </a:lstStyle>
          <a:p>
            <a:pPr lvl="0"/>
            <a:r>
              <a:rPr lang="en-US" dirty="0"/>
              <a:t>BX Number</a:t>
            </a:r>
          </a:p>
        </p:txBody>
      </p:sp>
    </p:spTree>
    <p:extLst>
      <p:ext uri="{BB962C8B-B14F-4D97-AF65-F5344CB8AC3E}">
        <p14:creationId xmlns:p14="http://schemas.microsoft.com/office/powerpoint/2010/main" val="1800438458"/>
      </p:ext>
    </p:extLst>
  </p:cSld>
  <p:clrMapOvr>
    <a:overrideClrMapping bg1="dk1" tx1="lt1" bg2="dk2" tx2="lt2" accent1="accent1" accent2="accent2" accent3="accent3" accent4="accent4" accent5="accent5" accent6="accent6" hlink="hlink" folHlink="folHlink"/>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userDrawn="1">
  <p:cSld name="Back Cover 5">
    <p:bg>
      <p:bgPr>
        <a:solidFill>
          <a:schemeClr val="bg2"/>
        </a:solidFill>
        <a:effectLst/>
      </p:bgPr>
    </p:bg>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F22CA864-4C06-0E60-3B00-A1D84FC28322}"/>
              </a:ext>
            </a:extLst>
          </p:cNvPr>
          <p:cNvSpPr>
            <a:spLocks noGrp="1"/>
          </p:cNvSpPr>
          <p:nvPr>
            <p:ph type="title"/>
          </p:nvPr>
        </p:nvSpPr>
        <p:spPr>
          <a:xfrm>
            <a:off x="539751" y="4567237"/>
            <a:ext cx="5441950" cy="1165225"/>
          </a:xfrm>
          <a:prstGeom prst="rect">
            <a:avLst/>
          </a:prstGeom>
        </p:spPr>
        <p:txBody>
          <a:bodyPr anchor="b"/>
          <a:lstStyle>
            <a:lvl1pPr>
              <a:defRPr>
                <a:solidFill>
                  <a:schemeClr val="tx1"/>
                </a:solidFill>
              </a:defRPr>
            </a:lvl1pPr>
          </a:lstStyle>
          <a:p>
            <a:r>
              <a:rPr lang="en-US"/>
              <a:t>Click to edit Master title style</a:t>
            </a:r>
            <a:endParaRPr lang="en-US" dirty="0"/>
          </a:p>
        </p:txBody>
      </p:sp>
      <p:sp>
        <p:nvSpPr>
          <p:cNvPr id="6" name="Freeform 19">
            <a:extLst>
              <a:ext uri="{FF2B5EF4-FFF2-40B4-BE49-F238E27FC236}">
                <a16:creationId xmlns:a16="http://schemas.microsoft.com/office/drawing/2014/main" id="{3EF01857-B116-6C78-4866-FF4DDE73D961}"/>
              </a:ext>
            </a:extLst>
          </p:cNvPr>
          <p:cNvSpPr/>
          <p:nvPr userDrawn="1"/>
        </p:nvSpPr>
        <p:spPr bwMode="black">
          <a:xfrm>
            <a:off x="554038" y="6469335"/>
            <a:ext cx="678511" cy="112440"/>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chemeClr val="tx1"/>
          </a:solidFill>
          <a:ln w="0" cap="flat">
            <a:noFill/>
            <a:prstDash val="solid"/>
            <a:miter/>
          </a:ln>
        </p:spPr>
        <p:txBody>
          <a:bodyPr rtlCol="0" anchor="ctr"/>
          <a:lstStyle/>
          <a:p>
            <a:endParaRPr lang="en-US"/>
          </a:p>
        </p:txBody>
      </p:sp>
      <p:sp>
        <p:nvSpPr>
          <p:cNvPr id="2" name="Picture Placeholder 9">
            <a:extLst>
              <a:ext uri="{FF2B5EF4-FFF2-40B4-BE49-F238E27FC236}">
                <a16:creationId xmlns:a16="http://schemas.microsoft.com/office/drawing/2014/main" id="{65CBF573-59E2-9C93-0DC3-78AAB8C05C25}"/>
              </a:ext>
            </a:extLst>
          </p:cNvPr>
          <p:cNvSpPr>
            <a:spLocks noGrp="1"/>
          </p:cNvSpPr>
          <p:nvPr>
            <p:ph type="pic" sz="quarter" idx="13" hasCustomPrompt="1"/>
          </p:nvPr>
        </p:nvSpPr>
        <p:spPr>
          <a:xfrm>
            <a:off x="6096000" y="2425700"/>
            <a:ext cx="2029968" cy="4432300"/>
          </a:xfrm>
          <a:solidFill>
            <a:srgbClr val="A6A9AA"/>
          </a:solidFill>
        </p:spPr>
        <p:txBody>
          <a:bodyPr tIns="548640" anchor="ctr"/>
          <a:lstStyle>
            <a:lvl1pPr algn="ctr">
              <a:defRPr b="0">
                <a:solidFill>
                  <a:schemeClr val="tx2"/>
                </a:solidFill>
                <a:latin typeface="+mn-lt"/>
              </a:defRPr>
            </a:lvl1pPr>
          </a:lstStyle>
          <a:p>
            <a:r>
              <a:rPr lang="en-US" dirty="0"/>
              <a:t>Dynamic slice crop 1</a:t>
            </a:r>
          </a:p>
        </p:txBody>
      </p:sp>
      <p:sp>
        <p:nvSpPr>
          <p:cNvPr id="3" name="Picture Placeholder 9">
            <a:extLst>
              <a:ext uri="{FF2B5EF4-FFF2-40B4-BE49-F238E27FC236}">
                <a16:creationId xmlns:a16="http://schemas.microsoft.com/office/drawing/2014/main" id="{611BAA65-5556-8A7C-F1DA-A7D11150A35C}"/>
              </a:ext>
            </a:extLst>
          </p:cNvPr>
          <p:cNvSpPr>
            <a:spLocks noGrp="1"/>
          </p:cNvSpPr>
          <p:nvPr>
            <p:ph type="pic" sz="quarter" idx="14" hasCustomPrompt="1"/>
          </p:nvPr>
        </p:nvSpPr>
        <p:spPr>
          <a:xfrm>
            <a:off x="8125968" y="0"/>
            <a:ext cx="4066032" cy="4567237"/>
          </a:xfrm>
          <a:solidFill>
            <a:srgbClr val="A6A9AA"/>
          </a:solidFill>
        </p:spPr>
        <p:txBody>
          <a:bodyPr tIns="548640" anchor="ctr"/>
          <a:lstStyle>
            <a:lvl1pPr algn="ctr">
              <a:defRPr b="0">
                <a:solidFill>
                  <a:schemeClr val="tx2"/>
                </a:solidFill>
                <a:latin typeface="+mn-lt"/>
              </a:defRPr>
            </a:lvl1pPr>
          </a:lstStyle>
          <a:p>
            <a:pPr marL="0" marR="0" lvl="0" indent="0" algn="ctr" defTabSz="914400" rtl="0" eaLnBrk="1" fontAlgn="auto" latinLnBrk="0" hangingPunct="1">
              <a:lnSpc>
                <a:spcPct val="101000"/>
              </a:lnSpc>
              <a:spcBef>
                <a:spcPts val="0"/>
              </a:spcBef>
              <a:spcAft>
                <a:spcPts val="600"/>
              </a:spcAft>
              <a:buClrTx/>
              <a:buSzTx/>
              <a:buFont typeface="GT America Regular"/>
              <a:buNone/>
              <a:tabLst/>
              <a:defRPr/>
            </a:pPr>
            <a:r>
              <a:rPr lang="en-US" dirty="0"/>
              <a:t>Dynamic slice crop 2</a:t>
            </a:r>
          </a:p>
        </p:txBody>
      </p:sp>
      <p:sp>
        <p:nvSpPr>
          <p:cNvPr id="4" name="Text Placeholder 9">
            <a:extLst>
              <a:ext uri="{FF2B5EF4-FFF2-40B4-BE49-F238E27FC236}">
                <a16:creationId xmlns:a16="http://schemas.microsoft.com/office/drawing/2014/main" id="{0A81BF85-E531-3686-907C-CABBA5BF2785}"/>
              </a:ext>
            </a:extLst>
          </p:cNvPr>
          <p:cNvSpPr>
            <a:spLocks noGrp="1"/>
          </p:cNvSpPr>
          <p:nvPr>
            <p:ph type="body" sz="quarter" idx="15" hasCustomPrompt="1"/>
          </p:nvPr>
        </p:nvSpPr>
        <p:spPr>
          <a:xfrm>
            <a:off x="10417175" y="6308725"/>
            <a:ext cx="1227138" cy="282575"/>
          </a:xfrm>
        </p:spPr>
        <p:txBody>
          <a:bodyPr anchor="b">
            <a:noAutofit/>
          </a:bodyPr>
          <a:lstStyle>
            <a:lvl1pPr marL="4763" indent="0" algn="r">
              <a:buFont typeface="Arial" panose="020B0604020202020204" pitchFamily="34" charset="0"/>
              <a:buNone/>
              <a:tabLst/>
              <a:defRPr sz="1000">
                <a:solidFill>
                  <a:schemeClr val="tx1"/>
                </a:solidFill>
              </a:defRPr>
            </a:lvl1pPr>
            <a:lvl2pPr marL="4763" indent="0" algn="r">
              <a:buNone/>
              <a:tabLst/>
              <a:defRPr sz="1000">
                <a:solidFill>
                  <a:schemeClr val="tx1"/>
                </a:solidFill>
              </a:defRPr>
            </a:lvl2pPr>
            <a:lvl3pPr marL="4763" indent="0" algn="r">
              <a:buNone/>
              <a:tabLst/>
              <a:defRPr sz="1000">
                <a:solidFill>
                  <a:schemeClr val="tx1"/>
                </a:solidFill>
              </a:defRPr>
            </a:lvl3pPr>
            <a:lvl4pPr marL="4763" indent="0" algn="r">
              <a:buNone/>
              <a:tabLst/>
              <a:defRPr sz="1000">
                <a:solidFill>
                  <a:schemeClr val="tx1"/>
                </a:solidFill>
              </a:defRPr>
            </a:lvl4pPr>
            <a:lvl5pPr marL="4763" indent="0" algn="r">
              <a:buNone/>
              <a:tabLst/>
              <a:defRPr sz="1000">
                <a:solidFill>
                  <a:schemeClr val="tx1"/>
                </a:solidFill>
              </a:defRPr>
            </a:lvl5pPr>
            <a:lvl6pPr marL="4763" indent="0" algn="r">
              <a:buNone/>
              <a:tabLst/>
              <a:defRPr sz="1000">
                <a:solidFill>
                  <a:schemeClr val="tx1"/>
                </a:solidFill>
              </a:defRPr>
            </a:lvl6pPr>
            <a:lvl7pPr marL="4763" indent="0" algn="r">
              <a:buNone/>
              <a:tabLst/>
              <a:defRPr sz="1000">
                <a:solidFill>
                  <a:schemeClr val="tx1"/>
                </a:solidFill>
              </a:defRPr>
            </a:lvl7pPr>
            <a:lvl8pPr marL="4763" indent="0" algn="r">
              <a:buNone/>
              <a:tabLst/>
              <a:defRPr sz="1000">
                <a:solidFill>
                  <a:schemeClr val="tx1"/>
                </a:solidFill>
              </a:defRPr>
            </a:lvl8pPr>
            <a:lvl9pPr marL="4763" indent="0" algn="r">
              <a:buNone/>
              <a:tabLst/>
              <a:defRPr sz="1000">
                <a:solidFill>
                  <a:schemeClr val="tx1"/>
                </a:solidFill>
              </a:defRPr>
            </a:lvl9pPr>
          </a:lstStyle>
          <a:p>
            <a:pPr lvl="0"/>
            <a:r>
              <a:rPr lang="en-US" dirty="0"/>
              <a:t>BX Number</a:t>
            </a:r>
          </a:p>
        </p:txBody>
      </p:sp>
    </p:spTree>
    <p:extLst>
      <p:ext uri="{BB962C8B-B14F-4D97-AF65-F5344CB8AC3E}">
        <p14:creationId xmlns:p14="http://schemas.microsoft.com/office/powerpoint/2010/main" val="36412824"/>
      </p:ext>
    </p:extLst>
  </p:cSld>
  <p:clrMapOvr>
    <a:overrideClrMapping bg1="dk1" tx1="lt1" bg2="dk2" tx2="lt2" accent1="accent1" accent2="accent2" accent3="accent3" accent4="accent4" accent5="accent5" accent6="accent6" hlink="hlink" folHlink="folHlink"/>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preserve="1" userDrawn="1">
  <p:cSld name="Disclaimer">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CE376998-4040-9761-674E-D9535BFB68B1}"/>
              </a:ext>
            </a:extLst>
          </p:cNvPr>
          <p:cNvSpPr>
            <a:spLocks noGrp="1"/>
          </p:cNvSpPr>
          <p:nvPr>
            <p:ph type="ftr" sz="quarter" idx="11"/>
          </p:nvPr>
        </p:nvSpPr>
        <p:spPr/>
        <p:txBody>
          <a:bodyPr/>
          <a:lstStyle/>
          <a:p>
            <a:r>
              <a:rPr lang="en-US"/>
              <a:t>See slide 12 for instructions on how to update footer</a:t>
            </a:r>
            <a:endParaRPr lang="en-US" dirty="0"/>
          </a:p>
        </p:txBody>
      </p:sp>
      <p:sp>
        <p:nvSpPr>
          <p:cNvPr id="5" name="Slide Number Placeholder 4">
            <a:extLst>
              <a:ext uri="{FF2B5EF4-FFF2-40B4-BE49-F238E27FC236}">
                <a16:creationId xmlns:a16="http://schemas.microsoft.com/office/drawing/2014/main" id="{BB98ADA5-8554-9765-F77A-EDEF8AC9DCA3}"/>
              </a:ext>
            </a:extLst>
          </p:cNvPr>
          <p:cNvSpPr>
            <a:spLocks noGrp="1"/>
          </p:cNvSpPr>
          <p:nvPr>
            <p:ph type="sldNum" sz="quarter" idx="12"/>
          </p:nvPr>
        </p:nvSpPr>
        <p:spPr/>
        <p:txBody>
          <a:bodyPr/>
          <a:lstStyle/>
          <a:p>
            <a:fld id="{862A5111-985B-C14D-9115-5787026182A8}" type="slidenum">
              <a:rPr lang="en-US" smtClean="0"/>
              <a:pPr/>
              <a:t>‹#›</a:t>
            </a:fld>
            <a:endParaRPr lang="en-US" dirty="0"/>
          </a:p>
        </p:txBody>
      </p:sp>
      <p:sp>
        <p:nvSpPr>
          <p:cNvPr id="12" name="TextBox 11">
            <a:extLst>
              <a:ext uri="{FF2B5EF4-FFF2-40B4-BE49-F238E27FC236}">
                <a16:creationId xmlns:a16="http://schemas.microsoft.com/office/drawing/2014/main" id="{3E8F0C73-A398-6456-DB05-CBC41E2EBB3E}"/>
              </a:ext>
            </a:extLst>
          </p:cNvPr>
          <p:cNvSpPr txBox="1"/>
          <p:nvPr userDrawn="1"/>
        </p:nvSpPr>
        <p:spPr>
          <a:xfrm>
            <a:off x="548639" y="269875"/>
            <a:ext cx="11089323" cy="5597525"/>
          </a:xfrm>
          <a:prstGeom prst="rect">
            <a:avLst/>
          </a:prstGeom>
          <a:noFill/>
        </p:spPr>
        <p:txBody>
          <a:bodyPr wrap="square" lIns="0" tIns="0" rIns="0" bIns="0" numCol="2">
            <a:noAutofit/>
          </a:bodyPr>
          <a:lstStyle/>
          <a:p>
            <a:pPr marL="0" marR="0">
              <a:lnSpc>
                <a:spcPct val="95000"/>
              </a:lnSpc>
              <a:spcBef>
                <a:spcPts val="0"/>
              </a:spcBef>
              <a:spcAft>
                <a:spcPts val="0"/>
              </a:spcAft>
            </a:pPr>
            <a:r>
              <a:rPr lang="en-US" sz="700" dirty="0">
                <a:solidFill>
                  <a:schemeClr val="tx1"/>
                </a:solidFill>
                <a:effectLst/>
                <a:latin typeface="+mn-lt"/>
                <a:ea typeface="GT America Regular" pitchFamily="2" charset="77"/>
                <a:cs typeface="GT America Regular" pitchFamily="2" charset="77"/>
              </a:rPr>
              <a:t>© 2024 Moody’s Corporation, Moody’s Investors Service, Inc., Moody’s Analytics, Inc. and/or their licensors and affiliates (collectively, “MOODY’S”). All rights reserved.</a:t>
            </a:r>
          </a:p>
          <a:p>
            <a:pPr marL="0" marR="0">
              <a:lnSpc>
                <a:spcPct val="95000"/>
              </a:lnSpc>
              <a:spcBef>
                <a:spcPts val="0"/>
              </a:spcBef>
              <a:spcAft>
                <a:spcPts val="0"/>
              </a:spcAft>
            </a:pPr>
            <a:r>
              <a:rPr lang="en-US" sz="700" dirty="0">
                <a:solidFill>
                  <a:schemeClr val="tx1"/>
                </a:solidFill>
                <a:effectLst/>
                <a:latin typeface="+mn-lt"/>
                <a:ea typeface="GT America Regular" pitchFamily="2" charset="77"/>
                <a:cs typeface="GT America Regular" pitchFamily="2" charset="77"/>
              </a:rPr>
              <a:t> </a:t>
            </a:r>
          </a:p>
          <a:p>
            <a:pPr marL="0" marR="142240">
              <a:spcBef>
                <a:spcPts val="0"/>
              </a:spcBef>
              <a:spcAft>
                <a:spcPts val="0"/>
              </a:spcAft>
            </a:pPr>
            <a:r>
              <a:rPr lang="en-US" sz="700" u="none" strike="noStrike" dirty="0">
                <a:solidFill>
                  <a:schemeClr val="tx1"/>
                </a:solidFill>
                <a:effectLst/>
                <a:latin typeface="+mn-lt"/>
                <a:ea typeface="GT America Regular" pitchFamily="2" charset="77"/>
                <a:cs typeface="GT America Regular" pitchFamily="2" charset="77"/>
              </a:rPr>
              <a:t>CREDIT RATINGS ISSUED BY MOODY'S CREDIT RATINGS AFFILIATES ARE THEIR CURRENT OPINIONS OF THE RELATIVE FUTURE CREDIT RISK OF ENTITIES, CREDIT COMMITMENTS, OR DEBT OR DEBT-LIKE SECURITIES, AND MATERIALS, PRODUCTS, SERVICES AND INFORMATION PUBLISHED OR OTHERWISE MADE AVAILABLE BY MOODY’S (COLLECTIVELY, “MATERIALS”) MAY INCLUDE SUCH CURRENT OPINIONS. MOODY’S DEFINES CREDIT RISK AS THE RISK THAT AN ENTITY MAY NOT MEET ITS CONTRACTUAL FINANCIAL OBLIGATIONS AS THEY COME DUE AND ANY ESTIMATED FINANCIAL LOSS IN THE EVENT OF DEFAULT OR IMPAIRMENT. SEE APPLICABLE MOODY’S RATING SYMBOLS AND DEFINITIONS PUBLICATION FOR INFORMATION ON THE TYPES OF CONTRACTUAL FINANCIAL OBLIGATIONS ADDRESSED BY MOODY’S CREDIT RATINGS. CREDIT RATINGS DO NOT ADDRESS ANY OTHER RISK, INCLUDING BUT NOT LIMITED TO: LIQUIDITY RISK, MARKET VALUE RISK, OR PRICE VOLATILITY. CREDIT RATINGS, NON-CREDIT ASSESSMENTS (“ASSESSMENTS”), AND OTHER OPINIONS INCLUDED IN MOODY’S MATERIALS ARE NOT STATEMENTS OF CURRENT OR HISTORICAL FACT. MOODY’S MATERIALS MAY ALSO INCLUDE QUANTITATIVE MODEL-BASED ESTIMATES OF CREDIT RISK AND RELATED OPINIONS OR COMMENTARY PUBLISHED BY MOODY’S ANALYTICS, INC. AND/OR ITS AFFILIATES. MOODY’S CREDIT RATINGS, ASSESSMENTS, OTHER OPINIONS AND MATERIALS DO NOT CONSTITUTE OR PROVIDE INVESTMENT OR FINANCIAL ADVICE, AND MOODY’S CREDIT RATINGS, ASSESSMENTS, OTHER OPINIONS AND MATERIALS ARE NOT AND DO NOT PROVIDE RECOMMENDATIONS TO PURCHASE, SELL, OR HOLD PARTICULAR SECURITIES. MOODY’S CREDIT RATINGS, ASSESSMENTS, OTHER OPINIONS AND MATERIALS DO NOT COMMENT ON THE SUITABILITY OF AN INVESTMENT FOR ANY PARTICULAR INVESTOR. MOODY’S ISSUES ITS CREDIT RATINGS, ASSESSMENTS AND OTHER OPINIONS AND PUBLISHES OR OTHERWISE MAKES AVAILABLE ITS MATERIALS WITH THE EXPECTATION AND UNDERSTANDING THAT EACH INVESTOR WILL, WITH DUE CARE, MAKE ITS OWN STUDY AND EVALUATION OF EACH SECURITY THAT IS UNDER CONSIDERATION FOR PURCHASE, HOLDING, OR SALE. </a:t>
            </a:r>
            <a:endParaRPr lang="en-US" sz="700" u="sng" dirty="0">
              <a:solidFill>
                <a:schemeClr val="tx1"/>
              </a:solidFill>
              <a:effectLst/>
              <a:latin typeface="+mn-lt"/>
              <a:ea typeface="GT America Regular" pitchFamily="2" charset="77"/>
              <a:cs typeface="GT America Regular" pitchFamily="2" charset="77"/>
            </a:endParaRPr>
          </a:p>
          <a:p>
            <a:pPr marL="0" marR="0">
              <a:lnSpc>
                <a:spcPct val="95000"/>
              </a:lnSpc>
              <a:spcBef>
                <a:spcPts val="0"/>
              </a:spcBef>
              <a:spcAft>
                <a:spcPts val="0"/>
              </a:spcAft>
            </a:pPr>
            <a:r>
              <a:rPr lang="en-US" sz="700" dirty="0">
                <a:solidFill>
                  <a:schemeClr val="tx1"/>
                </a:solidFill>
                <a:effectLst/>
                <a:latin typeface="+mn-lt"/>
                <a:ea typeface="GT America Regular" pitchFamily="2" charset="77"/>
                <a:cs typeface="GT America Regular" pitchFamily="2" charset="77"/>
              </a:rPr>
              <a:t> </a:t>
            </a:r>
          </a:p>
          <a:p>
            <a:pPr marL="0" marR="0">
              <a:lnSpc>
                <a:spcPct val="95000"/>
              </a:lnSpc>
              <a:spcBef>
                <a:spcPts val="0"/>
              </a:spcBef>
              <a:spcAft>
                <a:spcPts val="0"/>
              </a:spcAft>
            </a:pPr>
            <a:r>
              <a:rPr lang="en-US" sz="700" dirty="0">
                <a:solidFill>
                  <a:schemeClr val="tx1"/>
                </a:solidFill>
                <a:effectLst/>
                <a:latin typeface="+mn-lt"/>
                <a:ea typeface="GT America Regular" pitchFamily="2" charset="77"/>
                <a:cs typeface="GT America Regular" pitchFamily="2" charset="77"/>
              </a:rPr>
              <a:t>MOODY’S CREDIT RATINGS</a:t>
            </a:r>
            <a:r>
              <a:rPr lang="en-US" sz="700" b="1" dirty="0">
                <a:solidFill>
                  <a:schemeClr val="tx1"/>
                </a:solidFill>
                <a:effectLst/>
                <a:latin typeface="+mn-lt"/>
                <a:ea typeface="GT America Regular" pitchFamily="2" charset="77"/>
                <a:cs typeface="GT America Regular" pitchFamily="2" charset="77"/>
              </a:rPr>
              <a:t>, </a:t>
            </a:r>
            <a:r>
              <a:rPr lang="en-US" sz="700" dirty="0">
                <a:solidFill>
                  <a:schemeClr val="tx1"/>
                </a:solidFill>
                <a:effectLst/>
                <a:latin typeface="+mn-lt"/>
                <a:ea typeface="GT America Regular" pitchFamily="2" charset="77"/>
                <a:cs typeface="GT America Regular" pitchFamily="2" charset="77"/>
              </a:rPr>
              <a:t>ASSESSMENTS, OTHER OPINIONS, AND MATERIALS ARE NOT INTENDED FOR USE BY RETAIL INVESTORS AND IT WOULD BE RECKLESS AND INAPPROPRIATE FOR RETAIL INVESTORS TO USE MOODY’S CREDIT RATINGS, ASSESSMENTS, OTHER OPINIONS OR MATERIALS WHEN MAKING AN INVESTMENT DECISION. IF IN DOUBT YOU SHOULD CONTACT YOUR FINANCIAL OR OTHER PROFESSIONAL ADVISER.</a:t>
            </a:r>
          </a:p>
          <a:p>
            <a:pPr marL="0" marR="0">
              <a:lnSpc>
                <a:spcPct val="95000"/>
              </a:lnSpc>
              <a:spcBef>
                <a:spcPts val="0"/>
              </a:spcBef>
              <a:spcAft>
                <a:spcPts val="0"/>
              </a:spcAft>
            </a:pPr>
            <a:r>
              <a:rPr lang="en-US" sz="700" dirty="0">
                <a:solidFill>
                  <a:schemeClr val="tx1"/>
                </a:solidFill>
                <a:effectLst/>
                <a:latin typeface="+mn-lt"/>
                <a:ea typeface="GT America Regular" pitchFamily="2" charset="77"/>
                <a:cs typeface="GT America Regular" pitchFamily="2" charset="77"/>
              </a:rPr>
              <a:t> </a:t>
            </a:r>
          </a:p>
          <a:p>
            <a:pPr marL="0" marR="0">
              <a:lnSpc>
                <a:spcPct val="95000"/>
              </a:lnSpc>
              <a:spcBef>
                <a:spcPts val="0"/>
              </a:spcBef>
              <a:spcAft>
                <a:spcPts val="0"/>
              </a:spcAft>
            </a:pPr>
            <a:r>
              <a:rPr lang="en-US" sz="700" dirty="0">
                <a:solidFill>
                  <a:schemeClr val="tx1"/>
                </a:solidFill>
                <a:effectLst/>
                <a:latin typeface="+mn-lt"/>
                <a:ea typeface="GT America Regular" pitchFamily="2" charset="77"/>
                <a:cs typeface="GT America Regular" pitchFamily="2" charset="77"/>
              </a:rPr>
              <a:t>ALL INFORMATION CONTAINED HEREIN IS PROTECTED BY LAW, INCLUDING BUT NOT LIMITED TO, COPYRIGHT LAW, AND NONE OF SUCH INFORMATION MAY BE COPIED OR OTHERWISE REPRODUCED, REPACKAGED, FURTHER TRANSMITTED, TRANSFERRED, DISSEMINATED, REDISTRIBUTED OR RESOLD, OR STORED FOR SUBSEQUENT USE FOR ANY SUCH PURPOSE, IN WHOLE OR IN PART, IN ANY FORM OR MANNER OR BY ANY MEANS WHATSOEVER, BY ANY PERSON WITHOUT MOODY’S PRIOR WRITTEN CONSENT.  FOR CLARITY, NO INFORMATION CONTAINED HEREIN MAY BE USED TO DEVELOP, IMPROVE, TRAIN OR RETRAIN ANY SOFTWARE PROGRAM OR DATABASE, INCLUDING, BUT NOT LIMITED TO, FOR ANY ARTIFICIAL INTELLIGENCE, MACHINE LEARNING OR NATURAL LANGUAGE PROCESSING SOFTWARE, ALGORITHM, METHODOLOGY AND/OR MODEL.  </a:t>
            </a:r>
          </a:p>
          <a:p>
            <a:pPr marL="0" marR="0">
              <a:lnSpc>
                <a:spcPct val="95000"/>
              </a:lnSpc>
              <a:spcBef>
                <a:spcPts val="0"/>
              </a:spcBef>
              <a:spcAft>
                <a:spcPts val="0"/>
              </a:spcAft>
            </a:pPr>
            <a:r>
              <a:rPr lang="en-US" sz="700" dirty="0">
                <a:solidFill>
                  <a:schemeClr val="tx1"/>
                </a:solidFill>
                <a:effectLst/>
                <a:latin typeface="+mn-lt"/>
                <a:ea typeface="GT America Regular" pitchFamily="2" charset="77"/>
                <a:cs typeface="GT America Regular" pitchFamily="2" charset="77"/>
              </a:rPr>
              <a:t> </a:t>
            </a:r>
          </a:p>
          <a:p>
            <a:pPr marL="0" marR="0">
              <a:lnSpc>
                <a:spcPct val="95000"/>
              </a:lnSpc>
              <a:spcBef>
                <a:spcPts val="0"/>
              </a:spcBef>
              <a:spcAft>
                <a:spcPts val="0"/>
              </a:spcAft>
            </a:pPr>
            <a:r>
              <a:rPr lang="en-US" sz="700" dirty="0">
                <a:solidFill>
                  <a:schemeClr val="tx1"/>
                </a:solidFill>
                <a:effectLst/>
                <a:latin typeface="+mn-lt"/>
                <a:ea typeface="GT America Regular" pitchFamily="2" charset="77"/>
                <a:cs typeface="GT America Regular" pitchFamily="2" charset="77"/>
              </a:rPr>
              <a:t>MOODY’S CREDIT RATINGS</a:t>
            </a:r>
            <a:r>
              <a:rPr lang="en-US" sz="700" b="1" dirty="0">
                <a:solidFill>
                  <a:schemeClr val="tx1"/>
                </a:solidFill>
                <a:effectLst/>
                <a:latin typeface="+mn-lt"/>
                <a:ea typeface="GT America Regular" pitchFamily="2" charset="77"/>
                <a:cs typeface="GT America Regular" pitchFamily="2" charset="77"/>
              </a:rPr>
              <a:t>, </a:t>
            </a:r>
            <a:r>
              <a:rPr lang="en-US" sz="700" dirty="0">
                <a:solidFill>
                  <a:schemeClr val="tx1"/>
                </a:solidFill>
                <a:effectLst/>
                <a:latin typeface="+mn-lt"/>
                <a:ea typeface="GT America Regular" pitchFamily="2" charset="77"/>
                <a:cs typeface="GT America Regular" pitchFamily="2" charset="77"/>
              </a:rPr>
              <a:t>ASSESSMENTS, OTHER OPINIONS AND MATERIALS ARE NOT INTENDED FOR USE BY ANY PERSON AS A BENCHMARK AS THAT TERM IS DEFINED FOR REGULATORY PURPOSES AND MUST NOT BE USED IN ANY WAY THAT COULD RESULT IN THEM BEING CONSIDERED A BENCHMARK.</a:t>
            </a:r>
          </a:p>
          <a:p>
            <a:pPr marL="0" marR="0">
              <a:lnSpc>
                <a:spcPct val="95000"/>
              </a:lnSpc>
              <a:spcBef>
                <a:spcPts val="0"/>
              </a:spcBef>
              <a:spcAft>
                <a:spcPts val="0"/>
              </a:spcAft>
            </a:pPr>
            <a:r>
              <a:rPr lang="en-US" sz="700" dirty="0">
                <a:solidFill>
                  <a:schemeClr val="tx1"/>
                </a:solidFill>
                <a:effectLst/>
                <a:latin typeface="+mn-lt"/>
                <a:ea typeface="GT America Regular" pitchFamily="2" charset="77"/>
                <a:cs typeface="GT America Regular" pitchFamily="2" charset="77"/>
              </a:rPr>
              <a:t> </a:t>
            </a:r>
          </a:p>
          <a:p>
            <a:pPr marL="0" marR="0">
              <a:lnSpc>
                <a:spcPct val="95000"/>
              </a:lnSpc>
              <a:spcBef>
                <a:spcPts val="0"/>
              </a:spcBef>
              <a:spcAft>
                <a:spcPts val="0"/>
              </a:spcAft>
            </a:pPr>
            <a:r>
              <a:rPr lang="en-US" sz="700" dirty="0">
                <a:solidFill>
                  <a:schemeClr val="tx1"/>
                </a:solidFill>
                <a:effectLst/>
                <a:latin typeface="+mn-lt"/>
                <a:ea typeface="GT America Regular" pitchFamily="2" charset="77"/>
                <a:cs typeface="GT America Regular" pitchFamily="2" charset="77"/>
              </a:rPr>
              <a:t>All information contained herein is obtained by MOODY’S from sources believed by it to be accurate and reliable. Because of the possibility of human or mechanical error as well as other factors, however, all information contained herein is provided “AS IS” without warranty of any kind. MOODY'S adopts all necessary measures so that the information it uses in assigning a credit rating is of sufficient quality and from sources MOODY'S considers to be reliable including, when appropriate, independent third-party sources. However, MOODY’S is not an auditor and cannot in every instance independently verify or validate information received in the credit rating process or in preparing its Materials. </a:t>
            </a:r>
          </a:p>
          <a:p>
            <a:pPr marL="0" marR="0">
              <a:lnSpc>
                <a:spcPct val="95000"/>
              </a:lnSpc>
              <a:spcBef>
                <a:spcPts val="0"/>
              </a:spcBef>
              <a:spcAft>
                <a:spcPts val="0"/>
              </a:spcAft>
            </a:pPr>
            <a:r>
              <a:rPr lang="en-US" sz="700" dirty="0">
                <a:solidFill>
                  <a:schemeClr val="tx1"/>
                </a:solidFill>
                <a:effectLst/>
                <a:latin typeface="+mn-lt"/>
                <a:ea typeface="GT America Regular" pitchFamily="2" charset="77"/>
                <a:cs typeface="GT America Regular" pitchFamily="2" charset="77"/>
              </a:rPr>
              <a:t> </a:t>
            </a:r>
          </a:p>
          <a:p>
            <a:pPr marL="0" marR="0">
              <a:lnSpc>
                <a:spcPct val="95000"/>
              </a:lnSpc>
              <a:spcBef>
                <a:spcPts val="0"/>
              </a:spcBef>
              <a:spcAft>
                <a:spcPts val="0"/>
              </a:spcAft>
            </a:pPr>
            <a:r>
              <a:rPr lang="en-US" sz="700" dirty="0">
                <a:solidFill>
                  <a:schemeClr val="tx1"/>
                </a:solidFill>
                <a:effectLst/>
                <a:latin typeface="+mn-lt"/>
                <a:ea typeface="GT America Regular" pitchFamily="2" charset="77"/>
                <a:cs typeface="GT America Regular" pitchFamily="2" charset="77"/>
              </a:rPr>
              <a:t>To the extent permitted by law, MOODY’S and its directors, officers, employees, agents, representatives, licensors and suppliers disclaim liability to any person or entity for any indirect, special, consequential, or incidental losses or damages whatsoever arising from or in connection with the information contained herein or the use of or inability to use any such information, even if MOODY’S or any of its directors, officers, employees, agents, representatives, licensors or suppliers is advised in advance of the possibility of such losses or damages, including but not limited to: (a) any loss of present or prospective profits or (b) any loss or damage arising where the relevant financial instrument is not the subject of a particular credit rating assigned by MOODY’S.</a:t>
            </a:r>
          </a:p>
          <a:p>
            <a:pPr marL="0" marR="0">
              <a:lnSpc>
                <a:spcPct val="95000"/>
              </a:lnSpc>
              <a:spcBef>
                <a:spcPts val="0"/>
              </a:spcBef>
              <a:spcAft>
                <a:spcPts val="0"/>
              </a:spcAft>
            </a:pPr>
            <a:r>
              <a:rPr lang="en-US" sz="700" dirty="0">
                <a:solidFill>
                  <a:schemeClr val="tx1"/>
                </a:solidFill>
                <a:effectLst/>
                <a:latin typeface="+mn-lt"/>
                <a:ea typeface="GT America Regular" pitchFamily="2" charset="77"/>
                <a:cs typeface="GT America Regular" pitchFamily="2" charset="77"/>
              </a:rPr>
              <a:t> </a:t>
            </a:r>
          </a:p>
          <a:p>
            <a:pPr marL="114300" marR="0" indent="0">
              <a:lnSpc>
                <a:spcPct val="95000"/>
              </a:lnSpc>
              <a:spcBef>
                <a:spcPts val="0"/>
              </a:spcBef>
              <a:spcAft>
                <a:spcPts val="0"/>
              </a:spcAft>
              <a:tabLst/>
            </a:pPr>
            <a:r>
              <a:rPr lang="en-US" sz="700" dirty="0">
                <a:solidFill>
                  <a:schemeClr val="tx1"/>
                </a:solidFill>
                <a:effectLst/>
                <a:latin typeface="+mn-lt"/>
                <a:ea typeface="GT America Regular" pitchFamily="2" charset="77"/>
                <a:cs typeface="GT America Regular" pitchFamily="2" charset="77"/>
              </a:rPr>
              <a:t>To the extent permitted by law, MOODY’S and its directors, officers, employees, agents, representatives, licensors and suppliers disclaim liability for any direct or compensatory losses or damages caused to any person or entity, including but not limited to by any negligence (but excluding fraud, willful misconduct or any other type of liability that, for the avoidance of doubt, by law cannot be excluded) on the part of, or any contingency within or beyond the control of, MOODY’S or any of its directors, officers, employees, agents, representatives, licensors or suppliers, arising from or in connection with the information contained herein or the use of or inability to use any such information.</a:t>
            </a:r>
          </a:p>
          <a:p>
            <a:pPr marL="114300" marR="0" indent="0">
              <a:lnSpc>
                <a:spcPct val="95000"/>
              </a:lnSpc>
              <a:spcBef>
                <a:spcPts val="0"/>
              </a:spcBef>
              <a:spcAft>
                <a:spcPts val="0"/>
              </a:spcAft>
              <a:tabLst/>
            </a:pPr>
            <a:r>
              <a:rPr lang="en-US" sz="700" dirty="0">
                <a:solidFill>
                  <a:schemeClr val="tx1"/>
                </a:solidFill>
                <a:effectLst/>
                <a:latin typeface="+mn-lt"/>
                <a:ea typeface="GT America Regular" pitchFamily="2" charset="77"/>
                <a:cs typeface="GT America Regular" pitchFamily="2" charset="77"/>
              </a:rPr>
              <a:t> </a:t>
            </a:r>
          </a:p>
          <a:p>
            <a:pPr marL="114300" marR="0" indent="0">
              <a:lnSpc>
                <a:spcPct val="95000"/>
              </a:lnSpc>
              <a:spcBef>
                <a:spcPts val="0"/>
              </a:spcBef>
              <a:spcAft>
                <a:spcPts val="0"/>
              </a:spcAft>
              <a:tabLst/>
            </a:pPr>
            <a:r>
              <a:rPr lang="en-US" sz="700" dirty="0">
                <a:solidFill>
                  <a:schemeClr val="tx1"/>
                </a:solidFill>
                <a:effectLst/>
                <a:latin typeface="+mn-lt"/>
                <a:ea typeface="GT America Regular" pitchFamily="2" charset="77"/>
                <a:cs typeface="GT America Regular" pitchFamily="2" charset="77"/>
              </a:rPr>
              <a:t>NO WARRANTY, EXPRESS OR IMPLIED, AS TO THE ACCURACY, TIMELINESS, COMPLETENESS, MERCHANTABILITY OR FITNESS FOR ANY PARTICULAR PURPOSE OF ANY CREDIT RATING, ASSESSMENT, OTHER OPINION OR INFORMATION IS GIVEN OR MADE BY MOODY’S IN ANY FORM OR MANNER WHATSOEVER.</a:t>
            </a:r>
          </a:p>
          <a:p>
            <a:pPr marL="114300" marR="0" indent="0">
              <a:lnSpc>
                <a:spcPct val="95000"/>
              </a:lnSpc>
              <a:spcBef>
                <a:spcPts val="0"/>
              </a:spcBef>
              <a:spcAft>
                <a:spcPts val="0"/>
              </a:spcAft>
              <a:tabLst/>
            </a:pPr>
            <a:r>
              <a:rPr lang="en-US" sz="700" dirty="0">
                <a:solidFill>
                  <a:schemeClr val="tx1"/>
                </a:solidFill>
                <a:effectLst/>
                <a:latin typeface="+mn-lt"/>
                <a:ea typeface="GT America Regular" pitchFamily="2" charset="77"/>
                <a:cs typeface="GT America Regular" pitchFamily="2" charset="77"/>
              </a:rPr>
              <a:t> </a:t>
            </a:r>
          </a:p>
          <a:p>
            <a:pPr marL="114300" marR="0" indent="0">
              <a:lnSpc>
                <a:spcPct val="95000"/>
              </a:lnSpc>
              <a:spcBef>
                <a:spcPts val="0"/>
              </a:spcBef>
              <a:spcAft>
                <a:spcPts val="0"/>
              </a:spcAft>
              <a:tabLst/>
            </a:pPr>
            <a:r>
              <a:rPr lang="en-US" sz="700" dirty="0">
                <a:solidFill>
                  <a:schemeClr val="tx1"/>
                </a:solidFill>
                <a:effectLst/>
                <a:latin typeface="+mn-lt"/>
                <a:ea typeface="GT America Regular" pitchFamily="2" charset="77"/>
                <a:cs typeface="GT America Regular" pitchFamily="2" charset="77"/>
              </a:rPr>
              <a:t>Moody’s Investors Service, Inc., a wholly-owned credit rating agency subsidiary of Moody’s Corporation (“MCO”), hereby discloses that most issuers of debt securities (including corporate and municipal bonds, debentures, notes and commercial paper) and preferred stock rated by Moody’s Investors Service, Inc. have, prior to assignment of any credit rating, agreed to pay to Moody’s Investors Service, Inc. for credit ratings opinions and services rendered by it. MCO and Moody’s Investors Service also maintain policies and procedures to address the independence of Moody’s Investors Service credit ratings and credit rating processes. Information regarding certain affiliations that may exist between directors of MCO and rated entities, and between entities who hold credit ratings from Moody’s Investors Service, Inc. and have also publicly reported to the SEC an ownership interest in MCO of more than 5%, is posted annually at </a:t>
            </a:r>
            <a:r>
              <a:rPr lang="en-US" sz="700" u="sng" dirty="0">
                <a:solidFill>
                  <a:schemeClr val="accent1"/>
                </a:solidFill>
                <a:effectLst/>
                <a:latin typeface="+mn-lt"/>
                <a:ea typeface="GT America Regular" pitchFamily="2" charset="77"/>
                <a:cs typeface="GT America Regular" pitchFamily="2" charset="77"/>
                <a:hlinkClick r:id="rId2">
                  <a:extLst>
                    <a:ext uri="{A12FA001-AC4F-418D-AE19-62706E023703}">
                      <ahyp:hlinkClr xmlns:ahyp="http://schemas.microsoft.com/office/drawing/2018/hyperlinkcolor" val="tx"/>
                    </a:ext>
                  </a:extLst>
                </a:hlinkClick>
              </a:rPr>
              <a:t>www.moodys.com</a:t>
            </a:r>
            <a:r>
              <a:rPr lang="en-US" sz="700" dirty="0">
                <a:solidFill>
                  <a:schemeClr val="accent1"/>
                </a:solidFill>
                <a:effectLst/>
                <a:latin typeface="+mn-lt"/>
                <a:ea typeface="GT America Regular" pitchFamily="2" charset="77"/>
                <a:cs typeface="GT America Regular" pitchFamily="2" charset="77"/>
              </a:rPr>
              <a:t> </a:t>
            </a:r>
            <a:r>
              <a:rPr lang="en-US" sz="700" dirty="0">
                <a:solidFill>
                  <a:schemeClr val="tx1"/>
                </a:solidFill>
                <a:effectLst/>
                <a:latin typeface="+mn-lt"/>
                <a:ea typeface="GT America Regular" pitchFamily="2" charset="77"/>
                <a:cs typeface="GT America Regular" pitchFamily="2" charset="77"/>
              </a:rPr>
              <a:t>under the heading “Investor Relations — Corporate Governance — Charter Documents - Director and Shareholder Affiliation Policy.”  </a:t>
            </a:r>
          </a:p>
          <a:p>
            <a:pPr marL="114300" marR="0" indent="0">
              <a:spcBef>
                <a:spcPts val="0"/>
              </a:spcBef>
              <a:spcAft>
                <a:spcPts val="0"/>
              </a:spcAft>
              <a:tabLst/>
            </a:pPr>
            <a:r>
              <a:rPr lang="en-US" sz="700" b="1" i="1" dirty="0">
                <a:solidFill>
                  <a:schemeClr val="tx1"/>
                </a:solidFill>
                <a:effectLst/>
                <a:latin typeface="+mn-lt"/>
                <a:ea typeface="GT America Regular" pitchFamily="2" charset="77"/>
                <a:cs typeface="GT America Regular" pitchFamily="2" charset="77"/>
              </a:rPr>
              <a:t> </a:t>
            </a:r>
            <a:endParaRPr lang="en-US" sz="700" dirty="0">
              <a:solidFill>
                <a:schemeClr val="tx1"/>
              </a:solidFill>
              <a:effectLst/>
              <a:latin typeface="+mn-lt"/>
              <a:ea typeface="GT America Regular" pitchFamily="2" charset="77"/>
              <a:cs typeface="GT America Regular" pitchFamily="2" charset="77"/>
            </a:endParaRPr>
          </a:p>
          <a:p>
            <a:pPr marL="114300" marR="0" indent="0">
              <a:spcBef>
                <a:spcPts val="0"/>
              </a:spcBef>
              <a:spcAft>
                <a:spcPts val="0"/>
              </a:spcAft>
              <a:tabLst/>
            </a:pPr>
            <a:r>
              <a:rPr lang="en-US" sz="700" dirty="0">
                <a:solidFill>
                  <a:schemeClr val="tx1"/>
                </a:solidFill>
                <a:effectLst/>
                <a:latin typeface="+mn-lt"/>
                <a:ea typeface="GT America Regular" pitchFamily="2" charset="77"/>
                <a:cs typeface="GT America Regular" pitchFamily="2" charset="77"/>
              </a:rPr>
              <a:t>Moody's SF Japan K.K., Moody's Local AR </a:t>
            </a:r>
            <a:r>
              <a:rPr lang="en-US" sz="700" dirty="0" err="1">
                <a:solidFill>
                  <a:schemeClr val="tx1"/>
                </a:solidFill>
                <a:effectLst/>
                <a:latin typeface="+mn-lt"/>
                <a:ea typeface="GT America Regular" pitchFamily="2" charset="77"/>
                <a:cs typeface="GT America Regular" pitchFamily="2" charset="77"/>
              </a:rPr>
              <a:t>Agente</a:t>
            </a:r>
            <a:r>
              <a:rPr lang="en-US" sz="700" dirty="0">
                <a:solidFill>
                  <a:schemeClr val="tx1"/>
                </a:solidFill>
                <a:effectLst/>
                <a:latin typeface="+mn-lt"/>
                <a:ea typeface="GT America Regular" pitchFamily="2" charset="77"/>
                <a:cs typeface="GT America Regular" pitchFamily="2" charset="77"/>
              </a:rPr>
              <a:t> de </a:t>
            </a:r>
            <a:r>
              <a:rPr lang="en-US" sz="700" dirty="0" err="1">
                <a:solidFill>
                  <a:schemeClr val="tx1"/>
                </a:solidFill>
                <a:effectLst/>
                <a:latin typeface="+mn-lt"/>
                <a:ea typeface="GT America Regular" pitchFamily="2" charset="77"/>
                <a:cs typeface="GT America Regular" pitchFamily="2" charset="77"/>
              </a:rPr>
              <a:t>Calificación</a:t>
            </a:r>
            <a:r>
              <a:rPr lang="en-US" sz="700" dirty="0">
                <a:solidFill>
                  <a:schemeClr val="tx1"/>
                </a:solidFill>
                <a:effectLst/>
                <a:latin typeface="+mn-lt"/>
                <a:ea typeface="GT America Regular" pitchFamily="2" charset="77"/>
                <a:cs typeface="GT America Regular" pitchFamily="2" charset="77"/>
              </a:rPr>
              <a:t> de </a:t>
            </a:r>
            <a:r>
              <a:rPr lang="en-US" sz="700" dirty="0" err="1">
                <a:solidFill>
                  <a:schemeClr val="tx1"/>
                </a:solidFill>
                <a:effectLst/>
                <a:latin typeface="+mn-lt"/>
                <a:ea typeface="GT America Regular" pitchFamily="2" charset="77"/>
                <a:cs typeface="GT America Regular" pitchFamily="2" charset="77"/>
              </a:rPr>
              <a:t>Riesgo</a:t>
            </a:r>
            <a:r>
              <a:rPr lang="en-US" sz="700" dirty="0">
                <a:solidFill>
                  <a:schemeClr val="tx1"/>
                </a:solidFill>
                <a:effectLst/>
                <a:latin typeface="+mn-lt"/>
                <a:ea typeface="GT America Regular" pitchFamily="2" charset="77"/>
                <a:cs typeface="GT America Regular" pitchFamily="2" charset="77"/>
              </a:rPr>
              <a:t> S.A., Moody’s Local BR </a:t>
            </a:r>
            <a:r>
              <a:rPr lang="en-US" sz="700" dirty="0" err="1">
                <a:solidFill>
                  <a:schemeClr val="tx1"/>
                </a:solidFill>
                <a:effectLst/>
                <a:latin typeface="+mn-lt"/>
                <a:ea typeface="GT America Regular" pitchFamily="2" charset="77"/>
                <a:cs typeface="GT America Regular" pitchFamily="2" charset="77"/>
              </a:rPr>
              <a:t>Agência</a:t>
            </a:r>
            <a:r>
              <a:rPr lang="en-US" sz="700" dirty="0">
                <a:solidFill>
                  <a:schemeClr val="tx1"/>
                </a:solidFill>
                <a:effectLst/>
                <a:latin typeface="+mn-lt"/>
                <a:ea typeface="GT America Regular" pitchFamily="2" charset="77"/>
                <a:cs typeface="GT America Regular" pitchFamily="2" charset="77"/>
              </a:rPr>
              <a:t> de </a:t>
            </a:r>
            <a:r>
              <a:rPr lang="en-US" sz="700" dirty="0" err="1">
                <a:solidFill>
                  <a:schemeClr val="tx1"/>
                </a:solidFill>
                <a:effectLst/>
                <a:latin typeface="+mn-lt"/>
                <a:ea typeface="GT America Regular" pitchFamily="2" charset="77"/>
                <a:cs typeface="GT America Regular" pitchFamily="2" charset="77"/>
              </a:rPr>
              <a:t>Classificação</a:t>
            </a:r>
            <a:r>
              <a:rPr lang="en-US" sz="700" dirty="0">
                <a:solidFill>
                  <a:schemeClr val="tx1"/>
                </a:solidFill>
                <a:effectLst/>
                <a:latin typeface="+mn-lt"/>
                <a:ea typeface="GT America Regular" pitchFamily="2" charset="77"/>
                <a:cs typeface="GT America Regular" pitchFamily="2" charset="77"/>
              </a:rPr>
              <a:t> de </a:t>
            </a:r>
            <a:r>
              <a:rPr lang="en-US" sz="700" dirty="0" err="1">
                <a:solidFill>
                  <a:schemeClr val="tx1"/>
                </a:solidFill>
                <a:effectLst/>
                <a:latin typeface="+mn-lt"/>
                <a:ea typeface="GT America Regular" pitchFamily="2" charset="77"/>
                <a:cs typeface="GT America Regular" pitchFamily="2" charset="77"/>
              </a:rPr>
              <a:t>Risco</a:t>
            </a:r>
            <a:r>
              <a:rPr lang="en-US" sz="700" dirty="0">
                <a:solidFill>
                  <a:schemeClr val="tx1"/>
                </a:solidFill>
                <a:effectLst/>
                <a:latin typeface="+mn-lt"/>
                <a:ea typeface="GT America Regular" pitchFamily="2" charset="77"/>
                <a:cs typeface="GT America Regular" pitchFamily="2" charset="77"/>
              </a:rPr>
              <a:t> LTDA, Moody’s Local MX S.A. de C.V, I.C.V., Moody's Local PE </a:t>
            </a:r>
            <a:r>
              <a:rPr lang="en-US" sz="700" dirty="0" err="1">
                <a:solidFill>
                  <a:schemeClr val="tx1"/>
                </a:solidFill>
                <a:effectLst/>
                <a:latin typeface="+mn-lt"/>
                <a:ea typeface="GT America Regular" pitchFamily="2" charset="77"/>
                <a:cs typeface="GT America Regular" pitchFamily="2" charset="77"/>
              </a:rPr>
              <a:t>Clasificadora</a:t>
            </a:r>
            <a:r>
              <a:rPr lang="en-US" sz="700" dirty="0">
                <a:solidFill>
                  <a:schemeClr val="tx1"/>
                </a:solidFill>
                <a:effectLst/>
                <a:latin typeface="+mn-lt"/>
                <a:ea typeface="GT America Regular" pitchFamily="2" charset="77"/>
                <a:cs typeface="GT America Regular" pitchFamily="2" charset="77"/>
              </a:rPr>
              <a:t> de </a:t>
            </a:r>
            <a:r>
              <a:rPr lang="en-US" sz="700" dirty="0" err="1">
                <a:solidFill>
                  <a:schemeClr val="tx1"/>
                </a:solidFill>
                <a:effectLst/>
                <a:latin typeface="+mn-lt"/>
                <a:ea typeface="GT America Regular" pitchFamily="2" charset="77"/>
                <a:cs typeface="GT America Regular" pitchFamily="2" charset="77"/>
              </a:rPr>
              <a:t>Riesgo</a:t>
            </a:r>
            <a:r>
              <a:rPr lang="en-US" sz="700" dirty="0">
                <a:solidFill>
                  <a:schemeClr val="tx1"/>
                </a:solidFill>
                <a:effectLst/>
                <a:latin typeface="+mn-lt"/>
                <a:ea typeface="GT America Regular" pitchFamily="2" charset="77"/>
                <a:cs typeface="GT America Regular" pitchFamily="2" charset="77"/>
              </a:rPr>
              <a:t> S.A., and Moody's Local PA </a:t>
            </a:r>
            <a:r>
              <a:rPr lang="en-US" sz="700" dirty="0" err="1">
                <a:solidFill>
                  <a:schemeClr val="tx1"/>
                </a:solidFill>
                <a:effectLst/>
                <a:latin typeface="+mn-lt"/>
                <a:ea typeface="GT America Regular" pitchFamily="2" charset="77"/>
                <a:cs typeface="GT America Regular" pitchFamily="2" charset="77"/>
              </a:rPr>
              <a:t>Calificadora</a:t>
            </a:r>
            <a:r>
              <a:rPr lang="en-US" sz="700" dirty="0">
                <a:solidFill>
                  <a:schemeClr val="tx1"/>
                </a:solidFill>
                <a:effectLst/>
                <a:latin typeface="+mn-lt"/>
                <a:ea typeface="GT America Regular" pitchFamily="2" charset="77"/>
                <a:cs typeface="GT America Regular" pitchFamily="2" charset="77"/>
              </a:rPr>
              <a:t> de </a:t>
            </a:r>
            <a:r>
              <a:rPr lang="en-US" sz="700" dirty="0" err="1">
                <a:solidFill>
                  <a:schemeClr val="tx1"/>
                </a:solidFill>
                <a:effectLst/>
                <a:latin typeface="+mn-lt"/>
                <a:ea typeface="GT America Regular" pitchFamily="2" charset="77"/>
                <a:cs typeface="GT America Regular" pitchFamily="2" charset="77"/>
              </a:rPr>
              <a:t>Riesgo</a:t>
            </a:r>
            <a:r>
              <a:rPr lang="en-US" sz="700" dirty="0">
                <a:solidFill>
                  <a:schemeClr val="tx1"/>
                </a:solidFill>
                <a:effectLst/>
                <a:latin typeface="+mn-lt"/>
                <a:ea typeface="GT America Regular" pitchFamily="2" charset="77"/>
                <a:cs typeface="GT America Regular" pitchFamily="2" charset="77"/>
              </a:rPr>
              <a:t> S.A. (collectively, the “Moody’s Non-NRSRO CRAs”) are all indirectly wholly-owned credit rating agency subsidiaries of MCO. None of the Moody’s Non-NRSRO CRAs is a Nationally Recognized Statistical Rating Organization.</a:t>
            </a:r>
          </a:p>
          <a:p>
            <a:pPr marL="114300" marR="0" indent="0">
              <a:lnSpc>
                <a:spcPct val="95000"/>
              </a:lnSpc>
              <a:spcBef>
                <a:spcPts val="0"/>
              </a:spcBef>
              <a:spcAft>
                <a:spcPts val="0"/>
              </a:spcAft>
              <a:tabLst/>
            </a:pPr>
            <a:r>
              <a:rPr lang="en-US" sz="700" dirty="0">
                <a:solidFill>
                  <a:schemeClr val="tx1"/>
                </a:solidFill>
                <a:effectLst/>
                <a:latin typeface="+mn-lt"/>
                <a:ea typeface="GT America Regular" pitchFamily="2" charset="77"/>
                <a:cs typeface="GT America Regular" pitchFamily="2" charset="77"/>
              </a:rPr>
              <a:t> </a:t>
            </a:r>
          </a:p>
          <a:p>
            <a:pPr marL="114300" marR="0" indent="0">
              <a:lnSpc>
                <a:spcPct val="95000"/>
              </a:lnSpc>
              <a:spcBef>
                <a:spcPts val="0"/>
              </a:spcBef>
              <a:spcAft>
                <a:spcPts val="0"/>
              </a:spcAft>
              <a:tabLst/>
            </a:pPr>
            <a:r>
              <a:rPr lang="en-US" sz="700" dirty="0">
                <a:solidFill>
                  <a:schemeClr val="tx1"/>
                </a:solidFill>
                <a:effectLst/>
                <a:latin typeface="+mn-lt"/>
                <a:ea typeface="GT America Regular" pitchFamily="2" charset="77"/>
                <a:cs typeface="GT America Regular" pitchFamily="2" charset="77"/>
              </a:rPr>
              <a:t>Additional terms for Australia only: Any publication into Australia of this document is pursuant to the Australian Financial Services License of MOODY’S affiliate, Moody’s Investors Service Pty Limited ABN 61 003 399 657AFSL 336969 and/or Moody’s Analytics Australia Pty Ltd ABN 94 105 136 972 AFSL 383569 (as applicable). This document is intended to be provided only to “wholesale clients” within the meaning of section 761G of the Corporations Act 2001. By continuing to access this document from within Australia, you represent to MOODY’S that you are, or are accessing the document as a representative of, a “wholesale client” and that neither you nor the entity you represent will directly or indirectly disseminate this document or its contents to “retail clients” within the meaning of section 761G of the Corporations Act 2001. MOODY’S credit rating is an opinion as to the creditworthiness of a debt obligation of the issuer, not on the equity securities of the issuer or any form of security that is available to retail investors.</a:t>
            </a:r>
          </a:p>
          <a:p>
            <a:pPr marL="114300" marR="0" indent="0">
              <a:lnSpc>
                <a:spcPct val="95000"/>
              </a:lnSpc>
              <a:spcBef>
                <a:spcPts val="0"/>
              </a:spcBef>
              <a:spcAft>
                <a:spcPts val="0"/>
              </a:spcAft>
              <a:tabLst/>
            </a:pPr>
            <a:r>
              <a:rPr lang="en-US" sz="700" dirty="0">
                <a:solidFill>
                  <a:schemeClr val="tx1"/>
                </a:solidFill>
                <a:effectLst/>
                <a:latin typeface="+mn-lt"/>
                <a:ea typeface="GT America Regular" pitchFamily="2" charset="77"/>
                <a:cs typeface="GT America Regular" pitchFamily="2" charset="77"/>
              </a:rPr>
              <a:t> </a:t>
            </a:r>
          </a:p>
          <a:p>
            <a:pPr marL="114300" marR="0" indent="0">
              <a:lnSpc>
                <a:spcPct val="95000"/>
              </a:lnSpc>
              <a:spcBef>
                <a:spcPts val="0"/>
              </a:spcBef>
              <a:spcAft>
                <a:spcPts val="0"/>
              </a:spcAft>
              <a:tabLst/>
            </a:pPr>
            <a:r>
              <a:rPr lang="en-US" sz="700" dirty="0">
                <a:solidFill>
                  <a:schemeClr val="tx1"/>
                </a:solidFill>
                <a:effectLst/>
                <a:latin typeface="+mn-lt"/>
                <a:ea typeface="GT America Regular" pitchFamily="2" charset="77"/>
                <a:cs typeface="GT America Regular" pitchFamily="2" charset="77"/>
              </a:rPr>
              <a:t>Additional terms for India only:  Moody’s credit ratings, Assessments, other opinions and Materials are not intended to be and shall not be relied upon or used by any users located in India in relation to securities listed or proposed to be listed on Indian stock exchanges. </a:t>
            </a:r>
          </a:p>
          <a:p>
            <a:pPr marL="114300" marR="0" indent="0">
              <a:lnSpc>
                <a:spcPct val="95000"/>
              </a:lnSpc>
              <a:spcBef>
                <a:spcPts val="0"/>
              </a:spcBef>
              <a:spcAft>
                <a:spcPts val="0"/>
              </a:spcAft>
              <a:tabLst/>
            </a:pPr>
            <a:r>
              <a:rPr lang="en-US" sz="700" dirty="0">
                <a:solidFill>
                  <a:schemeClr val="tx1"/>
                </a:solidFill>
                <a:effectLst/>
                <a:latin typeface="+mn-lt"/>
                <a:ea typeface="GT America Regular" pitchFamily="2" charset="77"/>
                <a:cs typeface="GT America Regular" pitchFamily="2" charset="77"/>
              </a:rPr>
              <a:t> </a:t>
            </a:r>
          </a:p>
          <a:p>
            <a:pPr marL="114300" marR="0" indent="0">
              <a:lnSpc>
                <a:spcPct val="95000"/>
              </a:lnSpc>
              <a:spcBef>
                <a:spcPts val="0"/>
              </a:spcBef>
              <a:spcAft>
                <a:spcPts val="0"/>
              </a:spcAft>
              <a:tabLst/>
            </a:pPr>
            <a:r>
              <a:rPr lang="en-US" sz="700" dirty="0">
                <a:solidFill>
                  <a:schemeClr val="tx1"/>
                </a:solidFill>
                <a:effectLst/>
                <a:latin typeface="+mn-lt"/>
                <a:ea typeface="GT America Regular" pitchFamily="2" charset="77"/>
                <a:cs typeface="GT America Regular" pitchFamily="2" charset="77"/>
              </a:rPr>
              <a:t>Additional terms with respect to Second Party Opinions (as defined in Moody’s Investors Service Rating Symbols and Definitions): Please note that a Second Party Opinion (“SPO”) is not a “credit rating”. The issuance of SPOs is not a regulated activity in many jurisdictions, including Singapore. JAPAN: In Japan, development and provision of SPOs fall under the category of “Ancillary Businesses”, not “Credit Rating Business”, and are not subject to the regulations applicable to “Credit Rating Business” under the Financial Instruments and Exchange Act of Japan and its relevant regulation. PRC: Any SPO: (1) does not constitute a PRC Green Bond Assessment as defined under any relevant PRC laws or regulations; (2) cannot be included in any registration statement, offering circular, prospectus or any other documents submitted to the PRC regulatory authorities or otherwise used to satisfy any PRC regulatory disclosure requirement; and (3) cannot be used within the PRC for any regulatory purpose or for any other purpose which is not permitted under relevant PRC laws or regulations.  For the purposes of this disclaimer, “PRC” refers to the mainland of the People’s Republic of China, excluding Hong Kong, Macau and Taiwan.</a:t>
            </a:r>
          </a:p>
          <a:p>
            <a:pPr marL="114300" marR="0" indent="0">
              <a:lnSpc>
                <a:spcPct val="95000"/>
              </a:lnSpc>
              <a:spcBef>
                <a:spcPts val="0"/>
              </a:spcBef>
              <a:spcAft>
                <a:spcPts val="0"/>
              </a:spcAft>
              <a:tabLst/>
            </a:pPr>
            <a:r>
              <a:rPr lang="en-US" sz="700" dirty="0">
                <a:solidFill>
                  <a:schemeClr val="tx1"/>
                </a:solidFill>
                <a:effectLst/>
                <a:latin typeface="+mn-lt"/>
                <a:ea typeface="GT America Regular" pitchFamily="2" charset="77"/>
                <a:cs typeface="GT America Regular" pitchFamily="2" charset="77"/>
              </a:rPr>
              <a:t> </a:t>
            </a:r>
          </a:p>
        </p:txBody>
      </p:sp>
      <p:sp>
        <p:nvSpPr>
          <p:cNvPr id="2" name="Freeform 5">
            <a:extLst>
              <a:ext uri="{FF2B5EF4-FFF2-40B4-BE49-F238E27FC236}">
                <a16:creationId xmlns:a16="http://schemas.microsoft.com/office/drawing/2014/main" id="{EAE22505-FA70-8D9E-D41B-D2C783AC430B}"/>
              </a:ext>
            </a:extLst>
          </p:cNvPr>
          <p:cNvSpPr/>
          <p:nvPr userDrawn="1"/>
        </p:nvSpPr>
        <p:spPr bwMode="black">
          <a:xfrm>
            <a:off x="554038" y="6469335"/>
            <a:ext cx="678511" cy="112440"/>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chemeClr val="tx2"/>
          </a:solidFill>
          <a:ln w="0" cap="flat">
            <a:noFill/>
            <a:prstDash val="solid"/>
            <a:miter/>
          </a:ln>
        </p:spPr>
        <p:txBody>
          <a:bodyPr rtlCol="0" anchor="ctr"/>
          <a:lstStyle/>
          <a:p>
            <a:endParaRPr lang="en-US"/>
          </a:p>
        </p:txBody>
      </p:sp>
    </p:spTree>
    <p:extLst>
      <p:ext uri="{BB962C8B-B14F-4D97-AF65-F5344CB8AC3E}">
        <p14:creationId xmlns:p14="http://schemas.microsoft.com/office/powerpoint/2010/main" val="315811948"/>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slideLayout" Target="../slideLayouts/slideLayout22.xml"/><Relationship Id="rId23" Type="http://schemas.openxmlformats.org/officeDocument/2006/relationships/slideLayout" Target="../slideLayouts/slideLayout23.xml"/><Relationship Id="rId24" Type="http://schemas.openxmlformats.org/officeDocument/2006/relationships/slideLayout" Target="../slideLayouts/slideLayout24.xml"/><Relationship Id="rId25" Type="http://schemas.openxmlformats.org/officeDocument/2006/relationships/slideLayout" Target="../slideLayouts/slideLayout25.xml"/><Relationship Id="rId26" Type="http://schemas.openxmlformats.org/officeDocument/2006/relationships/slideLayout" Target="../slideLayouts/slideLayout26.xml"/><Relationship Id="rId27" Type="http://schemas.openxmlformats.org/officeDocument/2006/relationships/slideLayout" Target="../slideLayouts/slideLayout27.xml"/><Relationship Id="rId28" Type="http://schemas.openxmlformats.org/officeDocument/2006/relationships/slideLayout" Target="../slideLayouts/slideLayout28.xml"/><Relationship Id="rId29" Type="http://schemas.openxmlformats.org/officeDocument/2006/relationships/slideLayout" Target="../slideLayouts/slideLayout29.xml"/><Relationship Id="rId30" Type="http://schemas.openxmlformats.org/officeDocument/2006/relationships/slideLayout" Target="../slideLayouts/slideLayout30.xml"/><Relationship Id="rId31" Type="http://schemas.openxmlformats.org/officeDocument/2006/relationships/slideLayout" Target="../slideLayouts/slideLayout31.xml"/><Relationship Id="rId32" Type="http://schemas.openxmlformats.org/officeDocument/2006/relationships/slideLayout" Target="../slideLayouts/slideLayout32.xml"/><Relationship Id="rId33" Type="http://schemas.openxmlformats.org/officeDocument/2006/relationships/slideLayout" Target="../slideLayouts/slideLayout33.xml"/><Relationship Id="rId34" Type="http://schemas.openxmlformats.org/officeDocument/2006/relationships/slideLayout" Target="../slideLayouts/slideLayout34.xml"/><Relationship Id="rId35" Type="http://schemas.openxmlformats.org/officeDocument/2006/relationships/slideLayout" Target="../slideLayouts/slideLayout35.xml"/><Relationship Id="rId36" Type="http://schemas.openxmlformats.org/officeDocument/2006/relationships/slideLayout" Target="../slideLayouts/slideLayout36.xml"/><Relationship Id="rId37" Type="http://schemas.openxmlformats.org/officeDocument/2006/relationships/slideLayout" Target="../slideLayouts/slideLayout37.xml"/><Relationship Id="rId38" Type="http://schemas.openxmlformats.org/officeDocument/2006/relationships/slideLayout" Target="../slideLayouts/slideLayout38.xml"/><Relationship Id="rId39" Type="http://schemas.openxmlformats.org/officeDocument/2006/relationships/slideLayout" Target="../slideLayouts/slideLayout39.xml"/><Relationship Id="rId40" Type="http://schemas.openxmlformats.org/officeDocument/2006/relationships/slideLayout" Target="../slideLayouts/slideLayout40.xml"/><Relationship Id="rId41" Type="http://schemas.openxmlformats.org/officeDocument/2006/relationships/slideLayout" Target="../slideLayouts/slideLayout41.xml"/><Relationship Id="rId42" Type="http://schemas.openxmlformats.org/officeDocument/2006/relationships/slideLayout" Target="../slideLayouts/slideLayout42.xml"/><Relationship Id="rId43" Type="http://schemas.openxmlformats.org/officeDocument/2006/relationships/slideLayout" Target="../slideLayouts/slideLayout43.xml"/><Relationship Id="rId44" Type="http://schemas.openxmlformats.org/officeDocument/2006/relationships/slideLayout" Target="../slideLayouts/slideLayout44.xml"/><Relationship Id="rId45" Type="http://schemas.openxmlformats.org/officeDocument/2006/relationships/slideLayout" Target="../slideLayouts/slideLayout45.xml"/><Relationship Id="rId46" Type="http://schemas.openxmlformats.org/officeDocument/2006/relationships/slideLayout" Target="../slideLayouts/slideLayout46.xml"/><Relationship Id="rId47" Type="http://schemas.openxmlformats.org/officeDocument/2006/relationships/slideLayout" Target="../slideLayouts/slideLayout47.xml"/><Relationship Id="rId48" Type="http://schemas.openxmlformats.org/officeDocument/2006/relationships/slideLayout" Target="../slideLayouts/slideLayout48.xml"/><Relationship Id="rId49" Type="http://schemas.openxmlformats.org/officeDocument/2006/relationships/slideLayout" Target="../slideLayouts/slideLayout49.xml"/><Relationship Id="rId50" Type="http://schemas.openxmlformats.org/officeDocument/2006/relationships/slideLayout" Target="../slideLayouts/slideLayout50.xml"/><Relationship Id="rId51" Type="http://schemas.openxmlformats.org/officeDocument/2006/relationships/slideLayout" Target="../slideLayouts/slideLayout51.xml"/><Relationship Id="rId52" Type="http://schemas.openxmlformats.org/officeDocument/2006/relationships/slideLayout" Target="../slideLayouts/slideLayout52.xml"/><Relationship Id="rId53" Type="http://schemas.openxmlformats.org/officeDocument/2006/relationships/slideLayout" Target="../slideLayouts/slideLayout53.xml"/><Relationship Id="rId54" Type="http://schemas.openxmlformats.org/officeDocument/2006/relationships/slideLayout" Target="../slideLayouts/slideLayout54.xml"/><Relationship Id="rId55" Type="http://schemas.openxmlformats.org/officeDocument/2006/relationships/slideLayout" Target="../slideLayouts/slideLayout55.xml"/><Relationship Id="rId56" Type="http://schemas.openxmlformats.org/officeDocument/2006/relationships/slideLayout" Target="../slideLayouts/slideLayout56.xml"/><Relationship Id="rId57" Type="http://schemas.openxmlformats.org/officeDocument/2006/relationships/slideLayout" Target="../slideLayouts/slideLayout57.xml"/><Relationship Id="rId58" Type="http://schemas.openxmlformats.org/officeDocument/2006/relationships/slideLayout" Target="../slideLayouts/slideLayout58.xml"/><Relationship Id="rId59" Type="http://schemas.openxmlformats.org/officeDocument/2006/relationships/slideLayout" Target="../slideLayouts/slideLayout59.xml"/><Relationship Id="rId60" Type="http://schemas.openxmlformats.org/officeDocument/2006/relationships/slideLayout" Target="../slideLayouts/slideLayout60.xml"/><Relationship Id="rId61" Type="http://schemas.openxmlformats.org/officeDocument/2006/relationships/slideLayout" Target="../slideLayouts/slideLayout61.xml"/><Relationship Id="rId62" Type="http://schemas.openxmlformats.org/officeDocument/2006/relationships/slideLayout" Target="../slideLayouts/slideLayout62.xml"/><Relationship Id="rId63" Type="http://schemas.openxmlformats.org/officeDocument/2006/relationships/slideLayout" Target="../slideLayouts/slideLayout63.xml"/><Relationship Id="rId64" Type="http://schemas.openxmlformats.org/officeDocument/2006/relationships/slideLayout" Target="../slideLayouts/slideLayout64.xml"/><Relationship Id="rId65" Type="http://schemas.openxmlformats.org/officeDocument/2006/relationships/slideLayout" Target="../slideLayouts/slideLayout65.xml"/><Relationship Id="rId66" Type="http://schemas.openxmlformats.org/officeDocument/2006/relationships/slideLayout" Target="../slideLayouts/slideLayout66.xml"/><Relationship Id="rId67" Type="http://schemas.openxmlformats.org/officeDocument/2006/relationships/slideLayout" Target="../slideLayouts/slideLayout67.xml"/><Relationship Id="rId68" Type="http://schemas.openxmlformats.org/officeDocument/2006/relationships/slideLayout" Target="../slideLayouts/slideLayout68.xml"/><Relationship Id="rId69" Type="http://schemas.openxmlformats.org/officeDocument/2006/relationships/slideLayout" Target="../slideLayouts/slideLayout69.xml"/><Relationship Id="rId70" Type="http://schemas.openxmlformats.org/officeDocument/2006/relationships/slideLayout" Target="../slideLayouts/slideLayout70.xml"/><Relationship Id="rId71" Type="http://schemas.openxmlformats.org/officeDocument/2006/relationships/slideLayout" Target="../slideLayouts/slideLayout71.xml"/><Relationship Id="rId72" Type="http://schemas.openxmlformats.org/officeDocument/2006/relationships/slideLayout" Target="../slideLayouts/slideLayout72.xml"/><Relationship Id="rId73" Type="http://schemas.openxmlformats.org/officeDocument/2006/relationships/slideLayout" Target="../slideLayouts/slideLayout73.xml"/><Relationship Id="rId74" Type="http://schemas.openxmlformats.org/officeDocument/2006/relationships/slideLayout" Target="../slideLayouts/slideLayout74.xml"/><Relationship Id="rId75" Type="http://schemas.openxmlformats.org/officeDocument/2006/relationships/slideLayout" Target="../slideLayouts/slideLayout75.xml"/><Relationship Id="rId76" Type="http://schemas.openxmlformats.org/officeDocument/2006/relationships/slideLayout" Target="../slideLayouts/slideLayout76.xml"/><Relationship Id="rId77" Type="http://schemas.openxmlformats.org/officeDocument/2006/relationships/slideLayout" Target="../slideLayouts/slideLayout77.xml"/><Relationship Id="rId78" Type="http://schemas.openxmlformats.org/officeDocument/2006/relationships/slideLayout" Target="../slideLayouts/slideLayout78.xml"/><Relationship Id="rId79" Type="http://schemas.openxmlformats.org/officeDocument/2006/relationships/slideLayout" Target="../slideLayouts/slideLayout79.xml"/><Relationship Id="rId80" Type="http://schemas.openxmlformats.org/officeDocument/2006/relationships/slideLayout" Target="../slideLayouts/slideLayout80.xml"/><Relationship Id="rId81" Type="http://schemas.openxmlformats.org/officeDocument/2006/relationships/slideLayout" Target="../slideLayouts/slideLayout81.xml"/><Relationship Id="rId8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2390E15-2431-A873-A654-7B321106DAE2}"/>
              </a:ext>
            </a:extLst>
          </p:cNvPr>
          <p:cNvSpPr>
            <a:spLocks noGrp="1"/>
          </p:cNvSpPr>
          <p:nvPr>
            <p:ph type="title"/>
          </p:nvPr>
        </p:nvSpPr>
        <p:spPr>
          <a:xfrm>
            <a:off x="546100" y="548640"/>
            <a:ext cx="11091862" cy="438785"/>
          </a:xfrm>
          <a:prstGeom prst="rect">
            <a:avLst/>
          </a:prstGeom>
        </p:spPr>
        <p:txBody>
          <a:bodyPr vert="horz" lIns="0" tIns="0" rIns="0" bIns="0" rtlCol="0" anchor="t">
            <a:no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9A89620C-A07A-2A72-857A-735B5C91AA54}"/>
              </a:ext>
            </a:extLst>
          </p:cNvPr>
          <p:cNvSpPr>
            <a:spLocks noGrp="1"/>
          </p:cNvSpPr>
          <p:nvPr>
            <p:ph type="body" idx="1"/>
          </p:nvPr>
        </p:nvSpPr>
        <p:spPr>
          <a:xfrm>
            <a:off x="546100" y="2146300"/>
            <a:ext cx="11091862" cy="3721101"/>
          </a:xfrm>
          <a:prstGeom prst="rect">
            <a:avLst/>
          </a:prstGeom>
        </p:spPr>
        <p:txBody>
          <a:bodyPr vert="horz" lIns="0" tIns="0" rIns="0" bIns="0" rtlCol="0">
            <a:normAutofit/>
          </a:bodyPr>
          <a:lstStyle/>
          <a:p>
            <a:pPr lvl="0"/>
            <a:r>
              <a:rPr lang="en-US" dirty="0"/>
              <a:t>Click to edit Master text styles, first level</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 level</a:t>
            </a:r>
          </a:p>
          <a:p>
            <a:pPr lvl="6"/>
            <a:r>
              <a:rPr lang="en-US" dirty="0"/>
              <a:t>Seventh level</a:t>
            </a:r>
          </a:p>
          <a:p>
            <a:pPr lvl="7"/>
            <a:r>
              <a:rPr lang="en-US" dirty="0"/>
              <a:t>Eighth level</a:t>
            </a:r>
          </a:p>
          <a:p>
            <a:pPr lvl="8"/>
            <a:r>
              <a:rPr lang="en-US" dirty="0"/>
              <a:t>Ninth level</a:t>
            </a:r>
          </a:p>
        </p:txBody>
      </p:sp>
      <p:sp>
        <p:nvSpPr>
          <p:cNvPr id="5" name="Footer Placeholder 4">
            <a:extLst>
              <a:ext uri="{FF2B5EF4-FFF2-40B4-BE49-F238E27FC236}">
                <a16:creationId xmlns:a16="http://schemas.microsoft.com/office/drawing/2014/main" id="{9286892E-5C75-BB2B-DC86-3D98574CDC6C}"/>
              </a:ext>
            </a:extLst>
          </p:cNvPr>
          <p:cNvSpPr>
            <a:spLocks noGrp="1"/>
          </p:cNvSpPr>
          <p:nvPr>
            <p:ph type="ftr" sz="quarter" idx="3"/>
          </p:nvPr>
        </p:nvSpPr>
        <p:spPr>
          <a:xfrm>
            <a:off x="4781550" y="6311900"/>
            <a:ext cx="5448300" cy="269875"/>
          </a:xfrm>
          <a:prstGeom prst="rect">
            <a:avLst/>
          </a:prstGeom>
        </p:spPr>
        <p:txBody>
          <a:bodyPr vert="horz" lIns="0" tIns="0" rIns="0" bIns="0" rtlCol="0" anchor="b" anchorCtr="0"/>
          <a:lstStyle>
            <a:lvl1pPr algn="r">
              <a:defRPr sz="1000" b="0" i="0">
                <a:solidFill>
                  <a:schemeClr val="tx1"/>
                </a:solidFill>
                <a:latin typeface="+mn-lt"/>
                <a:ea typeface="GT America Regular" pitchFamily="2" charset="77"/>
                <a:cs typeface="GT America Regular" pitchFamily="2" charset="77"/>
              </a:defRPr>
            </a:lvl1pPr>
            <a:lvl2pPr>
              <a:defRPr sz="1000"/>
            </a:lvl2pPr>
            <a:lvl3pPr>
              <a:defRPr sz="1000"/>
            </a:lvl3pPr>
            <a:lvl4pPr marL="0" indent="0">
              <a:defRPr sz="1000"/>
            </a:lvl4pPr>
            <a:lvl5pPr marL="0" indent="0">
              <a:defRPr sz="1000"/>
            </a:lvl5pPr>
            <a:lvl6pPr marL="0" indent="0">
              <a:defRPr sz="1000"/>
            </a:lvl6pPr>
            <a:lvl7pPr marL="0" indent="0">
              <a:defRPr sz="1000"/>
            </a:lvl7pPr>
            <a:lvl8pPr marL="0" indent="0">
              <a:defRPr sz="1000"/>
            </a:lvl8pPr>
            <a:lvl9pPr marL="0" indent="0">
              <a:defRPr sz="1000"/>
            </a:lvl9pPr>
          </a:lstStyle>
          <a:p>
            <a:r>
              <a:rPr lang="en-US"/>
              <a:t>See slide 12 for instructions on how to update footer</a:t>
            </a:r>
            <a:endParaRPr lang="en-US" dirty="0"/>
          </a:p>
        </p:txBody>
      </p:sp>
      <p:sp>
        <p:nvSpPr>
          <p:cNvPr id="6" name="Slide Number Placeholder 5">
            <a:extLst>
              <a:ext uri="{FF2B5EF4-FFF2-40B4-BE49-F238E27FC236}">
                <a16:creationId xmlns:a16="http://schemas.microsoft.com/office/drawing/2014/main" id="{9396C1FA-EF28-95E6-0423-F59B26A6F1F8}"/>
              </a:ext>
            </a:extLst>
          </p:cNvPr>
          <p:cNvSpPr>
            <a:spLocks noGrp="1"/>
          </p:cNvSpPr>
          <p:nvPr>
            <p:ph type="sldNum" sz="quarter" idx="4"/>
          </p:nvPr>
        </p:nvSpPr>
        <p:spPr>
          <a:xfrm>
            <a:off x="10428288" y="6311900"/>
            <a:ext cx="1209674" cy="269875"/>
          </a:xfrm>
          <a:prstGeom prst="rect">
            <a:avLst/>
          </a:prstGeom>
        </p:spPr>
        <p:txBody>
          <a:bodyPr vert="horz" lIns="0" tIns="0" rIns="0" bIns="0" rtlCol="0" anchor="b" anchorCtr="0"/>
          <a:lstStyle>
            <a:lvl1pPr algn="r">
              <a:defRPr sz="1000" b="0" i="0">
                <a:solidFill>
                  <a:schemeClr val="tx1"/>
                </a:solidFill>
                <a:latin typeface="+mn-lt"/>
                <a:ea typeface="GT America Regular" pitchFamily="2" charset="77"/>
                <a:cs typeface="GT America Regular" pitchFamily="2" charset="77"/>
              </a:defRPr>
            </a:lvl1pPr>
            <a:lvl2pPr marL="0" indent="0" algn="r">
              <a:defRPr sz="1000"/>
            </a:lvl2pPr>
            <a:lvl3pPr marL="0" indent="0">
              <a:defRPr sz="1000"/>
            </a:lvl3pPr>
            <a:lvl4pPr marL="0">
              <a:defRPr sz="1000"/>
            </a:lvl4pPr>
            <a:lvl5pPr marL="0">
              <a:defRPr sz="1000"/>
            </a:lvl5pPr>
            <a:lvl6pPr marL="0">
              <a:defRPr sz="1000"/>
            </a:lvl6pPr>
            <a:lvl7pPr marL="0">
              <a:defRPr sz="1000"/>
            </a:lvl7pPr>
            <a:lvl8pPr marL="0">
              <a:defRPr sz="1000"/>
            </a:lvl8pPr>
            <a:lvl9pPr marL="0">
              <a:defRPr sz="1000"/>
            </a:lvl9pPr>
          </a:lstStyle>
          <a:p>
            <a:fld id="{862A5111-985B-C14D-9115-5787026182A8}" type="slidenum">
              <a:rPr lang="en-US" smtClean="0"/>
              <a:pPr/>
              <a:t>‹#›</a:t>
            </a:fld>
            <a:endParaRPr lang="en-US" dirty="0"/>
          </a:p>
        </p:txBody>
      </p:sp>
      <p:sp>
        <p:nvSpPr>
          <p:cNvPr id="30" name="Rectangle 29">
            <a:extLst>
              <a:ext uri="{FF2B5EF4-FFF2-40B4-BE49-F238E27FC236}">
                <a16:creationId xmlns:a16="http://schemas.microsoft.com/office/drawing/2014/main" id="{EE698C20-1EF2-021A-C047-3C184486E6D3}"/>
              </a:ext>
            </a:extLst>
          </p:cNvPr>
          <p:cNvSpPr/>
          <p:nvPr userDrawn="1"/>
        </p:nvSpPr>
        <p:spPr>
          <a:xfrm>
            <a:off x="-5621" y="-677332"/>
            <a:ext cx="2029968" cy="505882"/>
          </a:xfrm>
          <a:prstGeom prst="rect">
            <a:avLst/>
          </a:prstGeom>
          <a:solidFill>
            <a:srgbClr val="D9017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dirty="0">
                <a:solidFill>
                  <a:srgbClr val="FEFEFE"/>
                </a:solidFill>
              </a:rPr>
              <a:t>16 x 9 Dynamic Slice 1</a:t>
            </a:r>
          </a:p>
          <a:p>
            <a:pPr algn="ctr"/>
            <a:r>
              <a:rPr lang="en-US" sz="1100" dirty="0">
                <a:solidFill>
                  <a:srgbClr val="FEFEFE"/>
                </a:solidFill>
                <a:sym typeface="Wingdings" pitchFamily="2" charset="2"/>
              </a:rPr>
              <a:t> 2.22” </a:t>
            </a:r>
            <a:r>
              <a:rPr lang="en-US" sz="1100" dirty="0">
                <a:solidFill>
                  <a:srgbClr val="FEFEFE"/>
                </a:solidFill>
              </a:rPr>
              <a:t> </a:t>
            </a:r>
          </a:p>
        </p:txBody>
      </p:sp>
      <p:sp>
        <p:nvSpPr>
          <p:cNvPr id="31" name="Rectangle 30">
            <a:extLst>
              <a:ext uri="{FF2B5EF4-FFF2-40B4-BE49-F238E27FC236}">
                <a16:creationId xmlns:a16="http://schemas.microsoft.com/office/drawing/2014/main" id="{D4498F90-57D8-5DF6-643F-2780CF5A00F6}"/>
              </a:ext>
            </a:extLst>
          </p:cNvPr>
          <p:cNvSpPr/>
          <p:nvPr userDrawn="1"/>
        </p:nvSpPr>
        <p:spPr>
          <a:xfrm>
            <a:off x="2024347" y="-677332"/>
            <a:ext cx="2029968" cy="505882"/>
          </a:xfrm>
          <a:prstGeom prst="rect">
            <a:avLst/>
          </a:prstGeom>
          <a:solidFill>
            <a:srgbClr val="FDE5F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dirty="0">
                <a:solidFill>
                  <a:srgbClr val="010101"/>
                </a:solidFill>
              </a:rPr>
              <a:t>16 x 9 Dynamic Slice 2</a:t>
            </a:r>
          </a:p>
          <a:p>
            <a:pPr algn="ctr"/>
            <a:r>
              <a:rPr lang="en-US" sz="1100" dirty="0">
                <a:solidFill>
                  <a:srgbClr val="010101"/>
                </a:solidFill>
                <a:sym typeface="Wingdings" pitchFamily="2" charset="2"/>
              </a:rPr>
              <a:t> 2.22” </a:t>
            </a:r>
            <a:r>
              <a:rPr lang="en-US" sz="1100" dirty="0">
                <a:solidFill>
                  <a:srgbClr val="010101"/>
                </a:solidFill>
              </a:rPr>
              <a:t> </a:t>
            </a:r>
          </a:p>
        </p:txBody>
      </p:sp>
      <p:sp>
        <p:nvSpPr>
          <p:cNvPr id="32" name="Rectangle 31">
            <a:extLst>
              <a:ext uri="{FF2B5EF4-FFF2-40B4-BE49-F238E27FC236}">
                <a16:creationId xmlns:a16="http://schemas.microsoft.com/office/drawing/2014/main" id="{0C6DBCC9-9137-4AFC-1374-03234E7610EC}"/>
              </a:ext>
            </a:extLst>
          </p:cNvPr>
          <p:cNvSpPr/>
          <p:nvPr userDrawn="1"/>
        </p:nvSpPr>
        <p:spPr>
          <a:xfrm>
            <a:off x="4054314" y="-677332"/>
            <a:ext cx="2041685" cy="505882"/>
          </a:xfrm>
          <a:prstGeom prst="rect">
            <a:avLst/>
          </a:prstGeom>
          <a:solidFill>
            <a:srgbClr val="D9017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dirty="0">
                <a:solidFill>
                  <a:srgbClr val="FEFEFE"/>
                </a:solidFill>
              </a:rPr>
              <a:t>16 x 9 Dynamic Slice 3</a:t>
            </a:r>
          </a:p>
          <a:p>
            <a:pPr algn="ctr"/>
            <a:r>
              <a:rPr lang="en-US" sz="1100" dirty="0">
                <a:solidFill>
                  <a:srgbClr val="FEFEFE"/>
                </a:solidFill>
                <a:sym typeface="Wingdings" pitchFamily="2" charset="2"/>
              </a:rPr>
              <a:t> 2.22” </a:t>
            </a:r>
            <a:r>
              <a:rPr lang="en-US" sz="1100" dirty="0">
                <a:solidFill>
                  <a:srgbClr val="FEFEFE"/>
                </a:solidFill>
              </a:rPr>
              <a:t> </a:t>
            </a:r>
          </a:p>
        </p:txBody>
      </p:sp>
      <p:sp>
        <p:nvSpPr>
          <p:cNvPr id="33" name="Rectangle 32">
            <a:extLst>
              <a:ext uri="{FF2B5EF4-FFF2-40B4-BE49-F238E27FC236}">
                <a16:creationId xmlns:a16="http://schemas.microsoft.com/office/drawing/2014/main" id="{D47ACDAE-6334-08F3-3BB3-62F0E7733AA8}"/>
              </a:ext>
            </a:extLst>
          </p:cNvPr>
          <p:cNvSpPr/>
          <p:nvPr userDrawn="1"/>
        </p:nvSpPr>
        <p:spPr>
          <a:xfrm>
            <a:off x="6096000" y="-677332"/>
            <a:ext cx="2028825" cy="505882"/>
          </a:xfrm>
          <a:prstGeom prst="rect">
            <a:avLst/>
          </a:prstGeom>
          <a:solidFill>
            <a:srgbClr val="FDE5F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dirty="0">
                <a:solidFill>
                  <a:srgbClr val="010101"/>
                </a:solidFill>
              </a:rPr>
              <a:t>16 x 9 Dynamic Slice 4</a:t>
            </a:r>
          </a:p>
          <a:p>
            <a:pPr algn="ctr"/>
            <a:r>
              <a:rPr lang="en-US" sz="1100" dirty="0">
                <a:solidFill>
                  <a:srgbClr val="010101"/>
                </a:solidFill>
                <a:sym typeface="Wingdings" pitchFamily="2" charset="2"/>
              </a:rPr>
              <a:t> 2.22” </a:t>
            </a:r>
            <a:r>
              <a:rPr lang="en-US" sz="1100" dirty="0">
                <a:solidFill>
                  <a:srgbClr val="010101"/>
                </a:solidFill>
              </a:rPr>
              <a:t> </a:t>
            </a:r>
          </a:p>
        </p:txBody>
      </p:sp>
      <p:sp>
        <p:nvSpPr>
          <p:cNvPr id="34" name="Rectangle 33">
            <a:extLst>
              <a:ext uri="{FF2B5EF4-FFF2-40B4-BE49-F238E27FC236}">
                <a16:creationId xmlns:a16="http://schemas.microsoft.com/office/drawing/2014/main" id="{79309483-13B1-0215-9578-4B2CB0F670F5}"/>
              </a:ext>
            </a:extLst>
          </p:cNvPr>
          <p:cNvSpPr/>
          <p:nvPr userDrawn="1"/>
        </p:nvSpPr>
        <p:spPr>
          <a:xfrm>
            <a:off x="8124825" y="-677332"/>
            <a:ext cx="2028825" cy="505882"/>
          </a:xfrm>
          <a:prstGeom prst="rect">
            <a:avLst/>
          </a:prstGeom>
          <a:solidFill>
            <a:srgbClr val="D9017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dirty="0">
                <a:solidFill>
                  <a:srgbClr val="FEFEFE"/>
                </a:solidFill>
              </a:rPr>
              <a:t>16 x 9 Dynamic Slice 5</a:t>
            </a:r>
          </a:p>
          <a:p>
            <a:pPr algn="ctr"/>
            <a:r>
              <a:rPr lang="en-US" sz="1100" dirty="0">
                <a:solidFill>
                  <a:srgbClr val="FEFEFE"/>
                </a:solidFill>
                <a:sym typeface="Wingdings" pitchFamily="2" charset="2"/>
              </a:rPr>
              <a:t> 2.22” </a:t>
            </a:r>
            <a:r>
              <a:rPr lang="en-US" sz="1100" dirty="0">
                <a:solidFill>
                  <a:srgbClr val="FEFEFE"/>
                </a:solidFill>
              </a:rPr>
              <a:t> </a:t>
            </a:r>
          </a:p>
        </p:txBody>
      </p:sp>
      <p:sp>
        <p:nvSpPr>
          <p:cNvPr id="35" name="Rectangle 34">
            <a:extLst>
              <a:ext uri="{FF2B5EF4-FFF2-40B4-BE49-F238E27FC236}">
                <a16:creationId xmlns:a16="http://schemas.microsoft.com/office/drawing/2014/main" id="{C9133D84-F584-8DF6-DF99-C42E896233FB}"/>
              </a:ext>
            </a:extLst>
          </p:cNvPr>
          <p:cNvSpPr/>
          <p:nvPr userDrawn="1"/>
        </p:nvSpPr>
        <p:spPr>
          <a:xfrm>
            <a:off x="10153650" y="-677332"/>
            <a:ext cx="2038349" cy="505882"/>
          </a:xfrm>
          <a:prstGeom prst="rect">
            <a:avLst/>
          </a:prstGeom>
          <a:solidFill>
            <a:srgbClr val="FDE5F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dirty="0">
                <a:solidFill>
                  <a:srgbClr val="010101"/>
                </a:solidFill>
              </a:rPr>
              <a:t>16 x 9 Dynamic Slice 6</a:t>
            </a:r>
          </a:p>
          <a:p>
            <a:pPr algn="ctr"/>
            <a:r>
              <a:rPr lang="en-US" sz="1100" dirty="0">
                <a:solidFill>
                  <a:srgbClr val="010101"/>
                </a:solidFill>
                <a:sym typeface="Wingdings" pitchFamily="2" charset="2"/>
              </a:rPr>
              <a:t> 2.22” </a:t>
            </a:r>
            <a:r>
              <a:rPr lang="en-US" sz="1100" dirty="0">
                <a:solidFill>
                  <a:srgbClr val="010101"/>
                </a:solidFill>
              </a:rPr>
              <a:t> </a:t>
            </a:r>
          </a:p>
        </p:txBody>
      </p:sp>
      <p:sp>
        <p:nvSpPr>
          <p:cNvPr id="4" name="Date Placeholder 3">
            <a:extLst>
              <a:ext uri="{FF2B5EF4-FFF2-40B4-BE49-F238E27FC236}">
                <a16:creationId xmlns:a16="http://schemas.microsoft.com/office/drawing/2014/main" id="{B74C9D9E-F1D3-BF13-32B3-2BDFE3E4F7BC}"/>
              </a:ext>
            </a:extLst>
          </p:cNvPr>
          <p:cNvSpPr>
            <a:spLocks noGrp="1"/>
          </p:cNvSpPr>
          <p:nvPr>
            <p:ph type="dt" sz="half" idx="2"/>
          </p:nvPr>
        </p:nvSpPr>
        <p:spPr>
          <a:xfrm>
            <a:off x="546100" y="6332764"/>
            <a:ext cx="2619375" cy="249011"/>
          </a:xfrm>
          <a:prstGeom prst="rect">
            <a:avLst/>
          </a:prstGeom>
        </p:spPr>
        <p:txBody>
          <a:bodyPr vert="horz" lIns="0" tIns="0" rIns="0" bIns="0" rtlCol="0" anchor="b" anchorCtr="0"/>
          <a:lstStyle>
            <a:lvl1pPr algn="r">
              <a:defRPr sz="1000">
                <a:solidFill>
                  <a:schemeClr val="tx1"/>
                </a:solidFill>
              </a:defRPr>
            </a:lvl1pPr>
            <a:lvl2pPr marL="0" indent="0">
              <a:defRPr sz="1000"/>
            </a:lvl2pPr>
            <a:lvl3pPr>
              <a:defRPr sz="1000"/>
            </a:lvl3pPr>
            <a:lvl4pPr>
              <a:defRPr sz="1000"/>
            </a:lvl4pPr>
            <a:lvl5pPr marL="0" indent="0">
              <a:defRPr sz="1000"/>
            </a:lvl5pPr>
            <a:lvl6pPr marL="0" indent="0">
              <a:defRPr sz="1000"/>
            </a:lvl6pPr>
            <a:lvl7pPr marL="0" indent="0">
              <a:defRPr sz="1000"/>
            </a:lvl7pPr>
            <a:lvl8pPr marL="0" indent="0">
              <a:defRPr sz="1000"/>
            </a:lvl8pPr>
            <a:lvl9pPr marL="0" indent="0">
              <a:defRPr sz="1000"/>
            </a:lvl9pPr>
          </a:lstStyle>
          <a:p>
            <a:endParaRPr lang="en-US" dirty="0"/>
          </a:p>
        </p:txBody>
      </p:sp>
    </p:spTree>
    <p:extLst>
      <p:ext uri="{BB962C8B-B14F-4D97-AF65-F5344CB8AC3E}">
        <p14:creationId xmlns:p14="http://schemas.microsoft.com/office/powerpoint/2010/main" val="2703121335"/>
      </p:ext>
    </p:extLst>
  </p:cSld>
  <p:clrMap bg1="lt1" tx1="dk1" bg2="lt2" tx2="dk2" accent1="accent1" accent2="accent2" accent3="accent3" accent4="accent4" accent5="accent5" accent6="accent6" hlink="hlink" folHlink="folHlink"/>
  <p:sldLayoutIdLst>
    <p:sldLayoutId id="2147483693" r:id="rId1"/>
    <p:sldLayoutId id="2147483694" r:id="rId2"/>
    <p:sldLayoutId id="2147483695" r:id="rId3"/>
    <p:sldLayoutId id="2147483758" r:id="rId4"/>
    <p:sldLayoutId id="2147483765" r:id="rId5"/>
    <p:sldLayoutId id="2147483696" r:id="rId6"/>
    <p:sldLayoutId id="2147483759" r:id="rId7"/>
    <p:sldLayoutId id="2147483692" r:id="rId8"/>
    <p:sldLayoutId id="2147483690" r:id="rId9"/>
    <p:sldLayoutId id="2147483738" r:id="rId10"/>
    <p:sldLayoutId id="2147483691" r:id="rId11"/>
    <p:sldLayoutId id="2147483711" r:id="rId12"/>
    <p:sldLayoutId id="2147483725" r:id="rId13"/>
    <p:sldLayoutId id="2147483744" r:id="rId14"/>
    <p:sldLayoutId id="2147483743" r:id="rId15"/>
    <p:sldLayoutId id="2147483745" r:id="rId16"/>
    <p:sldLayoutId id="2147483746" r:id="rId17"/>
    <p:sldLayoutId id="2147483712" r:id="rId18"/>
    <p:sldLayoutId id="2147483748" r:id="rId19"/>
    <p:sldLayoutId id="2147483747" r:id="rId20"/>
    <p:sldLayoutId id="2147483741" r:id="rId21"/>
    <p:sldLayoutId id="2147483739" r:id="rId22"/>
    <p:sldLayoutId id="2147483742" r:id="rId23"/>
    <p:sldLayoutId id="2147483722" r:id="rId24"/>
    <p:sldLayoutId id="2147483740" r:id="rId25"/>
    <p:sldLayoutId id="2147483726" r:id="rId26"/>
    <p:sldLayoutId id="2147483673" r:id="rId27"/>
    <p:sldLayoutId id="2147483767" r:id="rId28"/>
    <p:sldLayoutId id="2147483727" r:id="rId29"/>
    <p:sldLayoutId id="2147483675" r:id="rId30"/>
    <p:sldLayoutId id="2147483768" r:id="rId31"/>
    <p:sldLayoutId id="2147483728" r:id="rId32"/>
    <p:sldLayoutId id="2147483720" r:id="rId33"/>
    <p:sldLayoutId id="2147483729" r:id="rId34"/>
    <p:sldLayoutId id="2147483681" r:id="rId35"/>
    <p:sldLayoutId id="2147483730" r:id="rId36"/>
    <p:sldLayoutId id="2147483683" r:id="rId37"/>
    <p:sldLayoutId id="2147483731" r:id="rId38"/>
    <p:sldLayoutId id="2147483677" r:id="rId39"/>
    <p:sldLayoutId id="2147483732" r:id="rId40"/>
    <p:sldLayoutId id="2147483679" r:id="rId41"/>
    <p:sldLayoutId id="2147483761" r:id="rId42"/>
    <p:sldLayoutId id="2147483733" r:id="rId43"/>
    <p:sldLayoutId id="2147483698" r:id="rId44"/>
    <p:sldLayoutId id="2147483734" r:id="rId45"/>
    <p:sldLayoutId id="2147483702" r:id="rId46"/>
    <p:sldLayoutId id="2147483735" r:id="rId47"/>
    <p:sldLayoutId id="2147483705" r:id="rId48"/>
    <p:sldLayoutId id="2147483736" r:id="rId49"/>
    <p:sldLayoutId id="2147483703" r:id="rId50"/>
    <p:sldLayoutId id="2147483749" r:id="rId51"/>
    <p:sldLayoutId id="2147483750" r:id="rId52"/>
    <p:sldLayoutId id="2147483737" r:id="rId53"/>
    <p:sldLayoutId id="2147483704" r:id="rId54"/>
    <p:sldLayoutId id="2147483751" r:id="rId55"/>
    <p:sldLayoutId id="2147483752" r:id="rId56"/>
    <p:sldLayoutId id="2147483706" r:id="rId57"/>
    <p:sldLayoutId id="2147483753" r:id="rId58"/>
    <p:sldLayoutId id="2147483754" r:id="rId59"/>
    <p:sldLayoutId id="2147483763" r:id="rId60"/>
    <p:sldLayoutId id="2147483699" r:id="rId61"/>
    <p:sldLayoutId id="2147483700" r:id="rId62"/>
    <p:sldLayoutId id="2147483701" r:id="rId63"/>
    <p:sldLayoutId id="2147483688" r:id="rId64"/>
    <p:sldLayoutId id="2147483769" r:id="rId65"/>
    <p:sldLayoutId id="2147483770" r:id="rId66"/>
    <p:sldLayoutId id="2147483766" r:id="rId67"/>
    <p:sldLayoutId id="2147483689" r:id="rId68"/>
    <p:sldLayoutId id="2147483713" r:id="rId69"/>
    <p:sldLayoutId id="2147483714" r:id="rId70"/>
    <p:sldLayoutId id="2147483723" r:id="rId71"/>
    <p:sldLayoutId id="2147483724" r:id="rId72"/>
    <p:sldLayoutId id="2147483715" r:id="rId73"/>
    <p:sldLayoutId id="2147483716" r:id="rId74"/>
    <p:sldLayoutId id="2147483760" r:id="rId75"/>
    <p:sldLayoutId id="2147483719" r:id="rId76"/>
    <p:sldLayoutId id="2147483718" r:id="rId77"/>
    <p:sldLayoutId id="2147483755" r:id="rId78"/>
    <p:sldLayoutId id="2147483756" r:id="rId79"/>
    <p:sldLayoutId id="2147483757" r:id="rId80"/>
    <p:sldLayoutId id="2147483764" r:id="rId81"/>
  </p:sldLayoutIdLst>
  <p:hf hdr="0" dt="0"/>
  <p:txStyles>
    <p:titleStyle>
      <a:lvl1pPr algn="l" defTabSz="914400" rtl="0" eaLnBrk="1" latinLnBrk="0" hangingPunct="1">
        <a:lnSpc>
          <a:spcPts val="3600"/>
        </a:lnSpc>
        <a:spcBef>
          <a:spcPct val="0"/>
        </a:spcBef>
        <a:buNone/>
        <a:defRPr sz="3600" b="0" i="0" kern="1200">
          <a:solidFill>
            <a:schemeClr val="tx2"/>
          </a:solidFill>
          <a:latin typeface="+mj-lt"/>
          <a:ea typeface="+mj-ea"/>
          <a:cs typeface="+mj-cs"/>
        </a:defRPr>
      </a:lvl1pPr>
    </p:titleStyle>
    <p:bodyStyle>
      <a:lvl1pPr marL="0" indent="0" algn="l" defTabSz="914400" rtl="0" eaLnBrk="1" latinLnBrk="0" hangingPunct="1">
        <a:lnSpc>
          <a:spcPct val="101000"/>
        </a:lnSpc>
        <a:spcBef>
          <a:spcPts val="0"/>
        </a:spcBef>
        <a:spcAft>
          <a:spcPts val="600"/>
        </a:spcAft>
        <a:buFont typeface="GT America Regular"/>
        <a:buNone/>
        <a:defRPr sz="1400" b="0" i="0" kern="1200">
          <a:solidFill>
            <a:schemeClr val="tx1"/>
          </a:solidFill>
          <a:latin typeface="+mn-lt"/>
          <a:ea typeface="GT America Regular" charset="0"/>
          <a:cs typeface="GT America Regular" charset="0"/>
        </a:defRPr>
      </a:lvl1pPr>
      <a:lvl2pPr marL="285750" indent="-285750" algn="l" defTabSz="914400" rtl="0" eaLnBrk="1" latinLnBrk="0" hangingPunct="1">
        <a:lnSpc>
          <a:spcPct val="101000"/>
        </a:lnSpc>
        <a:spcBef>
          <a:spcPts val="0"/>
        </a:spcBef>
        <a:spcAft>
          <a:spcPts val="600"/>
        </a:spcAft>
        <a:buFont typeface="GT America Regular" charset="0"/>
        <a:buChar char="→"/>
        <a:defRPr sz="1400" b="0" i="0" kern="1200">
          <a:solidFill>
            <a:schemeClr val="tx1"/>
          </a:solidFill>
          <a:latin typeface="+mn-lt"/>
          <a:ea typeface="GT America Regular"/>
          <a:cs typeface="GT America Regular"/>
        </a:defRPr>
      </a:lvl2pPr>
      <a:lvl3pPr marL="458788" indent="-171450" algn="l" defTabSz="914400" rtl="0" eaLnBrk="1" latinLnBrk="0" hangingPunct="1">
        <a:lnSpc>
          <a:spcPct val="101000"/>
        </a:lnSpc>
        <a:spcBef>
          <a:spcPts val="0"/>
        </a:spcBef>
        <a:spcAft>
          <a:spcPts val="600"/>
        </a:spcAft>
        <a:buClr>
          <a:schemeClr val="accent1"/>
        </a:buClr>
        <a:buFont typeface="GT America Regular" pitchFamily="50" charset="0"/>
        <a:buChar char="•"/>
        <a:defRPr sz="1400" b="0" i="0" kern="1200">
          <a:solidFill>
            <a:schemeClr val="tx1"/>
          </a:solidFill>
          <a:latin typeface="+mn-lt"/>
          <a:ea typeface="GT America Regular" pitchFamily="2" charset="77"/>
          <a:cs typeface="GT America Regular" pitchFamily="2" charset="77"/>
        </a:defRPr>
      </a:lvl3pPr>
      <a:lvl4pPr marL="628650" indent="-171450" algn="l" defTabSz="914400" rtl="0" eaLnBrk="1" latinLnBrk="0" hangingPunct="1">
        <a:lnSpc>
          <a:spcPct val="101000"/>
        </a:lnSpc>
        <a:spcBef>
          <a:spcPts val="0"/>
        </a:spcBef>
        <a:spcAft>
          <a:spcPts val="600"/>
        </a:spcAft>
        <a:buClrTx/>
        <a:buFont typeface="GT America Regular" pitchFamily="50" charset="0"/>
        <a:buChar char="–"/>
        <a:defRPr sz="1300" b="0" i="0" kern="1200">
          <a:solidFill>
            <a:schemeClr val="tx1"/>
          </a:solidFill>
          <a:latin typeface="+mn-lt"/>
          <a:ea typeface="GT America Regular" pitchFamily="2" charset="77"/>
          <a:cs typeface="GT America Regular" pitchFamily="2" charset="77"/>
        </a:defRPr>
      </a:lvl4pPr>
      <a:lvl5pPr marL="801688" indent="-171450" algn="l" defTabSz="914400" rtl="0" eaLnBrk="1" latinLnBrk="0" hangingPunct="1">
        <a:lnSpc>
          <a:spcPct val="101000"/>
        </a:lnSpc>
        <a:spcBef>
          <a:spcPts val="0"/>
        </a:spcBef>
        <a:spcAft>
          <a:spcPts val="600"/>
        </a:spcAft>
        <a:buClr>
          <a:schemeClr val="accent1"/>
        </a:buClr>
        <a:buFont typeface="GT America Regular" charset="0"/>
        <a:buChar char="–"/>
        <a:tabLst/>
        <a:defRPr sz="1200" b="0" i="0" kern="1200">
          <a:solidFill>
            <a:schemeClr val="tx1"/>
          </a:solidFill>
          <a:latin typeface="+mn-lt"/>
          <a:ea typeface="GT America Regular" pitchFamily="2" charset="77"/>
          <a:cs typeface="GT America Regular" pitchFamily="2" charset="77"/>
        </a:defRPr>
      </a:lvl5pPr>
      <a:lvl6pPr marL="971550" indent="-171450" algn="l" defTabSz="914400" rtl="0" eaLnBrk="1" latinLnBrk="0" hangingPunct="1">
        <a:lnSpc>
          <a:spcPct val="101000"/>
        </a:lnSpc>
        <a:spcBef>
          <a:spcPts val="0"/>
        </a:spcBef>
        <a:spcAft>
          <a:spcPts val="600"/>
        </a:spcAft>
        <a:buClrTx/>
        <a:buFont typeface="GT America Regular" pitchFamily="50" charset="0"/>
        <a:buChar char="»"/>
        <a:defRPr sz="1200" b="0" i="0" kern="1200">
          <a:solidFill>
            <a:schemeClr val="tx1"/>
          </a:solidFill>
          <a:latin typeface="+mn-lt"/>
          <a:ea typeface="GT America Regular" pitchFamily="2" charset="77"/>
          <a:cs typeface="GT America Regular" pitchFamily="2" charset="77"/>
        </a:defRPr>
      </a:lvl6pPr>
      <a:lvl7pPr marL="1144588" indent="-171450" algn="l" defTabSz="914400" rtl="0" eaLnBrk="1" latinLnBrk="0" hangingPunct="1">
        <a:lnSpc>
          <a:spcPct val="101000"/>
        </a:lnSpc>
        <a:spcBef>
          <a:spcPts val="0"/>
        </a:spcBef>
        <a:spcAft>
          <a:spcPts val="600"/>
        </a:spcAft>
        <a:buClr>
          <a:schemeClr val="accent1"/>
        </a:buClr>
        <a:buFont typeface="GT America Regular" charset="0"/>
        <a:buChar char="»"/>
        <a:defRPr sz="1100" kern="1200">
          <a:solidFill>
            <a:schemeClr val="tx1"/>
          </a:solidFill>
          <a:latin typeface="+mn-lt"/>
          <a:ea typeface="GT America Regular" pitchFamily="2" charset="77"/>
          <a:cs typeface="GT America Regular" pitchFamily="2" charset="77"/>
        </a:defRPr>
      </a:lvl7pPr>
      <a:lvl8pPr marL="1312863" indent="-171450" algn="l" defTabSz="914400" rtl="0" eaLnBrk="1" latinLnBrk="0" hangingPunct="1">
        <a:lnSpc>
          <a:spcPct val="101000"/>
        </a:lnSpc>
        <a:spcBef>
          <a:spcPts val="0"/>
        </a:spcBef>
        <a:spcAft>
          <a:spcPts val="600"/>
        </a:spcAft>
        <a:buClrTx/>
        <a:buFont typeface="GT America Regular" pitchFamily="50" charset="0"/>
        <a:buChar char="›"/>
        <a:defRPr sz="1100" kern="1200">
          <a:solidFill>
            <a:schemeClr val="tx1"/>
          </a:solidFill>
          <a:latin typeface="+mn-lt"/>
          <a:ea typeface="GT America Regular" pitchFamily="2" charset="77"/>
          <a:cs typeface="GT America Regular" pitchFamily="2" charset="77"/>
        </a:defRPr>
      </a:lvl8pPr>
      <a:lvl9pPr marL="1485900" indent="-171450" algn="l" defTabSz="914400" rtl="0" eaLnBrk="1" latinLnBrk="0" hangingPunct="1">
        <a:lnSpc>
          <a:spcPct val="101000"/>
        </a:lnSpc>
        <a:spcBef>
          <a:spcPts val="0"/>
        </a:spcBef>
        <a:spcAft>
          <a:spcPts val="600"/>
        </a:spcAft>
        <a:buClr>
          <a:schemeClr val="accent1"/>
        </a:buClr>
        <a:buFont typeface="GT America Regular" charset="0"/>
        <a:buChar char="›"/>
        <a:defRPr sz="1100" kern="1200">
          <a:solidFill>
            <a:schemeClr val="tx1"/>
          </a:solidFill>
          <a:latin typeface="+mn-lt"/>
          <a:ea typeface="GT America Regular" pitchFamily="2" charset="77"/>
          <a:cs typeface="GT America Regular" pitchFamily="2" charset="77"/>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67" orient="horz" pos="3976" userDrawn="1">
          <p15:clr>
            <a:srgbClr val="F26B43"/>
          </p15:clr>
        </p15:guide>
        <p15:guide id="68" pos="7331" userDrawn="1">
          <p15:clr>
            <a:srgbClr val="F26B43"/>
          </p15:clr>
        </p15:guide>
        <p15:guide id="69" orient="horz" pos="348" userDrawn="1">
          <p15:clr>
            <a:srgbClr val="F26B43"/>
          </p15:clr>
        </p15:guide>
        <p15:guide id="70" pos="344" userDrawn="1">
          <p15:clr>
            <a:srgbClr val="F26B43"/>
          </p15:clr>
        </p15:guide>
        <p15:guide id="71" orient="horz" pos="170" userDrawn="1">
          <p15:clr>
            <a:srgbClr val="F26B43"/>
          </p15:clr>
        </p15:guide>
        <p15:guide id="72" orient="horz" pos="439" userDrawn="1">
          <p15:clr>
            <a:srgbClr val="F26B43"/>
          </p15:clr>
        </p15:guide>
        <p15:guide id="73" orient="horz" pos="4146" userDrawn="1">
          <p15:clr>
            <a:srgbClr val="F26B43"/>
          </p15:clr>
        </p15:guide>
        <p15:guide id="74" orient="horz" pos="3885" userDrawn="1">
          <p15:clr>
            <a:srgbClr val="F26B43"/>
          </p15:clr>
        </p15:guide>
        <p15:guide id="75" orient="horz" pos="530" userDrawn="1">
          <p15:clr>
            <a:srgbClr val="F26B43"/>
          </p15:clr>
        </p15:guide>
        <p15:guide id="76" orient="horz" pos="622" userDrawn="1">
          <p15:clr>
            <a:srgbClr val="F26B43"/>
          </p15:clr>
        </p15:guide>
        <p15:guide id="77" orient="horz" pos="710" userDrawn="1">
          <p15:clr>
            <a:srgbClr val="F26B43"/>
          </p15:clr>
        </p15:guide>
        <p15:guide id="78" orient="horz" pos="802" userDrawn="1">
          <p15:clr>
            <a:srgbClr val="F26B43"/>
          </p15:clr>
        </p15:guide>
        <p15:guide id="79" orient="horz" pos="896" userDrawn="1">
          <p15:clr>
            <a:srgbClr val="F26B43"/>
          </p15:clr>
        </p15:guide>
        <p15:guide id="80" orient="horz" pos="987" userDrawn="1">
          <p15:clr>
            <a:srgbClr val="F26B43"/>
          </p15:clr>
        </p15:guide>
        <p15:guide id="81" orient="horz" pos="1071" userDrawn="1">
          <p15:clr>
            <a:srgbClr val="F26B43"/>
          </p15:clr>
        </p15:guide>
        <p15:guide id="82" orient="horz" pos="3792" userDrawn="1">
          <p15:clr>
            <a:srgbClr val="F26B43"/>
          </p15:clr>
        </p15:guide>
        <p15:guide id="83" orient="horz" pos="3696" userDrawn="1">
          <p15:clr>
            <a:srgbClr val="F26B43"/>
          </p15:clr>
        </p15:guide>
        <p15:guide id="84" orient="horz" pos="3611" userDrawn="1">
          <p15:clr>
            <a:srgbClr val="F26B43"/>
          </p15:clr>
        </p15:guide>
        <p15:guide id="85" orient="horz" pos="3519" userDrawn="1">
          <p15:clr>
            <a:srgbClr val="F26B43"/>
          </p15:clr>
        </p15:guide>
        <p15:guide id="86" orient="horz" pos="3428" userDrawn="1">
          <p15:clr>
            <a:srgbClr val="F26B43"/>
          </p15:clr>
        </p15:guide>
        <p15:guide id="87" orient="horz" pos="3334" userDrawn="1">
          <p15:clr>
            <a:srgbClr val="F26B43"/>
          </p15:clr>
        </p15:guide>
        <p15:guide id="88" orient="horz" pos="3245" userDrawn="1">
          <p15:clr>
            <a:srgbClr val="F26B43"/>
          </p15:clr>
        </p15:guide>
        <p15:guide id="89" orient="horz" pos="1165" userDrawn="1">
          <p15:clr>
            <a:srgbClr val="F26B43"/>
          </p15:clr>
        </p15:guide>
        <p15:guide id="90" orient="horz" pos="1259" userDrawn="1">
          <p15:clr>
            <a:srgbClr val="F26B43"/>
          </p15:clr>
        </p15:guide>
        <p15:guide id="91" orient="horz" pos="1352" userDrawn="1">
          <p15:clr>
            <a:srgbClr val="F26B43"/>
          </p15:clr>
        </p15:guide>
        <p15:guide id="92" orient="horz" pos="1436" userDrawn="1">
          <p15:clr>
            <a:srgbClr val="F26B43"/>
          </p15:clr>
        </p15:guide>
        <p15:guide id="93" orient="horz" pos="3152" userDrawn="1">
          <p15:clr>
            <a:srgbClr val="F26B43"/>
          </p15:clr>
        </p15:guide>
        <p15:guide id="94" orient="horz" pos="3058" userDrawn="1">
          <p15:clr>
            <a:srgbClr val="F26B43"/>
          </p15:clr>
        </p15:guide>
        <p15:guide id="95" orient="horz" pos="2964" userDrawn="1">
          <p15:clr>
            <a:srgbClr val="F26B43"/>
          </p15:clr>
        </p15:guide>
        <p15:guide id="96" orient="horz" pos="2877" userDrawn="1">
          <p15:clr>
            <a:srgbClr val="F26B43"/>
          </p15:clr>
        </p15:guide>
        <p15:guide id="97" orient="horz" pos="1528" userDrawn="1">
          <p15:clr>
            <a:srgbClr val="F26B43"/>
          </p15:clr>
        </p15:guide>
        <p15:guide id="98" orient="horz" pos="1619" userDrawn="1">
          <p15:clr>
            <a:srgbClr val="F26B43"/>
          </p15:clr>
        </p15:guide>
        <p15:guide id="99" orient="horz" pos="1710" userDrawn="1">
          <p15:clr>
            <a:srgbClr val="F26B43"/>
          </p15:clr>
        </p15:guide>
        <p15:guide id="100" orient="horz" pos="1794" userDrawn="1">
          <p15:clr>
            <a:srgbClr val="F26B43"/>
          </p15:clr>
        </p15:guide>
        <p15:guide id="101" orient="horz" pos="2784" userDrawn="1">
          <p15:clr>
            <a:srgbClr val="F26B43"/>
          </p15:clr>
        </p15:guide>
        <p15:guide id="102" orient="horz" pos="2692" userDrawn="1">
          <p15:clr>
            <a:srgbClr val="F26B43"/>
          </p15:clr>
        </p15:guide>
        <p15:guide id="103" orient="horz" pos="2598" userDrawn="1">
          <p15:clr>
            <a:srgbClr val="F26B43"/>
          </p15:clr>
        </p15:guide>
        <p15:guide id="104" orient="horz" pos="2510" userDrawn="1">
          <p15:clr>
            <a:srgbClr val="F26B43"/>
          </p15:clr>
        </p15:guide>
        <p15:guide id="105" orient="horz" pos="1896" userDrawn="1">
          <p15:clr>
            <a:srgbClr val="F26B43"/>
          </p15:clr>
        </p15:guide>
        <p15:guide id="106" orient="horz" pos="1982" userDrawn="1">
          <p15:clr>
            <a:srgbClr val="F26B43"/>
          </p15:clr>
        </p15:guide>
        <p15:guide id="107" orient="horz" pos="2076" userDrawn="1">
          <p15:clr>
            <a:srgbClr val="F26B43"/>
          </p15:clr>
        </p15:guide>
        <p15:guide id="108" orient="horz" pos="2162" userDrawn="1">
          <p15:clr>
            <a:srgbClr val="F26B43"/>
          </p15:clr>
        </p15:guide>
        <p15:guide id="109" orient="horz" pos="2418" userDrawn="1">
          <p15:clr>
            <a:srgbClr val="F26B43"/>
          </p15:clr>
        </p15:guide>
        <p15:guide id="110" orient="horz" pos="2324" userDrawn="1">
          <p15:clr>
            <a:srgbClr val="F26B43"/>
          </p15:clr>
        </p15:guide>
        <p15:guide id="111" orient="horz" pos="2238" userDrawn="1">
          <p15:clr>
            <a:srgbClr val="F26B43"/>
          </p15:clr>
        </p15:guide>
        <p15:guide id="112" pos="1104" userDrawn="1">
          <p15:clr>
            <a:srgbClr val="F26B43"/>
          </p15:clr>
        </p15:guide>
        <p15:guide id="113" pos="6570" userDrawn="1">
          <p15:clr>
            <a:srgbClr val="F26B43"/>
          </p15:clr>
        </p15:guide>
        <p15:guide id="115" pos="1234" userDrawn="1">
          <p15:clr>
            <a:srgbClr val="F26B43"/>
          </p15:clr>
        </p15:guide>
        <p15:guide id="116" pos="1994" userDrawn="1">
          <p15:clr>
            <a:srgbClr val="F26B43"/>
          </p15:clr>
        </p15:guide>
        <p15:guide id="117" pos="2121" userDrawn="1">
          <p15:clr>
            <a:srgbClr val="F26B43"/>
          </p15:clr>
        </p15:guide>
        <p15:guide id="118" pos="5679" userDrawn="1">
          <p15:clr>
            <a:srgbClr val="F26B43"/>
          </p15:clr>
        </p15:guide>
        <p15:guide id="119" pos="5552" userDrawn="1">
          <p15:clr>
            <a:srgbClr val="F26B43"/>
          </p15:clr>
        </p15:guide>
        <p15:guide id="120" pos="4788" userDrawn="1">
          <p15:clr>
            <a:srgbClr val="F26B43"/>
          </p15:clr>
        </p15:guide>
        <p15:guide id="121" pos="4660" userDrawn="1">
          <p15:clr>
            <a:srgbClr val="F26B43"/>
          </p15:clr>
        </p15:guide>
        <p15:guide id="122" pos="2882" userDrawn="1">
          <p15:clr>
            <a:srgbClr val="F26B43"/>
          </p15:clr>
        </p15:guide>
        <p15:guide id="123" pos="3012" userDrawn="1">
          <p15:clr>
            <a:srgbClr val="F26B43"/>
          </p15:clr>
        </p15:guide>
        <p15:guide id="124" pos="3774" userDrawn="1">
          <p15:clr>
            <a:srgbClr val="F26B43"/>
          </p15:clr>
        </p15:guide>
        <p15:guide id="125" pos="3902" userDrawn="1">
          <p15:clr>
            <a:srgbClr val="F26B43"/>
          </p15:clr>
        </p15:guide>
        <p15:guide id="126" pos="6444"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brandcenter.moodys.com/web/7d2b187eb4922f16/ppt-cover-slide-images/" TargetMode="Externa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hyperlink" Target="https://brandcenter.moodys.com/web/7d2b187eb4922f16/ppt-cover-slide-images/" TargetMode="Externa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hyperlink" Target="https://brandcenter.moodys.com/share/C51E48F3-23EB-4D16-B9CB1FC4F9BC8264/" TargetMode="Externa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brandcenter.moodys.com/share/C51E48F3-23EB-4D16-B9CB1FC4F9BC8264/" TargetMode="Externa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8.xml"/><Relationship Id="rId2" Type="http://schemas.openxmlformats.org/officeDocument/2006/relationships/image" Target="../media/image7.png"/><Relationship Id="rId3" Type="http://schemas.openxmlformats.org/officeDocument/2006/relationships/image" Target="../media/image8.png"/><Relationship Id="rId4" Type="http://schemas.openxmlformats.org/officeDocument/2006/relationships/image" Target="../media/image9.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4.xml"/><Relationship Id="rId2" Type="http://schemas.openxmlformats.org/officeDocument/2006/relationships/hyperlink" Target="https://brandcenter.moodys.com/web/7d2b187eb4922f16/ppt-cover-slide-images/?viewType=grid" TargetMode="External"/><Relationship Id="rId3" Type="http://schemas.openxmlformats.org/officeDocument/2006/relationships/image" Target="../media/image10.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4.xml"/><Relationship Id="rId2" Type="http://schemas.openxmlformats.org/officeDocument/2006/relationships/image" Target="../media/image11.png"/><Relationship Id="rId3" Type="http://schemas.openxmlformats.org/officeDocument/2006/relationships/image" Target="../media/image1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6.xml"/><Relationship Id="rId2" Type="http://schemas.openxmlformats.org/officeDocument/2006/relationships/image" Target="../media/image13.png"/><Relationship Id="rId3" Type="http://schemas.openxmlformats.org/officeDocument/2006/relationships/image" Target="../media/image14.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6.xml"/><Relationship Id="rId2" Type="http://schemas.openxmlformats.org/officeDocument/2006/relationships/image" Target="../media/image15.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hyperlink" Target="https://brandcenter.moodys.com/collections/view/0C63DF1D-4E2B-4071-A9AF0315417E1201/?viewType=grid)" TargetMode="Externa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5.xml"/><Relationship Id="rId2" Type="http://schemas.openxmlformats.org/officeDocument/2006/relationships/image" Target="../media/image16.jpe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5.xml"/><Relationship Id="rId2" Type="http://schemas.openxmlformats.org/officeDocument/2006/relationships/hyperlink" Target="https://brandcenter.moodys.com/searchfilters/c7f8eabc-2395-494c-9fd0-2948f3f23870/share" TargetMode="Externa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6.xml"/><Relationship Id="rId2" Type="http://schemas.openxmlformats.org/officeDocument/2006/relationships/hyperlink" Target="https://brandcenter.moodys.com/searchfilters/c7f8eabc-2395-494c-9fd0-2948f3f23870/share" TargetMode="Externa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4.xml"/><Relationship Id="rId2" Type="http://schemas.openxmlformats.org/officeDocument/2006/relationships/image" Target="../media/image17.png"/><Relationship Id="rId3" Type="http://schemas.openxmlformats.org/officeDocument/2006/relationships/hyperlink" Target="https://brandcenter.moodys.com/guidelines/guide/ef80a872-e133-4315-800b-aa01c85cb621" TargetMode="Externa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4.xml"/><Relationship Id="rId2" Type="http://schemas.openxmlformats.org/officeDocument/2006/relationships/chart" Target="../charts/chart1.xml"/><Relationship Id="rId3" Type="http://schemas.openxmlformats.org/officeDocument/2006/relationships/chart" Target="../charts/chart2.xml"/><Relationship Id="rId4" Type="http://schemas.openxmlformats.org/officeDocument/2006/relationships/hyperlink" Target="https://brandcenter.moodys.com/guidelines/guide/ef80a872-e133-4315-800b-aa01c85cb621" TargetMode="Externa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4.xml"/><Relationship Id="rId2" Type="http://schemas.openxmlformats.org/officeDocument/2006/relationships/chart" Target="../charts/chart3.xml"/><Relationship Id="rId3" Type="http://schemas.openxmlformats.org/officeDocument/2006/relationships/chart" Target="../charts/chart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4.xml"/><Relationship Id="rId2" Type="http://schemas.openxmlformats.org/officeDocument/2006/relationships/notesSlide" Target="../notesSlides/notesSlide1.xml"/><Relationship Id="rId3" Type="http://schemas.openxmlformats.org/officeDocument/2006/relationships/chart" Target="../charts/chart5.xml"/><Relationship Id="rId4" Type="http://schemas.openxmlformats.org/officeDocument/2006/relationships/chart" Target="../charts/chart6.xml"/><Relationship Id="rId5" Type="http://schemas.openxmlformats.org/officeDocument/2006/relationships/chart" Target="../charts/chart7.xml"/><Relationship Id="rId6" Type="http://schemas.openxmlformats.org/officeDocument/2006/relationships/chart" Target="../charts/chart8.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4.xml"/><Relationship Id="rId2" Type="http://schemas.openxmlformats.org/officeDocument/2006/relationships/chart" Target="../charts/chart9.xml"/><Relationship Id="rId3" Type="http://schemas.openxmlformats.org/officeDocument/2006/relationships/chart" Target="../charts/chart10.xml"/><Relationship Id="rId4" Type="http://schemas.openxmlformats.org/officeDocument/2006/relationships/chart" Target="../charts/chart11.xml"/><Relationship Id="rId5" Type="http://schemas.openxmlformats.org/officeDocument/2006/relationships/chart" Target="../charts/chart1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4.xml"/><Relationship Id="rId2" Type="http://schemas.openxmlformats.org/officeDocument/2006/relationships/notesSlide" Target="../notesSlides/notesSlide2.xml"/><Relationship Id="rId3" Type="http://schemas.openxmlformats.org/officeDocument/2006/relationships/chart" Target="../charts/chart13.xml"/><Relationship Id="rId4" Type="http://schemas.openxmlformats.org/officeDocument/2006/relationships/chart" Target="../charts/chart14.xml"/><Relationship Id="rId5" Type="http://schemas.openxmlformats.org/officeDocument/2006/relationships/chart" Target="../charts/chart15.xml"/><Relationship Id="rId6" Type="http://schemas.openxmlformats.org/officeDocument/2006/relationships/chart" Target="../charts/chart16.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4.xml"/><Relationship Id="rId2" Type="http://schemas.openxmlformats.org/officeDocument/2006/relationships/chart" Target="../charts/chart1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0.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1.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3.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9.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41.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44.xml"/><Relationship Id="rId2" Type="http://schemas.openxmlformats.org/officeDocument/2006/relationships/image" Target="../media/image18.jpe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62.xml"/><Relationship Id="rId2" Type="http://schemas.openxmlformats.org/officeDocument/2006/relationships/image" Target="../media/image19.jpe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46.xml"/><Relationship Id="rId2" Type="http://schemas.openxmlformats.org/officeDocument/2006/relationships/image" Target="../media/image20.png"/><Relationship Id="rId3" Type="http://schemas.openxmlformats.org/officeDocument/2006/relationships/image" Target="../media/image21.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47.xml"/><Relationship Id="rId2" Type="http://schemas.openxmlformats.org/officeDocument/2006/relationships/image" Target="../media/image22.jpeg"/><Relationship Id="rId3" Type="http://schemas.openxmlformats.org/officeDocument/2006/relationships/image" Target="../media/image23.jpe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54.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52.xml"/><Relationship Id="rId2" Type="http://schemas.openxmlformats.org/officeDocument/2006/relationships/image" Target="../media/image24.jpe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5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58.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59.xml"/><Relationship Id="rId2" Type="http://schemas.openxmlformats.org/officeDocument/2006/relationships/chart" Target="../charts/chart18.xml"/><Relationship Id="rId3" Type="http://schemas.openxmlformats.org/officeDocument/2006/relationships/image" Target="../media/image25.pn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9.xml"/><Relationship Id="rId2" Type="http://schemas.openxmlformats.org/officeDocument/2006/relationships/chart" Target="../charts/chart19.xml"/><Relationship Id="rId3" Type="http://schemas.openxmlformats.org/officeDocument/2006/relationships/chart" Target="../charts/chart20.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chart" Target="../charts/chart21.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4.xml"/><Relationship Id="rId2" Type="http://schemas.openxmlformats.org/officeDocument/2006/relationships/image" Target="../media/image26.png"/></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3.xml"/><Relationship Id="rId2" Type="http://schemas.openxmlformats.org/officeDocument/2006/relationships/image" Target="../media/image26.png"/></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5.xml"/><Relationship Id="rId2" Type="http://schemas.openxmlformats.org/officeDocument/2006/relationships/image" Target="../media/image26.png"/></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69.xml"/><Relationship Id="rId2" Type="http://schemas.openxmlformats.org/officeDocument/2006/relationships/image" Target="../media/image26.png"/></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0.xml"/><Relationship Id="rId2" Type="http://schemas.openxmlformats.org/officeDocument/2006/relationships/image" Target="../media/image26.png"/></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1.xml"/><Relationship Id="rId2" Type="http://schemas.openxmlformats.org/officeDocument/2006/relationships/image" Target="../media/image26.png"/></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2.xml"/><Relationship Id="rId2" Type="http://schemas.openxmlformats.org/officeDocument/2006/relationships/image" Target="../media/image26.png"/></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6.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81.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chart" Target="../charts/chart2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3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DB520D-6B6E-C59F-D2AC-9BFB9FCED62F}"/>
              </a:ext>
            </a:extLst>
          </p:cNvPr>
          <p:cNvSpPr>
            <a:spLocks noGrp="1"/>
          </p:cNvSpPr>
          <p:nvPr>
            <p:ph type="title"/>
          </p:nvPr>
        </p:nvSpPr>
        <p:spPr>
          <a:xfrm>
            <a:off x="546099" y="3552825"/>
            <a:ext cx="5445125" cy="2179638"/>
          </a:xfrm>
        </p:spPr>
        <p:txBody>
          <a:bodyPr/>
          <a:lstStyle/>
          <a:p>
            <a:r>
              <a:rPr lang="en-US" dirty="0"/>
              <a:t>PowerPoint template</a:t>
            </a:r>
            <a:br>
              <a:rPr lang="en-US" dirty="0"/>
            </a:br>
            <a:r>
              <a:rPr lang="en-US" dirty="0"/>
              <a:t>March 2024</a:t>
            </a:r>
          </a:p>
        </p:txBody>
      </p:sp>
      <p:sp>
        <p:nvSpPr>
          <p:cNvPr id="5" name="Text Placeholder 4">
            <a:extLst>
              <a:ext uri="{FF2B5EF4-FFF2-40B4-BE49-F238E27FC236}">
                <a16:creationId xmlns:a16="http://schemas.microsoft.com/office/drawing/2014/main" id="{0B189207-993D-3AE6-68C4-966787CD6572}"/>
              </a:ext>
            </a:extLst>
          </p:cNvPr>
          <p:cNvSpPr>
            <a:spLocks noGrp="1"/>
          </p:cNvSpPr>
          <p:nvPr>
            <p:ph type="body" sz="quarter" idx="11"/>
          </p:nvPr>
        </p:nvSpPr>
        <p:spPr/>
        <p:txBody>
          <a:bodyPr/>
          <a:lstStyle/>
          <a:p>
            <a:endParaRPr lang="en-US"/>
          </a:p>
        </p:txBody>
      </p:sp>
      <p:sp>
        <p:nvSpPr>
          <p:cNvPr id="6" name="Text Placeholder 5">
            <a:extLst>
              <a:ext uri="{FF2B5EF4-FFF2-40B4-BE49-F238E27FC236}">
                <a16:creationId xmlns:a16="http://schemas.microsoft.com/office/drawing/2014/main" id="{84893203-01ED-2C36-5AF8-B16AC64AF1B6}"/>
              </a:ext>
            </a:extLst>
          </p:cNvPr>
          <p:cNvSpPr>
            <a:spLocks noGrp="1"/>
          </p:cNvSpPr>
          <p:nvPr>
            <p:ph type="body" sz="quarter" idx="99"/>
          </p:nvPr>
        </p:nvSpPr>
        <p:spPr/>
        <p:txBody>
          <a:bodyPr/>
          <a:lstStyle/>
          <a:p>
            <a:endParaRPr lang="en-US"/>
          </a:p>
        </p:txBody>
      </p:sp>
      <p:sp>
        <p:nvSpPr>
          <p:cNvPr id="7" name="Text Placeholder 6">
            <a:extLst>
              <a:ext uri="{FF2B5EF4-FFF2-40B4-BE49-F238E27FC236}">
                <a16:creationId xmlns:a16="http://schemas.microsoft.com/office/drawing/2014/main" id="{162D719C-06C6-3742-1FAC-8B90DA082E83}"/>
              </a:ext>
            </a:extLst>
          </p:cNvPr>
          <p:cNvSpPr>
            <a:spLocks noGrp="1"/>
          </p:cNvSpPr>
          <p:nvPr>
            <p:ph type="body" sz="quarter" idx="100"/>
          </p:nvPr>
        </p:nvSpPr>
        <p:spPr/>
        <p:txBody>
          <a:bodyPr/>
          <a:lstStyle/>
          <a:p>
            <a:endParaRPr lang="en-US"/>
          </a:p>
        </p:txBody>
      </p:sp>
      <p:sp>
        <p:nvSpPr>
          <p:cNvPr id="8" name="Text Placeholder 7">
            <a:extLst>
              <a:ext uri="{FF2B5EF4-FFF2-40B4-BE49-F238E27FC236}">
                <a16:creationId xmlns:a16="http://schemas.microsoft.com/office/drawing/2014/main" id="{6258F7F6-BE4F-4A04-1622-C6AD77CB637C}"/>
              </a:ext>
            </a:extLst>
          </p:cNvPr>
          <p:cNvSpPr>
            <a:spLocks noGrp="1"/>
          </p:cNvSpPr>
          <p:nvPr>
            <p:ph type="body" sz="quarter" idx="101"/>
          </p:nvPr>
        </p:nvSpPr>
        <p:spPr/>
        <p:txBody>
          <a:bodyPr/>
          <a:lstStyle/>
          <a:p>
            <a:endParaRPr lang="en-US"/>
          </a:p>
        </p:txBody>
      </p:sp>
      <p:sp>
        <p:nvSpPr>
          <p:cNvPr id="10" name="Text Placeholder 9">
            <a:extLst>
              <a:ext uri="{FF2B5EF4-FFF2-40B4-BE49-F238E27FC236}">
                <a16:creationId xmlns:a16="http://schemas.microsoft.com/office/drawing/2014/main" id="{CB619C35-25D8-FA93-EA7D-57E24D43A5A8}"/>
              </a:ext>
            </a:extLst>
          </p:cNvPr>
          <p:cNvSpPr>
            <a:spLocks noGrp="1"/>
          </p:cNvSpPr>
          <p:nvPr>
            <p:ph type="body" sz="quarter" idx="102"/>
          </p:nvPr>
        </p:nvSpPr>
        <p:spPr/>
        <p:txBody>
          <a:bodyPr/>
          <a:lstStyle/>
          <a:p>
            <a:endParaRPr lang="en-US"/>
          </a:p>
        </p:txBody>
      </p:sp>
    </p:spTree>
    <p:extLst>
      <p:ext uri="{BB962C8B-B14F-4D97-AF65-F5344CB8AC3E}">
        <p14:creationId xmlns:p14="http://schemas.microsoft.com/office/powerpoint/2010/main" val="30523559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DB520D-6B6E-C59F-D2AC-9BFB9FCED62F}"/>
              </a:ext>
            </a:extLst>
          </p:cNvPr>
          <p:cNvSpPr>
            <a:spLocks noGrp="1"/>
          </p:cNvSpPr>
          <p:nvPr>
            <p:ph type="title"/>
          </p:nvPr>
        </p:nvSpPr>
        <p:spPr/>
        <p:txBody>
          <a:bodyPr/>
          <a:lstStyle/>
          <a:p>
            <a:r>
              <a:rPr lang="en-US" dirty="0"/>
              <a:t>PowerPoint template</a:t>
            </a:r>
            <a:br>
              <a:rPr lang="en-US" dirty="0"/>
            </a:br>
            <a:r>
              <a:rPr lang="en-US" dirty="0"/>
              <a:t>March 2024</a:t>
            </a:r>
          </a:p>
        </p:txBody>
      </p:sp>
      <p:sp>
        <p:nvSpPr>
          <p:cNvPr id="3" name="Text Placeholder 2">
            <a:extLst>
              <a:ext uri="{FF2B5EF4-FFF2-40B4-BE49-F238E27FC236}">
                <a16:creationId xmlns:a16="http://schemas.microsoft.com/office/drawing/2014/main" id="{7BA77EE9-0C01-1F1F-2869-53DF14D431DE}"/>
              </a:ext>
            </a:extLst>
          </p:cNvPr>
          <p:cNvSpPr>
            <a:spLocks noGrp="1"/>
          </p:cNvSpPr>
          <p:nvPr>
            <p:ph type="body" sz="quarter" idx="11"/>
          </p:nvPr>
        </p:nvSpPr>
        <p:spPr/>
        <p:txBody>
          <a:bodyPr/>
          <a:lstStyle/>
          <a:p>
            <a:endParaRPr lang="en-US"/>
          </a:p>
        </p:txBody>
      </p:sp>
      <p:sp>
        <p:nvSpPr>
          <p:cNvPr id="4" name="Text Placeholder 3">
            <a:extLst>
              <a:ext uri="{FF2B5EF4-FFF2-40B4-BE49-F238E27FC236}">
                <a16:creationId xmlns:a16="http://schemas.microsoft.com/office/drawing/2014/main" id="{CBED4729-30B5-EDAA-842B-26A82A24977C}"/>
              </a:ext>
            </a:extLst>
          </p:cNvPr>
          <p:cNvSpPr>
            <a:spLocks noGrp="1"/>
          </p:cNvSpPr>
          <p:nvPr>
            <p:ph type="body" sz="quarter" idx="99"/>
          </p:nvPr>
        </p:nvSpPr>
        <p:spPr/>
        <p:txBody>
          <a:bodyPr/>
          <a:lstStyle/>
          <a:p>
            <a:endParaRPr lang="en-US"/>
          </a:p>
        </p:txBody>
      </p:sp>
      <p:sp>
        <p:nvSpPr>
          <p:cNvPr id="9" name="Text Placeholder 8">
            <a:extLst>
              <a:ext uri="{FF2B5EF4-FFF2-40B4-BE49-F238E27FC236}">
                <a16:creationId xmlns:a16="http://schemas.microsoft.com/office/drawing/2014/main" id="{FB6E4522-85E2-0B47-3B9B-363C081E7CB2}"/>
              </a:ext>
            </a:extLst>
          </p:cNvPr>
          <p:cNvSpPr>
            <a:spLocks noGrp="1"/>
          </p:cNvSpPr>
          <p:nvPr>
            <p:ph type="body" sz="quarter" idx="100"/>
          </p:nvPr>
        </p:nvSpPr>
        <p:spPr/>
        <p:txBody>
          <a:bodyPr/>
          <a:lstStyle/>
          <a:p>
            <a:endParaRPr lang="en-US"/>
          </a:p>
        </p:txBody>
      </p:sp>
      <p:sp>
        <p:nvSpPr>
          <p:cNvPr id="11" name="Text Placeholder 10">
            <a:extLst>
              <a:ext uri="{FF2B5EF4-FFF2-40B4-BE49-F238E27FC236}">
                <a16:creationId xmlns:a16="http://schemas.microsoft.com/office/drawing/2014/main" id="{F2E5C905-8A35-D49B-1736-D2F4840262E6}"/>
              </a:ext>
            </a:extLst>
          </p:cNvPr>
          <p:cNvSpPr>
            <a:spLocks noGrp="1"/>
          </p:cNvSpPr>
          <p:nvPr>
            <p:ph type="body" sz="quarter" idx="101"/>
          </p:nvPr>
        </p:nvSpPr>
        <p:spPr/>
        <p:txBody>
          <a:bodyPr/>
          <a:lstStyle/>
          <a:p>
            <a:endParaRPr lang="en-US"/>
          </a:p>
        </p:txBody>
      </p:sp>
      <p:sp>
        <p:nvSpPr>
          <p:cNvPr id="12" name="Text Placeholder 11">
            <a:extLst>
              <a:ext uri="{FF2B5EF4-FFF2-40B4-BE49-F238E27FC236}">
                <a16:creationId xmlns:a16="http://schemas.microsoft.com/office/drawing/2014/main" id="{C81194BD-ACE9-2BB9-663A-EF78B1CF3C39}"/>
              </a:ext>
            </a:extLst>
          </p:cNvPr>
          <p:cNvSpPr>
            <a:spLocks noGrp="1"/>
          </p:cNvSpPr>
          <p:nvPr>
            <p:ph type="body" sz="quarter" idx="102"/>
          </p:nvPr>
        </p:nvSpPr>
        <p:spPr/>
        <p:txBody>
          <a:bodyPr/>
          <a:lstStyle/>
          <a:p>
            <a:endParaRPr lang="en-US"/>
          </a:p>
        </p:txBody>
      </p:sp>
    </p:spTree>
    <p:extLst>
      <p:ext uri="{BB962C8B-B14F-4D97-AF65-F5344CB8AC3E}">
        <p14:creationId xmlns:p14="http://schemas.microsoft.com/office/powerpoint/2010/main" val="179381577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DB520D-6B6E-C59F-D2AC-9BFB9FCED62F}"/>
              </a:ext>
            </a:extLst>
          </p:cNvPr>
          <p:cNvSpPr>
            <a:spLocks noGrp="1"/>
          </p:cNvSpPr>
          <p:nvPr>
            <p:ph type="title"/>
          </p:nvPr>
        </p:nvSpPr>
        <p:spPr/>
        <p:txBody>
          <a:bodyPr/>
          <a:lstStyle/>
          <a:p>
            <a:r>
              <a:rPr lang="en-US" dirty="0"/>
              <a:t>PowerPoint template</a:t>
            </a:r>
            <a:br>
              <a:rPr lang="en-US" dirty="0"/>
            </a:br>
            <a:r>
              <a:rPr lang="en-US" dirty="0"/>
              <a:t>March 2024</a:t>
            </a:r>
          </a:p>
        </p:txBody>
      </p:sp>
      <p:sp>
        <p:nvSpPr>
          <p:cNvPr id="5" name="Text Placeholder 4">
            <a:extLst>
              <a:ext uri="{FF2B5EF4-FFF2-40B4-BE49-F238E27FC236}">
                <a16:creationId xmlns:a16="http://schemas.microsoft.com/office/drawing/2014/main" id="{FB4249F8-7142-4521-85B4-B7AC111FF52F}"/>
              </a:ext>
            </a:extLst>
          </p:cNvPr>
          <p:cNvSpPr>
            <a:spLocks noGrp="1"/>
          </p:cNvSpPr>
          <p:nvPr>
            <p:ph type="body" sz="quarter" idx="11"/>
          </p:nvPr>
        </p:nvSpPr>
        <p:spPr/>
        <p:txBody>
          <a:bodyPr/>
          <a:lstStyle/>
          <a:p>
            <a:endParaRPr lang="en-US"/>
          </a:p>
        </p:txBody>
      </p:sp>
      <p:sp>
        <p:nvSpPr>
          <p:cNvPr id="6" name="Text Placeholder 5">
            <a:extLst>
              <a:ext uri="{FF2B5EF4-FFF2-40B4-BE49-F238E27FC236}">
                <a16:creationId xmlns:a16="http://schemas.microsoft.com/office/drawing/2014/main" id="{E18670E5-E118-486D-1D51-A07CAD47A840}"/>
              </a:ext>
            </a:extLst>
          </p:cNvPr>
          <p:cNvSpPr>
            <a:spLocks noGrp="1"/>
          </p:cNvSpPr>
          <p:nvPr>
            <p:ph type="body" sz="quarter" idx="13"/>
          </p:nvPr>
        </p:nvSpPr>
        <p:spPr/>
        <p:txBody>
          <a:bodyPr/>
          <a:lstStyle/>
          <a:p>
            <a:endParaRPr lang="en-US"/>
          </a:p>
        </p:txBody>
      </p:sp>
      <p:sp>
        <p:nvSpPr>
          <p:cNvPr id="7" name="Text Placeholder 6">
            <a:extLst>
              <a:ext uri="{FF2B5EF4-FFF2-40B4-BE49-F238E27FC236}">
                <a16:creationId xmlns:a16="http://schemas.microsoft.com/office/drawing/2014/main" id="{54129DE1-EA81-15E8-23B3-C639334A2AE5}"/>
              </a:ext>
            </a:extLst>
          </p:cNvPr>
          <p:cNvSpPr>
            <a:spLocks noGrp="1"/>
          </p:cNvSpPr>
          <p:nvPr>
            <p:ph type="body" sz="quarter" idx="99"/>
          </p:nvPr>
        </p:nvSpPr>
        <p:spPr/>
        <p:txBody>
          <a:bodyPr/>
          <a:lstStyle/>
          <a:p>
            <a:endParaRPr lang="en-US"/>
          </a:p>
        </p:txBody>
      </p:sp>
      <p:sp>
        <p:nvSpPr>
          <p:cNvPr id="8" name="Text Placeholder 7">
            <a:extLst>
              <a:ext uri="{FF2B5EF4-FFF2-40B4-BE49-F238E27FC236}">
                <a16:creationId xmlns:a16="http://schemas.microsoft.com/office/drawing/2014/main" id="{80106257-791C-9FED-A00B-6BF5C436BE63}"/>
              </a:ext>
            </a:extLst>
          </p:cNvPr>
          <p:cNvSpPr>
            <a:spLocks noGrp="1"/>
          </p:cNvSpPr>
          <p:nvPr>
            <p:ph type="body" sz="quarter" idx="100"/>
          </p:nvPr>
        </p:nvSpPr>
        <p:spPr/>
        <p:txBody>
          <a:bodyPr/>
          <a:lstStyle/>
          <a:p>
            <a:endParaRPr lang="en-US"/>
          </a:p>
        </p:txBody>
      </p:sp>
      <p:sp>
        <p:nvSpPr>
          <p:cNvPr id="10" name="Text Placeholder 9">
            <a:extLst>
              <a:ext uri="{FF2B5EF4-FFF2-40B4-BE49-F238E27FC236}">
                <a16:creationId xmlns:a16="http://schemas.microsoft.com/office/drawing/2014/main" id="{FF367657-1072-03B2-9B50-0514D9233C1C}"/>
              </a:ext>
            </a:extLst>
          </p:cNvPr>
          <p:cNvSpPr>
            <a:spLocks noGrp="1"/>
          </p:cNvSpPr>
          <p:nvPr>
            <p:ph type="body" sz="quarter" idx="101"/>
          </p:nvPr>
        </p:nvSpPr>
        <p:spPr/>
        <p:txBody>
          <a:bodyPr/>
          <a:lstStyle/>
          <a:p>
            <a:endParaRPr lang="en-US"/>
          </a:p>
        </p:txBody>
      </p:sp>
      <p:sp>
        <p:nvSpPr>
          <p:cNvPr id="13" name="Text Placeholder 12">
            <a:extLst>
              <a:ext uri="{FF2B5EF4-FFF2-40B4-BE49-F238E27FC236}">
                <a16:creationId xmlns:a16="http://schemas.microsoft.com/office/drawing/2014/main" id="{82A5F8C6-3D7E-254E-A3E3-D9DF37C0FC3C}"/>
              </a:ext>
            </a:extLst>
          </p:cNvPr>
          <p:cNvSpPr>
            <a:spLocks noGrp="1"/>
          </p:cNvSpPr>
          <p:nvPr>
            <p:ph type="body" sz="quarter" idx="102"/>
          </p:nvPr>
        </p:nvSpPr>
        <p:spPr/>
        <p:txBody>
          <a:bodyPr/>
          <a:lstStyle/>
          <a:p>
            <a:endParaRPr lang="en-US"/>
          </a:p>
        </p:txBody>
      </p:sp>
    </p:spTree>
    <p:extLst>
      <p:ext uri="{BB962C8B-B14F-4D97-AF65-F5344CB8AC3E}">
        <p14:creationId xmlns:p14="http://schemas.microsoft.com/office/powerpoint/2010/main" val="21473965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Picture Placeholder 12">
            <a:extLst>
              <a:ext uri="{FF2B5EF4-FFF2-40B4-BE49-F238E27FC236}">
                <a16:creationId xmlns:a16="http://schemas.microsoft.com/office/drawing/2014/main" id="{F97B4BB9-1A78-0B9E-9852-D6855A0D313A}"/>
              </a:ext>
            </a:extLst>
          </p:cNvPr>
          <p:cNvSpPr>
            <a:spLocks noGrp="1"/>
          </p:cNvSpPr>
          <p:nvPr>
            <p:ph type="pic" sz="quarter" idx="13"/>
          </p:nvPr>
        </p:nvSpPr>
        <p:spPr/>
        <p:txBody>
          <a:bodyPr/>
          <a:lstStyle/>
          <a:p>
            <a:endParaRPr lang="en-US"/>
          </a:p>
        </p:txBody>
      </p:sp>
      <p:sp>
        <p:nvSpPr>
          <p:cNvPr id="3" name="Title 2">
            <a:extLst>
              <a:ext uri="{FF2B5EF4-FFF2-40B4-BE49-F238E27FC236}">
                <a16:creationId xmlns:a16="http://schemas.microsoft.com/office/drawing/2014/main" id="{163F2447-00B4-C99F-E46A-F6D89E3BDF80}"/>
              </a:ext>
            </a:extLst>
          </p:cNvPr>
          <p:cNvSpPr>
            <a:spLocks noGrp="1"/>
          </p:cNvSpPr>
          <p:nvPr>
            <p:ph type="title"/>
          </p:nvPr>
        </p:nvSpPr>
        <p:spPr/>
        <p:txBody>
          <a:bodyPr/>
          <a:lstStyle/>
          <a:p>
            <a:r>
              <a:rPr lang="en-US" dirty="0"/>
              <a:t>Find ready made cover photos for your presentation on the </a:t>
            </a:r>
            <a:r>
              <a:rPr lang="en-US" dirty="0">
                <a:hlinkClick r:id="rId2"/>
              </a:rPr>
              <a:t>Brand Center</a:t>
            </a:r>
            <a:endParaRPr lang="en-US" dirty="0"/>
          </a:p>
        </p:txBody>
      </p:sp>
      <p:sp>
        <p:nvSpPr>
          <p:cNvPr id="12" name="Text Placeholder 11">
            <a:extLst>
              <a:ext uri="{FF2B5EF4-FFF2-40B4-BE49-F238E27FC236}">
                <a16:creationId xmlns:a16="http://schemas.microsoft.com/office/drawing/2014/main" id="{7E49B102-849B-6F01-CE1D-010D15029EC6}"/>
              </a:ext>
            </a:extLst>
          </p:cNvPr>
          <p:cNvSpPr>
            <a:spLocks noGrp="1"/>
          </p:cNvSpPr>
          <p:nvPr>
            <p:ph type="body" sz="quarter" idx="11"/>
          </p:nvPr>
        </p:nvSpPr>
        <p:spPr/>
        <p:txBody>
          <a:bodyPr/>
          <a:lstStyle/>
          <a:p>
            <a:endParaRPr lang="en-US"/>
          </a:p>
        </p:txBody>
      </p:sp>
      <p:sp>
        <p:nvSpPr>
          <p:cNvPr id="14" name="Text Placeholder 13">
            <a:extLst>
              <a:ext uri="{FF2B5EF4-FFF2-40B4-BE49-F238E27FC236}">
                <a16:creationId xmlns:a16="http://schemas.microsoft.com/office/drawing/2014/main" id="{77E96A03-DCEE-C97D-C96B-9A23E7D812DF}"/>
              </a:ext>
            </a:extLst>
          </p:cNvPr>
          <p:cNvSpPr>
            <a:spLocks noGrp="1"/>
          </p:cNvSpPr>
          <p:nvPr>
            <p:ph type="body" sz="quarter" idx="14"/>
          </p:nvPr>
        </p:nvSpPr>
        <p:spPr/>
        <p:txBody>
          <a:bodyPr/>
          <a:lstStyle/>
          <a:p>
            <a:endParaRPr lang="en-US"/>
          </a:p>
        </p:txBody>
      </p:sp>
      <p:sp>
        <p:nvSpPr>
          <p:cNvPr id="15" name="Text Placeholder 14">
            <a:extLst>
              <a:ext uri="{FF2B5EF4-FFF2-40B4-BE49-F238E27FC236}">
                <a16:creationId xmlns:a16="http://schemas.microsoft.com/office/drawing/2014/main" id="{113FC141-7C91-15D3-9D5F-09D931EC024F}"/>
              </a:ext>
            </a:extLst>
          </p:cNvPr>
          <p:cNvSpPr>
            <a:spLocks noGrp="1"/>
          </p:cNvSpPr>
          <p:nvPr>
            <p:ph type="body" sz="quarter" idx="99"/>
          </p:nvPr>
        </p:nvSpPr>
        <p:spPr/>
        <p:txBody>
          <a:bodyPr/>
          <a:lstStyle/>
          <a:p>
            <a:endParaRPr lang="en-US"/>
          </a:p>
        </p:txBody>
      </p:sp>
      <p:sp>
        <p:nvSpPr>
          <p:cNvPr id="16" name="Text Placeholder 15">
            <a:extLst>
              <a:ext uri="{FF2B5EF4-FFF2-40B4-BE49-F238E27FC236}">
                <a16:creationId xmlns:a16="http://schemas.microsoft.com/office/drawing/2014/main" id="{C0C5D7FA-9958-F075-CAF4-68C24C7FC3EA}"/>
              </a:ext>
            </a:extLst>
          </p:cNvPr>
          <p:cNvSpPr>
            <a:spLocks noGrp="1"/>
          </p:cNvSpPr>
          <p:nvPr>
            <p:ph type="body" sz="quarter" idx="100"/>
          </p:nvPr>
        </p:nvSpPr>
        <p:spPr/>
        <p:txBody>
          <a:bodyPr/>
          <a:lstStyle/>
          <a:p>
            <a:endParaRPr lang="en-US"/>
          </a:p>
        </p:txBody>
      </p:sp>
      <p:sp>
        <p:nvSpPr>
          <p:cNvPr id="17" name="Text Placeholder 16">
            <a:extLst>
              <a:ext uri="{FF2B5EF4-FFF2-40B4-BE49-F238E27FC236}">
                <a16:creationId xmlns:a16="http://schemas.microsoft.com/office/drawing/2014/main" id="{D66A1A47-73FA-CFCB-6F88-2E85B3FABA0B}"/>
              </a:ext>
            </a:extLst>
          </p:cNvPr>
          <p:cNvSpPr>
            <a:spLocks noGrp="1"/>
          </p:cNvSpPr>
          <p:nvPr>
            <p:ph type="body" sz="quarter" idx="101"/>
          </p:nvPr>
        </p:nvSpPr>
        <p:spPr/>
        <p:txBody>
          <a:bodyPr/>
          <a:lstStyle/>
          <a:p>
            <a:endParaRPr lang="en-US"/>
          </a:p>
        </p:txBody>
      </p:sp>
      <p:sp>
        <p:nvSpPr>
          <p:cNvPr id="18" name="Text Placeholder 17">
            <a:extLst>
              <a:ext uri="{FF2B5EF4-FFF2-40B4-BE49-F238E27FC236}">
                <a16:creationId xmlns:a16="http://schemas.microsoft.com/office/drawing/2014/main" id="{C7DB28D3-5430-1985-7459-3D1DD24A4FFE}"/>
              </a:ext>
            </a:extLst>
          </p:cNvPr>
          <p:cNvSpPr>
            <a:spLocks noGrp="1"/>
          </p:cNvSpPr>
          <p:nvPr>
            <p:ph type="body" sz="quarter" idx="102"/>
          </p:nvPr>
        </p:nvSpPr>
        <p:spPr/>
        <p:txBody>
          <a:bodyPr/>
          <a:lstStyle/>
          <a:p>
            <a:endParaRPr lang="en-US"/>
          </a:p>
        </p:txBody>
      </p:sp>
    </p:spTree>
    <p:extLst>
      <p:ext uri="{BB962C8B-B14F-4D97-AF65-F5344CB8AC3E}">
        <p14:creationId xmlns:p14="http://schemas.microsoft.com/office/powerpoint/2010/main" val="87726308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icture Placeholder 1">
            <a:extLst>
              <a:ext uri="{FF2B5EF4-FFF2-40B4-BE49-F238E27FC236}">
                <a16:creationId xmlns:a16="http://schemas.microsoft.com/office/drawing/2014/main" id="{E458AE1A-A0A4-7A8D-BC6E-A7BF637F7C6E}"/>
              </a:ext>
            </a:extLst>
          </p:cNvPr>
          <p:cNvSpPr>
            <a:spLocks noGrp="1"/>
          </p:cNvSpPr>
          <p:nvPr>
            <p:ph type="pic" sz="quarter" idx="13"/>
          </p:nvPr>
        </p:nvSpPr>
        <p:spPr/>
        <p:txBody>
          <a:bodyPr/>
          <a:lstStyle/>
          <a:p>
            <a:endParaRPr lang="en-US" dirty="0"/>
          </a:p>
        </p:txBody>
      </p:sp>
      <p:sp>
        <p:nvSpPr>
          <p:cNvPr id="3" name="Title 2">
            <a:extLst>
              <a:ext uri="{FF2B5EF4-FFF2-40B4-BE49-F238E27FC236}">
                <a16:creationId xmlns:a16="http://schemas.microsoft.com/office/drawing/2014/main" id="{163F2447-00B4-C99F-E46A-F6D89E3BDF80}"/>
              </a:ext>
            </a:extLst>
          </p:cNvPr>
          <p:cNvSpPr>
            <a:spLocks noGrp="1"/>
          </p:cNvSpPr>
          <p:nvPr>
            <p:ph type="title"/>
          </p:nvPr>
        </p:nvSpPr>
        <p:spPr/>
        <p:txBody>
          <a:bodyPr/>
          <a:lstStyle/>
          <a:p>
            <a:r>
              <a:rPr lang="en-US" dirty="0"/>
              <a:t>Find ready made cover photos for your presentation on the </a:t>
            </a:r>
            <a:r>
              <a:rPr lang="en-US" dirty="0">
                <a:hlinkClick r:id="rId2"/>
              </a:rPr>
              <a:t>Brand Center</a:t>
            </a:r>
            <a:endParaRPr lang="en-US" dirty="0"/>
          </a:p>
        </p:txBody>
      </p:sp>
      <p:sp>
        <p:nvSpPr>
          <p:cNvPr id="4" name="Text Placeholder 3">
            <a:extLst>
              <a:ext uri="{FF2B5EF4-FFF2-40B4-BE49-F238E27FC236}">
                <a16:creationId xmlns:a16="http://schemas.microsoft.com/office/drawing/2014/main" id="{CB97E75C-3B76-1ECA-64DF-0192E094E1AF}"/>
              </a:ext>
            </a:extLst>
          </p:cNvPr>
          <p:cNvSpPr>
            <a:spLocks noGrp="1"/>
          </p:cNvSpPr>
          <p:nvPr>
            <p:ph type="body" sz="quarter" idx="11"/>
          </p:nvPr>
        </p:nvSpPr>
        <p:spPr/>
        <p:txBody>
          <a:bodyPr/>
          <a:lstStyle/>
          <a:p>
            <a:endParaRPr lang="en-US"/>
          </a:p>
        </p:txBody>
      </p:sp>
      <p:sp>
        <p:nvSpPr>
          <p:cNvPr id="5" name="Text Placeholder 4">
            <a:extLst>
              <a:ext uri="{FF2B5EF4-FFF2-40B4-BE49-F238E27FC236}">
                <a16:creationId xmlns:a16="http://schemas.microsoft.com/office/drawing/2014/main" id="{448C1387-E6F5-AB18-A010-C63F37DDA417}"/>
              </a:ext>
            </a:extLst>
          </p:cNvPr>
          <p:cNvSpPr>
            <a:spLocks noGrp="1"/>
          </p:cNvSpPr>
          <p:nvPr>
            <p:ph type="body" sz="quarter" idx="14"/>
          </p:nvPr>
        </p:nvSpPr>
        <p:spPr/>
        <p:txBody>
          <a:bodyPr/>
          <a:lstStyle/>
          <a:p>
            <a:endParaRPr lang="en-US"/>
          </a:p>
        </p:txBody>
      </p:sp>
      <p:sp>
        <p:nvSpPr>
          <p:cNvPr id="6" name="Text Placeholder 5">
            <a:extLst>
              <a:ext uri="{FF2B5EF4-FFF2-40B4-BE49-F238E27FC236}">
                <a16:creationId xmlns:a16="http://schemas.microsoft.com/office/drawing/2014/main" id="{35A684B7-BF0A-572C-F7B2-87213E802E05}"/>
              </a:ext>
            </a:extLst>
          </p:cNvPr>
          <p:cNvSpPr>
            <a:spLocks noGrp="1"/>
          </p:cNvSpPr>
          <p:nvPr>
            <p:ph type="body" sz="quarter" idx="99"/>
          </p:nvPr>
        </p:nvSpPr>
        <p:spPr/>
        <p:txBody>
          <a:bodyPr/>
          <a:lstStyle/>
          <a:p>
            <a:endParaRPr lang="en-US"/>
          </a:p>
        </p:txBody>
      </p:sp>
      <p:sp>
        <p:nvSpPr>
          <p:cNvPr id="7" name="Text Placeholder 6">
            <a:extLst>
              <a:ext uri="{FF2B5EF4-FFF2-40B4-BE49-F238E27FC236}">
                <a16:creationId xmlns:a16="http://schemas.microsoft.com/office/drawing/2014/main" id="{3C51B5B9-78B8-B04A-595C-E6CDCB4F1E1F}"/>
              </a:ext>
            </a:extLst>
          </p:cNvPr>
          <p:cNvSpPr>
            <a:spLocks noGrp="1"/>
          </p:cNvSpPr>
          <p:nvPr>
            <p:ph type="body" sz="quarter" idx="100"/>
          </p:nvPr>
        </p:nvSpPr>
        <p:spPr/>
        <p:txBody>
          <a:bodyPr/>
          <a:lstStyle/>
          <a:p>
            <a:endParaRPr lang="en-US"/>
          </a:p>
        </p:txBody>
      </p:sp>
      <p:sp>
        <p:nvSpPr>
          <p:cNvPr id="8" name="Text Placeholder 7">
            <a:extLst>
              <a:ext uri="{FF2B5EF4-FFF2-40B4-BE49-F238E27FC236}">
                <a16:creationId xmlns:a16="http://schemas.microsoft.com/office/drawing/2014/main" id="{CF331CF7-5034-BAF9-85F9-2CD53B6EF258}"/>
              </a:ext>
            </a:extLst>
          </p:cNvPr>
          <p:cNvSpPr>
            <a:spLocks noGrp="1"/>
          </p:cNvSpPr>
          <p:nvPr>
            <p:ph type="body" sz="quarter" idx="101"/>
          </p:nvPr>
        </p:nvSpPr>
        <p:spPr/>
        <p:txBody>
          <a:bodyPr/>
          <a:lstStyle/>
          <a:p>
            <a:endParaRPr lang="en-US"/>
          </a:p>
        </p:txBody>
      </p:sp>
      <p:sp>
        <p:nvSpPr>
          <p:cNvPr id="9" name="Text Placeholder 8">
            <a:extLst>
              <a:ext uri="{FF2B5EF4-FFF2-40B4-BE49-F238E27FC236}">
                <a16:creationId xmlns:a16="http://schemas.microsoft.com/office/drawing/2014/main" id="{6EDC07C8-A4BC-3CE1-68EE-4C8E8EB144E9}"/>
              </a:ext>
            </a:extLst>
          </p:cNvPr>
          <p:cNvSpPr>
            <a:spLocks noGrp="1"/>
          </p:cNvSpPr>
          <p:nvPr>
            <p:ph type="body" sz="quarter" idx="102"/>
          </p:nvPr>
        </p:nvSpPr>
        <p:spPr/>
        <p:txBody>
          <a:bodyPr/>
          <a:lstStyle/>
          <a:p>
            <a:endParaRPr lang="en-US"/>
          </a:p>
        </p:txBody>
      </p:sp>
    </p:spTree>
    <p:extLst>
      <p:ext uri="{BB962C8B-B14F-4D97-AF65-F5344CB8AC3E}">
        <p14:creationId xmlns:p14="http://schemas.microsoft.com/office/powerpoint/2010/main" val="263012127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3F2447-00B4-C99F-E46A-F6D89E3BDF80}"/>
              </a:ext>
            </a:extLst>
          </p:cNvPr>
          <p:cNvSpPr>
            <a:spLocks noGrp="1"/>
          </p:cNvSpPr>
          <p:nvPr>
            <p:ph type="title"/>
          </p:nvPr>
        </p:nvSpPr>
        <p:spPr/>
        <p:txBody>
          <a:bodyPr/>
          <a:lstStyle/>
          <a:p>
            <a:r>
              <a:rPr lang="en-US" dirty="0"/>
              <a:t>Visit </a:t>
            </a:r>
            <a:r>
              <a:rPr lang="en-US" dirty="0">
                <a:hlinkClick r:id="rId2"/>
              </a:rPr>
              <a:t>Brand Center</a:t>
            </a:r>
            <a:r>
              <a:rPr lang="en-US" dirty="0"/>
              <a:t> for</a:t>
            </a:r>
            <a:br>
              <a:rPr lang="en-US" dirty="0"/>
            </a:br>
            <a:r>
              <a:rPr lang="en-US" dirty="0"/>
              <a:t>pre-approved imagery</a:t>
            </a:r>
            <a:br>
              <a:rPr lang="en-US" dirty="0"/>
            </a:br>
            <a:r>
              <a:rPr lang="en-US" dirty="0"/>
              <a:t>to place in dynamic slices</a:t>
            </a:r>
          </a:p>
        </p:txBody>
      </p:sp>
      <p:sp>
        <p:nvSpPr>
          <p:cNvPr id="18" name="Picture Placeholder 17">
            <a:extLst>
              <a:ext uri="{FF2B5EF4-FFF2-40B4-BE49-F238E27FC236}">
                <a16:creationId xmlns:a16="http://schemas.microsoft.com/office/drawing/2014/main" id="{7573B858-8FD4-33E2-D7CB-2311EF276010}"/>
              </a:ext>
            </a:extLst>
          </p:cNvPr>
          <p:cNvSpPr>
            <a:spLocks noGrp="1"/>
          </p:cNvSpPr>
          <p:nvPr>
            <p:ph type="pic" sz="quarter" idx="13"/>
          </p:nvPr>
        </p:nvSpPr>
        <p:spPr/>
        <p:txBody>
          <a:bodyPr/>
          <a:lstStyle/>
          <a:p>
            <a:endParaRPr lang="en-US"/>
          </a:p>
        </p:txBody>
      </p:sp>
      <p:sp>
        <p:nvSpPr>
          <p:cNvPr id="19" name="Picture Placeholder 18">
            <a:extLst>
              <a:ext uri="{FF2B5EF4-FFF2-40B4-BE49-F238E27FC236}">
                <a16:creationId xmlns:a16="http://schemas.microsoft.com/office/drawing/2014/main" id="{778541BB-93A2-CAA3-E631-9B6B6D671FDB}"/>
              </a:ext>
            </a:extLst>
          </p:cNvPr>
          <p:cNvSpPr>
            <a:spLocks noGrp="1"/>
          </p:cNvSpPr>
          <p:nvPr>
            <p:ph type="pic" sz="quarter" idx="14"/>
          </p:nvPr>
        </p:nvSpPr>
        <p:spPr/>
        <p:txBody>
          <a:bodyPr/>
          <a:lstStyle/>
          <a:p>
            <a:endParaRPr lang="en-US"/>
          </a:p>
        </p:txBody>
      </p:sp>
      <p:sp>
        <p:nvSpPr>
          <p:cNvPr id="20" name="Picture Placeholder 19">
            <a:extLst>
              <a:ext uri="{FF2B5EF4-FFF2-40B4-BE49-F238E27FC236}">
                <a16:creationId xmlns:a16="http://schemas.microsoft.com/office/drawing/2014/main" id="{09E8486F-D20B-0279-4684-486CA571E1F7}"/>
              </a:ext>
            </a:extLst>
          </p:cNvPr>
          <p:cNvSpPr>
            <a:spLocks noGrp="1"/>
          </p:cNvSpPr>
          <p:nvPr>
            <p:ph type="pic" sz="quarter" idx="15"/>
          </p:nvPr>
        </p:nvSpPr>
        <p:spPr/>
        <p:txBody>
          <a:bodyPr/>
          <a:lstStyle/>
          <a:p>
            <a:endParaRPr lang="en-US"/>
          </a:p>
        </p:txBody>
      </p:sp>
      <p:sp>
        <p:nvSpPr>
          <p:cNvPr id="17" name="Text Placeholder 16">
            <a:extLst>
              <a:ext uri="{FF2B5EF4-FFF2-40B4-BE49-F238E27FC236}">
                <a16:creationId xmlns:a16="http://schemas.microsoft.com/office/drawing/2014/main" id="{2AAFC229-B6A2-CBFB-5A82-66D3E1B419DC}"/>
              </a:ext>
            </a:extLst>
          </p:cNvPr>
          <p:cNvSpPr>
            <a:spLocks noGrp="1"/>
          </p:cNvSpPr>
          <p:nvPr>
            <p:ph type="body" sz="quarter" idx="11"/>
          </p:nvPr>
        </p:nvSpPr>
        <p:spPr/>
        <p:txBody>
          <a:bodyPr/>
          <a:lstStyle/>
          <a:p>
            <a:endParaRPr lang="en-US"/>
          </a:p>
        </p:txBody>
      </p:sp>
      <p:sp>
        <p:nvSpPr>
          <p:cNvPr id="21" name="Text Placeholder 20">
            <a:extLst>
              <a:ext uri="{FF2B5EF4-FFF2-40B4-BE49-F238E27FC236}">
                <a16:creationId xmlns:a16="http://schemas.microsoft.com/office/drawing/2014/main" id="{9C2B0DCF-D196-5CCF-1AA5-F0C3C5D3C122}"/>
              </a:ext>
            </a:extLst>
          </p:cNvPr>
          <p:cNvSpPr>
            <a:spLocks noGrp="1"/>
          </p:cNvSpPr>
          <p:nvPr>
            <p:ph type="body" sz="quarter" idx="99"/>
          </p:nvPr>
        </p:nvSpPr>
        <p:spPr/>
        <p:txBody>
          <a:bodyPr/>
          <a:lstStyle/>
          <a:p>
            <a:endParaRPr lang="en-US"/>
          </a:p>
        </p:txBody>
      </p:sp>
      <p:sp>
        <p:nvSpPr>
          <p:cNvPr id="22" name="Text Placeholder 21">
            <a:extLst>
              <a:ext uri="{FF2B5EF4-FFF2-40B4-BE49-F238E27FC236}">
                <a16:creationId xmlns:a16="http://schemas.microsoft.com/office/drawing/2014/main" id="{E2204A76-3F23-C046-00A1-AE05B1BA5D88}"/>
              </a:ext>
            </a:extLst>
          </p:cNvPr>
          <p:cNvSpPr>
            <a:spLocks noGrp="1"/>
          </p:cNvSpPr>
          <p:nvPr>
            <p:ph type="body" sz="quarter" idx="100"/>
          </p:nvPr>
        </p:nvSpPr>
        <p:spPr/>
        <p:txBody>
          <a:bodyPr/>
          <a:lstStyle/>
          <a:p>
            <a:endParaRPr lang="en-US"/>
          </a:p>
        </p:txBody>
      </p:sp>
      <p:sp>
        <p:nvSpPr>
          <p:cNvPr id="23" name="Text Placeholder 22">
            <a:extLst>
              <a:ext uri="{FF2B5EF4-FFF2-40B4-BE49-F238E27FC236}">
                <a16:creationId xmlns:a16="http://schemas.microsoft.com/office/drawing/2014/main" id="{A4BFB468-8AB6-E2A6-915E-95123D5E16D0}"/>
              </a:ext>
            </a:extLst>
          </p:cNvPr>
          <p:cNvSpPr>
            <a:spLocks noGrp="1"/>
          </p:cNvSpPr>
          <p:nvPr>
            <p:ph type="body" sz="quarter" idx="101"/>
          </p:nvPr>
        </p:nvSpPr>
        <p:spPr/>
        <p:txBody>
          <a:bodyPr/>
          <a:lstStyle/>
          <a:p>
            <a:endParaRPr lang="en-US"/>
          </a:p>
        </p:txBody>
      </p:sp>
      <p:sp>
        <p:nvSpPr>
          <p:cNvPr id="24" name="Text Placeholder 23">
            <a:extLst>
              <a:ext uri="{FF2B5EF4-FFF2-40B4-BE49-F238E27FC236}">
                <a16:creationId xmlns:a16="http://schemas.microsoft.com/office/drawing/2014/main" id="{7F8AB2E2-D760-8C5F-5D38-1092DF809905}"/>
              </a:ext>
            </a:extLst>
          </p:cNvPr>
          <p:cNvSpPr>
            <a:spLocks noGrp="1"/>
          </p:cNvSpPr>
          <p:nvPr>
            <p:ph type="body" sz="quarter" idx="102"/>
          </p:nvPr>
        </p:nvSpPr>
        <p:spPr/>
        <p:txBody>
          <a:bodyPr/>
          <a:lstStyle/>
          <a:p>
            <a:endParaRPr lang="en-US"/>
          </a:p>
        </p:txBody>
      </p:sp>
    </p:spTree>
    <p:extLst>
      <p:ext uri="{BB962C8B-B14F-4D97-AF65-F5344CB8AC3E}">
        <p14:creationId xmlns:p14="http://schemas.microsoft.com/office/powerpoint/2010/main" val="376016598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3F2447-00B4-C99F-E46A-F6D89E3BDF80}"/>
              </a:ext>
            </a:extLst>
          </p:cNvPr>
          <p:cNvSpPr>
            <a:spLocks noGrp="1"/>
          </p:cNvSpPr>
          <p:nvPr>
            <p:ph type="title"/>
          </p:nvPr>
        </p:nvSpPr>
        <p:spPr/>
        <p:txBody>
          <a:bodyPr/>
          <a:lstStyle/>
          <a:p>
            <a:r>
              <a:rPr lang="en-US" dirty="0"/>
              <a:t>Visit </a:t>
            </a:r>
            <a:r>
              <a:rPr lang="en-US" dirty="0">
                <a:hlinkClick r:id="rId2"/>
              </a:rPr>
              <a:t>Brand Center</a:t>
            </a:r>
            <a:r>
              <a:rPr lang="en-US" dirty="0"/>
              <a:t> for</a:t>
            </a:r>
            <a:br>
              <a:rPr lang="en-US" dirty="0"/>
            </a:br>
            <a:r>
              <a:rPr lang="en-US" dirty="0"/>
              <a:t>pre-approved imagery</a:t>
            </a:r>
            <a:br>
              <a:rPr lang="en-US" dirty="0"/>
            </a:br>
            <a:r>
              <a:rPr lang="en-US" dirty="0"/>
              <a:t>to place in dynamic slices</a:t>
            </a:r>
          </a:p>
        </p:txBody>
      </p:sp>
      <p:sp>
        <p:nvSpPr>
          <p:cNvPr id="10" name="Text Placeholder 9">
            <a:extLst>
              <a:ext uri="{FF2B5EF4-FFF2-40B4-BE49-F238E27FC236}">
                <a16:creationId xmlns:a16="http://schemas.microsoft.com/office/drawing/2014/main" id="{78E1E73C-CED6-C65E-822C-4A2427EC3250}"/>
              </a:ext>
            </a:extLst>
          </p:cNvPr>
          <p:cNvSpPr>
            <a:spLocks noGrp="1"/>
          </p:cNvSpPr>
          <p:nvPr>
            <p:ph type="body" sz="quarter" idx="11"/>
          </p:nvPr>
        </p:nvSpPr>
        <p:spPr/>
        <p:txBody>
          <a:bodyPr/>
          <a:lstStyle/>
          <a:p>
            <a:endParaRPr lang="en-US"/>
          </a:p>
        </p:txBody>
      </p:sp>
      <p:sp>
        <p:nvSpPr>
          <p:cNvPr id="11" name="Picture Placeholder 10">
            <a:extLst>
              <a:ext uri="{FF2B5EF4-FFF2-40B4-BE49-F238E27FC236}">
                <a16:creationId xmlns:a16="http://schemas.microsoft.com/office/drawing/2014/main" id="{97F20298-8531-5821-CAD7-8695C9A1A543}"/>
              </a:ext>
            </a:extLst>
          </p:cNvPr>
          <p:cNvSpPr>
            <a:spLocks noGrp="1"/>
          </p:cNvSpPr>
          <p:nvPr>
            <p:ph type="pic" sz="quarter" idx="13"/>
          </p:nvPr>
        </p:nvSpPr>
        <p:spPr/>
        <p:txBody>
          <a:bodyPr/>
          <a:lstStyle/>
          <a:p>
            <a:endParaRPr lang="en-US"/>
          </a:p>
        </p:txBody>
      </p:sp>
      <p:sp>
        <p:nvSpPr>
          <p:cNvPr id="12" name="Picture Placeholder 11">
            <a:extLst>
              <a:ext uri="{FF2B5EF4-FFF2-40B4-BE49-F238E27FC236}">
                <a16:creationId xmlns:a16="http://schemas.microsoft.com/office/drawing/2014/main" id="{B3BED97C-82E6-846D-0852-632325DA5A53}"/>
              </a:ext>
            </a:extLst>
          </p:cNvPr>
          <p:cNvSpPr>
            <a:spLocks noGrp="1"/>
          </p:cNvSpPr>
          <p:nvPr>
            <p:ph type="pic" sz="quarter" idx="14"/>
          </p:nvPr>
        </p:nvSpPr>
        <p:spPr/>
        <p:txBody>
          <a:bodyPr/>
          <a:lstStyle/>
          <a:p>
            <a:endParaRPr lang="en-US"/>
          </a:p>
        </p:txBody>
      </p:sp>
      <p:sp>
        <p:nvSpPr>
          <p:cNvPr id="13" name="Text Placeholder 12">
            <a:extLst>
              <a:ext uri="{FF2B5EF4-FFF2-40B4-BE49-F238E27FC236}">
                <a16:creationId xmlns:a16="http://schemas.microsoft.com/office/drawing/2014/main" id="{47ABDEF6-2107-8B3E-BC35-336B9E35A7E8}"/>
              </a:ext>
            </a:extLst>
          </p:cNvPr>
          <p:cNvSpPr>
            <a:spLocks noGrp="1"/>
          </p:cNvSpPr>
          <p:nvPr>
            <p:ph type="body" sz="quarter" idx="99"/>
          </p:nvPr>
        </p:nvSpPr>
        <p:spPr/>
        <p:txBody>
          <a:bodyPr/>
          <a:lstStyle/>
          <a:p>
            <a:endParaRPr lang="en-US"/>
          </a:p>
        </p:txBody>
      </p:sp>
      <p:sp>
        <p:nvSpPr>
          <p:cNvPr id="14" name="Text Placeholder 13">
            <a:extLst>
              <a:ext uri="{FF2B5EF4-FFF2-40B4-BE49-F238E27FC236}">
                <a16:creationId xmlns:a16="http://schemas.microsoft.com/office/drawing/2014/main" id="{FD1DED3E-C2C6-6365-2361-9D0AB38FDCB5}"/>
              </a:ext>
            </a:extLst>
          </p:cNvPr>
          <p:cNvSpPr>
            <a:spLocks noGrp="1"/>
          </p:cNvSpPr>
          <p:nvPr>
            <p:ph type="body" sz="quarter" idx="100"/>
          </p:nvPr>
        </p:nvSpPr>
        <p:spPr/>
        <p:txBody>
          <a:bodyPr/>
          <a:lstStyle/>
          <a:p>
            <a:endParaRPr lang="en-US"/>
          </a:p>
        </p:txBody>
      </p:sp>
      <p:sp>
        <p:nvSpPr>
          <p:cNvPr id="15" name="Text Placeholder 14">
            <a:extLst>
              <a:ext uri="{FF2B5EF4-FFF2-40B4-BE49-F238E27FC236}">
                <a16:creationId xmlns:a16="http://schemas.microsoft.com/office/drawing/2014/main" id="{26D42CE9-D4B1-43B9-C134-F77B7B13D0E9}"/>
              </a:ext>
            </a:extLst>
          </p:cNvPr>
          <p:cNvSpPr>
            <a:spLocks noGrp="1"/>
          </p:cNvSpPr>
          <p:nvPr>
            <p:ph type="body" sz="quarter" idx="101"/>
          </p:nvPr>
        </p:nvSpPr>
        <p:spPr/>
        <p:txBody>
          <a:bodyPr/>
          <a:lstStyle/>
          <a:p>
            <a:endParaRPr lang="en-US"/>
          </a:p>
        </p:txBody>
      </p:sp>
      <p:sp>
        <p:nvSpPr>
          <p:cNvPr id="16" name="Text Placeholder 15">
            <a:extLst>
              <a:ext uri="{FF2B5EF4-FFF2-40B4-BE49-F238E27FC236}">
                <a16:creationId xmlns:a16="http://schemas.microsoft.com/office/drawing/2014/main" id="{C51C0ADD-57AA-7D2D-FD60-DEF824A38834}"/>
              </a:ext>
            </a:extLst>
          </p:cNvPr>
          <p:cNvSpPr>
            <a:spLocks noGrp="1"/>
          </p:cNvSpPr>
          <p:nvPr>
            <p:ph type="body" sz="quarter" idx="102"/>
          </p:nvPr>
        </p:nvSpPr>
        <p:spPr/>
        <p:txBody>
          <a:bodyPr/>
          <a:lstStyle/>
          <a:p>
            <a:endParaRPr lang="en-US"/>
          </a:p>
        </p:txBody>
      </p:sp>
    </p:spTree>
    <p:extLst>
      <p:ext uri="{BB962C8B-B14F-4D97-AF65-F5344CB8AC3E}">
        <p14:creationId xmlns:p14="http://schemas.microsoft.com/office/powerpoint/2010/main" val="106268320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2787A959-3516-D48D-B058-1533EBA6C17C}"/>
              </a:ext>
            </a:extLst>
          </p:cNvPr>
          <p:cNvSpPr>
            <a:spLocks noGrp="1"/>
          </p:cNvSpPr>
          <p:nvPr>
            <p:ph type="ftr" sz="quarter" idx="11"/>
          </p:nvPr>
        </p:nvSpPr>
        <p:spPr/>
        <p:txBody>
          <a:bodyPr/>
          <a:lstStyle/>
          <a:p>
            <a:r>
              <a:rPr lang="en-US"/>
              <a:t>See slide 12 for instructions on how to update footer</a:t>
            </a:r>
            <a:endParaRPr lang="en-US" dirty="0"/>
          </a:p>
        </p:txBody>
      </p:sp>
      <p:sp>
        <p:nvSpPr>
          <p:cNvPr id="4" name="Slide Number Placeholder 3">
            <a:extLst>
              <a:ext uri="{FF2B5EF4-FFF2-40B4-BE49-F238E27FC236}">
                <a16:creationId xmlns:a16="http://schemas.microsoft.com/office/drawing/2014/main" id="{C4DAB0AD-0F9F-7EC9-001C-8124A81CDC29}"/>
              </a:ext>
            </a:extLst>
          </p:cNvPr>
          <p:cNvSpPr>
            <a:spLocks noGrp="1"/>
          </p:cNvSpPr>
          <p:nvPr>
            <p:ph type="sldNum" sz="quarter" idx="12"/>
          </p:nvPr>
        </p:nvSpPr>
        <p:spPr/>
        <p:txBody>
          <a:bodyPr/>
          <a:lstStyle/>
          <a:p>
            <a:fld id="{862A5111-985B-C14D-9115-5787026182A8}" type="slidenum">
              <a:rPr lang="en-US" smtClean="0"/>
              <a:pPr/>
              <a:t>8</a:t>
            </a:fld>
            <a:endParaRPr lang="en-US"/>
          </a:p>
        </p:txBody>
      </p:sp>
      <p:sp>
        <p:nvSpPr>
          <p:cNvPr id="22" name="Title 21">
            <a:extLst>
              <a:ext uri="{FF2B5EF4-FFF2-40B4-BE49-F238E27FC236}">
                <a16:creationId xmlns:a16="http://schemas.microsoft.com/office/drawing/2014/main" id="{725B04E0-10F4-2F2E-D5FF-EE74C71145C6}"/>
              </a:ext>
            </a:extLst>
          </p:cNvPr>
          <p:cNvSpPr>
            <a:spLocks noGrp="1"/>
          </p:cNvSpPr>
          <p:nvPr>
            <p:ph type="title"/>
          </p:nvPr>
        </p:nvSpPr>
        <p:spPr>
          <a:xfrm>
            <a:off x="546100" y="552450"/>
            <a:ext cx="11091861" cy="434975"/>
          </a:xfrm>
        </p:spPr>
        <p:txBody>
          <a:bodyPr/>
          <a:lstStyle/>
          <a:p>
            <a:r>
              <a:rPr lang="en-US" dirty="0"/>
              <a:t>Instructions</a:t>
            </a:r>
          </a:p>
        </p:txBody>
      </p:sp>
      <p:sp>
        <p:nvSpPr>
          <p:cNvPr id="15" name="Text Placeholder 14">
            <a:extLst>
              <a:ext uri="{FF2B5EF4-FFF2-40B4-BE49-F238E27FC236}">
                <a16:creationId xmlns:a16="http://schemas.microsoft.com/office/drawing/2014/main" id="{143DC7BF-404F-5612-2E17-FB62C9013EAF}"/>
              </a:ext>
            </a:extLst>
          </p:cNvPr>
          <p:cNvSpPr>
            <a:spLocks noGrp="1"/>
          </p:cNvSpPr>
          <p:nvPr>
            <p:ph type="body" sz="quarter" idx="45"/>
          </p:nvPr>
        </p:nvSpPr>
        <p:spPr>
          <a:xfrm>
            <a:off x="546100" y="1127125"/>
            <a:ext cx="11091862" cy="597792"/>
          </a:xfrm>
        </p:spPr>
        <p:txBody>
          <a:bodyPr>
            <a:spAutoFit/>
          </a:bodyPr>
          <a:lstStyle/>
          <a:p>
            <a:r>
              <a:rPr lang="en-US" dirty="0"/>
              <a:t>Instructions are listed within each section below, please read carefully to understand how</a:t>
            </a:r>
          </a:p>
          <a:p>
            <a:r>
              <a:rPr lang="en-US" dirty="0"/>
              <a:t>to adopt the new template and switch existing content into the new branding</a:t>
            </a:r>
          </a:p>
        </p:txBody>
      </p:sp>
      <p:sp>
        <p:nvSpPr>
          <p:cNvPr id="14" name="Content Placeholder 13">
            <a:extLst>
              <a:ext uri="{FF2B5EF4-FFF2-40B4-BE49-F238E27FC236}">
                <a16:creationId xmlns:a16="http://schemas.microsoft.com/office/drawing/2014/main" id="{170B6565-2DCA-49DD-E5CA-818F676276C3}"/>
              </a:ext>
            </a:extLst>
          </p:cNvPr>
          <p:cNvSpPr>
            <a:spLocks noGrp="1"/>
          </p:cNvSpPr>
          <p:nvPr>
            <p:ph sz="quarter" idx="4294967295"/>
          </p:nvPr>
        </p:nvSpPr>
        <p:spPr>
          <a:xfrm>
            <a:off x="546100" y="2541453"/>
            <a:ext cx="5445125" cy="3441700"/>
          </a:xfrm>
        </p:spPr>
        <p:txBody>
          <a:bodyPr>
            <a:normAutofit/>
          </a:bodyPr>
          <a:lstStyle/>
          <a:p>
            <a:pPr lvl="1"/>
            <a:r>
              <a:rPr lang="en-US" dirty="0"/>
              <a:t>Do not pull over entire slide. This can, and more than likely will, cause major formatting issues.</a:t>
            </a:r>
          </a:p>
          <a:p>
            <a:pPr lvl="1"/>
            <a:r>
              <a:rPr lang="en-US" dirty="0"/>
              <a:t>The exception to this rule is if the decks use the exact same template. Be cautious, however, just because decks may have similar looks, does not mean they use the same template.</a:t>
            </a:r>
          </a:p>
          <a:p>
            <a:pPr lvl="1"/>
            <a:r>
              <a:rPr lang="en-US" dirty="0"/>
              <a:t>The best way to ensure your content will be formatted correctly is to manually copy and paste each individual element into it’s respective placeholder from deck to the other.</a:t>
            </a:r>
          </a:p>
          <a:p>
            <a:pPr lvl="1"/>
            <a:r>
              <a:rPr lang="en-US" dirty="0"/>
              <a:t>As you add the new items to your template’s placeholder, you may to do some slight adjusting.</a:t>
            </a:r>
          </a:p>
          <a:p>
            <a:pPr lvl="1"/>
            <a:r>
              <a:rPr lang="en-US" dirty="0"/>
              <a:t>This is slightly more time consuming but will result in a better product and will maintain consistency.</a:t>
            </a:r>
          </a:p>
          <a:p>
            <a:endParaRPr lang="en-US" dirty="0"/>
          </a:p>
        </p:txBody>
      </p:sp>
      <p:sp>
        <p:nvSpPr>
          <p:cNvPr id="3" name="Content Placeholder 2">
            <a:extLst>
              <a:ext uri="{FF2B5EF4-FFF2-40B4-BE49-F238E27FC236}">
                <a16:creationId xmlns:a16="http://schemas.microsoft.com/office/drawing/2014/main" id="{F7F1D29E-8FCB-5F16-3E0C-454D79F8B900}"/>
              </a:ext>
            </a:extLst>
          </p:cNvPr>
          <p:cNvSpPr>
            <a:spLocks noGrp="1"/>
          </p:cNvSpPr>
          <p:nvPr>
            <p:ph sz="quarter" idx="4294967295"/>
          </p:nvPr>
        </p:nvSpPr>
        <p:spPr>
          <a:xfrm>
            <a:off x="6194425" y="2541453"/>
            <a:ext cx="5443537" cy="3441700"/>
          </a:xfrm>
        </p:spPr>
        <p:txBody>
          <a:bodyPr/>
          <a:lstStyle/>
          <a:p>
            <a:pPr lvl="1"/>
            <a:r>
              <a:rPr lang="en-US" dirty="0"/>
              <a:t>If the formatting of the deck you are importing from is poor, don’t expect miracles when importing into this template. Manual adjustments will need to be made.</a:t>
            </a:r>
          </a:p>
          <a:p>
            <a:pPr lvl="1"/>
            <a:r>
              <a:rPr lang="en-US" dirty="0"/>
              <a:t>Open .</a:t>
            </a:r>
            <a:r>
              <a:rPr lang="en-US" dirty="0" err="1"/>
              <a:t>potx</a:t>
            </a:r>
            <a:r>
              <a:rPr lang="en-US" dirty="0"/>
              <a:t> file. </a:t>
            </a:r>
          </a:p>
          <a:p>
            <a:pPr lvl="1"/>
            <a:r>
              <a:rPr lang="en-US" dirty="0"/>
              <a:t>Immediately after opening, navigate to the file menu and select “Save As.”</a:t>
            </a:r>
          </a:p>
          <a:p>
            <a:pPr lvl="1"/>
            <a:r>
              <a:rPr lang="en-US" dirty="0"/>
              <a:t>Save the presentation with an appropriate file name and with the extension .pptx (this ensures the original template file will not be changed).</a:t>
            </a:r>
          </a:p>
        </p:txBody>
      </p:sp>
      <p:sp>
        <p:nvSpPr>
          <p:cNvPr id="6" name="Text Placeholder 5">
            <a:extLst>
              <a:ext uri="{FF2B5EF4-FFF2-40B4-BE49-F238E27FC236}">
                <a16:creationId xmlns:a16="http://schemas.microsoft.com/office/drawing/2014/main" id="{3B55600B-8696-E20B-F422-427BDCDC810C}"/>
              </a:ext>
            </a:extLst>
          </p:cNvPr>
          <p:cNvSpPr>
            <a:spLocks noGrp="1"/>
          </p:cNvSpPr>
          <p:nvPr>
            <p:ph type="body" sz="quarter" idx="46"/>
          </p:nvPr>
        </p:nvSpPr>
        <p:spPr/>
        <p:txBody>
          <a:bodyPr/>
          <a:lstStyle/>
          <a:p>
            <a:endParaRPr lang="en-US"/>
          </a:p>
        </p:txBody>
      </p:sp>
      <p:sp>
        <p:nvSpPr>
          <p:cNvPr id="7" name="Text Placeholder 8">
            <a:extLst>
              <a:ext uri="{FF2B5EF4-FFF2-40B4-BE49-F238E27FC236}">
                <a16:creationId xmlns:a16="http://schemas.microsoft.com/office/drawing/2014/main" id="{4BA6DDF8-4BD0-34A1-805E-C3D526C486D0}"/>
              </a:ext>
            </a:extLst>
          </p:cNvPr>
          <p:cNvSpPr txBox="1">
            <a:spLocks/>
          </p:cNvSpPr>
          <p:nvPr/>
        </p:nvSpPr>
        <p:spPr>
          <a:xfrm>
            <a:off x="546100" y="2081346"/>
            <a:ext cx="5445125" cy="289560"/>
          </a:xfrm>
          <a:prstGeom prst="rect">
            <a:avLst/>
          </a:prstGeom>
        </p:spPr>
        <p:txBody>
          <a:bodyPr vert="horz" lIns="0" tIns="0" rIns="0" bIns="0" rtlCol="0" anchor="b" anchorCtr="0">
            <a:noAutofit/>
          </a:bodyPr>
          <a:lstStyle>
            <a:lvl1pPr marL="0" indent="0" algn="l" defTabSz="914400" rtl="0" eaLnBrk="1" latinLnBrk="0" hangingPunct="1">
              <a:lnSpc>
                <a:spcPct val="101000"/>
              </a:lnSpc>
              <a:spcBef>
                <a:spcPts val="0"/>
              </a:spcBef>
              <a:spcAft>
                <a:spcPts val="600"/>
              </a:spcAft>
              <a:buFont typeface="GT America Regular"/>
              <a:buNone/>
              <a:defRPr lang="en-US" sz="600" b="0" i="0" kern="1200" dirty="0" smtClean="0">
                <a:solidFill>
                  <a:srgbClr val="75787B"/>
                </a:solidFill>
                <a:latin typeface="+mn-lt"/>
                <a:ea typeface="GT America Regular" charset="0"/>
                <a:cs typeface="GT America Regular" charset="0"/>
              </a:defRPr>
            </a:lvl1pPr>
            <a:lvl2pPr marL="0" indent="0" algn="l" defTabSz="914400" rtl="0" eaLnBrk="1" latinLnBrk="0" hangingPunct="1">
              <a:lnSpc>
                <a:spcPct val="101000"/>
              </a:lnSpc>
              <a:spcBef>
                <a:spcPts val="0"/>
              </a:spcBef>
              <a:spcAft>
                <a:spcPts val="600"/>
              </a:spcAft>
              <a:buFont typeface="GT America Regular" charset="0"/>
              <a:buNone/>
              <a:defRPr lang="en-US" sz="600" b="0" i="0" kern="1200" dirty="0" smtClean="0">
                <a:solidFill>
                  <a:srgbClr val="75787B"/>
                </a:solidFill>
                <a:latin typeface="+mn-lt"/>
                <a:ea typeface="GT America Regular" charset="0"/>
                <a:cs typeface="GT America Regular" charset="0"/>
              </a:defRPr>
            </a:lvl2pPr>
            <a:lvl3pPr marL="0" indent="0" algn="l" defTabSz="914400" rtl="0" eaLnBrk="1" latinLnBrk="0" hangingPunct="1">
              <a:lnSpc>
                <a:spcPct val="101000"/>
              </a:lnSpc>
              <a:spcBef>
                <a:spcPts val="0"/>
              </a:spcBef>
              <a:spcAft>
                <a:spcPts val="600"/>
              </a:spcAft>
              <a:buClr>
                <a:schemeClr val="accent1"/>
              </a:buClr>
              <a:buFont typeface="GT America Regular" pitchFamily="50" charset="0"/>
              <a:buNone/>
              <a:defRPr lang="en-US" sz="600" b="0" i="0" kern="1200" dirty="0" smtClean="0">
                <a:solidFill>
                  <a:srgbClr val="75787B"/>
                </a:solidFill>
                <a:latin typeface="+mn-lt"/>
                <a:ea typeface="GT America Regular" charset="0"/>
                <a:cs typeface="GT America Regular" charset="0"/>
              </a:defRPr>
            </a:lvl3pPr>
            <a:lvl4pPr marL="0" indent="0" algn="l" defTabSz="914400" rtl="0" eaLnBrk="1" latinLnBrk="0" hangingPunct="1">
              <a:lnSpc>
                <a:spcPct val="101000"/>
              </a:lnSpc>
              <a:spcBef>
                <a:spcPts val="0"/>
              </a:spcBef>
              <a:spcAft>
                <a:spcPts val="600"/>
              </a:spcAft>
              <a:buClrTx/>
              <a:buFont typeface="GT America Regular" pitchFamily="50" charset="0"/>
              <a:buNone/>
              <a:defRPr lang="en-US" sz="600" b="0" i="0" kern="1200" dirty="0" smtClean="0">
                <a:solidFill>
                  <a:srgbClr val="75787B"/>
                </a:solidFill>
                <a:latin typeface="+mn-lt"/>
                <a:ea typeface="GT America Regular" charset="0"/>
                <a:cs typeface="GT America Regular" charset="0"/>
              </a:defRPr>
            </a:lvl4pPr>
            <a:lvl5pPr marL="0" indent="0" algn="l" defTabSz="914400" rtl="0" eaLnBrk="1" latinLnBrk="0" hangingPunct="1">
              <a:lnSpc>
                <a:spcPct val="101000"/>
              </a:lnSpc>
              <a:spcBef>
                <a:spcPts val="0"/>
              </a:spcBef>
              <a:spcAft>
                <a:spcPts val="600"/>
              </a:spcAft>
              <a:buClr>
                <a:schemeClr val="accent1"/>
              </a:buClr>
              <a:buFont typeface="GT America Regular" charset="0"/>
              <a:buNone/>
              <a:tabLst/>
              <a:defRPr lang="en-US" sz="600" b="0" i="0" kern="1200" dirty="0" smtClean="0">
                <a:solidFill>
                  <a:srgbClr val="75787B"/>
                </a:solidFill>
                <a:latin typeface="+mn-lt"/>
                <a:ea typeface="GT America Regular" charset="0"/>
                <a:cs typeface="GT America Regular" charset="0"/>
              </a:defRPr>
            </a:lvl5pPr>
            <a:lvl6pPr marL="0" indent="0" algn="l" defTabSz="914400" rtl="0" eaLnBrk="1" latinLnBrk="0" hangingPunct="1">
              <a:lnSpc>
                <a:spcPct val="101000"/>
              </a:lnSpc>
              <a:spcBef>
                <a:spcPts val="0"/>
              </a:spcBef>
              <a:spcAft>
                <a:spcPts val="600"/>
              </a:spcAft>
              <a:buClrTx/>
              <a:buFont typeface="GT America Regular" pitchFamily="50" charset="0"/>
              <a:buNone/>
              <a:defRPr lang="en-US" sz="600" b="0" i="0" kern="1200" dirty="0" smtClean="0">
                <a:solidFill>
                  <a:srgbClr val="75787B"/>
                </a:solidFill>
                <a:latin typeface="+mn-lt"/>
                <a:ea typeface="GT America Regular" charset="0"/>
                <a:cs typeface="GT America Regular" charset="0"/>
              </a:defRPr>
            </a:lvl6pPr>
            <a:lvl7pPr marL="0" indent="0" algn="l" defTabSz="914400" rtl="0" eaLnBrk="1" latinLnBrk="0" hangingPunct="1">
              <a:lnSpc>
                <a:spcPct val="101000"/>
              </a:lnSpc>
              <a:spcBef>
                <a:spcPts val="0"/>
              </a:spcBef>
              <a:spcAft>
                <a:spcPts val="600"/>
              </a:spcAft>
              <a:buClr>
                <a:schemeClr val="accent1"/>
              </a:buClr>
              <a:buFont typeface="GT America Regular" charset="0"/>
              <a:buNone/>
              <a:defRPr lang="en-US" sz="600" b="0" i="0" kern="1200" dirty="0" smtClean="0">
                <a:solidFill>
                  <a:srgbClr val="75787B"/>
                </a:solidFill>
                <a:latin typeface="+mn-lt"/>
                <a:ea typeface="GT America Regular" charset="0"/>
                <a:cs typeface="GT America Regular" charset="0"/>
              </a:defRPr>
            </a:lvl7pPr>
            <a:lvl8pPr marL="0" indent="0" algn="l" defTabSz="914400" rtl="0" eaLnBrk="1" latinLnBrk="0" hangingPunct="1">
              <a:lnSpc>
                <a:spcPct val="101000"/>
              </a:lnSpc>
              <a:spcBef>
                <a:spcPts val="0"/>
              </a:spcBef>
              <a:spcAft>
                <a:spcPts val="600"/>
              </a:spcAft>
              <a:buClrTx/>
              <a:buFont typeface="GT America Regular" pitchFamily="50" charset="0"/>
              <a:buNone/>
              <a:defRPr lang="en-US" sz="600" b="0" i="0" kern="1200" dirty="0" smtClean="0">
                <a:solidFill>
                  <a:srgbClr val="75787B"/>
                </a:solidFill>
                <a:latin typeface="+mn-lt"/>
                <a:ea typeface="GT America Regular" charset="0"/>
                <a:cs typeface="GT America Regular" charset="0"/>
              </a:defRPr>
            </a:lvl8pPr>
            <a:lvl9pPr marL="0" indent="0" algn="l" defTabSz="914400" rtl="0" eaLnBrk="1" latinLnBrk="0" hangingPunct="1">
              <a:lnSpc>
                <a:spcPct val="101000"/>
              </a:lnSpc>
              <a:spcBef>
                <a:spcPts val="0"/>
              </a:spcBef>
              <a:spcAft>
                <a:spcPts val="600"/>
              </a:spcAft>
              <a:buClr>
                <a:schemeClr val="accent1"/>
              </a:buClr>
              <a:buFont typeface="GT America Regular" charset="0"/>
              <a:buNone/>
              <a:defRPr lang="en-US" sz="600" b="0" i="0" kern="1200" dirty="0">
                <a:solidFill>
                  <a:srgbClr val="75787B"/>
                </a:solidFill>
                <a:latin typeface="+mn-lt"/>
                <a:ea typeface="GT America Regular" charset="0"/>
                <a:cs typeface="GT America Regular" charset="0"/>
              </a:defRPr>
            </a:lvl9pPr>
          </a:lstStyle>
          <a:p>
            <a:r>
              <a:rPr lang="en-US" sz="2000" dirty="0">
                <a:solidFill>
                  <a:schemeClr val="tx2"/>
                </a:solidFill>
                <a:latin typeface="+mj-lt"/>
              </a:rPr>
              <a:t>Incorporating slides from existing decks</a:t>
            </a:r>
          </a:p>
        </p:txBody>
      </p:sp>
    </p:spTree>
    <p:extLst>
      <p:ext uri="{BB962C8B-B14F-4D97-AF65-F5344CB8AC3E}">
        <p14:creationId xmlns:p14="http://schemas.microsoft.com/office/powerpoint/2010/main" val="210065309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BADF743D-D5ED-B4C9-D322-94AD1D6359F4}"/>
              </a:ext>
            </a:extLst>
          </p:cNvPr>
          <p:cNvSpPr>
            <a:spLocks noGrp="1"/>
          </p:cNvSpPr>
          <p:nvPr>
            <p:ph type="ftr" sz="quarter" idx="11"/>
          </p:nvPr>
        </p:nvSpPr>
        <p:spPr>
          <a:xfrm>
            <a:off x="4781550" y="6311900"/>
            <a:ext cx="5448300" cy="269875"/>
          </a:xfrm>
        </p:spPr>
        <p:txBody>
          <a:bodyPr/>
          <a:lstStyle/>
          <a:p>
            <a:r>
              <a:rPr lang="en-US"/>
              <a:t>See slide 12 for instructions on how to update footer</a:t>
            </a:r>
          </a:p>
        </p:txBody>
      </p:sp>
      <p:sp>
        <p:nvSpPr>
          <p:cNvPr id="3" name="Slide Number Placeholder 2">
            <a:extLst>
              <a:ext uri="{FF2B5EF4-FFF2-40B4-BE49-F238E27FC236}">
                <a16:creationId xmlns:a16="http://schemas.microsoft.com/office/drawing/2014/main" id="{67F8D3A2-CB3D-77D2-4D45-F1A91E6A7A66}"/>
              </a:ext>
            </a:extLst>
          </p:cNvPr>
          <p:cNvSpPr>
            <a:spLocks noGrp="1"/>
          </p:cNvSpPr>
          <p:nvPr>
            <p:ph type="sldNum" sz="quarter" idx="12"/>
          </p:nvPr>
        </p:nvSpPr>
        <p:spPr>
          <a:xfrm>
            <a:off x="10428288" y="6311900"/>
            <a:ext cx="1209674" cy="269875"/>
          </a:xfrm>
        </p:spPr>
        <p:txBody>
          <a:bodyPr/>
          <a:lstStyle/>
          <a:p>
            <a:fld id="{862A5111-985B-C14D-9115-5787026182A8}" type="slidenum">
              <a:rPr lang="en-US" smtClean="0"/>
              <a:pPr/>
              <a:t>9</a:t>
            </a:fld>
            <a:endParaRPr lang="en-US"/>
          </a:p>
        </p:txBody>
      </p:sp>
      <p:sp>
        <p:nvSpPr>
          <p:cNvPr id="8" name="Title 7">
            <a:extLst>
              <a:ext uri="{FF2B5EF4-FFF2-40B4-BE49-F238E27FC236}">
                <a16:creationId xmlns:a16="http://schemas.microsoft.com/office/drawing/2014/main" id="{2A2A241B-0CD5-9803-A024-C8F7ACD96979}"/>
              </a:ext>
            </a:extLst>
          </p:cNvPr>
          <p:cNvSpPr>
            <a:spLocks noGrp="1"/>
          </p:cNvSpPr>
          <p:nvPr>
            <p:ph type="title"/>
          </p:nvPr>
        </p:nvSpPr>
        <p:spPr>
          <a:xfrm>
            <a:off x="546100" y="552450"/>
            <a:ext cx="11091861" cy="434975"/>
          </a:xfrm>
        </p:spPr>
        <p:txBody>
          <a:bodyPr/>
          <a:lstStyle/>
          <a:p>
            <a:r>
              <a:rPr lang="en-US" dirty="0"/>
              <a:t>Instructions</a:t>
            </a:r>
          </a:p>
        </p:txBody>
      </p:sp>
      <p:sp>
        <p:nvSpPr>
          <p:cNvPr id="18" name="Text Placeholder 17">
            <a:extLst>
              <a:ext uri="{FF2B5EF4-FFF2-40B4-BE49-F238E27FC236}">
                <a16:creationId xmlns:a16="http://schemas.microsoft.com/office/drawing/2014/main" id="{BDDE95BE-4744-5D5F-47E8-9DF95672375E}"/>
              </a:ext>
            </a:extLst>
          </p:cNvPr>
          <p:cNvSpPr>
            <a:spLocks noGrp="1"/>
          </p:cNvSpPr>
          <p:nvPr>
            <p:ph type="body" sz="quarter" idx="21"/>
          </p:nvPr>
        </p:nvSpPr>
        <p:spPr>
          <a:xfrm>
            <a:off x="546101" y="1127125"/>
            <a:ext cx="11094212" cy="295275"/>
          </a:xfrm>
        </p:spPr>
        <p:txBody>
          <a:bodyPr/>
          <a:lstStyle/>
          <a:p>
            <a:r>
              <a:rPr lang="en-US" dirty="0"/>
              <a:t>Slide content and tools</a:t>
            </a:r>
          </a:p>
        </p:txBody>
      </p:sp>
      <p:sp>
        <p:nvSpPr>
          <p:cNvPr id="17" name="Text Placeholder 16">
            <a:extLst>
              <a:ext uri="{FF2B5EF4-FFF2-40B4-BE49-F238E27FC236}">
                <a16:creationId xmlns:a16="http://schemas.microsoft.com/office/drawing/2014/main" id="{73D139D5-AAD3-0C1E-269C-BA54F70D79B8}"/>
              </a:ext>
            </a:extLst>
          </p:cNvPr>
          <p:cNvSpPr>
            <a:spLocks noGrp="1"/>
          </p:cNvSpPr>
          <p:nvPr>
            <p:ph type="body" sz="quarter" idx="22"/>
          </p:nvPr>
        </p:nvSpPr>
        <p:spPr/>
        <p:txBody>
          <a:bodyPr/>
          <a:lstStyle/>
          <a:p>
            <a:endParaRPr lang="en-US"/>
          </a:p>
        </p:txBody>
      </p:sp>
      <p:sp>
        <p:nvSpPr>
          <p:cNvPr id="6" name="Content Placeholder 5">
            <a:extLst>
              <a:ext uri="{FF2B5EF4-FFF2-40B4-BE49-F238E27FC236}">
                <a16:creationId xmlns:a16="http://schemas.microsoft.com/office/drawing/2014/main" id="{943B9DC8-9398-A850-4C58-BC1BEC5E558E}"/>
              </a:ext>
            </a:extLst>
          </p:cNvPr>
          <p:cNvSpPr>
            <a:spLocks noGrp="1"/>
          </p:cNvSpPr>
          <p:nvPr>
            <p:ph sz="quarter" idx="23"/>
          </p:nvPr>
        </p:nvSpPr>
        <p:spPr>
          <a:xfrm>
            <a:off x="546100" y="1849438"/>
            <a:ext cx="3524249" cy="4017962"/>
          </a:xfrm>
        </p:spPr>
        <p:txBody>
          <a:bodyPr/>
          <a:lstStyle/>
          <a:p>
            <a:pPr lvl="1"/>
            <a:r>
              <a:rPr lang="en-US" dirty="0"/>
              <a:t>There are two versions for most slides, one that features a fixed rule and a subhead above content boxes</a:t>
            </a:r>
          </a:p>
          <a:p>
            <a:endParaRPr lang="en-US" dirty="0"/>
          </a:p>
          <a:p>
            <a:endParaRPr lang="en-US" dirty="0"/>
          </a:p>
          <a:p>
            <a:endParaRPr lang="en-US" dirty="0"/>
          </a:p>
        </p:txBody>
      </p:sp>
      <p:sp>
        <p:nvSpPr>
          <p:cNvPr id="5" name="Content Placeholder 4">
            <a:extLst>
              <a:ext uri="{FF2B5EF4-FFF2-40B4-BE49-F238E27FC236}">
                <a16:creationId xmlns:a16="http://schemas.microsoft.com/office/drawing/2014/main" id="{E4348C01-9684-5175-A8E4-051F97E8BF5D}"/>
              </a:ext>
            </a:extLst>
          </p:cNvPr>
          <p:cNvSpPr>
            <a:spLocks noGrp="1"/>
          </p:cNvSpPr>
          <p:nvPr>
            <p:ph sz="quarter" idx="24"/>
          </p:nvPr>
        </p:nvSpPr>
        <p:spPr>
          <a:xfrm>
            <a:off x="4334891" y="1849438"/>
            <a:ext cx="3520440" cy="4017962"/>
          </a:xfrm>
        </p:spPr>
        <p:txBody>
          <a:bodyPr/>
          <a:lstStyle/>
          <a:p>
            <a:pPr lvl="1"/>
            <a:r>
              <a:rPr lang="en-US" dirty="0"/>
              <a:t>There is a preformatted box for disclaimers/footnotes/data details at the bottom of every slide</a:t>
            </a:r>
          </a:p>
          <a:p>
            <a:endParaRPr lang="en-US" dirty="0"/>
          </a:p>
          <a:p>
            <a:endParaRPr lang="en-US" dirty="0"/>
          </a:p>
        </p:txBody>
      </p:sp>
      <p:sp>
        <p:nvSpPr>
          <p:cNvPr id="4" name="Content Placeholder 3">
            <a:extLst>
              <a:ext uri="{FF2B5EF4-FFF2-40B4-BE49-F238E27FC236}">
                <a16:creationId xmlns:a16="http://schemas.microsoft.com/office/drawing/2014/main" id="{0CD75904-BD02-AFC7-14AE-BCEED8277DD1}"/>
              </a:ext>
            </a:extLst>
          </p:cNvPr>
          <p:cNvSpPr>
            <a:spLocks noGrp="1"/>
          </p:cNvSpPr>
          <p:nvPr>
            <p:ph sz="quarter" idx="25"/>
          </p:nvPr>
        </p:nvSpPr>
        <p:spPr>
          <a:xfrm>
            <a:off x="8119873" y="1849439"/>
            <a:ext cx="3520440" cy="4017961"/>
          </a:xfrm>
        </p:spPr>
        <p:txBody>
          <a:bodyPr/>
          <a:lstStyle/>
          <a:p>
            <a:pPr lvl="1"/>
            <a:r>
              <a:rPr lang="en-US" dirty="0"/>
              <a:t>Most slides feature `multi-purpose` boxes and may be used for text, tables, charts, or images.</a:t>
            </a:r>
          </a:p>
          <a:p>
            <a:pPr lvl="1"/>
            <a:r>
              <a:rPr lang="en-US" dirty="0"/>
              <a:t>Most content boxes feature scale to fit so if your content is longer than expected it will adjust automatically.</a:t>
            </a:r>
          </a:p>
          <a:p>
            <a:endParaRPr lang="en-US" dirty="0"/>
          </a:p>
        </p:txBody>
      </p:sp>
      <p:pic>
        <p:nvPicPr>
          <p:cNvPr id="12" name="Picture 11" descr="A screenshot of a computer&#10;&#10;Description automatically generated">
            <a:extLst>
              <a:ext uri="{FF2B5EF4-FFF2-40B4-BE49-F238E27FC236}">
                <a16:creationId xmlns:a16="http://schemas.microsoft.com/office/drawing/2014/main" id="{946D5446-DE0E-4496-7B6E-1ACABCA3F813}"/>
              </a:ext>
            </a:extLst>
          </p:cNvPr>
          <p:cNvPicPr>
            <a:picLocks noChangeAspect="1"/>
          </p:cNvPicPr>
          <p:nvPr/>
        </p:nvPicPr>
        <p:blipFill rotWithShape="1">
          <a:blip r:embed="rId2"/>
          <a:srcRect l="33750" t="33201" r="33363" b="29778"/>
          <a:stretch/>
        </p:blipFill>
        <p:spPr>
          <a:xfrm>
            <a:off x="1251695" y="3429000"/>
            <a:ext cx="2044624" cy="1054606"/>
          </a:xfrm>
          <a:prstGeom prst="rect">
            <a:avLst/>
          </a:prstGeom>
        </p:spPr>
      </p:pic>
      <p:pic>
        <p:nvPicPr>
          <p:cNvPr id="24" name="Picture 23" descr="A screenshot of a computer screen&#10;&#10;Description automatically generated">
            <a:extLst>
              <a:ext uri="{FF2B5EF4-FFF2-40B4-BE49-F238E27FC236}">
                <a16:creationId xmlns:a16="http://schemas.microsoft.com/office/drawing/2014/main" id="{AA574D12-E44B-2BCB-97BD-686FA5AED99D}"/>
              </a:ext>
            </a:extLst>
          </p:cNvPr>
          <p:cNvPicPr>
            <a:picLocks noChangeAspect="1"/>
          </p:cNvPicPr>
          <p:nvPr/>
        </p:nvPicPr>
        <p:blipFill>
          <a:blip r:embed="rId3"/>
          <a:stretch>
            <a:fillRect/>
          </a:stretch>
        </p:blipFill>
        <p:spPr>
          <a:xfrm>
            <a:off x="8459186" y="3359944"/>
            <a:ext cx="2438119" cy="1371600"/>
          </a:xfrm>
          <a:prstGeom prst="rect">
            <a:avLst/>
          </a:prstGeom>
          <a:ln w="6350">
            <a:solidFill>
              <a:srgbClr val="9C9FA1"/>
            </a:solidFill>
          </a:ln>
        </p:spPr>
      </p:pic>
      <p:pic>
        <p:nvPicPr>
          <p:cNvPr id="26" name="Picture 25" descr="A white sheet with blue text&#10;&#10;Description automatically generated">
            <a:extLst>
              <a:ext uri="{FF2B5EF4-FFF2-40B4-BE49-F238E27FC236}">
                <a16:creationId xmlns:a16="http://schemas.microsoft.com/office/drawing/2014/main" id="{83CE33AF-2033-964D-6483-EC559E3F4B45}"/>
              </a:ext>
            </a:extLst>
          </p:cNvPr>
          <p:cNvPicPr>
            <a:picLocks noChangeAspect="1"/>
          </p:cNvPicPr>
          <p:nvPr/>
        </p:nvPicPr>
        <p:blipFill>
          <a:blip r:embed="rId4"/>
          <a:stretch>
            <a:fillRect/>
          </a:stretch>
        </p:blipFill>
        <p:spPr>
          <a:xfrm>
            <a:off x="8862444" y="4168775"/>
            <a:ext cx="2437558" cy="1371600"/>
          </a:xfrm>
          <a:prstGeom prst="rect">
            <a:avLst/>
          </a:prstGeom>
          <a:ln w="6350">
            <a:solidFill>
              <a:srgbClr val="9C9FA1"/>
            </a:solidFill>
          </a:ln>
        </p:spPr>
      </p:pic>
      <p:cxnSp>
        <p:nvCxnSpPr>
          <p:cNvPr id="29" name="Connector: Curved 28">
            <a:extLst>
              <a:ext uri="{FF2B5EF4-FFF2-40B4-BE49-F238E27FC236}">
                <a16:creationId xmlns:a16="http://schemas.microsoft.com/office/drawing/2014/main" id="{91F52297-EAC1-01C5-D9C1-3400AD9FEC21}"/>
              </a:ext>
            </a:extLst>
          </p:cNvPr>
          <p:cNvCxnSpPr>
            <a:cxnSpLocks/>
          </p:cNvCxnSpPr>
          <p:nvPr/>
        </p:nvCxnSpPr>
        <p:spPr>
          <a:xfrm rot="5400000">
            <a:off x="2820186" y="2774165"/>
            <a:ext cx="3311525" cy="2893995"/>
          </a:xfrm>
          <a:prstGeom prst="curvedConnector3">
            <a:avLst/>
          </a:prstGeom>
          <a:ln w="952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4742726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Content Placeholder 4">
            <a:extLst>
              <a:ext uri="{FF2B5EF4-FFF2-40B4-BE49-F238E27FC236}">
                <a16:creationId xmlns:a16="http://schemas.microsoft.com/office/drawing/2014/main" id="{CC3FCF15-D0D3-60F9-9EE3-BA551AE10657}"/>
              </a:ext>
            </a:extLst>
          </p:cNvPr>
          <p:cNvSpPr txBox="1">
            <a:spLocks/>
          </p:cNvSpPr>
          <p:nvPr/>
        </p:nvSpPr>
        <p:spPr>
          <a:xfrm>
            <a:off x="546100" y="1629121"/>
            <a:ext cx="11091671" cy="236988"/>
          </a:xfrm>
          <a:prstGeom prst="rect">
            <a:avLst/>
          </a:prstGeom>
        </p:spPr>
        <p:txBody>
          <a:bodyPr wrap="square" lIns="0" tIns="0" rIns="0" bIns="0">
            <a:spAutoFit/>
          </a:bodyPr>
          <a:lstStyle>
            <a:lvl1pPr marL="0" indent="0" algn="l" defTabSz="914400" rtl="0" eaLnBrk="1" latinLnBrk="0" hangingPunct="1">
              <a:lnSpc>
                <a:spcPct val="101000"/>
              </a:lnSpc>
              <a:spcBef>
                <a:spcPts val="0"/>
              </a:spcBef>
              <a:spcAft>
                <a:spcPts val="600"/>
              </a:spcAft>
              <a:buFont typeface="GT America Regular"/>
              <a:buNone/>
              <a:defRPr sz="1400" b="0" i="0" kern="1200">
                <a:solidFill>
                  <a:schemeClr val="tx1"/>
                </a:solidFill>
                <a:latin typeface="+mn-lt"/>
                <a:ea typeface="GT America Regular" charset="0"/>
                <a:cs typeface="GT America Regular" charset="0"/>
              </a:defRPr>
            </a:lvl1pPr>
            <a:lvl2pPr marL="285750" indent="-285750" algn="l" defTabSz="914400" rtl="0" eaLnBrk="1" latinLnBrk="0" hangingPunct="1">
              <a:lnSpc>
                <a:spcPct val="101000"/>
              </a:lnSpc>
              <a:spcBef>
                <a:spcPts val="0"/>
              </a:spcBef>
              <a:spcAft>
                <a:spcPts val="600"/>
              </a:spcAft>
              <a:buFont typeface="GT America Regular" charset="0"/>
              <a:buChar char="→"/>
              <a:defRPr sz="1400" b="0" i="0" kern="1200">
                <a:solidFill>
                  <a:schemeClr val="tx1"/>
                </a:solidFill>
                <a:latin typeface="+mn-lt"/>
                <a:ea typeface="GT America Regular"/>
                <a:cs typeface="GT America Regular"/>
              </a:defRPr>
            </a:lvl2pPr>
            <a:lvl3pPr marL="458788" indent="-171450" algn="l" defTabSz="914400" rtl="0" eaLnBrk="1" latinLnBrk="0" hangingPunct="1">
              <a:lnSpc>
                <a:spcPct val="101000"/>
              </a:lnSpc>
              <a:spcBef>
                <a:spcPts val="0"/>
              </a:spcBef>
              <a:spcAft>
                <a:spcPts val="600"/>
              </a:spcAft>
              <a:buClr>
                <a:schemeClr val="accent1"/>
              </a:buClr>
              <a:buFont typeface="GT America Regular" pitchFamily="50" charset="0"/>
              <a:buChar char="•"/>
              <a:defRPr sz="1400" b="0" i="0" kern="1200">
                <a:solidFill>
                  <a:schemeClr val="tx1"/>
                </a:solidFill>
                <a:latin typeface="+mn-lt"/>
                <a:ea typeface="GT America Regular" pitchFamily="2" charset="77"/>
                <a:cs typeface="GT America Regular" pitchFamily="2" charset="77"/>
              </a:defRPr>
            </a:lvl3pPr>
            <a:lvl4pPr marL="628650" indent="-171450" algn="l" defTabSz="914400" rtl="0" eaLnBrk="1" latinLnBrk="0" hangingPunct="1">
              <a:lnSpc>
                <a:spcPct val="101000"/>
              </a:lnSpc>
              <a:spcBef>
                <a:spcPts val="0"/>
              </a:spcBef>
              <a:spcAft>
                <a:spcPts val="600"/>
              </a:spcAft>
              <a:buClrTx/>
              <a:buFont typeface="GT America Regular" pitchFamily="50" charset="0"/>
              <a:buChar char="–"/>
              <a:defRPr sz="1300" b="0" i="0" kern="1200">
                <a:solidFill>
                  <a:schemeClr val="tx1"/>
                </a:solidFill>
                <a:latin typeface="+mn-lt"/>
                <a:ea typeface="GT America Regular" pitchFamily="2" charset="77"/>
                <a:cs typeface="GT America Regular" pitchFamily="2" charset="77"/>
              </a:defRPr>
            </a:lvl4pPr>
            <a:lvl5pPr marL="801688" indent="-171450" algn="l" defTabSz="914400" rtl="0" eaLnBrk="1" latinLnBrk="0" hangingPunct="1">
              <a:lnSpc>
                <a:spcPct val="101000"/>
              </a:lnSpc>
              <a:spcBef>
                <a:spcPts val="0"/>
              </a:spcBef>
              <a:spcAft>
                <a:spcPts val="600"/>
              </a:spcAft>
              <a:buClr>
                <a:schemeClr val="accent1"/>
              </a:buClr>
              <a:buFont typeface="GT America Regular" charset="0"/>
              <a:buChar char="–"/>
              <a:tabLst/>
              <a:defRPr sz="1200" b="0" i="0" kern="1200">
                <a:solidFill>
                  <a:schemeClr val="tx1"/>
                </a:solidFill>
                <a:latin typeface="+mn-lt"/>
                <a:ea typeface="GT America Regular" pitchFamily="2" charset="77"/>
                <a:cs typeface="GT America Regular" pitchFamily="2" charset="77"/>
              </a:defRPr>
            </a:lvl5pPr>
            <a:lvl6pPr marL="971550" indent="-171450" algn="l" defTabSz="914400" rtl="0" eaLnBrk="1" latinLnBrk="0" hangingPunct="1">
              <a:lnSpc>
                <a:spcPct val="101000"/>
              </a:lnSpc>
              <a:spcBef>
                <a:spcPts val="0"/>
              </a:spcBef>
              <a:spcAft>
                <a:spcPts val="600"/>
              </a:spcAft>
              <a:buClrTx/>
              <a:buFont typeface="GT America Regular" pitchFamily="50" charset="0"/>
              <a:buChar char="»"/>
              <a:defRPr sz="1200" b="0" i="0" kern="1200">
                <a:solidFill>
                  <a:schemeClr val="tx1"/>
                </a:solidFill>
                <a:latin typeface="+mn-lt"/>
                <a:ea typeface="GT America Regular" pitchFamily="2" charset="77"/>
                <a:cs typeface="GT America Regular" pitchFamily="2" charset="77"/>
              </a:defRPr>
            </a:lvl6pPr>
            <a:lvl7pPr marL="1144588" indent="-171450" algn="l" defTabSz="914400" rtl="0" eaLnBrk="1" latinLnBrk="0" hangingPunct="1">
              <a:lnSpc>
                <a:spcPct val="101000"/>
              </a:lnSpc>
              <a:spcBef>
                <a:spcPts val="0"/>
              </a:spcBef>
              <a:spcAft>
                <a:spcPts val="600"/>
              </a:spcAft>
              <a:buClr>
                <a:schemeClr val="accent1"/>
              </a:buClr>
              <a:buFont typeface="GT America Regular" charset="0"/>
              <a:buChar char="»"/>
              <a:defRPr sz="1100" kern="1200">
                <a:solidFill>
                  <a:schemeClr val="tx1"/>
                </a:solidFill>
                <a:latin typeface="+mn-lt"/>
                <a:ea typeface="GT America Regular" pitchFamily="2" charset="77"/>
                <a:cs typeface="GT America Regular" pitchFamily="2" charset="77"/>
              </a:defRPr>
            </a:lvl7pPr>
            <a:lvl8pPr marL="1312863" indent="-171450" algn="l" defTabSz="914400" rtl="0" eaLnBrk="1" latinLnBrk="0" hangingPunct="1">
              <a:lnSpc>
                <a:spcPct val="101000"/>
              </a:lnSpc>
              <a:spcBef>
                <a:spcPts val="0"/>
              </a:spcBef>
              <a:spcAft>
                <a:spcPts val="600"/>
              </a:spcAft>
              <a:buClrTx/>
              <a:buFont typeface="GT America Regular" pitchFamily="50" charset="0"/>
              <a:buChar char="›"/>
              <a:defRPr sz="1100" kern="1200">
                <a:solidFill>
                  <a:schemeClr val="tx1"/>
                </a:solidFill>
                <a:latin typeface="+mn-lt"/>
                <a:ea typeface="GT America Regular" pitchFamily="2" charset="77"/>
                <a:cs typeface="GT America Regular" pitchFamily="2" charset="77"/>
              </a:defRPr>
            </a:lvl8pPr>
            <a:lvl9pPr marL="1485900" indent="-171450" algn="l" defTabSz="914400" rtl="0" eaLnBrk="1" latinLnBrk="0" hangingPunct="1">
              <a:lnSpc>
                <a:spcPct val="101000"/>
              </a:lnSpc>
              <a:spcBef>
                <a:spcPts val="0"/>
              </a:spcBef>
              <a:spcAft>
                <a:spcPts val="600"/>
              </a:spcAft>
              <a:buClr>
                <a:schemeClr val="accent1"/>
              </a:buClr>
              <a:buFont typeface="GT America Regular" charset="0"/>
              <a:buChar char="›"/>
              <a:defRPr sz="1100" kern="1200">
                <a:solidFill>
                  <a:schemeClr val="tx1"/>
                </a:solidFill>
                <a:latin typeface="+mn-lt"/>
                <a:ea typeface="GT America Regular" pitchFamily="2" charset="77"/>
                <a:cs typeface="GT America Regular" pitchFamily="2" charset="77"/>
              </a:defRPr>
            </a:lvl9pPr>
          </a:lstStyle>
          <a:p>
            <a:r>
              <a:rPr lang="en-US" sz="1600" dirty="0"/>
              <a:t>For flexibility purposes, a set of different cover options is available for use</a:t>
            </a:r>
          </a:p>
        </p:txBody>
      </p:sp>
      <p:sp>
        <p:nvSpPr>
          <p:cNvPr id="2" name="Footer Placeholder 1">
            <a:extLst>
              <a:ext uri="{FF2B5EF4-FFF2-40B4-BE49-F238E27FC236}">
                <a16:creationId xmlns:a16="http://schemas.microsoft.com/office/drawing/2014/main" id="{53C90B9C-E53D-3645-34FE-25B4955777CD}"/>
              </a:ext>
            </a:extLst>
          </p:cNvPr>
          <p:cNvSpPr>
            <a:spLocks noGrp="1"/>
          </p:cNvSpPr>
          <p:nvPr>
            <p:ph type="ftr" sz="quarter" idx="11"/>
          </p:nvPr>
        </p:nvSpPr>
        <p:spPr/>
        <p:txBody>
          <a:bodyPr/>
          <a:lstStyle/>
          <a:p>
            <a:r>
              <a:rPr lang="en-US"/>
              <a:t>See slide 12 for instructions on how to update footer</a:t>
            </a:r>
            <a:endParaRPr lang="en-US" dirty="0"/>
          </a:p>
        </p:txBody>
      </p:sp>
      <p:sp>
        <p:nvSpPr>
          <p:cNvPr id="3" name="Slide Number Placeholder 2">
            <a:extLst>
              <a:ext uri="{FF2B5EF4-FFF2-40B4-BE49-F238E27FC236}">
                <a16:creationId xmlns:a16="http://schemas.microsoft.com/office/drawing/2014/main" id="{23AC1199-81AF-4128-B0C3-AA026E6E8781}"/>
              </a:ext>
            </a:extLst>
          </p:cNvPr>
          <p:cNvSpPr>
            <a:spLocks noGrp="1"/>
          </p:cNvSpPr>
          <p:nvPr>
            <p:ph type="sldNum" sz="quarter" idx="12"/>
          </p:nvPr>
        </p:nvSpPr>
        <p:spPr/>
        <p:txBody>
          <a:bodyPr/>
          <a:lstStyle/>
          <a:p>
            <a:fld id="{862A5111-985B-C14D-9115-5787026182A8}" type="slidenum">
              <a:rPr lang="en-US" smtClean="0"/>
              <a:pPr/>
              <a:t>10</a:t>
            </a:fld>
            <a:endParaRPr lang="en-US"/>
          </a:p>
        </p:txBody>
      </p:sp>
      <p:sp>
        <p:nvSpPr>
          <p:cNvPr id="8" name="Title 7">
            <a:extLst>
              <a:ext uri="{FF2B5EF4-FFF2-40B4-BE49-F238E27FC236}">
                <a16:creationId xmlns:a16="http://schemas.microsoft.com/office/drawing/2014/main" id="{2A2A241B-0CD5-9803-A024-C8F7ACD96979}"/>
              </a:ext>
            </a:extLst>
          </p:cNvPr>
          <p:cNvSpPr>
            <a:spLocks noGrp="1"/>
          </p:cNvSpPr>
          <p:nvPr>
            <p:ph type="title"/>
          </p:nvPr>
        </p:nvSpPr>
        <p:spPr/>
        <p:txBody>
          <a:bodyPr/>
          <a:lstStyle/>
          <a:p>
            <a:r>
              <a:rPr lang="en-US" dirty="0"/>
              <a:t>Instructions</a:t>
            </a:r>
          </a:p>
        </p:txBody>
      </p:sp>
      <p:sp>
        <p:nvSpPr>
          <p:cNvPr id="10" name="Text Placeholder 9">
            <a:extLst>
              <a:ext uri="{FF2B5EF4-FFF2-40B4-BE49-F238E27FC236}">
                <a16:creationId xmlns:a16="http://schemas.microsoft.com/office/drawing/2014/main" id="{60E62C6C-5C40-EA9F-874D-1EF47214425E}"/>
              </a:ext>
            </a:extLst>
          </p:cNvPr>
          <p:cNvSpPr>
            <a:spLocks noGrp="1"/>
          </p:cNvSpPr>
          <p:nvPr>
            <p:ph type="body" sz="quarter" idx="45"/>
          </p:nvPr>
        </p:nvSpPr>
        <p:spPr>
          <a:xfrm>
            <a:off x="546100" y="1127125"/>
            <a:ext cx="11091862" cy="295275"/>
          </a:xfrm>
        </p:spPr>
        <p:txBody>
          <a:bodyPr/>
          <a:lstStyle/>
          <a:p>
            <a:r>
              <a:rPr lang="en-US" dirty="0"/>
              <a:t>Cover pages</a:t>
            </a:r>
          </a:p>
        </p:txBody>
      </p:sp>
      <p:sp>
        <p:nvSpPr>
          <p:cNvPr id="7" name="Text Placeholder 6">
            <a:extLst>
              <a:ext uri="{FF2B5EF4-FFF2-40B4-BE49-F238E27FC236}">
                <a16:creationId xmlns:a16="http://schemas.microsoft.com/office/drawing/2014/main" id="{3FA86167-7FCD-1926-C1E8-7031342E7CB6}"/>
              </a:ext>
            </a:extLst>
          </p:cNvPr>
          <p:cNvSpPr>
            <a:spLocks noGrp="1"/>
          </p:cNvSpPr>
          <p:nvPr>
            <p:ph type="body" sz="quarter" idx="46"/>
          </p:nvPr>
        </p:nvSpPr>
        <p:spPr/>
        <p:txBody>
          <a:bodyPr/>
          <a:lstStyle/>
          <a:p>
            <a:endParaRPr lang="en-US"/>
          </a:p>
        </p:txBody>
      </p:sp>
      <p:sp>
        <p:nvSpPr>
          <p:cNvPr id="27" name="Content Placeholder 6">
            <a:extLst>
              <a:ext uri="{FF2B5EF4-FFF2-40B4-BE49-F238E27FC236}">
                <a16:creationId xmlns:a16="http://schemas.microsoft.com/office/drawing/2014/main" id="{9DFB2E2D-1BD9-DA3E-D4F6-3C324EC82F26}"/>
              </a:ext>
            </a:extLst>
          </p:cNvPr>
          <p:cNvSpPr txBox="1">
            <a:spLocks/>
          </p:cNvSpPr>
          <p:nvPr/>
        </p:nvSpPr>
        <p:spPr>
          <a:xfrm>
            <a:off x="546100" y="3608701"/>
            <a:ext cx="11091672" cy="1930744"/>
          </a:xfrm>
          <a:prstGeom prst="rect">
            <a:avLst/>
          </a:prstGeom>
        </p:spPr>
        <p:txBody>
          <a:bodyPr/>
          <a:lstStyle>
            <a:lvl1pPr marL="0" indent="0" algn="l" defTabSz="914400" rtl="0" eaLnBrk="1" latinLnBrk="0" hangingPunct="1">
              <a:lnSpc>
                <a:spcPct val="101000"/>
              </a:lnSpc>
              <a:spcBef>
                <a:spcPts val="0"/>
              </a:spcBef>
              <a:spcAft>
                <a:spcPts val="600"/>
              </a:spcAft>
              <a:buFont typeface="GT America Regular"/>
              <a:buNone/>
              <a:defRPr sz="1400" b="0" i="0" kern="1200">
                <a:solidFill>
                  <a:schemeClr val="tx1"/>
                </a:solidFill>
                <a:latin typeface="+mn-lt"/>
                <a:ea typeface="GT America Regular" charset="0"/>
                <a:cs typeface="GT America Regular" charset="0"/>
              </a:defRPr>
            </a:lvl1pPr>
            <a:lvl2pPr marL="285750" indent="-285750" algn="l" defTabSz="914400" rtl="0" eaLnBrk="1" latinLnBrk="0" hangingPunct="1">
              <a:lnSpc>
                <a:spcPct val="101000"/>
              </a:lnSpc>
              <a:spcBef>
                <a:spcPts val="0"/>
              </a:spcBef>
              <a:spcAft>
                <a:spcPts val="600"/>
              </a:spcAft>
              <a:buFont typeface="GT America Regular" charset="0"/>
              <a:buChar char="→"/>
              <a:defRPr sz="1400" b="0" i="0" kern="1200">
                <a:solidFill>
                  <a:schemeClr val="tx1"/>
                </a:solidFill>
                <a:latin typeface="+mn-lt"/>
                <a:ea typeface="GT America Regular"/>
                <a:cs typeface="GT America Regular"/>
              </a:defRPr>
            </a:lvl2pPr>
            <a:lvl3pPr marL="458788" indent="-171450" algn="l" defTabSz="914400" rtl="0" eaLnBrk="1" latinLnBrk="0" hangingPunct="1">
              <a:lnSpc>
                <a:spcPct val="101000"/>
              </a:lnSpc>
              <a:spcBef>
                <a:spcPts val="0"/>
              </a:spcBef>
              <a:spcAft>
                <a:spcPts val="600"/>
              </a:spcAft>
              <a:buClr>
                <a:schemeClr val="accent1"/>
              </a:buClr>
              <a:buFont typeface="GT America Regular" pitchFamily="50" charset="0"/>
              <a:buChar char="•"/>
              <a:defRPr sz="1400" b="0" i="0" kern="1200">
                <a:solidFill>
                  <a:schemeClr val="tx1"/>
                </a:solidFill>
                <a:latin typeface="+mn-lt"/>
                <a:ea typeface="GT America Regular" pitchFamily="2" charset="77"/>
                <a:cs typeface="GT America Regular" pitchFamily="2" charset="77"/>
              </a:defRPr>
            </a:lvl3pPr>
            <a:lvl4pPr marL="628650" indent="-171450" algn="l" defTabSz="914400" rtl="0" eaLnBrk="1" latinLnBrk="0" hangingPunct="1">
              <a:lnSpc>
                <a:spcPct val="101000"/>
              </a:lnSpc>
              <a:spcBef>
                <a:spcPts val="0"/>
              </a:spcBef>
              <a:spcAft>
                <a:spcPts val="600"/>
              </a:spcAft>
              <a:buClrTx/>
              <a:buFont typeface="GT America Regular" pitchFamily="50" charset="0"/>
              <a:buChar char="–"/>
              <a:defRPr sz="1300" b="0" i="0" kern="1200">
                <a:solidFill>
                  <a:schemeClr val="tx1"/>
                </a:solidFill>
                <a:latin typeface="+mn-lt"/>
                <a:ea typeface="GT America Regular" pitchFamily="2" charset="77"/>
                <a:cs typeface="GT America Regular" pitchFamily="2" charset="77"/>
              </a:defRPr>
            </a:lvl4pPr>
            <a:lvl5pPr marL="801688" indent="-171450" algn="l" defTabSz="914400" rtl="0" eaLnBrk="1" latinLnBrk="0" hangingPunct="1">
              <a:lnSpc>
                <a:spcPct val="101000"/>
              </a:lnSpc>
              <a:spcBef>
                <a:spcPts val="0"/>
              </a:spcBef>
              <a:spcAft>
                <a:spcPts val="600"/>
              </a:spcAft>
              <a:buClr>
                <a:schemeClr val="accent1"/>
              </a:buClr>
              <a:buFont typeface="GT America Regular" charset="0"/>
              <a:buChar char="–"/>
              <a:tabLst/>
              <a:defRPr sz="1200" b="0" i="0" kern="1200">
                <a:solidFill>
                  <a:schemeClr val="tx1"/>
                </a:solidFill>
                <a:latin typeface="+mn-lt"/>
                <a:ea typeface="GT America Regular" pitchFamily="2" charset="77"/>
                <a:cs typeface="GT America Regular" pitchFamily="2" charset="77"/>
              </a:defRPr>
            </a:lvl5pPr>
            <a:lvl6pPr marL="971550" indent="-171450" algn="l" defTabSz="914400" rtl="0" eaLnBrk="1" latinLnBrk="0" hangingPunct="1">
              <a:lnSpc>
                <a:spcPct val="101000"/>
              </a:lnSpc>
              <a:spcBef>
                <a:spcPts val="0"/>
              </a:spcBef>
              <a:spcAft>
                <a:spcPts val="600"/>
              </a:spcAft>
              <a:buClrTx/>
              <a:buFont typeface="GT America Regular" pitchFamily="50" charset="0"/>
              <a:buChar char="»"/>
              <a:defRPr sz="1200" b="0" i="0" kern="1200">
                <a:solidFill>
                  <a:schemeClr val="tx1"/>
                </a:solidFill>
                <a:latin typeface="+mn-lt"/>
                <a:ea typeface="GT America Regular" pitchFamily="2" charset="77"/>
                <a:cs typeface="GT America Regular" pitchFamily="2" charset="77"/>
              </a:defRPr>
            </a:lvl6pPr>
            <a:lvl7pPr marL="1144588" indent="-171450" algn="l" defTabSz="914400" rtl="0" eaLnBrk="1" latinLnBrk="0" hangingPunct="1">
              <a:lnSpc>
                <a:spcPct val="101000"/>
              </a:lnSpc>
              <a:spcBef>
                <a:spcPts val="0"/>
              </a:spcBef>
              <a:spcAft>
                <a:spcPts val="600"/>
              </a:spcAft>
              <a:buClr>
                <a:schemeClr val="accent1"/>
              </a:buClr>
              <a:buFont typeface="GT America Regular" charset="0"/>
              <a:buChar char="»"/>
              <a:defRPr sz="1100" kern="1200">
                <a:solidFill>
                  <a:schemeClr val="tx1"/>
                </a:solidFill>
                <a:latin typeface="+mn-lt"/>
                <a:ea typeface="GT America Regular" pitchFamily="2" charset="77"/>
                <a:cs typeface="GT America Regular" pitchFamily="2" charset="77"/>
              </a:defRPr>
            </a:lvl7pPr>
            <a:lvl8pPr marL="1312863" indent="-171450" algn="l" defTabSz="914400" rtl="0" eaLnBrk="1" latinLnBrk="0" hangingPunct="1">
              <a:lnSpc>
                <a:spcPct val="101000"/>
              </a:lnSpc>
              <a:spcBef>
                <a:spcPts val="0"/>
              </a:spcBef>
              <a:spcAft>
                <a:spcPts val="600"/>
              </a:spcAft>
              <a:buClrTx/>
              <a:buFont typeface="GT America Regular" pitchFamily="50" charset="0"/>
              <a:buChar char="›"/>
              <a:defRPr sz="1100" kern="1200">
                <a:solidFill>
                  <a:schemeClr val="tx1"/>
                </a:solidFill>
                <a:latin typeface="+mn-lt"/>
                <a:ea typeface="GT America Regular" pitchFamily="2" charset="77"/>
                <a:cs typeface="GT America Regular" pitchFamily="2" charset="77"/>
              </a:defRPr>
            </a:lvl8pPr>
            <a:lvl9pPr marL="1485900" indent="-171450" algn="l" defTabSz="914400" rtl="0" eaLnBrk="1" latinLnBrk="0" hangingPunct="1">
              <a:lnSpc>
                <a:spcPct val="101000"/>
              </a:lnSpc>
              <a:spcBef>
                <a:spcPts val="0"/>
              </a:spcBef>
              <a:spcAft>
                <a:spcPts val="600"/>
              </a:spcAft>
              <a:buClr>
                <a:schemeClr val="accent1"/>
              </a:buClr>
              <a:buFont typeface="GT America Regular" charset="0"/>
              <a:buChar char="›"/>
              <a:defRPr sz="1100" kern="1200">
                <a:solidFill>
                  <a:schemeClr val="tx1"/>
                </a:solidFill>
                <a:latin typeface="+mn-lt"/>
                <a:ea typeface="GT America Regular" pitchFamily="2" charset="77"/>
                <a:cs typeface="GT America Regular" pitchFamily="2" charset="77"/>
              </a:defRPr>
            </a:lvl9pPr>
          </a:lstStyle>
          <a:p>
            <a:pPr marL="0" lvl="1" indent="0">
              <a:buFont typeface="GT America Regular" charset="0"/>
              <a:buNone/>
            </a:pPr>
            <a:r>
              <a:rPr lang="en-US" dirty="0"/>
              <a:t>There are currently 7 cover options. You may choose the option either when adding a new slide or changing the layout</a:t>
            </a:r>
            <a:br>
              <a:rPr lang="en-US" dirty="0"/>
            </a:br>
            <a:r>
              <a:rPr lang="en-US" dirty="0"/>
              <a:t>of an existing slide.</a:t>
            </a:r>
          </a:p>
          <a:p>
            <a:pPr lvl="1"/>
            <a:r>
              <a:rPr lang="en-US" dirty="0"/>
              <a:t>Using the Ribbon; Home&gt;New Slide</a:t>
            </a:r>
          </a:p>
          <a:p>
            <a:pPr lvl="1"/>
            <a:r>
              <a:rPr lang="en-US" dirty="0"/>
              <a:t>Using the Ribbon; Home&gt;Layout</a:t>
            </a:r>
          </a:p>
          <a:p>
            <a:pPr lvl="1"/>
            <a:r>
              <a:rPr lang="en-US" b="1" dirty="0"/>
              <a:t>Do not change the design on any cover slide</a:t>
            </a:r>
          </a:p>
          <a:p>
            <a:pPr lvl="1"/>
            <a:r>
              <a:rPr lang="en-US" dirty="0"/>
              <a:t>Slides 1, 2, and 3 are preformatted layouts, use them as they are</a:t>
            </a:r>
          </a:p>
          <a:p>
            <a:pPr lvl="1"/>
            <a:r>
              <a:rPr lang="en-US" dirty="0"/>
              <a:t>You can customize slides 4, 5, 6, and 7 by selecting images from a complete library available on </a:t>
            </a:r>
            <a:r>
              <a:rPr lang="en-US" dirty="0">
                <a:hlinkClick r:id="rId2"/>
              </a:rPr>
              <a:t>Brand Center</a:t>
            </a:r>
            <a:endParaRPr lang="en-US" dirty="0"/>
          </a:p>
          <a:p>
            <a:pPr lvl="1"/>
            <a:endParaRPr lang="en-US" dirty="0"/>
          </a:p>
          <a:p>
            <a:pPr marL="0" lvl="1" indent="0">
              <a:buFont typeface="GT America Regular" charset="0"/>
              <a:buNone/>
            </a:pPr>
            <a:endParaRPr lang="en-US" b="1" dirty="0"/>
          </a:p>
          <a:p>
            <a:pPr lvl="1"/>
            <a:endParaRPr lang="en-US" b="1" dirty="0"/>
          </a:p>
        </p:txBody>
      </p:sp>
      <p:pic>
        <p:nvPicPr>
          <p:cNvPr id="5" name="Picture 4">
            <a:extLst>
              <a:ext uri="{FF2B5EF4-FFF2-40B4-BE49-F238E27FC236}">
                <a16:creationId xmlns:a16="http://schemas.microsoft.com/office/drawing/2014/main" id="{1DCA4517-D466-C72D-3CF0-1891F113AE5F}"/>
              </a:ext>
            </a:extLst>
          </p:cNvPr>
          <p:cNvPicPr>
            <a:picLocks noChangeAspect="1"/>
          </p:cNvPicPr>
          <p:nvPr/>
        </p:nvPicPr>
        <p:blipFill>
          <a:blip r:embed="rId3"/>
          <a:stretch>
            <a:fillRect/>
          </a:stretch>
        </p:blipFill>
        <p:spPr>
          <a:xfrm>
            <a:off x="546101" y="2091288"/>
            <a:ext cx="11091672" cy="1292233"/>
          </a:xfrm>
          <a:prstGeom prst="rect">
            <a:avLst/>
          </a:prstGeom>
        </p:spPr>
      </p:pic>
    </p:spTree>
    <p:extLst>
      <p:ext uri="{BB962C8B-B14F-4D97-AF65-F5344CB8AC3E}">
        <p14:creationId xmlns:p14="http://schemas.microsoft.com/office/powerpoint/2010/main" val="279693834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5248E900-3C8D-C03F-FDDA-07DD338F6DCA}"/>
              </a:ext>
            </a:extLst>
          </p:cNvPr>
          <p:cNvSpPr/>
          <p:nvPr/>
        </p:nvSpPr>
        <p:spPr>
          <a:xfrm>
            <a:off x="6096000" y="0"/>
            <a:ext cx="6096000" cy="6858000"/>
          </a:xfrm>
          <a:prstGeom prst="rect">
            <a:avLst/>
          </a:prstGeom>
          <a:solidFill>
            <a:schemeClr val="bg1">
              <a:lumMod val="95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a:p>
        </p:txBody>
      </p:sp>
      <p:sp>
        <p:nvSpPr>
          <p:cNvPr id="12" name="Content Placeholder 4">
            <a:extLst>
              <a:ext uri="{FF2B5EF4-FFF2-40B4-BE49-F238E27FC236}">
                <a16:creationId xmlns:a16="http://schemas.microsoft.com/office/drawing/2014/main" id="{CC3FCF15-D0D3-60F9-9EE3-BA551AE10657}"/>
              </a:ext>
            </a:extLst>
          </p:cNvPr>
          <p:cNvSpPr txBox="1">
            <a:spLocks/>
          </p:cNvSpPr>
          <p:nvPr/>
        </p:nvSpPr>
        <p:spPr>
          <a:xfrm>
            <a:off x="546101" y="1629121"/>
            <a:ext cx="5294260" cy="860300"/>
          </a:xfrm>
          <a:prstGeom prst="rect">
            <a:avLst/>
          </a:prstGeom>
        </p:spPr>
        <p:txBody>
          <a:bodyPr wrap="square" lIns="0" tIns="0" rIns="0" bIns="0">
            <a:spAutoFit/>
          </a:bodyPr>
          <a:lstStyle>
            <a:lvl1pPr marL="0" indent="0" algn="l" defTabSz="914400" rtl="0" eaLnBrk="1" latinLnBrk="0" hangingPunct="1">
              <a:lnSpc>
                <a:spcPct val="101000"/>
              </a:lnSpc>
              <a:spcBef>
                <a:spcPts val="0"/>
              </a:spcBef>
              <a:spcAft>
                <a:spcPts val="600"/>
              </a:spcAft>
              <a:buFont typeface="GT America Regular"/>
              <a:buNone/>
              <a:defRPr sz="1400" b="0" i="0" kern="1200">
                <a:solidFill>
                  <a:schemeClr val="tx1"/>
                </a:solidFill>
                <a:latin typeface="+mn-lt"/>
                <a:ea typeface="GT America Regular" charset="0"/>
                <a:cs typeface="GT America Regular" charset="0"/>
              </a:defRPr>
            </a:lvl1pPr>
            <a:lvl2pPr marL="285750" indent="-285750" algn="l" defTabSz="914400" rtl="0" eaLnBrk="1" latinLnBrk="0" hangingPunct="1">
              <a:lnSpc>
                <a:spcPct val="101000"/>
              </a:lnSpc>
              <a:spcBef>
                <a:spcPts val="0"/>
              </a:spcBef>
              <a:spcAft>
                <a:spcPts val="600"/>
              </a:spcAft>
              <a:buFont typeface="GT America Regular" charset="0"/>
              <a:buChar char="→"/>
              <a:defRPr sz="1400" b="0" i="0" kern="1200">
                <a:solidFill>
                  <a:schemeClr val="tx1"/>
                </a:solidFill>
                <a:latin typeface="+mn-lt"/>
                <a:ea typeface="GT America Regular"/>
                <a:cs typeface="GT America Regular"/>
              </a:defRPr>
            </a:lvl2pPr>
            <a:lvl3pPr marL="458788" indent="-171450" algn="l" defTabSz="914400" rtl="0" eaLnBrk="1" latinLnBrk="0" hangingPunct="1">
              <a:lnSpc>
                <a:spcPct val="101000"/>
              </a:lnSpc>
              <a:spcBef>
                <a:spcPts val="0"/>
              </a:spcBef>
              <a:spcAft>
                <a:spcPts val="600"/>
              </a:spcAft>
              <a:buClr>
                <a:schemeClr val="accent1"/>
              </a:buClr>
              <a:buFont typeface="GT America Regular" pitchFamily="50" charset="0"/>
              <a:buChar char="•"/>
              <a:defRPr sz="1400" b="0" i="0" kern="1200">
                <a:solidFill>
                  <a:schemeClr val="tx1"/>
                </a:solidFill>
                <a:latin typeface="+mn-lt"/>
                <a:ea typeface="GT America Regular" pitchFamily="2" charset="77"/>
                <a:cs typeface="GT America Regular" pitchFamily="2" charset="77"/>
              </a:defRPr>
            </a:lvl3pPr>
            <a:lvl4pPr marL="628650" indent="-171450" algn="l" defTabSz="914400" rtl="0" eaLnBrk="1" latinLnBrk="0" hangingPunct="1">
              <a:lnSpc>
                <a:spcPct val="101000"/>
              </a:lnSpc>
              <a:spcBef>
                <a:spcPts val="0"/>
              </a:spcBef>
              <a:spcAft>
                <a:spcPts val="600"/>
              </a:spcAft>
              <a:buClrTx/>
              <a:buFont typeface="GT America Regular" pitchFamily="50" charset="0"/>
              <a:buChar char="–"/>
              <a:defRPr sz="1300" b="0" i="0" kern="1200">
                <a:solidFill>
                  <a:schemeClr val="tx1"/>
                </a:solidFill>
                <a:latin typeface="+mn-lt"/>
                <a:ea typeface="GT America Regular" pitchFamily="2" charset="77"/>
                <a:cs typeface="GT America Regular" pitchFamily="2" charset="77"/>
              </a:defRPr>
            </a:lvl4pPr>
            <a:lvl5pPr marL="801688" indent="-171450" algn="l" defTabSz="914400" rtl="0" eaLnBrk="1" latinLnBrk="0" hangingPunct="1">
              <a:lnSpc>
                <a:spcPct val="101000"/>
              </a:lnSpc>
              <a:spcBef>
                <a:spcPts val="0"/>
              </a:spcBef>
              <a:spcAft>
                <a:spcPts val="600"/>
              </a:spcAft>
              <a:buClr>
                <a:schemeClr val="accent1"/>
              </a:buClr>
              <a:buFont typeface="GT America Regular" charset="0"/>
              <a:buChar char="–"/>
              <a:tabLst/>
              <a:defRPr sz="1200" b="0" i="0" kern="1200">
                <a:solidFill>
                  <a:schemeClr val="tx1"/>
                </a:solidFill>
                <a:latin typeface="+mn-lt"/>
                <a:ea typeface="GT America Regular" pitchFamily="2" charset="77"/>
                <a:cs typeface="GT America Regular" pitchFamily="2" charset="77"/>
              </a:defRPr>
            </a:lvl5pPr>
            <a:lvl6pPr marL="971550" indent="-171450" algn="l" defTabSz="914400" rtl="0" eaLnBrk="1" latinLnBrk="0" hangingPunct="1">
              <a:lnSpc>
                <a:spcPct val="101000"/>
              </a:lnSpc>
              <a:spcBef>
                <a:spcPts val="0"/>
              </a:spcBef>
              <a:spcAft>
                <a:spcPts val="600"/>
              </a:spcAft>
              <a:buClrTx/>
              <a:buFont typeface="GT America Regular" pitchFamily="50" charset="0"/>
              <a:buChar char="»"/>
              <a:defRPr sz="1200" b="0" i="0" kern="1200">
                <a:solidFill>
                  <a:schemeClr val="tx1"/>
                </a:solidFill>
                <a:latin typeface="+mn-lt"/>
                <a:ea typeface="GT America Regular" pitchFamily="2" charset="77"/>
                <a:cs typeface="GT America Regular" pitchFamily="2" charset="77"/>
              </a:defRPr>
            </a:lvl6pPr>
            <a:lvl7pPr marL="1144588" indent="-171450" algn="l" defTabSz="914400" rtl="0" eaLnBrk="1" latinLnBrk="0" hangingPunct="1">
              <a:lnSpc>
                <a:spcPct val="101000"/>
              </a:lnSpc>
              <a:spcBef>
                <a:spcPts val="0"/>
              </a:spcBef>
              <a:spcAft>
                <a:spcPts val="600"/>
              </a:spcAft>
              <a:buClr>
                <a:schemeClr val="accent1"/>
              </a:buClr>
              <a:buFont typeface="GT America Regular" charset="0"/>
              <a:buChar char="»"/>
              <a:defRPr sz="1100" kern="1200">
                <a:solidFill>
                  <a:schemeClr val="tx1"/>
                </a:solidFill>
                <a:latin typeface="+mn-lt"/>
                <a:ea typeface="GT America Regular" pitchFamily="2" charset="77"/>
                <a:cs typeface="GT America Regular" pitchFamily="2" charset="77"/>
              </a:defRPr>
            </a:lvl7pPr>
            <a:lvl8pPr marL="1312863" indent="-171450" algn="l" defTabSz="914400" rtl="0" eaLnBrk="1" latinLnBrk="0" hangingPunct="1">
              <a:lnSpc>
                <a:spcPct val="101000"/>
              </a:lnSpc>
              <a:spcBef>
                <a:spcPts val="0"/>
              </a:spcBef>
              <a:spcAft>
                <a:spcPts val="600"/>
              </a:spcAft>
              <a:buClrTx/>
              <a:buFont typeface="GT America Regular" pitchFamily="50" charset="0"/>
              <a:buChar char="›"/>
              <a:defRPr sz="1100" kern="1200">
                <a:solidFill>
                  <a:schemeClr val="tx1"/>
                </a:solidFill>
                <a:latin typeface="+mn-lt"/>
                <a:ea typeface="GT America Regular" pitchFamily="2" charset="77"/>
                <a:cs typeface="GT America Regular" pitchFamily="2" charset="77"/>
              </a:defRPr>
            </a:lvl8pPr>
            <a:lvl9pPr marL="1485900" indent="-171450" algn="l" defTabSz="914400" rtl="0" eaLnBrk="1" latinLnBrk="0" hangingPunct="1">
              <a:lnSpc>
                <a:spcPct val="101000"/>
              </a:lnSpc>
              <a:spcBef>
                <a:spcPts val="0"/>
              </a:spcBef>
              <a:spcAft>
                <a:spcPts val="600"/>
              </a:spcAft>
              <a:buClr>
                <a:schemeClr val="accent1"/>
              </a:buClr>
              <a:buFont typeface="GT America Regular" charset="0"/>
              <a:buChar char="›"/>
              <a:defRPr sz="1100" kern="1200">
                <a:solidFill>
                  <a:schemeClr val="tx1"/>
                </a:solidFill>
                <a:latin typeface="+mn-lt"/>
                <a:ea typeface="GT America Regular" pitchFamily="2" charset="77"/>
                <a:cs typeface="GT America Regular" pitchFamily="2" charset="77"/>
              </a:defRPr>
            </a:lvl9pPr>
          </a:lstStyle>
          <a:p>
            <a:r>
              <a:rPr lang="en-US" dirty="0"/>
              <a:t>Bullet points are a key component to building compelling presentations, always change levels by using the Increase/Decrease List Level buttons in the Home tab</a:t>
            </a:r>
            <a:br>
              <a:rPr lang="en-US" dirty="0"/>
            </a:br>
            <a:r>
              <a:rPr lang="en-US" dirty="0"/>
              <a:t>of the ribbon</a:t>
            </a:r>
          </a:p>
        </p:txBody>
      </p:sp>
      <p:sp>
        <p:nvSpPr>
          <p:cNvPr id="14" name="Content Placeholder 3">
            <a:extLst>
              <a:ext uri="{FF2B5EF4-FFF2-40B4-BE49-F238E27FC236}">
                <a16:creationId xmlns:a16="http://schemas.microsoft.com/office/drawing/2014/main" id="{82BF0C3C-1C09-2D71-B005-6B9146F3E8E7}"/>
              </a:ext>
            </a:extLst>
          </p:cNvPr>
          <p:cNvSpPr txBox="1">
            <a:spLocks/>
          </p:cNvSpPr>
          <p:nvPr/>
        </p:nvSpPr>
        <p:spPr>
          <a:xfrm>
            <a:off x="6607278" y="1649930"/>
            <a:ext cx="5030684" cy="1312337"/>
          </a:xfrm>
          <a:prstGeom prst="rect">
            <a:avLst/>
          </a:prstGeom>
        </p:spPr>
        <p:txBody>
          <a:bodyPr>
            <a:normAutofit/>
          </a:bodyPr>
          <a:lstStyle>
            <a:lvl1pPr marL="0" indent="0" algn="l" defTabSz="914400" rtl="0" eaLnBrk="1" latinLnBrk="0" hangingPunct="1">
              <a:lnSpc>
                <a:spcPct val="101000"/>
              </a:lnSpc>
              <a:spcBef>
                <a:spcPts val="0"/>
              </a:spcBef>
              <a:spcAft>
                <a:spcPts val="600"/>
              </a:spcAft>
              <a:buFont typeface="GT America Regular"/>
              <a:buNone/>
              <a:defRPr sz="1400" b="0" i="0" kern="1200">
                <a:solidFill>
                  <a:schemeClr val="tx1"/>
                </a:solidFill>
                <a:latin typeface="+mn-lt"/>
                <a:ea typeface="GT America Regular" charset="0"/>
                <a:cs typeface="GT America Regular" charset="0"/>
              </a:defRPr>
            </a:lvl1pPr>
            <a:lvl2pPr marL="285750" indent="-285750" algn="l" defTabSz="914400" rtl="0" eaLnBrk="1" latinLnBrk="0" hangingPunct="1">
              <a:lnSpc>
                <a:spcPct val="101000"/>
              </a:lnSpc>
              <a:spcBef>
                <a:spcPts val="0"/>
              </a:spcBef>
              <a:spcAft>
                <a:spcPts val="600"/>
              </a:spcAft>
              <a:buFont typeface="GT America Regular" charset="0"/>
              <a:buChar char="→"/>
              <a:defRPr sz="1400" b="0" i="0" kern="1200">
                <a:solidFill>
                  <a:schemeClr val="tx1"/>
                </a:solidFill>
                <a:latin typeface="+mn-lt"/>
                <a:ea typeface="GT America Regular"/>
                <a:cs typeface="GT America Regular"/>
              </a:defRPr>
            </a:lvl2pPr>
            <a:lvl3pPr marL="458788" indent="-171450" algn="l" defTabSz="914400" rtl="0" eaLnBrk="1" latinLnBrk="0" hangingPunct="1">
              <a:lnSpc>
                <a:spcPct val="101000"/>
              </a:lnSpc>
              <a:spcBef>
                <a:spcPts val="0"/>
              </a:spcBef>
              <a:spcAft>
                <a:spcPts val="600"/>
              </a:spcAft>
              <a:buClr>
                <a:schemeClr val="accent1"/>
              </a:buClr>
              <a:buFont typeface="GT America Regular" pitchFamily="50" charset="0"/>
              <a:buChar char="•"/>
              <a:defRPr sz="1400" b="0" i="0" kern="1200">
                <a:solidFill>
                  <a:schemeClr val="tx1"/>
                </a:solidFill>
                <a:latin typeface="+mn-lt"/>
                <a:ea typeface="GT America Regular" pitchFamily="2" charset="77"/>
                <a:cs typeface="GT America Regular" pitchFamily="2" charset="77"/>
              </a:defRPr>
            </a:lvl3pPr>
            <a:lvl4pPr marL="628650" indent="-171450" algn="l" defTabSz="914400" rtl="0" eaLnBrk="1" latinLnBrk="0" hangingPunct="1">
              <a:lnSpc>
                <a:spcPct val="101000"/>
              </a:lnSpc>
              <a:spcBef>
                <a:spcPts val="0"/>
              </a:spcBef>
              <a:spcAft>
                <a:spcPts val="600"/>
              </a:spcAft>
              <a:buClrTx/>
              <a:buFont typeface="GT America Regular" pitchFamily="50" charset="0"/>
              <a:buChar char="–"/>
              <a:defRPr sz="1300" b="0" i="0" kern="1200">
                <a:solidFill>
                  <a:schemeClr val="tx1"/>
                </a:solidFill>
                <a:latin typeface="+mn-lt"/>
                <a:ea typeface="GT America Regular" pitchFamily="2" charset="77"/>
                <a:cs typeface="GT America Regular" pitchFamily="2" charset="77"/>
              </a:defRPr>
            </a:lvl4pPr>
            <a:lvl5pPr marL="801688" indent="-171450" algn="l" defTabSz="914400" rtl="0" eaLnBrk="1" latinLnBrk="0" hangingPunct="1">
              <a:lnSpc>
                <a:spcPct val="101000"/>
              </a:lnSpc>
              <a:spcBef>
                <a:spcPts val="0"/>
              </a:spcBef>
              <a:spcAft>
                <a:spcPts val="600"/>
              </a:spcAft>
              <a:buClr>
                <a:schemeClr val="accent1"/>
              </a:buClr>
              <a:buFont typeface="GT America Regular" charset="0"/>
              <a:buChar char="–"/>
              <a:tabLst/>
              <a:defRPr sz="1200" b="0" i="0" kern="1200">
                <a:solidFill>
                  <a:schemeClr val="tx1"/>
                </a:solidFill>
                <a:latin typeface="+mn-lt"/>
                <a:ea typeface="GT America Regular" pitchFamily="2" charset="77"/>
                <a:cs typeface="GT America Regular" pitchFamily="2" charset="77"/>
              </a:defRPr>
            </a:lvl5pPr>
            <a:lvl6pPr marL="971550" indent="-171450" algn="l" defTabSz="914400" rtl="0" eaLnBrk="1" latinLnBrk="0" hangingPunct="1">
              <a:lnSpc>
                <a:spcPct val="101000"/>
              </a:lnSpc>
              <a:spcBef>
                <a:spcPts val="0"/>
              </a:spcBef>
              <a:spcAft>
                <a:spcPts val="600"/>
              </a:spcAft>
              <a:buClrTx/>
              <a:buFont typeface="GT America Regular" pitchFamily="50" charset="0"/>
              <a:buChar char="»"/>
              <a:defRPr sz="1200" b="0" i="0" kern="1200">
                <a:solidFill>
                  <a:schemeClr val="tx1"/>
                </a:solidFill>
                <a:latin typeface="+mn-lt"/>
                <a:ea typeface="GT America Regular" pitchFamily="2" charset="77"/>
                <a:cs typeface="GT America Regular" pitchFamily="2" charset="77"/>
              </a:defRPr>
            </a:lvl6pPr>
            <a:lvl7pPr marL="1144588" indent="-171450" algn="l" defTabSz="914400" rtl="0" eaLnBrk="1" latinLnBrk="0" hangingPunct="1">
              <a:lnSpc>
                <a:spcPct val="101000"/>
              </a:lnSpc>
              <a:spcBef>
                <a:spcPts val="0"/>
              </a:spcBef>
              <a:spcAft>
                <a:spcPts val="600"/>
              </a:spcAft>
              <a:buClr>
                <a:schemeClr val="accent1"/>
              </a:buClr>
              <a:buFont typeface="GT America Regular" charset="0"/>
              <a:buChar char="»"/>
              <a:defRPr sz="1100" kern="1200">
                <a:solidFill>
                  <a:schemeClr val="tx1"/>
                </a:solidFill>
                <a:latin typeface="+mn-lt"/>
                <a:ea typeface="GT America Regular" pitchFamily="2" charset="77"/>
                <a:cs typeface="GT America Regular" pitchFamily="2" charset="77"/>
              </a:defRPr>
            </a:lvl7pPr>
            <a:lvl8pPr marL="1312863" indent="-171450" algn="l" defTabSz="914400" rtl="0" eaLnBrk="1" latinLnBrk="0" hangingPunct="1">
              <a:lnSpc>
                <a:spcPct val="101000"/>
              </a:lnSpc>
              <a:spcBef>
                <a:spcPts val="0"/>
              </a:spcBef>
              <a:spcAft>
                <a:spcPts val="600"/>
              </a:spcAft>
              <a:buClrTx/>
              <a:buFont typeface="GT America Regular" pitchFamily="50" charset="0"/>
              <a:buChar char="›"/>
              <a:defRPr sz="1100" kern="1200">
                <a:solidFill>
                  <a:schemeClr val="tx1"/>
                </a:solidFill>
                <a:latin typeface="+mn-lt"/>
                <a:ea typeface="GT America Regular" pitchFamily="2" charset="77"/>
                <a:cs typeface="GT America Regular" pitchFamily="2" charset="77"/>
              </a:defRPr>
            </a:lvl8pPr>
            <a:lvl9pPr marL="1485900" indent="-171450" algn="l" defTabSz="914400" rtl="0" eaLnBrk="1" latinLnBrk="0" hangingPunct="1">
              <a:lnSpc>
                <a:spcPct val="101000"/>
              </a:lnSpc>
              <a:spcBef>
                <a:spcPts val="0"/>
              </a:spcBef>
              <a:spcAft>
                <a:spcPts val="600"/>
              </a:spcAft>
              <a:buClr>
                <a:schemeClr val="accent1"/>
              </a:buClr>
              <a:buFont typeface="GT America Regular" charset="0"/>
              <a:buChar char="›"/>
              <a:defRPr sz="1100" kern="1200">
                <a:solidFill>
                  <a:schemeClr val="tx1"/>
                </a:solidFill>
                <a:latin typeface="+mn-lt"/>
                <a:ea typeface="GT America Regular" pitchFamily="2" charset="77"/>
                <a:cs typeface="GT America Regular" pitchFamily="2" charset="77"/>
              </a:defRPr>
            </a:lvl9pPr>
          </a:lstStyle>
          <a:p>
            <a:r>
              <a:rPr lang="en-US" dirty="0"/>
              <a:t>Level 1</a:t>
            </a:r>
          </a:p>
          <a:p>
            <a:pPr lvl="1"/>
            <a:r>
              <a:rPr lang="en-US" dirty="0"/>
              <a:t>Level 2</a:t>
            </a:r>
          </a:p>
          <a:p>
            <a:pPr lvl="2"/>
            <a:r>
              <a:rPr lang="en-US" dirty="0"/>
              <a:t>Level 3</a:t>
            </a:r>
          </a:p>
          <a:p>
            <a:pPr lvl="3"/>
            <a:r>
              <a:rPr lang="en-US" sz="1400" dirty="0"/>
              <a:t>Level 4</a:t>
            </a:r>
          </a:p>
        </p:txBody>
      </p:sp>
      <p:grpSp>
        <p:nvGrpSpPr>
          <p:cNvPr id="15" name="Group 14">
            <a:extLst>
              <a:ext uri="{FF2B5EF4-FFF2-40B4-BE49-F238E27FC236}">
                <a16:creationId xmlns:a16="http://schemas.microsoft.com/office/drawing/2014/main" id="{BC986685-290C-9132-BAB7-9EAB343ECB48}"/>
              </a:ext>
            </a:extLst>
          </p:cNvPr>
          <p:cNvGrpSpPr/>
          <p:nvPr/>
        </p:nvGrpSpPr>
        <p:grpSpPr>
          <a:xfrm>
            <a:off x="546100" y="2604304"/>
            <a:ext cx="4910581" cy="1402297"/>
            <a:chOff x="546100" y="2483875"/>
            <a:chExt cx="2876202" cy="821347"/>
          </a:xfrm>
        </p:grpSpPr>
        <p:pic>
          <p:nvPicPr>
            <p:cNvPr id="18" name="Picture 17" descr="A screenshot of a computer&#10;&#10;Description automatically generated">
              <a:extLst>
                <a:ext uri="{FF2B5EF4-FFF2-40B4-BE49-F238E27FC236}">
                  <a16:creationId xmlns:a16="http://schemas.microsoft.com/office/drawing/2014/main" id="{A7BE4264-08CD-0B1A-6338-80CE986E00E0}"/>
                </a:ext>
              </a:extLst>
            </p:cNvPr>
            <p:cNvPicPr>
              <a:picLocks noChangeAspect="1"/>
            </p:cNvPicPr>
            <p:nvPr/>
          </p:nvPicPr>
          <p:blipFill rotWithShape="1">
            <a:blip r:embed="rId2"/>
            <a:srcRect l="1245" t="9790" r="3251"/>
            <a:stretch/>
          </p:blipFill>
          <p:spPr>
            <a:xfrm>
              <a:off x="546100" y="2483875"/>
              <a:ext cx="2876202" cy="821347"/>
            </a:xfrm>
            <a:prstGeom prst="rect">
              <a:avLst/>
            </a:prstGeom>
          </p:spPr>
        </p:pic>
        <p:sp>
          <p:nvSpPr>
            <p:cNvPr id="19" name="Rectangle 18">
              <a:extLst>
                <a:ext uri="{FF2B5EF4-FFF2-40B4-BE49-F238E27FC236}">
                  <a16:creationId xmlns:a16="http://schemas.microsoft.com/office/drawing/2014/main" id="{568D4EC8-2815-62D0-7123-DDF150C6B2DA}"/>
                </a:ext>
              </a:extLst>
            </p:cNvPr>
            <p:cNvSpPr/>
            <p:nvPr/>
          </p:nvSpPr>
          <p:spPr>
            <a:xfrm>
              <a:off x="1292773" y="2483875"/>
              <a:ext cx="536027" cy="294025"/>
            </a:xfrm>
            <a:prstGeom prst="rect">
              <a:avLst/>
            </a:prstGeom>
            <a:noFill/>
            <a:ln w="28575">
              <a:solidFill>
                <a:srgbClr val="D9017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Footer Placeholder 1">
            <a:extLst>
              <a:ext uri="{FF2B5EF4-FFF2-40B4-BE49-F238E27FC236}">
                <a16:creationId xmlns:a16="http://schemas.microsoft.com/office/drawing/2014/main" id="{53C90B9C-E53D-3645-34FE-25B4955777CD}"/>
              </a:ext>
            </a:extLst>
          </p:cNvPr>
          <p:cNvSpPr>
            <a:spLocks noGrp="1"/>
          </p:cNvSpPr>
          <p:nvPr>
            <p:ph type="ftr" sz="quarter" idx="11"/>
          </p:nvPr>
        </p:nvSpPr>
        <p:spPr/>
        <p:txBody>
          <a:bodyPr/>
          <a:lstStyle/>
          <a:p>
            <a:r>
              <a:rPr lang="en-US"/>
              <a:t>See slide 12 for instructions on how to update footer</a:t>
            </a:r>
            <a:endParaRPr lang="en-US" dirty="0"/>
          </a:p>
        </p:txBody>
      </p:sp>
      <p:sp>
        <p:nvSpPr>
          <p:cNvPr id="3" name="Slide Number Placeholder 2">
            <a:extLst>
              <a:ext uri="{FF2B5EF4-FFF2-40B4-BE49-F238E27FC236}">
                <a16:creationId xmlns:a16="http://schemas.microsoft.com/office/drawing/2014/main" id="{23AC1199-81AF-4128-B0C3-AA026E6E8781}"/>
              </a:ext>
            </a:extLst>
          </p:cNvPr>
          <p:cNvSpPr>
            <a:spLocks noGrp="1"/>
          </p:cNvSpPr>
          <p:nvPr>
            <p:ph type="sldNum" sz="quarter" idx="12"/>
          </p:nvPr>
        </p:nvSpPr>
        <p:spPr/>
        <p:txBody>
          <a:bodyPr/>
          <a:lstStyle/>
          <a:p>
            <a:fld id="{862A5111-985B-C14D-9115-5787026182A8}" type="slidenum">
              <a:rPr lang="en-US" smtClean="0"/>
              <a:pPr/>
              <a:t>11</a:t>
            </a:fld>
            <a:endParaRPr lang="en-US"/>
          </a:p>
        </p:txBody>
      </p:sp>
      <p:sp>
        <p:nvSpPr>
          <p:cNvPr id="8" name="Title 7">
            <a:extLst>
              <a:ext uri="{FF2B5EF4-FFF2-40B4-BE49-F238E27FC236}">
                <a16:creationId xmlns:a16="http://schemas.microsoft.com/office/drawing/2014/main" id="{2A2A241B-0CD5-9803-A024-C8F7ACD96979}"/>
              </a:ext>
            </a:extLst>
          </p:cNvPr>
          <p:cNvSpPr>
            <a:spLocks noGrp="1"/>
          </p:cNvSpPr>
          <p:nvPr>
            <p:ph type="title"/>
          </p:nvPr>
        </p:nvSpPr>
        <p:spPr/>
        <p:txBody>
          <a:bodyPr/>
          <a:lstStyle/>
          <a:p>
            <a:r>
              <a:rPr lang="en-US" dirty="0"/>
              <a:t>Instructions</a:t>
            </a:r>
          </a:p>
        </p:txBody>
      </p:sp>
      <p:sp>
        <p:nvSpPr>
          <p:cNvPr id="10" name="Text Placeholder 9">
            <a:extLst>
              <a:ext uri="{FF2B5EF4-FFF2-40B4-BE49-F238E27FC236}">
                <a16:creationId xmlns:a16="http://schemas.microsoft.com/office/drawing/2014/main" id="{60E62C6C-5C40-EA9F-874D-1EF47214425E}"/>
              </a:ext>
            </a:extLst>
          </p:cNvPr>
          <p:cNvSpPr>
            <a:spLocks noGrp="1"/>
          </p:cNvSpPr>
          <p:nvPr>
            <p:ph type="body" sz="quarter" idx="45"/>
          </p:nvPr>
        </p:nvSpPr>
        <p:spPr>
          <a:xfrm>
            <a:off x="546100" y="1127125"/>
            <a:ext cx="11091862" cy="295275"/>
          </a:xfrm>
        </p:spPr>
        <p:txBody>
          <a:bodyPr/>
          <a:lstStyle/>
          <a:p>
            <a:r>
              <a:rPr lang="en-US" dirty="0"/>
              <a:t>Bullet points</a:t>
            </a:r>
          </a:p>
        </p:txBody>
      </p:sp>
      <p:sp>
        <p:nvSpPr>
          <p:cNvPr id="7" name="Text Placeholder 6">
            <a:extLst>
              <a:ext uri="{FF2B5EF4-FFF2-40B4-BE49-F238E27FC236}">
                <a16:creationId xmlns:a16="http://schemas.microsoft.com/office/drawing/2014/main" id="{3FA86167-7FCD-1926-C1E8-7031342E7CB6}"/>
              </a:ext>
            </a:extLst>
          </p:cNvPr>
          <p:cNvSpPr>
            <a:spLocks noGrp="1"/>
          </p:cNvSpPr>
          <p:nvPr>
            <p:ph type="body" sz="quarter" idx="46"/>
          </p:nvPr>
        </p:nvSpPr>
        <p:spPr/>
        <p:txBody>
          <a:bodyPr/>
          <a:lstStyle/>
          <a:p>
            <a:endParaRPr lang="en-US"/>
          </a:p>
        </p:txBody>
      </p:sp>
      <p:sp>
        <p:nvSpPr>
          <p:cNvPr id="5" name="Content Placeholder 4">
            <a:extLst>
              <a:ext uri="{FF2B5EF4-FFF2-40B4-BE49-F238E27FC236}">
                <a16:creationId xmlns:a16="http://schemas.microsoft.com/office/drawing/2014/main" id="{4FF6AC75-DA65-03D0-E338-54D776DB6A2F}"/>
              </a:ext>
            </a:extLst>
          </p:cNvPr>
          <p:cNvSpPr txBox="1">
            <a:spLocks/>
          </p:cNvSpPr>
          <p:nvPr/>
        </p:nvSpPr>
        <p:spPr>
          <a:xfrm>
            <a:off x="546100" y="4121484"/>
            <a:ext cx="5294260" cy="425053"/>
          </a:xfrm>
          <a:prstGeom prst="rect">
            <a:avLst/>
          </a:prstGeom>
        </p:spPr>
        <p:txBody>
          <a:bodyPr wrap="square" lIns="0" tIns="0" rIns="0" bIns="0">
            <a:spAutoFit/>
          </a:bodyPr>
          <a:lstStyle>
            <a:lvl1pPr marL="0" indent="0" algn="l" defTabSz="914400" rtl="0" eaLnBrk="1" latinLnBrk="0" hangingPunct="1">
              <a:lnSpc>
                <a:spcPct val="101000"/>
              </a:lnSpc>
              <a:spcBef>
                <a:spcPts val="0"/>
              </a:spcBef>
              <a:spcAft>
                <a:spcPts val="600"/>
              </a:spcAft>
              <a:buFont typeface="GT America Regular"/>
              <a:buNone/>
              <a:defRPr sz="1400" b="0" i="0" kern="1200">
                <a:solidFill>
                  <a:schemeClr val="tx1"/>
                </a:solidFill>
                <a:latin typeface="+mn-lt"/>
                <a:ea typeface="GT America Regular" charset="0"/>
                <a:cs typeface="GT America Regular" charset="0"/>
              </a:defRPr>
            </a:lvl1pPr>
            <a:lvl2pPr marL="285750" indent="-285750" algn="l" defTabSz="914400" rtl="0" eaLnBrk="1" latinLnBrk="0" hangingPunct="1">
              <a:lnSpc>
                <a:spcPct val="101000"/>
              </a:lnSpc>
              <a:spcBef>
                <a:spcPts val="0"/>
              </a:spcBef>
              <a:spcAft>
                <a:spcPts val="600"/>
              </a:spcAft>
              <a:buFont typeface="GT America Regular" charset="0"/>
              <a:buChar char="→"/>
              <a:defRPr sz="1400" b="0" i="0" kern="1200">
                <a:solidFill>
                  <a:schemeClr val="tx1"/>
                </a:solidFill>
                <a:latin typeface="+mn-lt"/>
                <a:ea typeface="GT America Regular"/>
                <a:cs typeface="GT America Regular"/>
              </a:defRPr>
            </a:lvl2pPr>
            <a:lvl3pPr marL="458788" indent="-171450" algn="l" defTabSz="914400" rtl="0" eaLnBrk="1" latinLnBrk="0" hangingPunct="1">
              <a:lnSpc>
                <a:spcPct val="101000"/>
              </a:lnSpc>
              <a:spcBef>
                <a:spcPts val="0"/>
              </a:spcBef>
              <a:spcAft>
                <a:spcPts val="600"/>
              </a:spcAft>
              <a:buClr>
                <a:schemeClr val="accent1"/>
              </a:buClr>
              <a:buFont typeface="GT America Regular" pitchFamily="50" charset="0"/>
              <a:buChar char="•"/>
              <a:defRPr sz="1400" b="0" i="0" kern="1200">
                <a:solidFill>
                  <a:schemeClr val="tx1"/>
                </a:solidFill>
                <a:latin typeface="+mn-lt"/>
                <a:ea typeface="GT America Regular" pitchFamily="2" charset="77"/>
                <a:cs typeface="GT America Regular" pitchFamily="2" charset="77"/>
              </a:defRPr>
            </a:lvl3pPr>
            <a:lvl4pPr marL="628650" indent="-171450" algn="l" defTabSz="914400" rtl="0" eaLnBrk="1" latinLnBrk="0" hangingPunct="1">
              <a:lnSpc>
                <a:spcPct val="101000"/>
              </a:lnSpc>
              <a:spcBef>
                <a:spcPts val="0"/>
              </a:spcBef>
              <a:spcAft>
                <a:spcPts val="600"/>
              </a:spcAft>
              <a:buClrTx/>
              <a:buFont typeface="GT America Regular" pitchFamily="50" charset="0"/>
              <a:buChar char="–"/>
              <a:defRPr sz="1300" b="0" i="0" kern="1200">
                <a:solidFill>
                  <a:schemeClr val="tx1"/>
                </a:solidFill>
                <a:latin typeface="+mn-lt"/>
                <a:ea typeface="GT America Regular" pitchFamily="2" charset="77"/>
                <a:cs typeface="GT America Regular" pitchFamily="2" charset="77"/>
              </a:defRPr>
            </a:lvl4pPr>
            <a:lvl5pPr marL="801688" indent="-171450" algn="l" defTabSz="914400" rtl="0" eaLnBrk="1" latinLnBrk="0" hangingPunct="1">
              <a:lnSpc>
                <a:spcPct val="101000"/>
              </a:lnSpc>
              <a:spcBef>
                <a:spcPts val="0"/>
              </a:spcBef>
              <a:spcAft>
                <a:spcPts val="600"/>
              </a:spcAft>
              <a:buClr>
                <a:schemeClr val="accent1"/>
              </a:buClr>
              <a:buFont typeface="GT America Regular" charset="0"/>
              <a:buChar char="–"/>
              <a:tabLst/>
              <a:defRPr sz="1200" b="0" i="0" kern="1200">
                <a:solidFill>
                  <a:schemeClr val="tx1"/>
                </a:solidFill>
                <a:latin typeface="+mn-lt"/>
                <a:ea typeface="GT America Regular" pitchFamily="2" charset="77"/>
                <a:cs typeface="GT America Regular" pitchFamily="2" charset="77"/>
              </a:defRPr>
            </a:lvl5pPr>
            <a:lvl6pPr marL="971550" indent="-171450" algn="l" defTabSz="914400" rtl="0" eaLnBrk="1" latinLnBrk="0" hangingPunct="1">
              <a:lnSpc>
                <a:spcPct val="101000"/>
              </a:lnSpc>
              <a:spcBef>
                <a:spcPts val="0"/>
              </a:spcBef>
              <a:spcAft>
                <a:spcPts val="600"/>
              </a:spcAft>
              <a:buClrTx/>
              <a:buFont typeface="GT America Regular" pitchFamily="50" charset="0"/>
              <a:buChar char="»"/>
              <a:defRPr sz="1200" b="0" i="0" kern="1200">
                <a:solidFill>
                  <a:schemeClr val="tx1"/>
                </a:solidFill>
                <a:latin typeface="+mn-lt"/>
                <a:ea typeface="GT America Regular" pitchFamily="2" charset="77"/>
                <a:cs typeface="GT America Regular" pitchFamily="2" charset="77"/>
              </a:defRPr>
            </a:lvl6pPr>
            <a:lvl7pPr marL="1144588" indent="-171450" algn="l" defTabSz="914400" rtl="0" eaLnBrk="1" latinLnBrk="0" hangingPunct="1">
              <a:lnSpc>
                <a:spcPct val="101000"/>
              </a:lnSpc>
              <a:spcBef>
                <a:spcPts val="0"/>
              </a:spcBef>
              <a:spcAft>
                <a:spcPts val="600"/>
              </a:spcAft>
              <a:buClr>
                <a:schemeClr val="accent1"/>
              </a:buClr>
              <a:buFont typeface="GT America Regular" charset="0"/>
              <a:buChar char="»"/>
              <a:defRPr sz="1100" kern="1200">
                <a:solidFill>
                  <a:schemeClr val="tx1"/>
                </a:solidFill>
                <a:latin typeface="+mn-lt"/>
                <a:ea typeface="GT America Regular" pitchFamily="2" charset="77"/>
                <a:cs typeface="GT America Regular" pitchFamily="2" charset="77"/>
              </a:defRPr>
            </a:lvl7pPr>
            <a:lvl8pPr marL="1312863" indent="-171450" algn="l" defTabSz="914400" rtl="0" eaLnBrk="1" latinLnBrk="0" hangingPunct="1">
              <a:lnSpc>
                <a:spcPct val="101000"/>
              </a:lnSpc>
              <a:spcBef>
                <a:spcPts val="0"/>
              </a:spcBef>
              <a:spcAft>
                <a:spcPts val="600"/>
              </a:spcAft>
              <a:buClrTx/>
              <a:buFont typeface="GT America Regular" pitchFamily="50" charset="0"/>
              <a:buChar char="›"/>
              <a:defRPr sz="1100" kern="1200">
                <a:solidFill>
                  <a:schemeClr val="tx1"/>
                </a:solidFill>
                <a:latin typeface="+mn-lt"/>
                <a:ea typeface="GT America Regular" pitchFamily="2" charset="77"/>
                <a:cs typeface="GT America Regular" pitchFamily="2" charset="77"/>
              </a:defRPr>
            </a:lvl8pPr>
            <a:lvl9pPr marL="1485900" indent="-171450" algn="l" defTabSz="914400" rtl="0" eaLnBrk="1" latinLnBrk="0" hangingPunct="1">
              <a:lnSpc>
                <a:spcPct val="101000"/>
              </a:lnSpc>
              <a:spcBef>
                <a:spcPts val="0"/>
              </a:spcBef>
              <a:spcAft>
                <a:spcPts val="600"/>
              </a:spcAft>
              <a:buClr>
                <a:schemeClr val="accent1"/>
              </a:buClr>
              <a:buFont typeface="GT America Regular" charset="0"/>
              <a:buChar char="›"/>
              <a:defRPr sz="1100" kern="1200">
                <a:solidFill>
                  <a:schemeClr val="tx1"/>
                </a:solidFill>
                <a:latin typeface="+mn-lt"/>
                <a:ea typeface="GT America Regular" pitchFamily="2" charset="77"/>
                <a:cs typeface="GT America Regular" pitchFamily="2" charset="77"/>
              </a:defRPr>
            </a:lvl9pPr>
          </a:lstStyle>
          <a:p>
            <a:r>
              <a:rPr lang="en-US" dirty="0"/>
              <a:t>For applying bullets styles you have to select the text first</a:t>
            </a:r>
            <a:br>
              <a:rPr lang="en-US" dirty="0"/>
            </a:br>
            <a:r>
              <a:rPr lang="en-US" dirty="0"/>
              <a:t>(not the box), example:</a:t>
            </a:r>
          </a:p>
        </p:txBody>
      </p:sp>
      <p:sp>
        <p:nvSpPr>
          <p:cNvPr id="6" name="Content Placeholder 4">
            <a:extLst>
              <a:ext uri="{FF2B5EF4-FFF2-40B4-BE49-F238E27FC236}">
                <a16:creationId xmlns:a16="http://schemas.microsoft.com/office/drawing/2014/main" id="{D0C50E23-777A-9F58-4846-D1061F15380C}"/>
              </a:ext>
            </a:extLst>
          </p:cNvPr>
          <p:cNvSpPr txBox="1">
            <a:spLocks/>
          </p:cNvSpPr>
          <p:nvPr/>
        </p:nvSpPr>
        <p:spPr>
          <a:xfrm>
            <a:off x="6607278" y="3226813"/>
            <a:ext cx="5030684" cy="2505650"/>
          </a:xfrm>
          <a:prstGeom prst="rect">
            <a:avLst/>
          </a:prstGeom>
        </p:spPr>
        <p:txBody>
          <a:bodyPr lIns="0" tIns="0" rIns="0" bIns="0">
            <a:normAutofit/>
          </a:bodyPr>
          <a:lstStyle>
            <a:lvl1pPr marL="0" indent="0" algn="l" defTabSz="914400" rtl="0" eaLnBrk="1" latinLnBrk="0" hangingPunct="1">
              <a:lnSpc>
                <a:spcPct val="101000"/>
              </a:lnSpc>
              <a:spcBef>
                <a:spcPts val="0"/>
              </a:spcBef>
              <a:spcAft>
                <a:spcPts val="600"/>
              </a:spcAft>
              <a:buFont typeface="GT America Regular"/>
              <a:buNone/>
              <a:defRPr sz="1400" b="0" i="0" kern="1200">
                <a:solidFill>
                  <a:schemeClr val="tx1"/>
                </a:solidFill>
                <a:latin typeface="+mn-lt"/>
                <a:ea typeface="GT America Regular" charset="0"/>
                <a:cs typeface="GT America Regular" charset="0"/>
              </a:defRPr>
            </a:lvl1pPr>
            <a:lvl2pPr marL="285750" indent="-285750" algn="l" defTabSz="914400" rtl="0" eaLnBrk="1" latinLnBrk="0" hangingPunct="1">
              <a:lnSpc>
                <a:spcPct val="101000"/>
              </a:lnSpc>
              <a:spcBef>
                <a:spcPts val="0"/>
              </a:spcBef>
              <a:spcAft>
                <a:spcPts val="600"/>
              </a:spcAft>
              <a:buFont typeface="GT America Regular" charset="0"/>
              <a:buChar char="→"/>
              <a:defRPr sz="1400" b="0" i="0" kern="1200">
                <a:solidFill>
                  <a:schemeClr val="tx1"/>
                </a:solidFill>
                <a:latin typeface="+mn-lt"/>
                <a:ea typeface="GT America Regular"/>
                <a:cs typeface="GT America Regular"/>
              </a:defRPr>
            </a:lvl2pPr>
            <a:lvl3pPr marL="458788" indent="-171450" algn="l" defTabSz="914400" rtl="0" eaLnBrk="1" latinLnBrk="0" hangingPunct="1">
              <a:lnSpc>
                <a:spcPct val="101000"/>
              </a:lnSpc>
              <a:spcBef>
                <a:spcPts val="0"/>
              </a:spcBef>
              <a:spcAft>
                <a:spcPts val="600"/>
              </a:spcAft>
              <a:buClr>
                <a:schemeClr val="accent1"/>
              </a:buClr>
              <a:buFont typeface="GT America Regular" pitchFamily="50" charset="0"/>
              <a:buChar char="•"/>
              <a:defRPr sz="1400" b="0" i="0" kern="1200">
                <a:solidFill>
                  <a:schemeClr val="tx1"/>
                </a:solidFill>
                <a:latin typeface="+mn-lt"/>
                <a:ea typeface="GT America Regular" pitchFamily="2" charset="77"/>
                <a:cs typeface="GT America Regular" pitchFamily="2" charset="77"/>
              </a:defRPr>
            </a:lvl3pPr>
            <a:lvl4pPr marL="628650" indent="-171450" algn="l" defTabSz="914400" rtl="0" eaLnBrk="1" latinLnBrk="0" hangingPunct="1">
              <a:lnSpc>
                <a:spcPct val="101000"/>
              </a:lnSpc>
              <a:spcBef>
                <a:spcPts val="0"/>
              </a:spcBef>
              <a:spcAft>
                <a:spcPts val="600"/>
              </a:spcAft>
              <a:buClrTx/>
              <a:buFont typeface="GT America Regular" pitchFamily="50" charset="0"/>
              <a:buChar char="–"/>
              <a:defRPr sz="1300" b="0" i="0" kern="1200">
                <a:solidFill>
                  <a:schemeClr val="tx1"/>
                </a:solidFill>
                <a:latin typeface="+mn-lt"/>
                <a:ea typeface="GT America Regular" pitchFamily="2" charset="77"/>
                <a:cs typeface="GT America Regular" pitchFamily="2" charset="77"/>
              </a:defRPr>
            </a:lvl4pPr>
            <a:lvl5pPr marL="801688" indent="-171450" algn="l" defTabSz="914400" rtl="0" eaLnBrk="1" latinLnBrk="0" hangingPunct="1">
              <a:lnSpc>
                <a:spcPct val="101000"/>
              </a:lnSpc>
              <a:spcBef>
                <a:spcPts val="0"/>
              </a:spcBef>
              <a:spcAft>
                <a:spcPts val="600"/>
              </a:spcAft>
              <a:buClr>
                <a:schemeClr val="accent1"/>
              </a:buClr>
              <a:buFont typeface="GT America Regular" charset="0"/>
              <a:buChar char="–"/>
              <a:tabLst/>
              <a:defRPr sz="1200" b="0" i="0" kern="1200">
                <a:solidFill>
                  <a:schemeClr val="tx1"/>
                </a:solidFill>
                <a:latin typeface="+mn-lt"/>
                <a:ea typeface="GT America Regular" pitchFamily="2" charset="77"/>
                <a:cs typeface="GT America Regular" pitchFamily="2" charset="77"/>
              </a:defRPr>
            </a:lvl5pPr>
            <a:lvl6pPr marL="971550" indent="-171450" algn="l" defTabSz="914400" rtl="0" eaLnBrk="1" latinLnBrk="0" hangingPunct="1">
              <a:lnSpc>
                <a:spcPct val="101000"/>
              </a:lnSpc>
              <a:spcBef>
                <a:spcPts val="0"/>
              </a:spcBef>
              <a:spcAft>
                <a:spcPts val="600"/>
              </a:spcAft>
              <a:buClrTx/>
              <a:buFont typeface="GT America Regular" pitchFamily="50" charset="0"/>
              <a:buChar char="»"/>
              <a:defRPr sz="1200" b="0" i="0" kern="1200">
                <a:solidFill>
                  <a:schemeClr val="tx1"/>
                </a:solidFill>
                <a:latin typeface="+mn-lt"/>
                <a:ea typeface="GT America Regular" pitchFamily="2" charset="77"/>
                <a:cs typeface="GT America Regular" pitchFamily="2" charset="77"/>
              </a:defRPr>
            </a:lvl6pPr>
            <a:lvl7pPr marL="1144588" indent="-171450" algn="l" defTabSz="914400" rtl="0" eaLnBrk="1" latinLnBrk="0" hangingPunct="1">
              <a:lnSpc>
                <a:spcPct val="101000"/>
              </a:lnSpc>
              <a:spcBef>
                <a:spcPts val="0"/>
              </a:spcBef>
              <a:spcAft>
                <a:spcPts val="600"/>
              </a:spcAft>
              <a:buClr>
                <a:schemeClr val="accent1"/>
              </a:buClr>
              <a:buFont typeface="GT America Regular" charset="0"/>
              <a:buChar char="»"/>
              <a:defRPr sz="1100" kern="1200">
                <a:solidFill>
                  <a:schemeClr val="tx1"/>
                </a:solidFill>
                <a:latin typeface="+mn-lt"/>
                <a:ea typeface="GT America Regular" pitchFamily="2" charset="77"/>
                <a:cs typeface="GT America Regular" pitchFamily="2" charset="77"/>
              </a:defRPr>
            </a:lvl7pPr>
            <a:lvl8pPr marL="1312863" indent="-171450" algn="l" defTabSz="914400" rtl="0" eaLnBrk="1" latinLnBrk="0" hangingPunct="1">
              <a:lnSpc>
                <a:spcPct val="101000"/>
              </a:lnSpc>
              <a:spcBef>
                <a:spcPts val="0"/>
              </a:spcBef>
              <a:spcAft>
                <a:spcPts val="600"/>
              </a:spcAft>
              <a:buClrTx/>
              <a:buFont typeface="GT America Regular" pitchFamily="50" charset="0"/>
              <a:buChar char="›"/>
              <a:defRPr sz="1100" kern="1200">
                <a:solidFill>
                  <a:schemeClr val="tx1"/>
                </a:solidFill>
                <a:latin typeface="+mn-lt"/>
                <a:ea typeface="GT America Regular" pitchFamily="2" charset="77"/>
                <a:cs typeface="GT America Regular" pitchFamily="2" charset="77"/>
              </a:defRPr>
            </a:lvl8pPr>
            <a:lvl9pPr marL="1485900" indent="-171450" algn="l" defTabSz="914400" rtl="0" eaLnBrk="1" latinLnBrk="0" hangingPunct="1">
              <a:lnSpc>
                <a:spcPct val="101000"/>
              </a:lnSpc>
              <a:spcBef>
                <a:spcPts val="0"/>
              </a:spcBef>
              <a:spcAft>
                <a:spcPts val="600"/>
              </a:spcAft>
              <a:buClr>
                <a:schemeClr val="accent1"/>
              </a:buClr>
              <a:buFont typeface="GT America Regular" charset="0"/>
              <a:buChar char="›"/>
              <a:defRPr sz="1100" kern="1200">
                <a:solidFill>
                  <a:schemeClr val="tx1"/>
                </a:solidFill>
                <a:latin typeface="+mn-lt"/>
                <a:ea typeface="GT America Regular" pitchFamily="2" charset="77"/>
                <a:cs typeface="GT America Regular" pitchFamily="2" charset="77"/>
              </a:defRPr>
            </a:lvl9pPr>
          </a:lstStyle>
          <a:p>
            <a:pPr lvl="1"/>
            <a:r>
              <a:rPr lang="en-US" dirty="0"/>
              <a:t>When featuring a single level with short, concise list use Level 2 style</a:t>
            </a:r>
          </a:p>
          <a:p>
            <a:pPr lvl="1"/>
            <a:r>
              <a:rPr lang="en-US" dirty="0"/>
              <a:t>No other bullet style/indent level should appear on a slide that uses arrows/Level 2</a:t>
            </a:r>
          </a:p>
          <a:p>
            <a:pPr lvl="1"/>
            <a:r>
              <a:rPr lang="en-US" dirty="0"/>
              <a:t>For longer lists, or when you need multiple levels, continue increasing your list level</a:t>
            </a:r>
          </a:p>
          <a:p>
            <a:pPr lvl="1"/>
            <a:r>
              <a:rPr lang="en-US" dirty="0"/>
              <a:t>Levels have been preformatted, no need to style or configure manually</a:t>
            </a:r>
          </a:p>
          <a:p>
            <a:endParaRPr lang="en-US" dirty="0"/>
          </a:p>
          <a:p>
            <a:endParaRPr lang="en-US" dirty="0"/>
          </a:p>
        </p:txBody>
      </p:sp>
      <p:sp>
        <p:nvSpPr>
          <p:cNvPr id="17" name="Content Placeholder 4">
            <a:extLst>
              <a:ext uri="{FF2B5EF4-FFF2-40B4-BE49-F238E27FC236}">
                <a16:creationId xmlns:a16="http://schemas.microsoft.com/office/drawing/2014/main" id="{8127F5B6-A6D7-8997-2E78-9286FE825498}"/>
              </a:ext>
            </a:extLst>
          </p:cNvPr>
          <p:cNvSpPr txBox="1">
            <a:spLocks/>
          </p:cNvSpPr>
          <p:nvPr/>
        </p:nvSpPr>
        <p:spPr>
          <a:xfrm>
            <a:off x="546100" y="5434810"/>
            <a:ext cx="5294260" cy="425053"/>
          </a:xfrm>
          <a:prstGeom prst="rect">
            <a:avLst/>
          </a:prstGeom>
        </p:spPr>
        <p:txBody>
          <a:bodyPr wrap="square" lIns="0" tIns="0" rIns="0" bIns="0">
            <a:spAutoFit/>
          </a:bodyPr>
          <a:lstStyle>
            <a:lvl1pPr marL="0" indent="0" algn="l" defTabSz="914400" rtl="0" eaLnBrk="1" latinLnBrk="0" hangingPunct="1">
              <a:lnSpc>
                <a:spcPct val="101000"/>
              </a:lnSpc>
              <a:spcBef>
                <a:spcPts val="0"/>
              </a:spcBef>
              <a:spcAft>
                <a:spcPts val="600"/>
              </a:spcAft>
              <a:buFont typeface="GT America Regular"/>
              <a:buNone/>
              <a:defRPr sz="1400" b="0" i="0" kern="1200">
                <a:solidFill>
                  <a:schemeClr val="tx1"/>
                </a:solidFill>
                <a:latin typeface="+mn-lt"/>
                <a:ea typeface="GT America Regular" charset="0"/>
                <a:cs typeface="GT America Regular" charset="0"/>
              </a:defRPr>
            </a:lvl1pPr>
            <a:lvl2pPr marL="285750" indent="-285750" algn="l" defTabSz="914400" rtl="0" eaLnBrk="1" latinLnBrk="0" hangingPunct="1">
              <a:lnSpc>
                <a:spcPct val="101000"/>
              </a:lnSpc>
              <a:spcBef>
                <a:spcPts val="0"/>
              </a:spcBef>
              <a:spcAft>
                <a:spcPts val="600"/>
              </a:spcAft>
              <a:buFont typeface="GT America Regular" charset="0"/>
              <a:buChar char="→"/>
              <a:defRPr sz="1400" b="0" i="0" kern="1200">
                <a:solidFill>
                  <a:schemeClr val="tx1"/>
                </a:solidFill>
                <a:latin typeface="+mn-lt"/>
                <a:ea typeface="GT America Regular"/>
                <a:cs typeface="GT America Regular"/>
              </a:defRPr>
            </a:lvl2pPr>
            <a:lvl3pPr marL="458788" indent="-171450" algn="l" defTabSz="914400" rtl="0" eaLnBrk="1" latinLnBrk="0" hangingPunct="1">
              <a:lnSpc>
                <a:spcPct val="101000"/>
              </a:lnSpc>
              <a:spcBef>
                <a:spcPts val="0"/>
              </a:spcBef>
              <a:spcAft>
                <a:spcPts val="600"/>
              </a:spcAft>
              <a:buClr>
                <a:schemeClr val="accent1"/>
              </a:buClr>
              <a:buFont typeface="GT America Regular" pitchFamily="50" charset="0"/>
              <a:buChar char="•"/>
              <a:defRPr sz="1400" b="0" i="0" kern="1200">
                <a:solidFill>
                  <a:schemeClr val="tx1"/>
                </a:solidFill>
                <a:latin typeface="+mn-lt"/>
                <a:ea typeface="GT America Regular" pitchFamily="2" charset="77"/>
                <a:cs typeface="GT America Regular" pitchFamily="2" charset="77"/>
              </a:defRPr>
            </a:lvl3pPr>
            <a:lvl4pPr marL="628650" indent="-171450" algn="l" defTabSz="914400" rtl="0" eaLnBrk="1" latinLnBrk="0" hangingPunct="1">
              <a:lnSpc>
                <a:spcPct val="101000"/>
              </a:lnSpc>
              <a:spcBef>
                <a:spcPts val="0"/>
              </a:spcBef>
              <a:spcAft>
                <a:spcPts val="600"/>
              </a:spcAft>
              <a:buClrTx/>
              <a:buFont typeface="GT America Regular" pitchFamily="50" charset="0"/>
              <a:buChar char="–"/>
              <a:defRPr sz="1300" b="0" i="0" kern="1200">
                <a:solidFill>
                  <a:schemeClr val="tx1"/>
                </a:solidFill>
                <a:latin typeface="+mn-lt"/>
                <a:ea typeface="GT America Regular" pitchFamily="2" charset="77"/>
                <a:cs typeface="GT America Regular" pitchFamily="2" charset="77"/>
              </a:defRPr>
            </a:lvl4pPr>
            <a:lvl5pPr marL="801688" indent="-171450" algn="l" defTabSz="914400" rtl="0" eaLnBrk="1" latinLnBrk="0" hangingPunct="1">
              <a:lnSpc>
                <a:spcPct val="101000"/>
              </a:lnSpc>
              <a:spcBef>
                <a:spcPts val="0"/>
              </a:spcBef>
              <a:spcAft>
                <a:spcPts val="600"/>
              </a:spcAft>
              <a:buClr>
                <a:schemeClr val="accent1"/>
              </a:buClr>
              <a:buFont typeface="GT America Regular" charset="0"/>
              <a:buChar char="–"/>
              <a:tabLst/>
              <a:defRPr sz="1200" b="0" i="0" kern="1200">
                <a:solidFill>
                  <a:schemeClr val="tx1"/>
                </a:solidFill>
                <a:latin typeface="+mn-lt"/>
                <a:ea typeface="GT America Regular" pitchFamily="2" charset="77"/>
                <a:cs typeface="GT America Regular" pitchFamily="2" charset="77"/>
              </a:defRPr>
            </a:lvl5pPr>
            <a:lvl6pPr marL="971550" indent="-171450" algn="l" defTabSz="914400" rtl="0" eaLnBrk="1" latinLnBrk="0" hangingPunct="1">
              <a:lnSpc>
                <a:spcPct val="101000"/>
              </a:lnSpc>
              <a:spcBef>
                <a:spcPts val="0"/>
              </a:spcBef>
              <a:spcAft>
                <a:spcPts val="600"/>
              </a:spcAft>
              <a:buClrTx/>
              <a:buFont typeface="GT America Regular" pitchFamily="50" charset="0"/>
              <a:buChar char="»"/>
              <a:defRPr sz="1200" b="0" i="0" kern="1200">
                <a:solidFill>
                  <a:schemeClr val="tx1"/>
                </a:solidFill>
                <a:latin typeface="+mn-lt"/>
                <a:ea typeface="GT America Regular" pitchFamily="2" charset="77"/>
                <a:cs typeface="GT America Regular" pitchFamily="2" charset="77"/>
              </a:defRPr>
            </a:lvl6pPr>
            <a:lvl7pPr marL="1144588" indent="-171450" algn="l" defTabSz="914400" rtl="0" eaLnBrk="1" latinLnBrk="0" hangingPunct="1">
              <a:lnSpc>
                <a:spcPct val="101000"/>
              </a:lnSpc>
              <a:spcBef>
                <a:spcPts val="0"/>
              </a:spcBef>
              <a:spcAft>
                <a:spcPts val="600"/>
              </a:spcAft>
              <a:buClr>
                <a:schemeClr val="accent1"/>
              </a:buClr>
              <a:buFont typeface="GT America Regular" charset="0"/>
              <a:buChar char="»"/>
              <a:defRPr sz="1100" kern="1200">
                <a:solidFill>
                  <a:schemeClr val="tx1"/>
                </a:solidFill>
                <a:latin typeface="+mn-lt"/>
                <a:ea typeface="GT America Regular" pitchFamily="2" charset="77"/>
                <a:cs typeface="GT America Regular" pitchFamily="2" charset="77"/>
              </a:defRPr>
            </a:lvl7pPr>
            <a:lvl8pPr marL="1312863" indent="-171450" algn="l" defTabSz="914400" rtl="0" eaLnBrk="1" latinLnBrk="0" hangingPunct="1">
              <a:lnSpc>
                <a:spcPct val="101000"/>
              </a:lnSpc>
              <a:spcBef>
                <a:spcPts val="0"/>
              </a:spcBef>
              <a:spcAft>
                <a:spcPts val="600"/>
              </a:spcAft>
              <a:buClrTx/>
              <a:buFont typeface="GT America Regular" pitchFamily="50" charset="0"/>
              <a:buChar char="›"/>
              <a:defRPr sz="1100" kern="1200">
                <a:solidFill>
                  <a:schemeClr val="tx1"/>
                </a:solidFill>
                <a:latin typeface="+mn-lt"/>
                <a:ea typeface="GT America Regular" pitchFamily="2" charset="77"/>
                <a:cs typeface="GT America Regular" pitchFamily="2" charset="77"/>
              </a:defRPr>
            </a:lvl8pPr>
            <a:lvl9pPr marL="1485900" indent="-171450" algn="l" defTabSz="914400" rtl="0" eaLnBrk="1" latinLnBrk="0" hangingPunct="1">
              <a:lnSpc>
                <a:spcPct val="101000"/>
              </a:lnSpc>
              <a:spcBef>
                <a:spcPts val="0"/>
              </a:spcBef>
              <a:spcAft>
                <a:spcPts val="600"/>
              </a:spcAft>
              <a:buClr>
                <a:schemeClr val="accent1"/>
              </a:buClr>
              <a:buFont typeface="GT America Regular" charset="0"/>
              <a:buChar char="›"/>
              <a:defRPr sz="1100" kern="1200">
                <a:solidFill>
                  <a:schemeClr val="tx1"/>
                </a:solidFill>
                <a:latin typeface="+mn-lt"/>
                <a:ea typeface="GT America Regular" pitchFamily="2" charset="77"/>
                <a:cs typeface="GT America Regular" pitchFamily="2" charset="77"/>
              </a:defRPr>
            </a:lvl9pPr>
          </a:lstStyle>
          <a:p>
            <a:r>
              <a:rPr lang="en-US" dirty="0"/>
              <a:t>Bullets styles only apply to boxes that already have the style preformatted, it won’t apply to any text box</a:t>
            </a:r>
          </a:p>
        </p:txBody>
      </p:sp>
      <p:pic>
        <p:nvPicPr>
          <p:cNvPr id="24" name="Picture 23" descr="A white square with black text&#10;&#10;Description automatically generated">
            <a:extLst>
              <a:ext uri="{FF2B5EF4-FFF2-40B4-BE49-F238E27FC236}">
                <a16:creationId xmlns:a16="http://schemas.microsoft.com/office/drawing/2014/main" id="{2D545127-8056-8E99-095D-BA1A1ABD44C3}"/>
              </a:ext>
            </a:extLst>
          </p:cNvPr>
          <p:cNvPicPr>
            <a:picLocks noChangeAspect="1"/>
          </p:cNvPicPr>
          <p:nvPr/>
        </p:nvPicPr>
        <p:blipFill>
          <a:blip r:embed="rId3"/>
          <a:stretch>
            <a:fillRect/>
          </a:stretch>
        </p:blipFill>
        <p:spPr>
          <a:xfrm>
            <a:off x="546101" y="4661420"/>
            <a:ext cx="4910580" cy="658507"/>
          </a:xfrm>
          <a:prstGeom prst="rect">
            <a:avLst/>
          </a:prstGeom>
        </p:spPr>
      </p:pic>
      <p:sp>
        <p:nvSpPr>
          <p:cNvPr id="26" name="TextBox 25">
            <a:extLst>
              <a:ext uri="{FF2B5EF4-FFF2-40B4-BE49-F238E27FC236}">
                <a16:creationId xmlns:a16="http://schemas.microsoft.com/office/drawing/2014/main" id="{C65F2164-B457-7E9C-344F-0EAAF96E0520}"/>
              </a:ext>
            </a:extLst>
          </p:cNvPr>
          <p:cNvSpPr txBox="1"/>
          <p:nvPr/>
        </p:nvSpPr>
        <p:spPr>
          <a:xfrm>
            <a:off x="6607278" y="1164140"/>
            <a:ext cx="3827658" cy="221244"/>
          </a:xfrm>
          <a:prstGeom prst="rect">
            <a:avLst/>
          </a:prstGeom>
          <a:noFill/>
        </p:spPr>
        <p:txBody>
          <a:bodyPr wrap="none" lIns="0" tIns="0" rIns="0" bIns="0" rtlCol="0">
            <a:noAutofit/>
          </a:bodyPr>
          <a:lstStyle/>
          <a:p>
            <a:pPr>
              <a:lnSpc>
                <a:spcPct val="101000"/>
              </a:lnSpc>
              <a:spcAft>
                <a:spcPts val="600"/>
              </a:spcAft>
            </a:pPr>
            <a:r>
              <a:rPr kumimoji="0" lang="en-CR" sz="1100" b="0" i="0" u="none" strike="noStrike" kern="1200" cap="none" spc="0" normalizeH="0" baseline="0" noProof="0">
                <a:ln>
                  <a:noFill/>
                </a:ln>
                <a:solidFill>
                  <a:srgbClr val="000000"/>
                </a:solidFill>
                <a:effectLst/>
                <a:uLnTx/>
                <a:uFillTx/>
                <a:latin typeface="GT America Regular"/>
                <a:ea typeface="GT America Regular" charset="0"/>
                <a:cs typeface="GT America Regular" charset="0"/>
              </a:rPr>
              <a:t>Examples</a:t>
            </a:r>
            <a:r>
              <a:rPr kumimoji="0" lang="en-US" sz="1100" b="0" i="0" u="none" strike="noStrike" kern="1200" cap="none" spc="0" normalizeH="0" baseline="0" noProof="0" dirty="0">
                <a:ln>
                  <a:noFill/>
                </a:ln>
                <a:solidFill>
                  <a:srgbClr val="000000"/>
                </a:solidFill>
                <a:effectLst/>
                <a:uLnTx/>
                <a:uFillTx/>
                <a:latin typeface="GT America Regular"/>
                <a:ea typeface="GT America Regular" charset="0"/>
                <a:cs typeface="GT America Regular" charset="0"/>
              </a:rPr>
              <a:t> of bullet styles/hierarchy </a:t>
            </a:r>
            <a:endParaRPr kumimoji="0" lang="en-CR" sz="1100" b="0" i="0" u="none" strike="noStrike" kern="1200" cap="none" spc="0" normalizeH="0" baseline="0" noProof="0">
              <a:ln>
                <a:noFill/>
              </a:ln>
              <a:solidFill>
                <a:srgbClr val="000000"/>
              </a:solidFill>
              <a:effectLst/>
              <a:uLnTx/>
              <a:uFillTx/>
              <a:latin typeface="GT America Regular"/>
              <a:ea typeface="GT America Regular" charset="0"/>
              <a:cs typeface="GT America Regular" charset="0"/>
            </a:endParaRPr>
          </a:p>
        </p:txBody>
      </p:sp>
    </p:spTree>
    <p:extLst>
      <p:ext uri="{BB962C8B-B14F-4D97-AF65-F5344CB8AC3E}">
        <p14:creationId xmlns:p14="http://schemas.microsoft.com/office/powerpoint/2010/main" val="88676899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Footer Placeholder 9">
            <a:extLst>
              <a:ext uri="{FF2B5EF4-FFF2-40B4-BE49-F238E27FC236}">
                <a16:creationId xmlns:a16="http://schemas.microsoft.com/office/drawing/2014/main" id="{FA22CBEB-33AE-4C28-748A-0E77025435DC}"/>
              </a:ext>
            </a:extLst>
          </p:cNvPr>
          <p:cNvSpPr>
            <a:spLocks noGrp="1"/>
          </p:cNvSpPr>
          <p:nvPr>
            <p:ph type="ftr" sz="quarter" idx="11"/>
          </p:nvPr>
        </p:nvSpPr>
        <p:spPr>
          <a:xfrm>
            <a:off x="4781550" y="6311900"/>
            <a:ext cx="5448300" cy="269875"/>
          </a:xfrm>
        </p:spPr>
        <p:txBody>
          <a:bodyPr/>
          <a:lstStyle/>
          <a:p>
            <a:r>
              <a:rPr lang="en-US" dirty="0"/>
              <a:t>See slide 12 for instructions on how to update footer</a:t>
            </a:r>
          </a:p>
        </p:txBody>
      </p:sp>
      <p:sp>
        <p:nvSpPr>
          <p:cNvPr id="13" name="Slide Number Placeholder 12">
            <a:extLst>
              <a:ext uri="{FF2B5EF4-FFF2-40B4-BE49-F238E27FC236}">
                <a16:creationId xmlns:a16="http://schemas.microsoft.com/office/drawing/2014/main" id="{96F00D3C-0197-E994-9C74-1F7D99875977}"/>
              </a:ext>
            </a:extLst>
          </p:cNvPr>
          <p:cNvSpPr>
            <a:spLocks noGrp="1"/>
          </p:cNvSpPr>
          <p:nvPr>
            <p:ph type="sldNum" sz="quarter" idx="12"/>
          </p:nvPr>
        </p:nvSpPr>
        <p:spPr>
          <a:xfrm>
            <a:off x="10428288" y="6311900"/>
            <a:ext cx="1209674" cy="269875"/>
          </a:xfrm>
        </p:spPr>
        <p:txBody>
          <a:bodyPr/>
          <a:lstStyle/>
          <a:p>
            <a:fld id="{862A5111-985B-C14D-9115-5787026182A8}" type="slidenum">
              <a:rPr lang="en-US" smtClean="0"/>
              <a:pPr/>
              <a:t>12</a:t>
            </a:fld>
            <a:endParaRPr lang="en-US"/>
          </a:p>
        </p:txBody>
      </p:sp>
      <p:sp>
        <p:nvSpPr>
          <p:cNvPr id="12" name="Title 11">
            <a:extLst>
              <a:ext uri="{FF2B5EF4-FFF2-40B4-BE49-F238E27FC236}">
                <a16:creationId xmlns:a16="http://schemas.microsoft.com/office/drawing/2014/main" id="{6A1C78AC-E77E-789E-C21C-49042974B7B4}"/>
              </a:ext>
            </a:extLst>
          </p:cNvPr>
          <p:cNvSpPr>
            <a:spLocks noGrp="1"/>
          </p:cNvSpPr>
          <p:nvPr>
            <p:ph type="title"/>
          </p:nvPr>
        </p:nvSpPr>
        <p:spPr>
          <a:xfrm>
            <a:off x="546100" y="552450"/>
            <a:ext cx="11091861" cy="434975"/>
          </a:xfrm>
        </p:spPr>
        <p:txBody>
          <a:bodyPr/>
          <a:lstStyle/>
          <a:p>
            <a:r>
              <a:rPr lang="en-US" dirty="0"/>
              <a:t>Instructions</a:t>
            </a:r>
          </a:p>
        </p:txBody>
      </p:sp>
      <p:sp>
        <p:nvSpPr>
          <p:cNvPr id="15" name="Text Placeholder 14">
            <a:extLst>
              <a:ext uri="{FF2B5EF4-FFF2-40B4-BE49-F238E27FC236}">
                <a16:creationId xmlns:a16="http://schemas.microsoft.com/office/drawing/2014/main" id="{143DC7BF-404F-5612-2E17-FB62C9013EAF}"/>
              </a:ext>
            </a:extLst>
          </p:cNvPr>
          <p:cNvSpPr>
            <a:spLocks noGrp="1"/>
          </p:cNvSpPr>
          <p:nvPr>
            <p:ph type="body" sz="quarter" idx="21"/>
          </p:nvPr>
        </p:nvSpPr>
        <p:spPr>
          <a:xfrm>
            <a:off x="546100" y="1127125"/>
            <a:ext cx="11094211" cy="295275"/>
          </a:xfrm>
        </p:spPr>
        <p:txBody>
          <a:bodyPr/>
          <a:lstStyle/>
          <a:p>
            <a:r>
              <a:rPr lang="en-US" dirty="0"/>
              <a:t>Footers and page numbers</a:t>
            </a:r>
          </a:p>
        </p:txBody>
      </p:sp>
      <p:sp>
        <p:nvSpPr>
          <p:cNvPr id="16" name="Text Placeholder 15">
            <a:extLst>
              <a:ext uri="{FF2B5EF4-FFF2-40B4-BE49-F238E27FC236}">
                <a16:creationId xmlns:a16="http://schemas.microsoft.com/office/drawing/2014/main" id="{C246CB2F-2018-5B12-877D-5565A524F629}"/>
              </a:ext>
            </a:extLst>
          </p:cNvPr>
          <p:cNvSpPr>
            <a:spLocks noGrp="1"/>
          </p:cNvSpPr>
          <p:nvPr>
            <p:ph type="body" sz="quarter" idx="22"/>
          </p:nvPr>
        </p:nvSpPr>
        <p:spPr/>
        <p:txBody>
          <a:bodyPr/>
          <a:lstStyle/>
          <a:p>
            <a:endParaRPr lang="en-US"/>
          </a:p>
        </p:txBody>
      </p:sp>
      <p:sp>
        <p:nvSpPr>
          <p:cNvPr id="14" name="Content Placeholder 13">
            <a:extLst>
              <a:ext uri="{FF2B5EF4-FFF2-40B4-BE49-F238E27FC236}">
                <a16:creationId xmlns:a16="http://schemas.microsoft.com/office/drawing/2014/main" id="{170B6565-2DCA-49DD-E5CA-818F676276C3}"/>
              </a:ext>
            </a:extLst>
          </p:cNvPr>
          <p:cNvSpPr>
            <a:spLocks noGrp="1"/>
          </p:cNvSpPr>
          <p:nvPr>
            <p:ph sz="quarter" idx="23"/>
          </p:nvPr>
        </p:nvSpPr>
        <p:spPr>
          <a:xfrm>
            <a:off x="546101" y="1849438"/>
            <a:ext cx="7296912" cy="4017962"/>
          </a:xfrm>
        </p:spPr>
        <p:txBody>
          <a:bodyPr>
            <a:normAutofit/>
          </a:bodyPr>
          <a:lstStyle/>
          <a:p>
            <a:pPr lvl="1"/>
            <a:r>
              <a:rPr lang="en-US" dirty="0"/>
              <a:t>PowerPoint may not import your footers or page numbers properly. </a:t>
            </a:r>
          </a:p>
          <a:p>
            <a:pPr lvl="1"/>
            <a:r>
              <a:rPr lang="en-US" dirty="0"/>
              <a:t>If you do not see your footers or page number on a slide, click “Insert” &gt; “Header &amp; Footer“ from the menu bar and insert your footer text in the appropriate box. After, ensure both “Footer” and “Slide number” are selected, then click  “Apply to All.” </a:t>
            </a:r>
          </a:p>
          <a:p>
            <a:pPr lvl="1"/>
            <a:r>
              <a:rPr lang="en-US" dirty="0"/>
              <a:t>You may need to deselect, “Apply to All” and then reselect and “Apply to All” for proper formatting to take effect.</a:t>
            </a:r>
          </a:p>
          <a:p>
            <a:pPr lvl="1"/>
            <a:r>
              <a:rPr lang="en-US" dirty="0"/>
              <a:t>If you add a new slide and do not see the appropriate footer, go to a slide with the footer, click “Insert” &gt; “Header &amp; Footer“ from the menu bar, select “Footer” and then click  “Apply to All.”</a:t>
            </a:r>
          </a:p>
        </p:txBody>
      </p:sp>
      <p:pic>
        <p:nvPicPr>
          <p:cNvPr id="8" name="Content Placeholder 7" descr="A screenshot of a computer&#10;&#10;Description automatically generated">
            <a:extLst>
              <a:ext uri="{FF2B5EF4-FFF2-40B4-BE49-F238E27FC236}">
                <a16:creationId xmlns:a16="http://schemas.microsoft.com/office/drawing/2014/main" id="{9F52836A-9F5E-0170-0265-52A74201C6A3}"/>
              </a:ext>
            </a:extLst>
          </p:cNvPr>
          <p:cNvPicPr>
            <a:picLocks noGrp="1" noChangeAspect="1"/>
          </p:cNvPicPr>
          <p:nvPr>
            <p:ph sz="quarter" idx="24"/>
          </p:nvPr>
        </p:nvPicPr>
        <p:blipFill>
          <a:blip r:embed="rId2"/>
          <a:stretch>
            <a:fillRect/>
          </a:stretch>
        </p:blipFill>
        <p:spPr>
          <a:xfrm>
            <a:off x="8390248" y="1778819"/>
            <a:ext cx="2935362" cy="1041580"/>
          </a:xfrm>
        </p:spPr>
      </p:pic>
      <p:pic>
        <p:nvPicPr>
          <p:cNvPr id="5" name="Picture 4" descr="A screenshot of a computer&#10;&#10;Description automatically generated">
            <a:extLst>
              <a:ext uri="{FF2B5EF4-FFF2-40B4-BE49-F238E27FC236}">
                <a16:creationId xmlns:a16="http://schemas.microsoft.com/office/drawing/2014/main" id="{CE7A6E34-C217-C812-07A5-4E48BD2F5C3F}"/>
              </a:ext>
            </a:extLst>
          </p:cNvPr>
          <p:cNvPicPr>
            <a:picLocks noChangeAspect="1"/>
          </p:cNvPicPr>
          <p:nvPr/>
        </p:nvPicPr>
        <p:blipFill>
          <a:blip r:embed="rId3"/>
          <a:stretch>
            <a:fillRect/>
          </a:stretch>
        </p:blipFill>
        <p:spPr>
          <a:xfrm>
            <a:off x="8210693" y="3101790"/>
            <a:ext cx="3342521" cy="2799232"/>
          </a:xfrm>
          <a:prstGeom prst="rect">
            <a:avLst/>
          </a:prstGeom>
        </p:spPr>
      </p:pic>
      <p:sp>
        <p:nvSpPr>
          <p:cNvPr id="9" name="Rectangle 8">
            <a:extLst>
              <a:ext uri="{FF2B5EF4-FFF2-40B4-BE49-F238E27FC236}">
                <a16:creationId xmlns:a16="http://schemas.microsoft.com/office/drawing/2014/main" id="{BE8D7381-81B8-4313-81E6-71F7373D8C78}"/>
              </a:ext>
            </a:extLst>
          </p:cNvPr>
          <p:cNvSpPr/>
          <p:nvPr/>
        </p:nvSpPr>
        <p:spPr>
          <a:xfrm>
            <a:off x="8893286" y="1778819"/>
            <a:ext cx="524436" cy="1041580"/>
          </a:xfrm>
          <a:prstGeom prst="rect">
            <a:avLst/>
          </a:prstGeom>
          <a:noFill/>
          <a:ln w="28575">
            <a:solidFill>
              <a:srgbClr val="D9017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 name="Group 1">
            <a:extLst>
              <a:ext uri="{FF2B5EF4-FFF2-40B4-BE49-F238E27FC236}">
                <a16:creationId xmlns:a16="http://schemas.microsoft.com/office/drawing/2014/main" id="{4D42D4BE-EF73-A90B-B8F0-8B1154E0CC09}"/>
              </a:ext>
            </a:extLst>
          </p:cNvPr>
          <p:cNvGrpSpPr/>
          <p:nvPr/>
        </p:nvGrpSpPr>
        <p:grpSpPr>
          <a:xfrm>
            <a:off x="536588" y="4300085"/>
            <a:ext cx="7580043" cy="224837"/>
            <a:chOff x="536588" y="4300085"/>
            <a:chExt cx="7580043" cy="224837"/>
          </a:xfrm>
        </p:grpSpPr>
        <p:sp>
          <p:nvSpPr>
            <p:cNvPr id="3" name="Text Placeholder 20">
              <a:extLst>
                <a:ext uri="{FF2B5EF4-FFF2-40B4-BE49-F238E27FC236}">
                  <a16:creationId xmlns:a16="http://schemas.microsoft.com/office/drawing/2014/main" id="{D5152586-7E28-2AAD-C2F1-1ABD19727A66}"/>
                </a:ext>
              </a:extLst>
            </p:cNvPr>
            <p:cNvSpPr txBox="1">
              <a:spLocks/>
            </p:cNvSpPr>
            <p:nvPr/>
          </p:nvSpPr>
          <p:spPr>
            <a:xfrm>
              <a:off x="819719" y="4323600"/>
              <a:ext cx="7296912" cy="177806"/>
            </a:xfrm>
            <a:prstGeom prst="rect">
              <a:avLst/>
            </a:prstGeom>
          </p:spPr>
          <p:txBody>
            <a:bodyPr vert="horz" wrap="square" lIns="0" tIns="0" rIns="0" bIns="0" rtlCol="0" anchor="b">
              <a:spAutoFit/>
            </a:bodyPr>
            <a:lstStyle>
              <a:lvl1pPr marL="0" indent="0" algn="l" defTabSz="914400" rtl="0" eaLnBrk="1" latinLnBrk="0" hangingPunct="1">
                <a:lnSpc>
                  <a:spcPct val="101000"/>
                </a:lnSpc>
                <a:spcBef>
                  <a:spcPts val="0"/>
                </a:spcBef>
                <a:spcAft>
                  <a:spcPts val="600"/>
                </a:spcAft>
                <a:buFont typeface="GT America Regular"/>
                <a:buNone/>
                <a:defRPr lang="en-US" sz="2000" b="0" i="0" kern="1200" dirty="0" smtClean="0">
                  <a:solidFill>
                    <a:schemeClr val="tx2"/>
                  </a:solidFill>
                  <a:latin typeface="+mj-lt"/>
                  <a:ea typeface="GT America Regular" charset="0"/>
                  <a:cs typeface="GT America Regular" charset="0"/>
                </a:defRPr>
              </a:lvl1pPr>
              <a:lvl2pPr marL="0" indent="0" algn="l" defTabSz="914400" rtl="0" eaLnBrk="1" latinLnBrk="0" hangingPunct="1">
                <a:lnSpc>
                  <a:spcPct val="101000"/>
                </a:lnSpc>
                <a:spcBef>
                  <a:spcPts val="0"/>
                </a:spcBef>
                <a:spcAft>
                  <a:spcPts val="600"/>
                </a:spcAft>
                <a:buFont typeface="GT America Regular" charset="0"/>
                <a:buNone/>
                <a:defRPr lang="en-US" sz="2000" b="0" i="0" kern="1200" dirty="0" smtClean="0">
                  <a:solidFill>
                    <a:schemeClr val="tx2"/>
                  </a:solidFill>
                  <a:latin typeface="+mj-lt"/>
                  <a:ea typeface="GT America Regular" charset="0"/>
                  <a:cs typeface="GT America Regular" charset="0"/>
                </a:defRPr>
              </a:lvl2pPr>
              <a:lvl3pPr marL="0" indent="0" algn="l" defTabSz="914400" rtl="0" eaLnBrk="1" latinLnBrk="0" hangingPunct="1">
                <a:lnSpc>
                  <a:spcPct val="101000"/>
                </a:lnSpc>
                <a:spcBef>
                  <a:spcPts val="0"/>
                </a:spcBef>
                <a:spcAft>
                  <a:spcPts val="600"/>
                </a:spcAft>
                <a:buClr>
                  <a:schemeClr val="accent1"/>
                </a:buClr>
                <a:buFont typeface="GT America Regular" pitchFamily="50" charset="0"/>
                <a:buNone/>
                <a:defRPr lang="en-US" sz="2000" b="0" i="0" kern="1200" dirty="0" smtClean="0">
                  <a:solidFill>
                    <a:schemeClr val="tx2"/>
                  </a:solidFill>
                  <a:latin typeface="+mj-lt"/>
                  <a:ea typeface="GT America Regular" charset="0"/>
                  <a:cs typeface="GT America Regular" charset="0"/>
                </a:defRPr>
              </a:lvl3pPr>
              <a:lvl4pPr marL="0" indent="0" algn="l" defTabSz="914400" rtl="0" eaLnBrk="1" latinLnBrk="0" hangingPunct="1">
                <a:lnSpc>
                  <a:spcPct val="101000"/>
                </a:lnSpc>
                <a:spcBef>
                  <a:spcPts val="0"/>
                </a:spcBef>
                <a:spcAft>
                  <a:spcPts val="600"/>
                </a:spcAft>
                <a:buClrTx/>
                <a:buFont typeface="GT America Regular" pitchFamily="50" charset="0"/>
                <a:buNone/>
                <a:defRPr lang="en-US" sz="2000" b="0" i="0" kern="1200" dirty="0" smtClean="0">
                  <a:solidFill>
                    <a:schemeClr val="tx2"/>
                  </a:solidFill>
                  <a:latin typeface="+mj-lt"/>
                  <a:ea typeface="GT America Regular" charset="0"/>
                  <a:cs typeface="GT America Regular" charset="0"/>
                </a:defRPr>
              </a:lvl4pPr>
              <a:lvl5pPr marL="0" indent="0" algn="l" defTabSz="914400" rtl="0" eaLnBrk="1" latinLnBrk="0" hangingPunct="1">
                <a:lnSpc>
                  <a:spcPct val="101000"/>
                </a:lnSpc>
                <a:spcBef>
                  <a:spcPts val="0"/>
                </a:spcBef>
                <a:spcAft>
                  <a:spcPts val="600"/>
                </a:spcAft>
                <a:buClr>
                  <a:schemeClr val="accent1"/>
                </a:buClr>
                <a:buFont typeface="GT America Regular" charset="0"/>
                <a:buNone/>
                <a:tabLst/>
                <a:defRPr lang="en-US" sz="2000" b="0" i="0" kern="1200" dirty="0" smtClean="0">
                  <a:solidFill>
                    <a:schemeClr val="tx2"/>
                  </a:solidFill>
                  <a:latin typeface="+mj-lt"/>
                  <a:ea typeface="GT America Regular" charset="0"/>
                  <a:cs typeface="GT America Regular" charset="0"/>
                </a:defRPr>
              </a:lvl5pPr>
              <a:lvl6pPr marL="0" indent="0" algn="l" defTabSz="914400" rtl="0" eaLnBrk="1" latinLnBrk="0" hangingPunct="1">
                <a:lnSpc>
                  <a:spcPct val="101000"/>
                </a:lnSpc>
                <a:spcBef>
                  <a:spcPts val="0"/>
                </a:spcBef>
                <a:spcAft>
                  <a:spcPts val="600"/>
                </a:spcAft>
                <a:buClrTx/>
                <a:buFont typeface="GT America Regular" pitchFamily="50" charset="0"/>
                <a:buNone/>
                <a:defRPr lang="en-US" sz="2000" b="0" i="0" kern="1200" dirty="0" smtClean="0">
                  <a:solidFill>
                    <a:schemeClr val="tx2"/>
                  </a:solidFill>
                  <a:latin typeface="+mj-lt"/>
                  <a:ea typeface="GT America Regular" charset="0"/>
                  <a:cs typeface="GT America Regular" charset="0"/>
                </a:defRPr>
              </a:lvl6pPr>
              <a:lvl7pPr marL="0" indent="0" algn="l" defTabSz="914400" rtl="0" eaLnBrk="1" latinLnBrk="0" hangingPunct="1">
                <a:lnSpc>
                  <a:spcPct val="101000"/>
                </a:lnSpc>
                <a:spcBef>
                  <a:spcPts val="0"/>
                </a:spcBef>
                <a:spcAft>
                  <a:spcPts val="600"/>
                </a:spcAft>
                <a:buClr>
                  <a:schemeClr val="accent1"/>
                </a:buClr>
                <a:buFont typeface="GT America Regular" charset="0"/>
                <a:buNone/>
                <a:defRPr lang="en-US" sz="2000" b="0" i="0" kern="1200" dirty="0" smtClean="0">
                  <a:solidFill>
                    <a:schemeClr val="tx2"/>
                  </a:solidFill>
                  <a:latin typeface="+mj-lt"/>
                  <a:ea typeface="GT America Regular" charset="0"/>
                  <a:cs typeface="GT America Regular" charset="0"/>
                </a:defRPr>
              </a:lvl7pPr>
              <a:lvl8pPr marL="0" indent="0" algn="l" defTabSz="914400" rtl="0" eaLnBrk="1" latinLnBrk="0" hangingPunct="1">
                <a:lnSpc>
                  <a:spcPct val="101000"/>
                </a:lnSpc>
                <a:spcBef>
                  <a:spcPts val="0"/>
                </a:spcBef>
                <a:spcAft>
                  <a:spcPts val="600"/>
                </a:spcAft>
                <a:buClrTx/>
                <a:buFont typeface="GT America Regular" pitchFamily="50" charset="0"/>
                <a:buNone/>
                <a:defRPr lang="en-US" sz="2000" b="0" i="0" kern="1200" dirty="0" smtClean="0">
                  <a:solidFill>
                    <a:schemeClr val="tx2"/>
                  </a:solidFill>
                  <a:latin typeface="+mj-lt"/>
                  <a:ea typeface="GT America Regular" charset="0"/>
                  <a:cs typeface="GT America Regular" charset="0"/>
                </a:defRPr>
              </a:lvl8pPr>
              <a:lvl9pPr marL="0" indent="0" algn="l" defTabSz="914400" rtl="0" eaLnBrk="1" latinLnBrk="0" hangingPunct="1">
                <a:lnSpc>
                  <a:spcPct val="101000"/>
                </a:lnSpc>
                <a:spcBef>
                  <a:spcPts val="0"/>
                </a:spcBef>
                <a:spcAft>
                  <a:spcPts val="600"/>
                </a:spcAft>
                <a:buClr>
                  <a:schemeClr val="accent1"/>
                </a:buClr>
                <a:buFont typeface="GT America Regular" charset="0"/>
                <a:buNone/>
                <a:defRPr lang="en-US" sz="2000" b="0" i="0" kern="1200" dirty="0">
                  <a:solidFill>
                    <a:schemeClr val="tx2"/>
                  </a:solidFill>
                  <a:latin typeface="+mj-lt"/>
                  <a:ea typeface="GT America Regular" charset="0"/>
                  <a:cs typeface="GT America Regular" charset="0"/>
                </a:defRPr>
              </a:lvl9pPr>
            </a:lstStyle>
            <a:p>
              <a:r>
                <a:rPr lang="en-US" sz="1200" b="1" dirty="0">
                  <a:solidFill>
                    <a:schemeClr val="tx1"/>
                  </a:solidFill>
                  <a:latin typeface="+mn-lt"/>
                </a:rPr>
                <a:t>Do not change the Header &amp; Footer on the Master Slides </a:t>
              </a:r>
            </a:p>
          </p:txBody>
        </p:sp>
        <p:grpSp>
          <p:nvGrpSpPr>
            <p:cNvPr id="4" name="Group 3">
              <a:extLst>
                <a:ext uri="{FF2B5EF4-FFF2-40B4-BE49-F238E27FC236}">
                  <a16:creationId xmlns:a16="http://schemas.microsoft.com/office/drawing/2014/main" id="{808E062C-D4BE-8A03-6341-2F7EB6F79138}"/>
                </a:ext>
              </a:extLst>
            </p:cNvPr>
            <p:cNvGrpSpPr/>
            <p:nvPr/>
          </p:nvGrpSpPr>
          <p:grpSpPr>
            <a:xfrm>
              <a:off x="536588" y="4300085"/>
              <a:ext cx="204397" cy="224837"/>
              <a:chOff x="536588" y="4300085"/>
              <a:chExt cx="204397" cy="224837"/>
            </a:xfrm>
          </p:grpSpPr>
          <p:cxnSp>
            <p:nvCxnSpPr>
              <p:cNvPr id="6" name="Straight Connector 5">
                <a:extLst>
                  <a:ext uri="{FF2B5EF4-FFF2-40B4-BE49-F238E27FC236}">
                    <a16:creationId xmlns:a16="http://schemas.microsoft.com/office/drawing/2014/main" id="{FB2B6512-7285-278C-B34D-2BBB50E727DA}"/>
                  </a:ext>
                </a:extLst>
              </p:cNvPr>
              <p:cNvCxnSpPr>
                <a:cxnSpLocks/>
              </p:cNvCxnSpPr>
              <p:nvPr/>
            </p:nvCxnSpPr>
            <p:spPr>
              <a:xfrm rot="2700000">
                <a:off x="638787" y="4310305"/>
                <a:ext cx="0" cy="204397"/>
              </a:xfrm>
              <a:prstGeom prst="line">
                <a:avLst/>
              </a:prstGeom>
              <a:ln w="44450">
                <a:solidFill>
                  <a:srgbClr val="BA0C2F"/>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F0F08BBB-38C0-1DAD-603C-9ABA2C6CD650}"/>
                  </a:ext>
                </a:extLst>
              </p:cNvPr>
              <p:cNvCxnSpPr>
                <a:cxnSpLocks/>
              </p:cNvCxnSpPr>
              <p:nvPr/>
            </p:nvCxnSpPr>
            <p:spPr>
              <a:xfrm rot="2700000">
                <a:off x="526369" y="4412504"/>
                <a:ext cx="224837" cy="0"/>
              </a:xfrm>
              <a:prstGeom prst="line">
                <a:avLst/>
              </a:prstGeom>
              <a:ln w="44450">
                <a:solidFill>
                  <a:srgbClr val="BA0C2F"/>
                </a:solidFill>
              </a:ln>
            </p:spPr>
            <p:style>
              <a:lnRef idx="1">
                <a:schemeClr val="accent1"/>
              </a:lnRef>
              <a:fillRef idx="0">
                <a:schemeClr val="accent1"/>
              </a:fillRef>
              <a:effectRef idx="0">
                <a:schemeClr val="accent1"/>
              </a:effectRef>
              <a:fontRef idx="minor">
                <a:schemeClr val="tx1"/>
              </a:fontRef>
            </p:style>
          </p:cxnSp>
        </p:grpSp>
      </p:grpSp>
    </p:spTree>
    <p:extLst>
      <p:ext uri="{BB962C8B-B14F-4D97-AF65-F5344CB8AC3E}">
        <p14:creationId xmlns:p14="http://schemas.microsoft.com/office/powerpoint/2010/main" val="31714981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a:extLst>
              <a:ext uri="{FF2B5EF4-FFF2-40B4-BE49-F238E27FC236}">
                <a16:creationId xmlns:a16="http://schemas.microsoft.com/office/drawing/2014/main" id="{BFE20CDB-727A-8995-87C5-F78F85473D69}"/>
              </a:ext>
            </a:extLst>
          </p:cNvPr>
          <p:cNvSpPr>
            <a:spLocks noGrp="1"/>
          </p:cNvSpPr>
          <p:nvPr>
            <p:ph type="title"/>
          </p:nvPr>
        </p:nvSpPr>
        <p:spPr/>
        <p:txBody>
          <a:bodyPr/>
          <a:lstStyle/>
          <a:p>
            <a:r>
              <a:rPr lang="en-US"/>
              <a:t>Instructions</a:t>
            </a:r>
            <a:endParaRPr lang="en-US" dirty="0"/>
          </a:p>
        </p:txBody>
      </p:sp>
      <p:sp>
        <p:nvSpPr>
          <p:cNvPr id="7" name="Text Placeholder 6">
            <a:extLst>
              <a:ext uri="{FF2B5EF4-FFF2-40B4-BE49-F238E27FC236}">
                <a16:creationId xmlns:a16="http://schemas.microsoft.com/office/drawing/2014/main" id="{EF7F0609-BF9D-557E-E30C-D290A2D5EBAE}"/>
              </a:ext>
            </a:extLst>
          </p:cNvPr>
          <p:cNvSpPr>
            <a:spLocks noGrp="1"/>
          </p:cNvSpPr>
          <p:nvPr>
            <p:ph type="body" sz="quarter" idx="21"/>
          </p:nvPr>
        </p:nvSpPr>
        <p:spPr/>
        <p:txBody>
          <a:bodyPr>
            <a:normAutofit lnSpcReduction="10000"/>
          </a:bodyPr>
          <a:lstStyle/>
          <a:p>
            <a:r>
              <a:rPr lang="en-US" dirty="0"/>
              <a:t>Printer ink consumption</a:t>
            </a:r>
          </a:p>
        </p:txBody>
      </p:sp>
      <p:sp>
        <p:nvSpPr>
          <p:cNvPr id="23" name="Text Placeholder 22">
            <a:extLst>
              <a:ext uri="{FF2B5EF4-FFF2-40B4-BE49-F238E27FC236}">
                <a16:creationId xmlns:a16="http://schemas.microsoft.com/office/drawing/2014/main" id="{5FD34F31-6DE1-A97C-E06B-91CE32BD5E4C}"/>
              </a:ext>
            </a:extLst>
          </p:cNvPr>
          <p:cNvSpPr>
            <a:spLocks noGrp="1"/>
          </p:cNvSpPr>
          <p:nvPr>
            <p:ph type="body" sz="quarter" idx="22"/>
          </p:nvPr>
        </p:nvSpPr>
        <p:spPr/>
        <p:txBody>
          <a:bodyPr/>
          <a:lstStyle/>
          <a:p>
            <a:endParaRPr lang="en-US"/>
          </a:p>
        </p:txBody>
      </p:sp>
      <p:sp>
        <p:nvSpPr>
          <p:cNvPr id="26" name="Content Placeholder 25">
            <a:extLst>
              <a:ext uri="{FF2B5EF4-FFF2-40B4-BE49-F238E27FC236}">
                <a16:creationId xmlns:a16="http://schemas.microsoft.com/office/drawing/2014/main" id="{73989059-3575-3028-05AA-9B42375F34DF}"/>
              </a:ext>
            </a:extLst>
          </p:cNvPr>
          <p:cNvSpPr>
            <a:spLocks noGrp="1"/>
          </p:cNvSpPr>
          <p:nvPr>
            <p:ph sz="quarter" idx="23"/>
          </p:nvPr>
        </p:nvSpPr>
        <p:spPr/>
        <p:txBody>
          <a:bodyPr/>
          <a:lstStyle/>
          <a:p>
            <a:pPr lvl="1"/>
            <a:r>
              <a:rPr lang="en-US" dirty="0"/>
              <a:t>All slides have been created so that when printing on a grayscale or black and white printer, </a:t>
            </a:r>
            <a:r>
              <a:rPr lang="en-US" noProof="0" dirty="0"/>
              <a:t>full-color backgrounds</a:t>
            </a:r>
            <a:r>
              <a:rPr lang="en-US" dirty="0"/>
              <a:t> will be removed, as appropriate.</a:t>
            </a:r>
          </a:p>
          <a:p>
            <a:pPr lvl="1"/>
            <a:r>
              <a:rPr lang="en-US" dirty="0"/>
              <a:t>If you are printing on a color printer and are concerned about ink consumption, there are two options:</a:t>
            </a:r>
          </a:p>
          <a:p>
            <a:pPr lvl="1"/>
            <a:r>
              <a:rPr lang="en-US" noProof="0" dirty="0"/>
              <a:t>Change full-color slides to the</a:t>
            </a:r>
            <a:r>
              <a:rPr lang="en-US" dirty="0"/>
              <a:t> matching white background version.</a:t>
            </a:r>
          </a:p>
          <a:p>
            <a:pPr lvl="1"/>
            <a:r>
              <a:rPr lang="en-US" noProof="0" dirty="0"/>
              <a:t>Print in grayscale by selecting the grayscale option from the print dialog menu (see sample to the right).</a:t>
            </a:r>
          </a:p>
        </p:txBody>
      </p:sp>
      <p:pic>
        <p:nvPicPr>
          <p:cNvPr id="27" name="Content Placeholder 12" descr="Graphical user interface, application&#10;&#10;Description automatically generated">
            <a:extLst>
              <a:ext uri="{FF2B5EF4-FFF2-40B4-BE49-F238E27FC236}">
                <a16:creationId xmlns:a16="http://schemas.microsoft.com/office/drawing/2014/main" id="{DA479C29-C23F-BCCC-1E58-5E2F0F998CFB}"/>
              </a:ext>
            </a:extLst>
          </p:cNvPr>
          <p:cNvPicPr>
            <a:picLocks noGrp="1" noChangeAspect="1"/>
          </p:cNvPicPr>
          <p:nvPr>
            <p:ph sz="quarter" idx="24"/>
          </p:nvPr>
        </p:nvPicPr>
        <p:blipFill>
          <a:blip r:embed="rId2">
            <a:extLst>
              <a:ext uri="{28A0092B-C50C-407E-A947-70E740481C1C}">
                <a14:useLocalDpi xmlns:a14="http://schemas.microsoft.com/office/drawing/2010/main"/>
              </a:ext>
            </a:extLst>
          </a:blip>
          <a:stretch>
            <a:fillRect/>
          </a:stretch>
        </p:blipFill>
        <p:spPr>
          <a:xfrm>
            <a:off x="9013463" y="1849438"/>
            <a:ext cx="1831112" cy="4017962"/>
          </a:xfrm>
          <a:prstGeom prst="rect">
            <a:avLst/>
          </a:prstGeom>
        </p:spPr>
      </p:pic>
      <p:sp>
        <p:nvSpPr>
          <p:cNvPr id="2" name="Footer Placeholder 1">
            <a:extLst>
              <a:ext uri="{FF2B5EF4-FFF2-40B4-BE49-F238E27FC236}">
                <a16:creationId xmlns:a16="http://schemas.microsoft.com/office/drawing/2014/main" id="{7249A345-8033-DB36-3FC4-3F98BF2B1DF4}"/>
              </a:ext>
            </a:extLst>
          </p:cNvPr>
          <p:cNvSpPr>
            <a:spLocks noGrp="1"/>
          </p:cNvSpPr>
          <p:nvPr>
            <p:ph type="ftr" sz="quarter" idx="11"/>
          </p:nvPr>
        </p:nvSpPr>
        <p:spPr/>
        <p:txBody>
          <a:bodyPr/>
          <a:lstStyle/>
          <a:p>
            <a:r>
              <a:rPr lang="en-US"/>
              <a:t>See slide 12 for instructions on how to update footer</a:t>
            </a:r>
          </a:p>
        </p:txBody>
      </p:sp>
      <p:sp>
        <p:nvSpPr>
          <p:cNvPr id="3" name="Slide Number Placeholder 2">
            <a:extLst>
              <a:ext uri="{FF2B5EF4-FFF2-40B4-BE49-F238E27FC236}">
                <a16:creationId xmlns:a16="http://schemas.microsoft.com/office/drawing/2014/main" id="{EF9B0B03-CC76-9303-3C24-74C7EE49C984}"/>
              </a:ext>
            </a:extLst>
          </p:cNvPr>
          <p:cNvSpPr>
            <a:spLocks noGrp="1"/>
          </p:cNvSpPr>
          <p:nvPr>
            <p:ph type="sldNum" sz="quarter" idx="12"/>
          </p:nvPr>
        </p:nvSpPr>
        <p:spPr/>
        <p:txBody>
          <a:bodyPr/>
          <a:lstStyle/>
          <a:p>
            <a:fld id="{862A5111-985B-C14D-9115-5787026182A8}" type="slidenum">
              <a:rPr lang="en-US" smtClean="0"/>
              <a:t>13</a:t>
            </a:fld>
            <a:endParaRPr lang="en-US"/>
          </a:p>
        </p:txBody>
      </p:sp>
    </p:spTree>
    <p:extLst>
      <p:ext uri="{BB962C8B-B14F-4D97-AF65-F5344CB8AC3E}">
        <p14:creationId xmlns:p14="http://schemas.microsoft.com/office/powerpoint/2010/main" val="372490530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9F8063-8FF0-5179-146A-15F064A97E42}"/>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B8A2BF5A-D76D-1ACE-7FB4-4AB4EFEC0AE6}"/>
              </a:ext>
            </a:extLst>
          </p:cNvPr>
          <p:cNvSpPr>
            <a:spLocks noGrp="1"/>
          </p:cNvSpPr>
          <p:nvPr>
            <p:ph type="ftr" sz="quarter" idx="11"/>
          </p:nvPr>
        </p:nvSpPr>
        <p:spPr>
          <a:xfrm>
            <a:off x="4781550" y="6311900"/>
            <a:ext cx="5448300" cy="269875"/>
          </a:xfrm>
        </p:spPr>
        <p:txBody>
          <a:bodyPr/>
          <a:lstStyle/>
          <a:p>
            <a:r>
              <a:rPr lang="en-US"/>
              <a:t>See slide 12 for instructions on how to update footer</a:t>
            </a:r>
          </a:p>
        </p:txBody>
      </p:sp>
      <p:sp>
        <p:nvSpPr>
          <p:cNvPr id="4" name="Slide Number Placeholder 3">
            <a:extLst>
              <a:ext uri="{FF2B5EF4-FFF2-40B4-BE49-F238E27FC236}">
                <a16:creationId xmlns:a16="http://schemas.microsoft.com/office/drawing/2014/main" id="{3CA4CA5C-F527-5334-DACE-5F8183503C76}"/>
              </a:ext>
            </a:extLst>
          </p:cNvPr>
          <p:cNvSpPr>
            <a:spLocks noGrp="1"/>
          </p:cNvSpPr>
          <p:nvPr>
            <p:ph type="sldNum" sz="quarter" idx="12"/>
          </p:nvPr>
        </p:nvSpPr>
        <p:spPr>
          <a:xfrm>
            <a:off x="10428288" y="6311900"/>
            <a:ext cx="1209674" cy="269875"/>
          </a:xfrm>
        </p:spPr>
        <p:txBody>
          <a:bodyPr/>
          <a:lstStyle/>
          <a:p>
            <a:fld id="{862A5111-985B-C14D-9115-5787026182A8}" type="slidenum">
              <a:rPr lang="en-US" smtClean="0"/>
              <a:pPr/>
              <a:t>14</a:t>
            </a:fld>
            <a:endParaRPr lang="en-US" dirty="0"/>
          </a:p>
        </p:txBody>
      </p:sp>
      <p:sp>
        <p:nvSpPr>
          <p:cNvPr id="12" name="Title 11">
            <a:extLst>
              <a:ext uri="{FF2B5EF4-FFF2-40B4-BE49-F238E27FC236}">
                <a16:creationId xmlns:a16="http://schemas.microsoft.com/office/drawing/2014/main" id="{7D4BBBC5-18FF-4213-2F05-A6E067AB04E0}"/>
              </a:ext>
            </a:extLst>
          </p:cNvPr>
          <p:cNvSpPr>
            <a:spLocks noGrp="1"/>
          </p:cNvSpPr>
          <p:nvPr>
            <p:ph type="title"/>
          </p:nvPr>
        </p:nvSpPr>
        <p:spPr>
          <a:xfrm>
            <a:off x="546100" y="552450"/>
            <a:ext cx="11091862" cy="434975"/>
          </a:xfrm>
        </p:spPr>
        <p:txBody>
          <a:bodyPr/>
          <a:lstStyle/>
          <a:p>
            <a:r>
              <a:rPr lang="en-US" dirty="0"/>
              <a:t>Instructions</a:t>
            </a:r>
          </a:p>
        </p:txBody>
      </p:sp>
      <p:sp>
        <p:nvSpPr>
          <p:cNvPr id="14" name="Content Placeholder 13">
            <a:extLst>
              <a:ext uri="{FF2B5EF4-FFF2-40B4-BE49-F238E27FC236}">
                <a16:creationId xmlns:a16="http://schemas.microsoft.com/office/drawing/2014/main" id="{58482CA5-1467-E74C-5E28-FDD79FBFB456}"/>
              </a:ext>
            </a:extLst>
          </p:cNvPr>
          <p:cNvSpPr>
            <a:spLocks noGrp="1"/>
          </p:cNvSpPr>
          <p:nvPr>
            <p:ph sz="half" idx="2"/>
          </p:nvPr>
        </p:nvSpPr>
        <p:spPr>
          <a:xfrm>
            <a:off x="546100" y="1849438"/>
            <a:ext cx="9672637" cy="4017962"/>
          </a:xfrm>
        </p:spPr>
        <p:txBody>
          <a:bodyPr>
            <a:normAutofit/>
          </a:bodyPr>
          <a:lstStyle/>
          <a:p>
            <a:pPr lvl="1"/>
            <a:r>
              <a:rPr lang="en-US" dirty="0"/>
              <a:t>Slides have preformatted positions for images. Do not reshape image boxes.</a:t>
            </a:r>
          </a:p>
          <a:p>
            <a:pPr lvl="1"/>
            <a:r>
              <a:rPr lang="en-US" dirty="0"/>
              <a:t>When using imagery, be sure to fill the image box. </a:t>
            </a:r>
          </a:p>
          <a:p>
            <a:pPr lvl="1"/>
            <a:r>
              <a:rPr lang="en-US" dirty="0"/>
              <a:t>If you are using text over images, be sure to use images that provide sufficient contrast for legibility. Do not use text over busy images.</a:t>
            </a:r>
          </a:p>
          <a:p>
            <a:pPr lvl="1"/>
            <a:r>
              <a:rPr lang="en-US" dirty="0"/>
              <a:t>If using images from previous presentations, it may be easier to cut and insert the image into a new slide rather than bringing the slide over and applying formatting.</a:t>
            </a:r>
          </a:p>
          <a:p>
            <a:pPr lvl="1"/>
            <a:r>
              <a:rPr lang="en-US" dirty="0"/>
              <a:t>You may need to compress an image to keep file size down.</a:t>
            </a:r>
            <a:br>
              <a:rPr lang="en-US" dirty="0"/>
            </a:br>
            <a:r>
              <a:rPr lang="en-US" dirty="0"/>
              <a:t>There will be a tradeoff between file size and image quality.</a:t>
            </a:r>
            <a:br>
              <a:rPr lang="en-US" dirty="0"/>
            </a:br>
            <a:r>
              <a:rPr lang="en-US" dirty="0"/>
              <a:t>Be sure to consider how the presentation will be shown when compressing images to a lower resolution.</a:t>
            </a:r>
          </a:p>
          <a:p>
            <a:pPr lvl="1"/>
            <a:r>
              <a:rPr lang="en-US" dirty="0"/>
              <a:t>Only use approved Moody’s imagery.</a:t>
            </a:r>
          </a:p>
          <a:p>
            <a:pPr lvl="1"/>
            <a:r>
              <a:rPr lang="en-US" dirty="0"/>
              <a:t>Please visit </a:t>
            </a:r>
            <a:r>
              <a:rPr lang="en-US" dirty="0">
                <a:hlinkClick r:id="rId2"/>
              </a:rPr>
              <a:t>Brand Center</a:t>
            </a:r>
            <a:r>
              <a:rPr lang="en-US" dirty="0"/>
              <a:t> for Moody's approved imagery.</a:t>
            </a:r>
          </a:p>
        </p:txBody>
      </p:sp>
      <p:sp>
        <p:nvSpPr>
          <p:cNvPr id="15" name="Text Placeholder 14">
            <a:extLst>
              <a:ext uri="{FF2B5EF4-FFF2-40B4-BE49-F238E27FC236}">
                <a16:creationId xmlns:a16="http://schemas.microsoft.com/office/drawing/2014/main" id="{6CDC0EA2-09FE-DF00-2B10-9714D2F0CF2A}"/>
              </a:ext>
            </a:extLst>
          </p:cNvPr>
          <p:cNvSpPr>
            <a:spLocks noGrp="1"/>
          </p:cNvSpPr>
          <p:nvPr>
            <p:ph type="body" sz="quarter" idx="17"/>
          </p:nvPr>
        </p:nvSpPr>
        <p:spPr>
          <a:xfrm>
            <a:off x="546101" y="1127125"/>
            <a:ext cx="11091862" cy="292101"/>
          </a:xfrm>
        </p:spPr>
        <p:txBody>
          <a:bodyPr/>
          <a:lstStyle/>
          <a:p>
            <a:r>
              <a:rPr lang="en-US" dirty="0"/>
              <a:t>Use of imagery</a:t>
            </a:r>
          </a:p>
        </p:txBody>
      </p:sp>
      <p:sp>
        <p:nvSpPr>
          <p:cNvPr id="10" name="Text Placeholder 9">
            <a:extLst>
              <a:ext uri="{FF2B5EF4-FFF2-40B4-BE49-F238E27FC236}">
                <a16:creationId xmlns:a16="http://schemas.microsoft.com/office/drawing/2014/main" id="{3B5B4C13-5DB1-934D-EAA9-5E5A59255E61}"/>
              </a:ext>
            </a:extLst>
          </p:cNvPr>
          <p:cNvSpPr>
            <a:spLocks noGrp="1"/>
          </p:cNvSpPr>
          <p:nvPr>
            <p:ph type="body" sz="quarter" idx="18"/>
          </p:nvPr>
        </p:nvSpPr>
        <p:spPr/>
        <p:txBody>
          <a:bodyPr/>
          <a:lstStyle/>
          <a:p>
            <a:endParaRPr lang="en-US"/>
          </a:p>
        </p:txBody>
      </p:sp>
    </p:spTree>
    <p:extLst>
      <p:ext uri="{BB962C8B-B14F-4D97-AF65-F5344CB8AC3E}">
        <p14:creationId xmlns:p14="http://schemas.microsoft.com/office/powerpoint/2010/main" val="76519705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Content Placeholder 10" descr="A highway with multiple lanes&#10;&#10;Description automatically generated with medium confidence">
            <a:extLst>
              <a:ext uri="{FF2B5EF4-FFF2-40B4-BE49-F238E27FC236}">
                <a16:creationId xmlns:a16="http://schemas.microsoft.com/office/drawing/2014/main" id="{18FA19CC-475E-5C0C-CF72-C08B18EE0DF2}"/>
              </a:ext>
            </a:extLst>
          </p:cNvPr>
          <p:cNvPicPr>
            <a:picLocks noGrp="1" noChangeAspect="1"/>
          </p:cNvPicPr>
          <p:nvPr>
            <p:ph type="pic" sz="quarter" idx="13"/>
          </p:nvPr>
        </p:nvPicPr>
        <p:blipFill rotWithShape="1">
          <a:blip r:embed="rId2" cstate="screen">
            <a:extLst>
              <a:ext uri="{28A0092B-C50C-407E-A947-70E740481C1C}">
                <a14:useLocalDpi xmlns:a14="http://schemas.microsoft.com/office/drawing/2010/main"/>
              </a:ext>
            </a:extLst>
          </a:blip>
          <a:srcRect l="25309" r="25309"/>
          <a:stretch/>
        </p:blipFill>
        <p:spPr>
          <a:xfrm>
            <a:off x="8142973" y="0"/>
            <a:ext cx="2029968" cy="6167438"/>
          </a:xfrm>
        </p:spPr>
      </p:pic>
      <p:sp>
        <p:nvSpPr>
          <p:cNvPr id="2" name="Footer Placeholder 1">
            <a:extLst>
              <a:ext uri="{FF2B5EF4-FFF2-40B4-BE49-F238E27FC236}">
                <a16:creationId xmlns:a16="http://schemas.microsoft.com/office/drawing/2014/main" id="{B5CC33C2-96A3-1849-632A-8F312E870401}"/>
              </a:ext>
            </a:extLst>
          </p:cNvPr>
          <p:cNvSpPr>
            <a:spLocks noGrp="1"/>
          </p:cNvSpPr>
          <p:nvPr>
            <p:ph type="ftr" sz="quarter" idx="11"/>
          </p:nvPr>
        </p:nvSpPr>
        <p:spPr>
          <a:xfrm>
            <a:off x="4781550" y="6311900"/>
            <a:ext cx="5448300" cy="269875"/>
          </a:xfrm>
        </p:spPr>
        <p:txBody>
          <a:bodyPr/>
          <a:lstStyle/>
          <a:p>
            <a:r>
              <a:rPr lang="en-US"/>
              <a:t>See slide 12 for instructions on how to update footer</a:t>
            </a:r>
            <a:endParaRPr lang="en-US" dirty="0"/>
          </a:p>
        </p:txBody>
      </p:sp>
      <p:sp>
        <p:nvSpPr>
          <p:cNvPr id="3" name="Slide Number Placeholder 2">
            <a:extLst>
              <a:ext uri="{FF2B5EF4-FFF2-40B4-BE49-F238E27FC236}">
                <a16:creationId xmlns:a16="http://schemas.microsoft.com/office/drawing/2014/main" id="{7E8292E5-915B-ACD3-60BE-5A7894309322}"/>
              </a:ext>
            </a:extLst>
          </p:cNvPr>
          <p:cNvSpPr>
            <a:spLocks noGrp="1"/>
          </p:cNvSpPr>
          <p:nvPr>
            <p:ph type="sldNum" sz="quarter" idx="12"/>
          </p:nvPr>
        </p:nvSpPr>
        <p:spPr>
          <a:xfrm>
            <a:off x="10428288" y="6311900"/>
            <a:ext cx="1209674" cy="269875"/>
          </a:xfrm>
        </p:spPr>
        <p:txBody>
          <a:bodyPr/>
          <a:lstStyle/>
          <a:p>
            <a:fld id="{862A5111-985B-C14D-9115-5787026182A8}" type="slidenum">
              <a:rPr lang="en-US" smtClean="0"/>
              <a:pPr/>
              <a:t>15</a:t>
            </a:fld>
            <a:endParaRPr lang="en-US" dirty="0"/>
          </a:p>
        </p:txBody>
      </p:sp>
      <p:pic>
        <p:nvPicPr>
          <p:cNvPr id="14" name="Content Placeholder 10" descr="A highway with multiple lanes&#10;&#10;Description automatically generated with medium confidence">
            <a:extLst>
              <a:ext uri="{FF2B5EF4-FFF2-40B4-BE49-F238E27FC236}">
                <a16:creationId xmlns:a16="http://schemas.microsoft.com/office/drawing/2014/main" id="{E50ED1D0-6B8F-0094-1588-A204A5F7A7ED}"/>
              </a:ext>
            </a:extLst>
          </p:cNvPr>
          <p:cNvPicPr>
            <a:picLocks noGrp="1" noChangeAspect="1"/>
          </p:cNvPicPr>
          <p:nvPr>
            <p:ph type="pic" sz="quarter" idx="14"/>
          </p:nvPr>
        </p:nvPicPr>
        <p:blipFill rotWithShape="1">
          <a:blip r:embed="rId2" cstate="screen">
            <a:extLst>
              <a:ext uri="{28A0092B-C50C-407E-A947-70E740481C1C}">
                <a14:useLocalDpi xmlns:a14="http://schemas.microsoft.com/office/drawing/2010/main"/>
              </a:ext>
            </a:extLst>
          </a:blip>
          <a:srcRect l="11783" r="11783"/>
          <a:stretch/>
        </p:blipFill>
        <p:spPr>
          <a:xfrm>
            <a:off x="10162032" y="0"/>
            <a:ext cx="2029968" cy="3984625"/>
          </a:xfrm>
        </p:spPr>
      </p:pic>
      <p:sp>
        <p:nvSpPr>
          <p:cNvPr id="4" name="Title 3">
            <a:extLst>
              <a:ext uri="{FF2B5EF4-FFF2-40B4-BE49-F238E27FC236}">
                <a16:creationId xmlns:a16="http://schemas.microsoft.com/office/drawing/2014/main" id="{52EDD009-7A00-BF28-E0B6-E99533C3E6D6}"/>
              </a:ext>
            </a:extLst>
          </p:cNvPr>
          <p:cNvSpPr>
            <a:spLocks noGrp="1"/>
          </p:cNvSpPr>
          <p:nvPr>
            <p:ph type="title"/>
          </p:nvPr>
        </p:nvSpPr>
        <p:spPr>
          <a:xfrm>
            <a:off x="546541" y="552450"/>
            <a:ext cx="6851210" cy="434975"/>
          </a:xfrm>
        </p:spPr>
        <p:txBody>
          <a:bodyPr/>
          <a:lstStyle/>
          <a:p>
            <a:r>
              <a:rPr lang="en-US" dirty="0"/>
              <a:t>Instructions</a:t>
            </a:r>
          </a:p>
        </p:txBody>
      </p:sp>
      <p:sp>
        <p:nvSpPr>
          <p:cNvPr id="5" name="Text Placeholder 4">
            <a:extLst>
              <a:ext uri="{FF2B5EF4-FFF2-40B4-BE49-F238E27FC236}">
                <a16:creationId xmlns:a16="http://schemas.microsoft.com/office/drawing/2014/main" id="{80FD7992-E794-E228-74AD-541BC7CAF109}"/>
              </a:ext>
            </a:extLst>
          </p:cNvPr>
          <p:cNvSpPr>
            <a:spLocks noGrp="1"/>
          </p:cNvSpPr>
          <p:nvPr>
            <p:ph type="body" sz="quarter" idx="18"/>
          </p:nvPr>
        </p:nvSpPr>
        <p:spPr>
          <a:xfrm>
            <a:off x="546540" y="1127126"/>
            <a:ext cx="6851210" cy="295274"/>
          </a:xfrm>
        </p:spPr>
        <p:txBody>
          <a:bodyPr/>
          <a:lstStyle/>
          <a:p>
            <a:r>
              <a:rPr lang="en-US" dirty="0"/>
              <a:t>Cropping images using dynamic slices</a:t>
            </a:r>
          </a:p>
        </p:txBody>
      </p:sp>
      <p:sp>
        <p:nvSpPr>
          <p:cNvPr id="17" name="Text Placeholder 16">
            <a:extLst>
              <a:ext uri="{FF2B5EF4-FFF2-40B4-BE49-F238E27FC236}">
                <a16:creationId xmlns:a16="http://schemas.microsoft.com/office/drawing/2014/main" id="{2DFB7C7B-FEA4-97D9-9CD9-A9E314462B3F}"/>
              </a:ext>
            </a:extLst>
          </p:cNvPr>
          <p:cNvSpPr>
            <a:spLocks noGrp="1"/>
          </p:cNvSpPr>
          <p:nvPr>
            <p:ph type="body" sz="quarter" idx="19"/>
          </p:nvPr>
        </p:nvSpPr>
        <p:spPr/>
        <p:txBody>
          <a:bodyPr/>
          <a:lstStyle/>
          <a:p>
            <a:endParaRPr lang="en-US"/>
          </a:p>
        </p:txBody>
      </p:sp>
      <p:sp>
        <p:nvSpPr>
          <p:cNvPr id="7" name="Content Placeholder 6">
            <a:extLst>
              <a:ext uri="{FF2B5EF4-FFF2-40B4-BE49-F238E27FC236}">
                <a16:creationId xmlns:a16="http://schemas.microsoft.com/office/drawing/2014/main" id="{64F63790-8097-F272-5EFE-07F8512CE783}"/>
              </a:ext>
            </a:extLst>
          </p:cNvPr>
          <p:cNvSpPr>
            <a:spLocks noGrp="1"/>
          </p:cNvSpPr>
          <p:nvPr>
            <p:ph sz="quarter" idx="23"/>
          </p:nvPr>
        </p:nvSpPr>
        <p:spPr>
          <a:xfrm>
            <a:off x="546540" y="1849438"/>
            <a:ext cx="6851209" cy="4017961"/>
          </a:xfrm>
        </p:spPr>
        <p:txBody>
          <a:bodyPr/>
          <a:lstStyle/>
          <a:p>
            <a:r>
              <a:rPr lang="en-US" dirty="0"/>
              <a:t>To achieve the intended appearance of Dynamic Slices do the following:</a:t>
            </a:r>
          </a:p>
          <a:p>
            <a:pPr lvl="1"/>
            <a:r>
              <a:rPr lang="en-US" dirty="0"/>
              <a:t>Choose an approved Moody’s image</a:t>
            </a:r>
          </a:p>
          <a:p>
            <a:pPr lvl="1"/>
            <a:r>
              <a:rPr lang="en-US" dirty="0"/>
              <a:t>While the image is selected using the Ribbon; Picture Format&gt;Crop</a:t>
            </a:r>
          </a:p>
          <a:p>
            <a:pPr lvl="1"/>
            <a:r>
              <a:rPr lang="en-US" dirty="0"/>
              <a:t>Doing so will allow you to move and scale the image, inside the box</a:t>
            </a:r>
          </a:p>
          <a:p>
            <a:pPr lvl="1"/>
            <a:r>
              <a:rPr lang="en-US" dirty="0"/>
              <a:t>Do not use Dynamic Slices excessively or create new ones</a:t>
            </a:r>
          </a:p>
          <a:p>
            <a:pPr lvl="1"/>
            <a:endParaRPr lang="en-US" dirty="0"/>
          </a:p>
          <a:p>
            <a:endParaRPr lang="en-US" dirty="0"/>
          </a:p>
          <a:p>
            <a:endParaRPr lang="en-US" dirty="0"/>
          </a:p>
        </p:txBody>
      </p:sp>
    </p:spTree>
    <p:extLst>
      <p:ext uri="{BB962C8B-B14F-4D97-AF65-F5344CB8AC3E}">
        <p14:creationId xmlns:p14="http://schemas.microsoft.com/office/powerpoint/2010/main" val="142454329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571821-B660-2027-A8AC-3E6F44BA126C}"/>
            </a:ext>
          </a:extLst>
        </p:cNvPr>
        <p:cNvGrpSpPr/>
        <p:nvPr/>
      </p:nvGrpSpPr>
      <p:grpSpPr>
        <a:xfrm>
          <a:off x="0" y="0"/>
          <a:ext cx="0" cy="0"/>
          <a:chOff x="0" y="0"/>
          <a:chExt cx="0" cy="0"/>
        </a:xfrm>
      </p:grpSpPr>
      <p:sp>
        <p:nvSpPr>
          <p:cNvPr id="2" name="Footer Placeholder 1">
            <a:extLst>
              <a:ext uri="{FF2B5EF4-FFF2-40B4-BE49-F238E27FC236}">
                <a16:creationId xmlns:a16="http://schemas.microsoft.com/office/drawing/2014/main" id="{7AF258B9-24A7-6968-6BA4-2E5A665FEFA2}"/>
              </a:ext>
            </a:extLst>
          </p:cNvPr>
          <p:cNvSpPr>
            <a:spLocks noGrp="1"/>
          </p:cNvSpPr>
          <p:nvPr>
            <p:ph type="ftr" sz="quarter" idx="11"/>
          </p:nvPr>
        </p:nvSpPr>
        <p:spPr/>
        <p:txBody>
          <a:bodyPr/>
          <a:lstStyle/>
          <a:p>
            <a:r>
              <a:rPr lang="en-US"/>
              <a:t>See slide 12 for instructions on how to update footer</a:t>
            </a:r>
          </a:p>
        </p:txBody>
      </p:sp>
      <p:sp>
        <p:nvSpPr>
          <p:cNvPr id="3" name="Slide Number Placeholder 2">
            <a:extLst>
              <a:ext uri="{FF2B5EF4-FFF2-40B4-BE49-F238E27FC236}">
                <a16:creationId xmlns:a16="http://schemas.microsoft.com/office/drawing/2014/main" id="{C99344AE-49F7-431A-68A7-42BF6D4FACD0}"/>
              </a:ext>
            </a:extLst>
          </p:cNvPr>
          <p:cNvSpPr>
            <a:spLocks noGrp="1"/>
          </p:cNvSpPr>
          <p:nvPr>
            <p:ph type="sldNum" sz="quarter" idx="12"/>
          </p:nvPr>
        </p:nvSpPr>
        <p:spPr/>
        <p:txBody>
          <a:bodyPr/>
          <a:lstStyle/>
          <a:p>
            <a:fld id="{862A5111-985B-C14D-9115-5787026182A8}" type="slidenum">
              <a:rPr lang="en-US" smtClean="0"/>
              <a:t>16</a:t>
            </a:fld>
            <a:endParaRPr lang="en-US"/>
          </a:p>
        </p:txBody>
      </p:sp>
      <p:sp>
        <p:nvSpPr>
          <p:cNvPr id="4" name="Title 3">
            <a:extLst>
              <a:ext uri="{FF2B5EF4-FFF2-40B4-BE49-F238E27FC236}">
                <a16:creationId xmlns:a16="http://schemas.microsoft.com/office/drawing/2014/main" id="{060AFB48-C2A1-ED02-80F0-20336F510A1F}"/>
              </a:ext>
            </a:extLst>
          </p:cNvPr>
          <p:cNvSpPr>
            <a:spLocks noGrp="1"/>
          </p:cNvSpPr>
          <p:nvPr>
            <p:ph type="title"/>
          </p:nvPr>
        </p:nvSpPr>
        <p:spPr/>
        <p:txBody>
          <a:bodyPr/>
          <a:lstStyle/>
          <a:p>
            <a:r>
              <a:rPr lang="en-US" dirty="0"/>
              <a:t>Instructions</a:t>
            </a:r>
          </a:p>
        </p:txBody>
      </p:sp>
      <p:sp>
        <p:nvSpPr>
          <p:cNvPr id="5" name="Text Placeholder 4">
            <a:extLst>
              <a:ext uri="{FF2B5EF4-FFF2-40B4-BE49-F238E27FC236}">
                <a16:creationId xmlns:a16="http://schemas.microsoft.com/office/drawing/2014/main" id="{CDEC37C0-B425-B917-105D-F125307D1F17}"/>
              </a:ext>
            </a:extLst>
          </p:cNvPr>
          <p:cNvSpPr>
            <a:spLocks noGrp="1"/>
          </p:cNvSpPr>
          <p:nvPr>
            <p:ph type="body" sz="quarter" idx="45"/>
          </p:nvPr>
        </p:nvSpPr>
        <p:spPr/>
        <p:txBody>
          <a:bodyPr/>
          <a:lstStyle/>
          <a:p>
            <a:r>
              <a:rPr lang="en-US" dirty="0"/>
              <a:t>Icons</a:t>
            </a:r>
          </a:p>
        </p:txBody>
      </p:sp>
      <p:sp>
        <p:nvSpPr>
          <p:cNvPr id="19" name="Text Placeholder 18">
            <a:extLst>
              <a:ext uri="{FF2B5EF4-FFF2-40B4-BE49-F238E27FC236}">
                <a16:creationId xmlns:a16="http://schemas.microsoft.com/office/drawing/2014/main" id="{6D4A8D60-CAA7-D273-7C70-D7F533ED6765}"/>
              </a:ext>
            </a:extLst>
          </p:cNvPr>
          <p:cNvSpPr>
            <a:spLocks noGrp="1"/>
          </p:cNvSpPr>
          <p:nvPr>
            <p:ph type="body" sz="quarter" idx="46"/>
          </p:nvPr>
        </p:nvSpPr>
        <p:spPr/>
        <p:txBody>
          <a:bodyPr/>
          <a:lstStyle/>
          <a:p>
            <a:endParaRPr lang="en-US"/>
          </a:p>
        </p:txBody>
      </p:sp>
      <p:sp>
        <p:nvSpPr>
          <p:cNvPr id="6" name="Text Placeholder 20">
            <a:extLst>
              <a:ext uri="{FF2B5EF4-FFF2-40B4-BE49-F238E27FC236}">
                <a16:creationId xmlns:a16="http://schemas.microsoft.com/office/drawing/2014/main" id="{CFA5BEBF-0D4D-1439-6C3F-54C0D526419C}"/>
              </a:ext>
            </a:extLst>
          </p:cNvPr>
          <p:cNvSpPr txBox="1">
            <a:spLocks/>
          </p:cNvSpPr>
          <p:nvPr/>
        </p:nvSpPr>
        <p:spPr>
          <a:xfrm>
            <a:off x="4704020" y="695847"/>
            <a:ext cx="5525830" cy="162993"/>
          </a:xfrm>
          <a:prstGeom prst="rect">
            <a:avLst/>
          </a:prstGeom>
        </p:spPr>
        <p:txBody>
          <a:bodyPr vert="horz" wrap="square" lIns="0" tIns="0" rIns="0" bIns="0" rtlCol="0" anchor="b">
            <a:spAutoFit/>
          </a:bodyPr>
          <a:lstStyle>
            <a:lvl1pPr marL="0" indent="0" algn="l" defTabSz="914400" rtl="0" eaLnBrk="1" latinLnBrk="0" hangingPunct="1">
              <a:lnSpc>
                <a:spcPct val="101000"/>
              </a:lnSpc>
              <a:spcBef>
                <a:spcPts val="0"/>
              </a:spcBef>
              <a:spcAft>
                <a:spcPts val="600"/>
              </a:spcAft>
              <a:buFont typeface="GT America Regular"/>
              <a:buNone/>
              <a:defRPr lang="en-US" sz="2000" b="0" i="0" kern="1200" dirty="0" smtClean="0">
                <a:solidFill>
                  <a:schemeClr val="tx2"/>
                </a:solidFill>
                <a:latin typeface="+mj-lt"/>
                <a:ea typeface="GT America Regular" charset="0"/>
                <a:cs typeface="GT America Regular" charset="0"/>
              </a:defRPr>
            </a:lvl1pPr>
            <a:lvl2pPr marL="0" indent="0" algn="l" defTabSz="914400" rtl="0" eaLnBrk="1" latinLnBrk="0" hangingPunct="1">
              <a:lnSpc>
                <a:spcPct val="101000"/>
              </a:lnSpc>
              <a:spcBef>
                <a:spcPts val="0"/>
              </a:spcBef>
              <a:spcAft>
                <a:spcPts val="600"/>
              </a:spcAft>
              <a:buFont typeface="GT America Regular" charset="0"/>
              <a:buNone/>
              <a:defRPr lang="en-US" sz="2000" b="0" i="0" kern="1200" dirty="0" smtClean="0">
                <a:solidFill>
                  <a:schemeClr val="tx2"/>
                </a:solidFill>
                <a:latin typeface="+mj-lt"/>
                <a:ea typeface="GT America Regular" charset="0"/>
                <a:cs typeface="GT America Regular" charset="0"/>
              </a:defRPr>
            </a:lvl2pPr>
            <a:lvl3pPr marL="0" indent="0" algn="l" defTabSz="914400" rtl="0" eaLnBrk="1" latinLnBrk="0" hangingPunct="1">
              <a:lnSpc>
                <a:spcPct val="101000"/>
              </a:lnSpc>
              <a:spcBef>
                <a:spcPts val="0"/>
              </a:spcBef>
              <a:spcAft>
                <a:spcPts val="600"/>
              </a:spcAft>
              <a:buClr>
                <a:schemeClr val="accent1"/>
              </a:buClr>
              <a:buFont typeface="GT America Regular" pitchFamily="50" charset="0"/>
              <a:buNone/>
              <a:defRPr lang="en-US" sz="2000" b="0" i="0" kern="1200" dirty="0" smtClean="0">
                <a:solidFill>
                  <a:schemeClr val="tx2"/>
                </a:solidFill>
                <a:latin typeface="+mj-lt"/>
                <a:ea typeface="GT America Regular" charset="0"/>
                <a:cs typeface="GT America Regular" charset="0"/>
              </a:defRPr>
            </a:lvl3pPr>
            <a:lvl4pPr marL="0" indent="0" algn="l" defTabSz="914400" rtl="0" eaLnBrk="1" latinLnBrk="0" hangingPunct="1">
              <a:lnSpc>
                <a:spcPct val="101000"/>
              </a:lnSpc>
              <a:spcBef>
                <a:spcPts val="0"/>
              </a:spcBef>
              <a:spcAft>
                <a:spcPts val="600"/>
              </a:spcAft>
              <a:buClrTx/>
              <a:buFont typeface="GT America Regular" pitchFamily="50" charset="0"/>
              <a:buNone/>
              <a:defRPr lang="en-US" sz="2000" b="0" i="0" kern="1200" dirty="0" smtClean="0">
                <a:solidFill>
                  <a:schemeClr val="tx2"/>
                </a:solidFill>
                <a:latin typeface="+mj-lt"/>
                <a:ea typeface="GT America Regular" charset="0"/>
                <a:cs typeface="GT America Regular" charset="0"/>
              </a:defRPr>
            </a:lvl4pPr>
            <a:lvl5pPr marL="0" indent="0" algn="l" defTabSz="914400" rtl="0" eaLnBrk="1" latinLnBrk="0" hangingPunct="1">
              <a:lnSpc>
                <a:spcPct val="101000"/>
              </a:lnSpc>
              <a:spcBef>
                <a:spcPts val="0"/>
              </a:spcBef>
              <a:spcAft>
                <a:spcPts val="600"/>
              </a:spcAft>
              <a:buClr>
                <a:schemeClr val="accent1"/>
              </a:buClr>
              <a:buFont typeface="GT America Regular" charset="0"/>
              <a:buNone/>
              <a:tabLst/>
              <a:defRPr lang="en-US" sz="2000" b="0" i="0" kern="1200" dirty="0" smtClean="0">
                <a:solidFill>
                  <a:schemeClr val="tx2"/>
                </a:solidFill>
                <a:latin typeface="+mj-lt"/>
                <a:ea typeface="GT America Regular" charset="0"/>
                <a:cs typeface="GT America Regular" charset="0"/>
              </a:defRPr>
            </a:lvl5pPr>
            <a:lvl6pPr marL="0" indent="0" algn="l" defTabSz="914400" rtl="0" eaLnBrk="1" latinLnBrk="0" hangingPunct="1">
              <a:lnSpc>
                <a:spcPct val="101000"/>
              </a:lnSpc>
              <a:spcBef>
                <a:spcPts val="0"/>
              </a:spcBef>
              <a:spcAft>
                <a:spcPts val="600"/>
              </a:spcAft>
              <a:buClrTx/>
              <a:buFont typeface="GT America Regular" pitchFamily="50" charset="0"/>
              <a:buNone/>
              <a:defRPr lang="en-US" sz="2000" b="0" i="0" kern="1200" dirty="0" smtClean="0">
                <a:solidFill>
                  <a:schemeClr val="tx2"/>
                </a:solidFill>
                <a:latin typeface="+mj-lt"/>
                <a:ea typeface="GT America Regular" charset="0"/>
                <a:cs typeface="GT America Regular" charset="0"/>
              </a:defRPr>
            </a:lvl6pPr>
            <a:lvl7pPr marL="0" indent="0" algn="l" defTabSz="914400" rtl="0" eaLnBrk="1" latinLnBrk="0" hangingPunct="1">
              <a:lnSpc>
                <a:spcPct val="101000"/>
              </a:lnSpc>
              <a:spcBef>
                <a:spcPts val="0"/>
              </a:spcBef>
              <a:spcAft>
                <a:spcPts val="600"/>
              </a:spcAft>
              <a:buClr>
                <a:schemeClr val="accent1"/>
              </a:buClr>
              <a:buFont typeface="GT America Regular" charset="0"/>
              <a:buNone/>
              <a:defRPr lang="en-US" sz="2000" b="0" i="0" kern="1200" dirty="0" smtClean="0">
                <a:solidFill>
                  <a:schemeClr val="tx2"/>
                </a:solidFill>
                <a:latin typeface="+mj-lt"/>
                <a:ea typeface="GT America Regular" charset="0"/>
                <a:cs typeface="GT America Regular" charset="0"/>
              </a:defRPr>
            </a:lvl7pPr>
            <a:lvl8pPr marL="0" indent="0" algn="l" defTabSz="914400" rtl="0" eaLnBrk="1" latinLnBrk="0" hangingPunct="1">
              <a:lnSpc>
                <a:spcPct val="101000"/>
              </a:lnSpc>
              <a:spcBef>
                <a:spcPts val="0"/>
              </a:spcBef>
              <a:spcAft>
                <a:spcPts val="600"/>
              </a:spcAft>
              <a:buClrTx/>
              <a:buFont typeface="GT America Regular" pitchFamily="50" charset="0"/>
              <a:buNone/>
              <a:defRPr lang="en-US" sz="2000" b="0" i="0" kern="1200" dirty="0" smtClean="0">
                <a:solidFill>
                  <a:schemeClr val="tx2"/>
                </a:solidFill>
                <a:latin typeface="+mj-lt"/>
                <a:ea typeface="GT America Regular" charset="0"/>
                <a:cs typeface="GT America Regular" charset="0"/>
              </a:defRPr>
            </a:lvl8pPr>
            <a:lvl9pPr marL="0" indent="0" algn="l" defTabSz="914400" rtl="0" eaLnBrk="1" latinLnBrk="0" hangingPunct="1">
              <a:lnSpc>
                <a:spcPct val="101000"/>
              </a:lnSpc>
              <a:spcBef>
                <a:spcPts val="0"/>
              </a:spcBef>
              <a:spcAft>
                <a:spcPts val="600"/>
              </a:spcAft>
              <a:buClr>
                <a:schemeClr val="accent1"/>
              </a:buClr>
              <a:buFont typeface="GT America Regular" charset="0"/>
              <a:buNone/>
              <a:defRPr lang="en-US" sz="2000" b="0" i="0" kern="1200" dirty="0">
                <a:solidFill>
                  <a:schemeClr val="tx2"/>
                </a:solidFill>
                <a:latin typeface="+mj-lt"/>
                <a:ea typeface="GT America Regular" charset="0"/>
                <a:cs typeface="GT America Regular" charset="0"/>
              </a:defRPr>
            </a:lvl9pPr>
          </a:lstStyle>
          <a:p>
            <a:r>
              <a:rPr lang="en-US" sz="1100" b="1" dirty="0">
                <a:solidFill>
                  <a:schemeClr val="tx1"/>
                </a:solidFill>
                <a:latin typeface="+mn-lt"/>
              </a:rPr>
              <a:t>SEE A SAMPLE SET OF ICONS VISUALIZING THE COLOR AND STYLE</a:t>
            </a:r>
          </a:p>
        </p:txBody>
      </p:sp>
      <p:sp>
        <p:nvSpPr>
          <p:cNvPr id="13" name="Text Placeholder 20">
            <a:extLst>
              <a:ext uri="{FF2B5EF4-FFF2-40B4-BE49-F238E27FC236}">
                <a16:creationId xmlns:a16="http://schemas.microsoft.com/office/drawing/2014/main" id="{C072D45A-D7AD-B4CF-6273-911AE9571B4C}"/>
              </a:ext>
            </a:extLst>
          </p:cNvPr>
          <p:cNvSpPr txBox="1">
            <a:spLocks/>
          </p:cNvSpPr>
          <p:nvPr/>
        </p:nvSpPr>
        <p:spPr>
          <a:xfrm>
            <a:off x="546100" y="1849432"/>
            <a:ext cx="3273552" cy="296867"/>
          </a:xfrm>
          <a:prstGeom prst="rect">
            <a:avLst/>
          </a:prstGeom>
        </p:spPr>
        <p:txBody>
          <a:bodyPr vert="horz" lIns="0" tIns="0" rIns="0" bIns="0" rtlCol="0" anchor="b">
            <a:noAutofit/>
          </a:bodyPr>
          <a:lstStyle>
            <a:lvl1pPr marL="0" indent="0" algn="l" defTabSz="914400" rtl="0" eaLnBrk="1" latinLnBrk="0" hangingPunct="1">
              <a:lnSpc>
                <a:spcPct val="101000"/>
              </a:lnSpc>
              <a:spcBef>
                <a:spcPts val="0"/>
              </a:spcBef>
              <a:spcAft>
                <a:spcPts val="600"/>
              </a:spcAft>
              <a:buFont typeface="GT America Regular"/>
              <a:buNone/>
              <a:defRPr lang="en-US" sz="2000" b="0" i="0" kern="1200" dirty="0" smtClean="0">
                <a:solidFill>
                  <a:schemeClr val="tx2"/>
                </a:solidFill>
                <a:latin typeface="+mj-lt"/>
                <a:ea typeface="GT America Regular" charset="0"/>
                <a:cs typeface="GT America Regular" charset="0"/>
              </a:defRPr>
            </a:lvl1pPr>
            <a:lvl2pPr marL="0" indent="0" algn="l" defTabSz="914400" rtl="0" eaLnBrk="1" latinLnBrk="0" hangingPunct="1">
              <a:lnSpc>
                <a:spcPct val="101000"/>
              </a:lnSpc>
              <a:spcBef>
                <a:spcPts val="0"/>
              </a:spcBef>
              <a:spcAft>
                <a:spcPts val="600"/>
              </a:spcAft>
              <a:buFont typeface="GT America Regular" charset="0"/>
              <a:buNone/>
              <a:defRPr lang="en-US" sz="2000" b="0" i="0" kern="1200" dirty="0" smtClean="0">
                <a:solidFill>
                  <a:schemeClr val="tx2"/>
                </a:solidFill>
                <a:latin typeface="+mj-lt"/>
                <a:ea typeface="GT America Regular" charset="0"/>
                <a:cs typeface="GT America Regular" charset="0"/>
              </a:defRPr>
            </a:lvl2pPr>
            <a:lvl3pPr marL="0" indent="0" algn="l" defTabSz="914400" rtl="0" eaLnBrk="1" latinLnBrk="0" hangingPunct="1">
              <a:lnSpc>
                <a:spcPct val="101000"/>
              </a:lnSpc>
              <a:spcBef>
                <a:spcPts val="0"/>
              </a:spcBef>
              <a:spcAft>
                <a:spcPts val="600"/>
              </a:spcAft>
              <a:buClr>
                <a:schemeClr val="accent1"/>
              </a:buClr>
              <a:buFont typeface="GT America Regular" pitchFamily="50" charset="0"/>
              <a:buNone/>
              <a:defRPr lang="en-US" sz="2000" b="0" i="0" kern="1200" dirty="0" smtClean="0">
                <a:solidFill>
                  <a:schemeClr val="tx2"/>
                </a:solidFill>
                <a:latin typeface="+mj-lt"/>
                <a:ea typeface="GT America Regular" charset="0"/>
                <a:cs typeface="GT America Regular" charset="0"/>
              </a:defRPr>
            </a:lvl3pPr>
            <a:lvl4pPr marL="0" indent="0" algn="l" defTabSz="914400" rtl="0" eaLnBrk="1" latinLnBrk="0" hangingPunct="1">
              <a:lnSpc>
                <a:spcPct val="101000"/>
              </a:lnSpc>
              <a:spcBef>
                <a:spcPts val="0"/>
              </a:spcBef>
              <a:spcAft>
                <a:spcPts val="600"/>
              </a:spcAft>
              <a:buClrTx/>
              <a:buFont typeface="GT America Regular" pitchFamily="50" charset="0"/>
              <a:buNone/>
              <a:defRPr lang="en-US" sz="2000" b="0" i="0" kern="1200" dirty="0" smtClean="0">
                <a:solidFill>
                  <a:schemeClr val="tx2"/>
                </a:solidFill>
                <a:latin typeface="+mj-lt"/>
                <a:ea typeface="GT America Regular" charset="0"/>
                <a:cs typeface="GT America Regular" charset="0"/>
              </a:defRPr>
            </a:lvl4pPr>
            <a:lvl5pPr marL="0" indent="0" algn="l" defTabSz="914400" rtl="0" eaLnBrk="1" latinLnBrk="0" hangingPunct="1">
              <a:lnSpc>
                <a:spcPct val="101000"/>
              </a:lnSpc>
              <a:spcBef>
                <a:spcPts val="0"/>
              </a:spcBef>
              <a:spcAft>
                <a:spcPts val="600"/>
              </a:spcAft>
              <a:buClr>
                <a:schemeClr val="accent1"/>
              </a:buClr>
              <a:buFont typeface="GT America Regular" charset="0"/>
              <a:buNone/>
              <a:tabLst/>
              <a:defRPr lang="en-US" sz="2000" b="0" i="0" kern="1200" dirty="0" smtClean="0">
                <a:solidFill>
                  <a:schemeClr val="tx2"/>
                </a:solidFill>
                <a:latin typeface="+mj-lt"/>
                <a:ea typeface="GT America Regular" charset="0"/>
                <a:cs typeface="GT America Regular" charset="0"/>
              </a:defRPr>
            </a:lvl5pPr>
            <a:lvl6pPr marL="0" indent="0" algn="l" defTabSz="914400" rtl="0" eaLnBrk="1" latinLnBrk="0" hangingPunct="1">
              <a:lnSpc>
                <a:spcPct val="101000"/>
              </a:lnSpc>
              <a:spcBef>
                <a:spcPts val="0"/>
              </a:spcBef>
              <a:spcAft>
                <a:spcPts val="600"/>
              </a:spcAft>
              <a:buClrTx/>
              <a:buFont typeface="GT America Regular" pitchFamily="50" charset="0"/>
              <a:buNone/>
              <a:defRPr lang="en-US" sz="2000" b="0" i="0" kern="1200" dirty="0" smtClean="0">
                <a:solidFill>
                  <a:schemeClr val="tx2"/>
                </a:solidFill>
                <a:latin typeface="+mj-lt"/>
                <a:ea typeface="GT America Regular" charset="0"/>
                <a:cs typeface="GT America Regular" charset="0"/>
              </a:defRPr>
            </a:lvl6pPr>
            <a:lvl7pPr marL="0" indent="0" algn="l" defTabSz="914400" rtl="0" eaLnBrk="1" latinLnBrk="0" hangingPunct="1">
              <a:lnSpc>
                <a:spcPct val="101000"/>
              </a:lnSpc>
              <a:spcBef>
                <a:spcPts val="0"/>
              </a:spcBef>
              <a:spcAft>
                <a:spcPts val="600"/>
              </a:spcAft>
              <a:buClr>
                <a:schemeClr val="accent1"/>
              </a:buClr>
              <a:buFont typeface="GT America Regular" charset="0"/>
              <a:buNone/>
              <a:defRPr lang="en-US" sz="2000" b="0" i="0" kern="1200" dirty="0" smtClean="0">
                <a:solidFill>
                  <a:schemeClr val="tx2"/>
                </a:solidFill>
                <a:latin typeface="+mj-lt"/>
                <a:ea typeface="GT America Regular" charset="0"/>
                <a:cs typeface="GT America Regular" charset="0"/>
              </a:defRPr>
            </a:lvl7pPr>
            <a:lvl8pPr marL="0" indent="0" algn="l" defTabSz="914400" rtl="0" eaLnBrk="1" latinLnBrk="0" hangingPunct="1">
              <a:lnSpc>
                <a:spcPct val="101000"/>
              </a:lnSpc>
              <a:spcBef>
                <a:spcPts val="0"/>
              </a:spcBef>
              <a:spcAft>
                <a:spcPts val="600"/>
              </a:spcAft>
              <a:buClrTx/>
              <a:buFont typeface="GT America Regular" pitchFamily="50" charset="0"/>
              <a:buNone/>
              <a:defRPr lang="en-US" sz="2000" b="0" i="0" kern="1200" dirty="0" smtClean="0">
                <a:solidFill>
                  <a:schemeClr val="tx2"/>
                </a:solidFill>
                <a:latin typeface="+mj-lt"/>
                <a:ea typeface="GT America Regular" charset="0"/>
                <a:cs typeface="GT America Regular" charset="0"/>
              </a:defRPr>
            </a:lvl8pPr>
            <a:lvl9pPr marL="0" indent="0" algn="l" defTabSz="914400" rtl="0" eaLnBrk="1" latinLnBrk="0" hangingPunct="1">
              <a:lnSpc>
                <a:spcPct val="101000"/>
              </a:lnSpc>
              <a:spcBef>
                <a:spcPts val="0"/>
              </a:spcBef>
              <a:spcAft>
                <a:spcPts val="600"/>
              </a:spcAft>
              <a:buClr>
                <a:schemeClr val="accent1"/>
              </a:buClr>
              <a:buFont typeface="GT America Regular" charset="0"/>
              <a:buNone/>
              <a:defRPr lang="en-US" sz="2000" b="0" i="0" kern="1200" dirty="0">
                <a:solidFill>
                  <a:schemeClr val="tx2"/>
                </a:solidFill>
                <a:latin typeface="+mj-lt"/>
                <a:ea typeface="GT America Regular" charset="0"/>
                <a:cs typeface="GT America Regular" charset="0"/>
              </a:defRPr>
            </a:lvl9pPr>
          </a:lstStyle>
          <a:p>
            <a:r>
              <a:rPr lang="en-US" dirty="0"/>
              <a:t>Overview</a:t>
            </a:r>
          </a:p>
        </p:txBody>
      </p:sp>
      <p:grpSp>
        <p:nvGrpSpPr>
          <p:cNvPr id="15" name="Graphic 7">
            <a:extLst>
              <a:ext uri="{FF2B5EF4-FFF2-40B4-BE49-F238E27FC236}">
                <a16:creationId xmlns:a16="http://schemas.microsoft.com/office/drawing/2014/main" id="{21441328-7AB1-843C-5473-A2E0F4F7BB17}"/>
              </a:ext>
            </a:extLst>
          </p:cNvPr>
          <p:cNvGrpSpPr>
            <a:grpSpLocks noChangeAspect="1"/>
          </p:cNvGrpSpPr>
          <p:nvPr/>
        </p:nvGrpSpPr>
        <p:grpSpPr>
          <a:xfrm>
            <a:off x="4717302" y="1192584"/>
            <a:ext cx="453496" cy="516009"/>
            <a:chOff x="4358097" y="1152729"/>
            <a:chExt cx="453496" cy="516009"/>
          </a:xfrm>
          <a:noFill/>
        </p:grpSpPr>
        <p:grpSp>
          <p:nvGrpSpPr>
            <p:cNvPr id="16" name="Graphic 7">
              <a:extLst>
                <a:ext uri="{FF2B5EF4-FFF2-40B4-BE49-F238E27FC236}">
                  <a16:creationId xmlns:a16="http://schemas.microsoft.com/office/drawing/2014/main" id="{5F42C8E8-7BCD-AB96-F2E0-A40039C4587A}"/>
                </a:ext>
              </a:extLst>
            </p:cNvPr>
            <p:cNvGrpSpPr/>
            <p:nvPr/>
          </p:nvGrpSpPr>
          <p:grpSpPr>
            <a:xfrm>
              <a:off x="4587844" y="1434719"/>
              <a:ext cx="171765" cy="98860"/>
              <a:chOff x="4587844" y="1434719"/>
              <a:chExt cx="171765" cy="98860"/>
            </a:xfrm>
          </p:grpSpPr>
          <p:sp>
            <p:nvSpPr>
              <p:cNvPr id="203" name="Freeform 202">
                <a:extLst>
                  <a:ext uri="{FF2B5EF4-FFF2-40B4-BE49-F238E27FC236}">
                    <a16:creationId xmlns:a16="http://schemas.microsoft.com/office/drawing/2014/main" id="{AED002E3-08EA-CD6E-ADD6-9726046FDC0F}"/>
                  </a:ext>
                </a:extLst>
              </p:cNvPr>
              <p:cNvSpPr/>
              <p:nvPr/>
            </p:nvSpPr>
            <p:spPr>
              <a:xfrm>
                <a:off x="4739798" y="1522271"/>
                <a:ext cx="19812" cy="11308"/>
              </a:xfrm>
              <a:custGeom>
                <a:avLst/>
                <a:gdLst>
                  <a:gd name="connsiteX0" fmla="*/ 19812 w 19812"/>
                  <a:gd name="connsiteY0" fmla="*/ 11309 h 11308"/>
                  <a:gd name="connsiteX1" fmla="*/ 0 w 19812"/>
                  <a:gd name="connsiteY1" fmla="*/ 0 h 11308"/>
                </a:gdLst>
                <a:ahLst/>
                <a:cxnLst>
                  <a:cxn ang="0">
                    <a:pos x="connsiteX0" y="connsiteY0"/>
                  </a:cxn>
                  <a:cxn ang="0">
                    <a:pos x="connsiteX1" y="connsiteY1"/>
                  </a:cxn>
                </a:cxnLst>
                <a:rect l="l" t="t" r="r" b="b"/>
                <a:pathLst>
                  <a:path w="19812" h="11308">
                    <a:moveTo>
                      <a:pt x="19812" y="11309"/>
                    </a:moveTo>
                    <a:lnTo>
                      <a:pt x="0" y="0"/>
                    </a:lnTo>
                  </a:path>
                </a:pathLst>
              </a:custGeom>
              <a:ln w="25400" cap="rnd">
                <a:solidFill>
                  <a:srgbClr val="005EFF"/>
                </a:solidFill>
                <a:prstDash val="solid"/>
                <a:round/>
              </a:ln>
            </p:spPr>
            <p:txBody>
              <a:bodyPr rtlCol="0" anchor="ctr"/>
              <a:lstStyle/>
              <a:p>
                <a:endParaRPr lang="en-CR"/>
              </a:p>
            </p:txBody>
          </p:sp>
          <p:sp>
            <p:nvSpPr>
              <p:cNvPr id="204" name="Freeform 203">
                <a:extLst>
                  <a:ext uri="{FF2B5EF4-FFF2-40B4-BE49-F238E27FC236}">
                    <a16:creationId xmlns:a16="http://schemas.microsoft.com/office/drawing/2014/main" id="{67EA3F89-70DE-B263-0748-4982C9D66B2B}"/>
                  </a:ext>
                </a:extLst>
              </p:cNvPr>
              <p:cNvSpPr/>
              <p:nvPr/>
            </p:nvSpPr>
            <p:spPr>
              <a:xfrm>
                <a:off x="4629650" y="1458796"/>
                <a:ext cx="66161" cy="38121"/>
              </a:xfrm>
              <a:custGeom>
                <a:avLst/>
                <a:gdLst>
                  <a:gd name="connsiteX0" fmla="*/ 66161 w 66161"/>
                  <a:gd name="connsiteY0" fmla="*/ 38122 h 38121"/>
                  <a:gd name="connsiteX1" fmla="*/ 0 w 66161"/>
                  <a:gd name="connsiteY1" fmla="*/ 0 h 38121"/>
                </a:gdLst>
                <a:ahLst/>
                <a:cxnLst>
                  <a:cxn ang="0">
                    <a:pos x="connsiteX0" y="connsiteY0"/>
                  </a:cxn>
                  <a:cxn ang="0">
                    <a:pos x="connsiteX1" y="connsiteY1"/>
                  </a:cxn>
                </a:cxnLst>
                <a:rect l="l" t="t" r="r" b="b"/>
                <a:pathLst>
                  <a:path w="66161" h="38121">
                    <a:moveTo>
                      <a:pt x="66161" y="38122"/>
                    </a:moveTo>
                    <a:lnTo>
                      <a:pt x="0" y="0"/>
                    </a:lnTo>
                  </a:path>
                </a:pathLst>
              </a:custGeom>
              <a:ln w="25400" cap="rnd">
                <a:solidFill>
                  <a:srgbClr val="005EFF"/>
                </a:solidFill>
                <a:prstDash val="solid"/>
                <a:round/>
              </a:ln>
            </p:spPr>
            <p:txBody>
              <a:bodyPr rtlCol="0" anchor="ctr"/>
              <a:lstStyle/>
              <a:p>
                <a:endParaRPr lang="en-CR"/>
              </a:p>
            </p:txBody>
          </p:sp>
          <p:sp>
            <p:nvSpPr>
              <p:cNvPr id="205" name="Freeform 204">
                <a:extLst>
                  <a:ext uri="{FF2B5EF4-FFF2-40B4-BE49-F238E27FC236}">
                    <a16:creationId xmlns:a16="http://schemas.microsoft.com/office/drawing/2014/main" id="{D11EFB3B-E1ED-B14D-3AB5-10858416F098}"/>
                  </a:ext>
                </a:extLst>
              </p:cNvPr>
              <p:cNvSpPr/>
              <p:nvPr/>
            </p:nvSpPr>
            <p:spPr>
              <a:xfrm>
                <a:off x="4587844" y="1434719"/>
                <a:ext cx="171765" cy="98860"/>
              </a:xfrm>
              <a:custGeom>
                <a:avLst/>
                <a:gdLst>
                  <a:gd name="connsiteX0" fmla="*/ 171765 w 171765"/>
                  <a:gd name="connsiteY0" fmla="*/ 98861 h 98860"/>
                  <a:gd name="connsiteX1" fmla="*/ 0 w 171765"/>
                  <a:gd name="connsiteY1" fmla="*/ 0 h 98860"/>
                </a:gdLst>
                <a:ahLst/>
                <a:cxnLst>
                  <a:cxn ang="0">
                    <a:pos x="connsiteX0" y="connsiteY0"/>
                  </a:cxn>
                  <a:cxn ang="0">
                    <a:pos x="connsiteX1" y="connsiteY1"/>
                  </a:cxn>
                </a:cxnLst>
                <a:rect l="l" t="t" r="r" b="b"/>
                <a:pathLst>
                  <a:path w="171765" h="98860">
                    <a:moveTo>
                      <a:pt x="171765" y="98861"/>
                    </a:moveTo>
                    <a:lnTo>
                      <a:pt x="0" y="0"/>
                    </a:lnTo>
                  </a:path>
                </a:pathLst>
              </a:custGeom>
              <a:ln w="25400" cap="rnd">
                <a:solidFill>
                  <a:srgbClr val="005EFF"/>
                </a:solidFill>
                <a:prstDash val="solid"/>
                <a:round/>
              </a:ln>
            </p:spPr>
            <p:txBody>
              <a:bodyPr rtlCol="0" anchor="ctr"/>
              <a:lstStyle/>
              <a:p>
                <a:endParaRPr lang="en-CR"/>
              </a:p>
            </p:txBody>
          </p:sp>
        </p:grpSp>
        <p:grpSp>
          <p:nvGrpSpPr>
            <p:cNvPr id="17" name="Graphic 7">
              <a:extLst>
                <a:ext uri="{FF2B5EF4-FFF2-40B4-BE49-F238E27FC236}">
                  <a16:creationId xmlns:a16="http://schemas.microsoft.com/office/drawing/2014/main" id="{89CA6EA5-B72A-1E9B-9ABC-43A01355AE95}"/>
                </a:ext>
              </a:extLst>
            </p:cNvPr>
            <p:cNvGrpSpPr/>
            <p:nvPr/>
          </p:nvGrpSpPr>
          <p:grpSpPr>
            <a:xfrm>
              <a:off x="4358097" y="1153458"/>
              <a:ext cx="423506" cy="515280"/>
              <a:chOff x="4358097" y="1153458"/>
              <a:chExt cx="423506" cy="515280"/>
            </a:xfrm>
            <a:noFill/>
          </p:grpSpPr>
          <p:sp>
            <p:nvSpPr>
              <p:cNvPr id="195" name="Freeform 194">
                <a:extLst>
                  <a:ext uri="{FF2B5EF4-FFF2-40B4-BE49-F238E27FC236}">
                    <a16:creationId xmlns:a16="http://schemas.microsoft.com/office/drawing/2014/main" id="{8A40ECFF-73CB-06B9-CE9D-1B91202ECC06}"/>
                  </a:ext>
                </a:extLst>
              </p:cNvPr>
              <p:cNvSpPr/>
              <p:nvPr/>
            </p:nvSpPr>
            <p:spPr>
              <a:xfrm>
                <a:off x="4700537" y="1153458"/>
                <a:ext cx="81065" cy="81350"/>
              </a:xfrm>
              <a:custGeom>
                <a:avLst/>
                <a:gdLst>
                  <a:gd name="connsiteX0" fmla="*/ 81066 w 81065"/>
                  <a:gd name="connsiteY0" fmla="*/ 40675 h 81350"/>
                  <a:gd name="connsiteX1" fmla="*/ 40533 w 81065"/>
                  <a:gd name="connsiteY1" fmla="*/ 81350 h 81350"/>
                  <a:gd name="connsiteX2" fmla="*/ 0 w 81065"/>
                  <a:gd name="connsiteY2" fmla="*/ 40675 h 81350"/>
                  <a:gd name="connsiteX3" fmla="*/ 40533 w 81065"/>
                  <a:gd name="connsiteY3" fmla="*/ 0 h 81350"/>
                  <a:gd name="connsiteX4" fmla="*/ 81066 w 81065"/>
                  <a:gd name="connsiteY4" fmla="*/ 40675 h 813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1065" h="81350">
                    <a:moveTo>
                      <a:pt x="81066" y="40675"/>
                    </a:moveTo>
                    <a:cubicBezTo>
                      <a:pt x="81066" y="63110"/>
                      <a:pt x="62890" y="81350"/>
                      <a:pt x="40533" y="81350"/>
                    </a:cubicBezTo>
                    <a:cubicBezTo>
                      <a:pt x="18176" y="81350"/>
                      <a:pt x="0" y="63110"/>
                      <a:pt x="0" y="40675"/>
                    </a:cubicBezTo>
                    <a:cubicBezTo>
                      <a:pt x="0" y="18240"/>
                      <a:pt x="18176" y="0"/>
                      <a:pt x="40533" y="0"/>
                    </a:cubicBezTo>
                    <a:cubicBezTo>
                      <a:pt x="62890" y="0"/>
                      <a:pt x="81066" y="18240"/>
                      <a:pt x="81066" y="40675"/>
                    </a:cubicBezTo>
                    <a:close/>
                  </a:path>
                </a:pathLst>
              </a:custGeom>
              <a:noFill/>
              <a:ln w="25400" cap="rnd">
                <a:solidFill>
                  <a:srgbClr val="0A1264"/>
                </a:solidFill>
                <a:prstDash val="solid"/>
                <a:round/>
              </a:ln>
            </p:spPr>
            <p:txBody>
              <a:bodyPr rtlCol="0" anchor="ctr"/>
              <a:lstStyle/>
              <a:p>
                <a:endParaRPr lang="en-CR"/>
              </a:p>
            </p:txBody>
          </p:sp>
          <p:sp>
            <p:nvSpPr>
              <p:cNvPr id="196" name="Freeform 195">
                <a:extLst>
                  <a:ext uri="{FF2B5EF4-FFF2-40B4-BE49-F238E27FC236}">
                    <a16:creationId xmlns:a16="http://schemas.microsoft.com/office/drawing/2014/main" id="{05B989F4-63CB-1F4A-4266-EB2C331B93D3}"/>
                  </a:ext>
                </a:extLst>
              </p:cNvPr>
              <p:cNvSpPr/>
              <p:nvPr/>
            </p:nvSpPr>
            <p:spPr>
              <a:xfrm>
                <a:off x="4554763" y="1587388"/>
                <a:ext cx="81066" cy="81350"/>
              </a:xfrm>
              <a:custGeom>
                <a:avLst/>
                <a:gdLst>
                  <a:gd name="connsiteX0" fmla="*/ 81066 w 81066"/>
                  <a:gd name="connsiteY0" fmla="*/ 40675 h 81350"/>
                  <a:gd name="connsiteX1" fmla="*/ 40533 w 81066"/>
                  <a:gd name="connsiteY1" fmla="*/ 81350 h 81350"/>
                  <a:gd name="connsiteX2" fmla="*/ 0 w 81066"/>
                  <a:gd name="connsiteY2" fmla="*/ 40675 h 81350"/>
                  <a:gd name="connsiteX3" fmla="*/ 40533 w 81066"/>
                  <a:gd name="connsiteY3" fmla="*/ 0 h 81350"/>
                  <a:gd name="connsiteX4" fmla="*/ 81066 w 81066"/>
                  <a:gd name="connsiteY4" fmla="*/ 40675 h 813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1066" h="81350">
                    <a:moveTo>
                      <a:pt x="81066" y="40675"/>
                    </a:moveTo>
                    <a:cubicBezTo>
                      <a:pt x="81066" y="63110"/>
                      <a:pt x="62890" y="81350"/>
                      <a:pt x="40533" y="81350"/>
                    </a:cubicBezTo>
                    <a:cubicBezTo>
                      <a:pt x="18176" y="81350"/>
                      <a:pt x="0" y="63110"/>
                      <a:pt x="0" y="40675"/>
                    </a:cubicBezTo>
                    <a:cubicBezTo>
                      <a:pt x="0" y="18240"/>
                      <a:pt x="18176" y="0"/>
                      <a:pt x="40533" y="0"/>
                    </a:cubicBezTo>
                    <a:cubicBezTo>
                      <a:pt x="62890" y="0"/>
                      <a:pt x="81066" y="18240"/>
                      <a:pt x="81066" y="40675"/>
                    </a:cubicBezTo>
                    <a:close/>
                  </a:path>
                </a:pathLst>
              </a:custGeom>
              <a:noFill/>
              <a:ln w="25400" cap="rnd">
                <a:solidFill>
                  <a:srgbClr val="0A1264"/>
                </a:solidFill>
                <a:prstDash val="solid"/>
                <a:round/>
              </a:ln>
            </p:spPr>
            <p:txBody>
              <a:bodyPr rtlCol="0" anchor="ctr"/>
              <a:lstStyle/>
              <a:p>
                <a:endParaRPr lang="en-CR"/>
              </a:p>
            </p:txBody>
          </p:sp>
          <p:sp>
            <p:nvSpPr>
              <p:cNvPr id="197" name="Freeform 196">
                <a:extLst>
                  <a:ext uri="{FF2B5EF4-FFF2-40B4-BE49-F238E27FC236}">
                    <a16:creationId xmlns:a16="http://schemas.microsoft.com/office/drawing/2014/main" id="{674DB9FB-66F1-E112-40B2-A171F1ABCD6E}"/>
                  </a:ext>
                </a:extLst>
              </p:cNvPr>
              <p:cNvSpPr/>
              <p:nvPr/>
            </p:nvSpPr>
            <p:spPr>
              <a:xfrm>
                <a:off x="4577847" y="1222588"/>
                <a:ext cx="134867" cy="143366"/>
              </a:xfrm>
              <a:custGeom>
                <a:avLst/>
                <a:gdLst>
                  <a:gd name="connsiteX0" fmla="*/ 0 w 134867"/>
                  <a:gd name="connsiteY0" fmla="*/ 143366 h 143366"/>
                  <a:gd name="connsiteX1" fmla="*/ 134868 w 134867"/>
                  <a:gd name="connsiteY1" fmla="*/ 0 h 143366"/>
                </a:gdLst>
                <a:ahLst/>
                <a:cxnLst>
                  <a:cxn ang="0">
                    <a:pos x="connsiteX0" y="connsiteY0"/>
                  </a:cxn>
                  <a:cxn ang="0">
                    <a:pos x="connsiteX1" y="connsiteY1"/>
                  </a:cxn>
                </a:cxnLst>
                <a:rect l="l" t="t" r="r" b="b"/>
                <a:pathLst>
                  <a:path w="134867" h="143366">
                    <a:moveTo>
                      <a:pt x="0" y="143366"/>
                    </a:moveTo>
                    <a:lnTo>
                      <a:pt x="134868" y="0"/>
                    </a:lnTo>
                  </a:path>
                </a:pathLst>
              </a:custGeom>
              <a:ln w="25400" cap="rnd">
                <a:solidFill>
                  <a:srgbClr val="0A1264"/>
                </a:solidFill>
                <a:prstDash val="solid"/>
                <a:round/>
              </a:ln>
            </p:spPr>
            <p:txBody>
              <a:bodyPr rtlCol="0" anchor="ctr"/>
              <a:lstStyle/>
              <a:p>
                <a:endParaRPr lang="en-CR"/>
              </a:p>
            </p:txBody>
          </p:sp>
          <p:sp>
            <p:nvSpPr>
              <p:cNvPr id="198" name="Freeform 197">
                <a:extLst>
                  <a:ext uri="{FF2B5EF4-FFF2-40B4-BE49-F238E27FC236}">
                    <a16:creationId xmlns:a16="http://schemas.microsoft.com/office/drawing/2014/main" id="{30BAD18F-7CB2-974E-413E-8DFF7D672F0A}"/>
                  </a:ext>
                </a:extLst>
              </p:cNvPr>
              <p:cNvSpPr/>
              <p:nvPr/>
            </p:nvSpPr>
            <p:spPr>
              <a:xfrm>
                <a:off x="4552946" y="1461349"/>
                <a:ext cx="32353" cy="127315"/>
              </a:xfrm>
              <a:custGeom>
                <a:avLst/>
                <a:gdLst>
                  <a:gd name="connsiteX0" fmla="*/ 0 w 32353"/>
                  <a:gd name="connsiteY0" fmla="*/ 0 h 127315"/>
                  <a:gd name="connsiteX1" fmla="*/ 32354 w 32353"/>
                  <a:gd name="connsiteY1" fmla="*/ 127315 h 127315"/>
                </a:gdLst>
                <a:ahLst/>
                <a:cxnLst>
                  <a:cxn ang="0">
                    <a:pos x="connsiteX0" y="connsiteY0"/>
                  </a:cxn>
                  <a:cxn ang="0">
                    <a:pos x="connsiteX1" y="connsiteY1"/>
                  </a:cxn>
                </a:cxnLst>
                <a:rect l="l" t="t" r="r" b="b"/>
                <a:pathLst>
                  <a:path w="32353" h="127315">
                    <a:moveTo>
                      <a:pt x="0" y="0"/>
                    </a:moveTo>
                    <a:lnTo>
                      <a:pt x="32354" y="127315"/>
                    </a:lnTo>
                  </a:path>
                </a:pathLst>
              </a:custGeom>
              <a:ln w="25400" cap="rnd">
                <a:solidFill>
                  <a:srgbClr val="0A1264"/>
                </a:solidFill>
                <a:prstDash val="solid"/>
                <a:round/>
              </a:ln>
            </p:spPr>
            <p:txBody>
              <a:bodyPr rtlCol="0" anchor="ctr"/>
              <a:lstStyle/>
              <a:p>
                <a:endParaRPr lang="en-CR"/>
              </a:p>
            </p:txBody>
          </p:sp>
          <p:sp>
            <p:nvSpPr>
              <p:cNvPr id="199" name="Freeform 198">
                <a:extLst>
                  <a:ext uri="{FF2B5EF4-FFF2-40B4-BE49-F238E27FC236}">
                    <a16:creationId xmlns:a16="http://schemas.microsoft.com/office/drawing/2014/main" id="{2A86A187-FAEF-A3A9-CE14-63426D10631C}"/>
                  </a:ext>
                </a:extLst>
              </p:cNvPr>
              <p:cNvSpPr/>
              <p:nvPr/>
            </p:nvSpPr>
            <p:spPr>
              <a:xfrm>
                <a:off x="4358097" y="1468280"/>
                <a:ext cx="55619" cy="55814"/>
              </a:xfrm>
              <a:custGeom>
                <a:avLst/>
                <a:gdLst>
                  <a:gd name="connsiteX0" fmla="*/ 55619 w 55619"/>
                  <a:gd name="connsiteY0" fmla="*/ 27907 h 55814"/>
                  <a:gd name="connsiteX1" fmla="*/ 27810 w 55619"/>
                  <a:gd name="connsiteY1" fmla="*/ 55814 h 55814"/>
                  <a:gd name="connsiteX2" fmla="*/ 0 w 55619"/>
                  <a:gd name="connsiteY2" fmla="*/ 27907 h 55814"/>
                  <a:gd name="connsiteX3" fmla="*/ 27810 w 55619"/>
                  <a:gd name="connsiteY3" fmla="*/ 0 h 55814"/>
                  <a:gd name="connsiteX4" fmla="*/ 55619 w 55619"/>
                  <a:gd name="connsiteY4" fmla="*/ 27907 h 558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619" h="55814">
                    <a:moveTo>
                      <a:pt x="55619" y="27907"/>
                    </a:moveTo>
                    <a:cubicBezTo>
                      <a:pt x="55619" y="43229"/>
                      <a:pt x="43259" y="55814"/>
                      <a:pt x="27810" y="55814"/>
                    </a:cubicBezTo>
                    <a:cubicBezTo>
                      <a:pt x="12360" y="55814"/>
                      <a:pt x="0" y="43411"/>
                      <a:pt x="0" y="27907"/>
                    </a:cubicBezTo>
                    <a:cubicBezTo>
                      <a:pt x="0" y="12403"/>
                      <a:pt x="12360" y="0"/>
                      <a:pt x="27810" y="0"/>
                    </a:cubicBezTo>
                    <a:cubicBezTo>
                      <a:pt x="43259" y="0"/>
                      <a:pt x="55619" y="12403"/>
                      <a:pt x="55619" y="27907"/>
                    </a:cubicBezTo>
                    <a:close/>
                  </a:path>
                </a:pathLst>
              </a:custGeom>
              <a:noFill/>
              <a:ln w="25400" cap="rnd">
                <a:solidFill>
                  <a:srgbClr val="0A1264"/>
                </a:solidFill>
                <a:prstDash val="solid"/>
                <a:round/>
              </a:ln>
            </p:spPr>
            <p:txBody>
              <a:bodyPr rtlCol="0" anchor="ctr"/>
              <a:lstStyle/>
              <a:p>
                <a:endParaRPr lang="en-CR"/>
              </a:p>
            </p:txBody>
          </p:sp>
          <p:grpSp>
            <p:nvGrpSpPr>
              <p:cNvPr id="200" name="Graphic 7">
                <a:extLst>
                  <a:ext uri="{FF2B5EF4-FFF2-40B4-BE49-F238E27FC236}">
                    <a16:creationId xmlns:a16="http://schemas.microsoft.com/office/drawing/2014/main" id="{FAF46D53-B40E-BC1A-803A-C3EA5E64503B}"/>
                  </a:ext>
                </a:extLst>
              </p:cNvPr>
              <p:cNvGrpSpPr/>
              <p:nvPr/>
            </p:nvGrpSpPr>
            <p:grpSpPr>
              <a:xfrm>
                <a:off x="4410262" y="1434719"/>
                <a:ext cx="79248" cy="48153"/>
                <a:chOff x="4410262" y="1434719"/>
                <a:chExt cx="79248" cy="48153"/>
              </a:xfrm>
            </p:grpSpPr>
            <p:sp>
              <p:nvSpPr>
                <p:cNvPr id="201" name="Freeform 200">
                  <a:extLst>
                    <a:ext uri="{FF2B5EF4-FFF2-40B4-BE49-F238E27FC236}">
                      <a16:creationId xmlns:a16="http://schemas.microsoft.com/office/drawing/2014/main" id="{C75770D2-AFFF-F112-5A6A-1AA17F1902AF}"/>
                    </a:ext>
                  </a:extLst>
                </p:cNvPr>
                <p:cNvSpPr/>
                <p:nvPr/>
              </p:nvSpPr>
              <p:spPr>
                <a:xfrm>
                  <a:off x="4410262" y="1459161"/>
                  <a:ext cx="38715" cy="23712"/>
                </a:xfrm>
                <a:custGeom>
                  <a:avLst/>
                  <a:gdLst>
                    <a:gd name="connsiteX0" fmla="*/ 0 w 38715"/>
                    <a:gd name="connsiteY0" fmla="*/ 23712 h 23712"/>
                    <a:gd name="connsiteX1" fmla="*/ 38715 w 38715"/>
                    <a:gd name="connsiteY1" fmla="*/ 0 h 23712"/>
                  </a:gdLst>
                  <a:ahLst/>
                  <a:cxnLst>
                    <a:cxn ang="0">
                      <a:pos x="connsiteX0" y="connsiteY0"/>
                    </a:cxn>
                    <a:cxn ang="0">
                      <a:pos x="connsiteX1" y="connsiteY1"/>
                    </a:cxn>
                  </a:cxnLst>
                  <a:rect l="l" t="t" r="r" b="b"/>
                  <a:pathLst>
                    <a:path w="38715" h="23712">
                      <a:moveTo>
                        <a:pt x="0" y="23712"/>
                      </a:moveTo>
                      <a:lnTo>
                        <a:pt x="38715" y="0"/>
                      </a:lnTo>
                    </a:path>
                  </a:pathLst>
                </a:custGeom>
                <a:ln w="25400" cap="rnd">
                  <a:solidFill>
                    <a:srgbClr val="0A1264"/>
                  </a:solidFill>
                  <a:prstDash val="solid"/>
                  <a:round/>
                </a:ln>
              </p:spPr>
              <p:txBody>
                <a:bodyPr rtlCol="0" anchor="ctr"/>
                <a:lstStyle/>
                <a:p>
                  <a:endParaRPr lang="en-CR"/>
                </a:p>
              </p:txBody>
            </p:sp>
            <p:sp>
              <p:nvSpPr>
                <p:cNvPr id="202" name="Freeform 201">
                  <a:extLst>
                    <a:ext uri="{FF2B5EF4-FFF2-40B4-BE49-F238E27FC236}">
                      <a16:creationId xmlns:a16="http://schemas.microsoft.com/office/drawing/2014/main" id="{DCE899E5-78C7-626E-6644-106B61F6BF43}"/>
                    </a:ext>
                  </a:extLst>
                </p:cNvPr>
                <p:cNvSpPr/>
                <p:nvPr/>
              </p:nvSpPr>
              <p:spPr>
                <a:xfrm>
                  <a:off x="4450614" y="1434719"/>
                  <a:ext cx="38897" cy="23529"/>
                </a:xfrm>
                <a:custGeom>
                  <a:avLst/>
                  <a:gdLst>
                    <a:gd name="connsiteX0" fmla="*/ 0 w 38897"/>
                    <a:gd name="connsiteY0" fmla="*/ 23530 h 23529"/>
                    <a:gd name="connsiteX1" fmla="*/ 38897 w 38897"/>
                    <a:gd name="connsiteY1" fmla="*/ 0 h 23529"/>
                  </a:gdLst>
                  <a:ahLst/>
                  <a:cxnLst>
                    <a:cxn ang="0">
                      <a:pos x="connsiteX0" y="connsiteY0"/>
                    </a:cxn>
                    <a:cxn ang="0">
                      <a:pos x="connsiteX1" y="connsiteY1"/>
                    </a:cxn>
                  </a:cxnLst>
                  <a:rect l="l" t="t" r="r" b="b"/>
                  <a:pathLst>
                    <a:path w="38897" h="23529">
                      <a:moveTo>
                        <a:pt x="0" y="23530"/>
                      </a:moveTo>
                      <a:lnTo>
                        <a:pt x="38897" y="0"/>
                      </a:lnTo>
                    </a:path>
                  </a:pathLst>
                </a:custGeom>
                <a:ln w="25400" cap="rnd">
                  <a:solidFill>
                    <a:srgbClr val="0A1264"/>
                  </a:solidFill>
                  <a:prstDash val="solid"/>
                  <a:round/>
                </a:ln>
              </p:spPr>
              <p:txBody>
                <a:bodyPr rtlCol="0" anchor="ctr"/>
                <a:lstStyle/>
                <a:p>
                  <a:endParaRPr lang="en-CR"/>
                </a:p>
              </p:txBody>
            </p:sp>
          </p:grpSp>
        </p:grpSp>
        <p:sp>
          <p:nvSpPr>
            <p:cNvPr id="18" name="Freeform 17">
              <a:extLst>
                <a:ext uri="{FF2B5EF4-FFF2-40B4-BE49-F238E27FC236}">
                  <a16:creationId xmlns:a16="http://schemas.microsoft.com/office/drawing/2014/main" id="{2F8569AD-BBA8-CF94-CF17-4EEA7E907974}"/>
                </a:ext>
              </a:extLst>
            </p:cNvPr>
            <p:cNvSpPr/>
            <p:nvPr/>
          </p:nvSpPr>
          <p:spPr>
            <a:xfrm>
              <a:off x="4390450" y="1152729"/>
              <a:ext cx="55619" cy="55814"/>
            </a:xfrm>
            <a:custGeom>
              <a:avLst/>
              <a:gdLst>
                <a:gd name="connsiteX0" fmla="*/ 55619 w 55619"/>
                <a:gd name="connsiteY0" fmla="*/ 27907 h 55814"/>
                <a:gd name="connsiteX1" fmla="*/ 27810 w 55619"/>
                <a:gd name="connsiteY1" fmla="*/ 55814 h 55814"/>
                <a:gd name="connsiteX2" fmla="*/ 0 w 55619"/>
                <a:gd name="connsiteY2" fmla="*/ 27907 h 55814"/>
                <a:gd name="connsiteX3" fmla="*/ 27810 w 55619"/>
                <a:gd name="connsiteY3" fmla="*/ 0 h 55814"/>
                <a:gd name="connsiteX4" fmla="*/ 55619 w 55619"/>
                <a:gd name="connsiteY4" fmla="*/ 27907 h 558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619" h="55814">
                  <a:moveTo>
                    <a:pt x="55619" y="27907"/>
                  </a:moveTo>
                  <a:cubicBezTo>
                    <a:pt x="55619" y="43229"/>
                    <a:pt x="43259" y="55814"/>
                    <a:pt x="27810" y="55814"/>
                  </a:cubicBezTo>
                  <a:cubicBezTo>
                    <a:pt x="12360" y="55814"/>
                    <a:pt x="0" y="43411"/>
                    <a:pt x="0" y="27907"/>
                  </a:cubicBezTo>
                  <a:cubicBezTo>
                    <a:pt x="0" y="12403"/>
                    <a:pt x="12360" y="0"/>
                    <a:pt x="27810" y="0"/>
                  </a:cubicBezTo>
                  <a:cubicBezTo>
                    <a:pt x="43259" y="0"/>
                    <a:pt x="55619" y="12403"/>
                    <a:pt x="55619" y="27907"/>
                  </a:cubicBezTo>
                  <a:close/>
                </a:path>
              </a:pathLst>
            </a:custGeom>
            <a:noFill/>
            <a:ln w="25400" cap="rnd">
              <a:solidFill>
                <a:srgbClr val="005EFF"/>
              </a:solidFill>
              <a:prstDash val="solid"/>
              <a:round/>
            </a:ln>
          </p:spPr>
          <p:txBody>
            <a:bodyPr rtlCol="0" anchor="ctr"/>
            <a:lstStyle/>
            <a:p>
              <a:endParaRPr lang="en-CR"/>
            </a:p>
          </p:txBody>
        </p:sp>
        <p:sp>
          <p:nvSpPr>
            <p:cNvPr id="20" name="Freeform 19">
              <a:extLst>
                <a:ext uri="{FF2B5EF4-FFF2-40B4-BE49-F238E27FC236}">
                  <a16:creationId xmlns:a16="http://schemas.microsoft.com/office/drawing/2014/main" id="{219D6D26-EB19-F972-BA57-AC7690637955}"/>
                </a:ext>
              </a:extLst>
            </p:cNvPr>
            <p:cNvSpPr/>
            <p:nvPr/>
          </p:nvSpPr>
          <p:spPr>
            <a:xfrm>
              <a:off x="4755974" y="1518988"/>
              <a:ext cx="55619" cy="55814"/>
            </a:xfrm>
            <a:custGeom>
              <a:avLst/>
              <a:gdLst>
                <a:gd name="connsiteX0" fmla="*/ 55619 w 55619"/>
                <a:gd name="connsiteY0" fmla="*/ 27907 h 55814"/>
                <a:gd name="connsiteX1" fmla="*/ 27810 w 55619"/>
                <a:gd name="connsiteY1" fmla="*/ 55814 h 55814"/>
                <a:gd name="connsiteX2" fmla="*/ 0 w 55619"/>
                <a:gd name="connsiteY2" fmla="*/ 27907 h 55814"/>
                <a:gd name="connsiteX3" fmla="*/ 27810 w 55619"/>
                <a:gd name="connsiteY3" fmla="*/ 0 h 55814"/>
                <a:gd name="connsiteX4" fmla="*/ 55619 w 55619"/>
                <a:gd name="connsiteY4" fmla="*/ 27907 h 558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619" h="55814">
                  <a:moveTo>
                    <a:pt x="55619" y="27907"/>
                  </a:moveTo>
                  <a:cubicBezTo>
                    <a:pt x="55619" y="43229"/>
                    <a:pt x="43259" y="55814"/>
                    <a:pt x="27810" y="55814"/>
                  </a:cubicBezTo>
                  <a:cubicBezTo>
                    <a:pt x="12360" y="55814"/>
                    <a:pt x="0" y="43411"/>
                    <a:pt x="0" y="27907"/>
                  </a:cubicBezTo>
                  <a:cubicBezTo>
                    <a:pt x="0" y="12403"/>
                    <a:pt x="12360" y="0"/>
                    <a:pt x="27810" y="0"/>
                  </a:cubicBezTo>
                  <a:cubicBezTo>
                    <a:pt x="43259" y="0"/>
                    <a:pt x="55619" y="12403"/>
                    <a:pt x="55619" y="27907"/>
                  </a:cubicBezTo>
                  <a:close/>
                </a:path>
              </a:pathLst>
            </a:custGeom>
            <a:noFill/>
            <a:ln w="25400" cap="rnd">
              <a:solidFill>
                <a:srgbClr val="005EFF"/>
              </a:solidFill>
              <a:prstDash val="solid"/>
              <a:round/>
            </a:ln>
          </p:spPr>
          <p:txBody>
            <a:bodyPr rtlCol="0" anchor="ctr"/>
            <a:lstStyle/>
            <a:p>
              <a:endParaRPr lang="en-CR"/>
            </a:p>
          </p:txBody>
        </p:sp>
        <p:grpSp>
          <p:nvGrpSpPr>
            <p:cNvPr id="190" name="Graphic 7">
              <a:extLst>
                <a:ext uri="{FF2B5EF4-FFF2-40B4-BE49-F238E27FC236}">
                  <a16:creationId xmlns:a16="http://schemas.microsoft.com/office/drawing/2014/main" id="{54E9EFDB-B6DF-7BF1-7145-C3021607C23F}"/>
                </a:ext>
              </a:extLst>
            </p:cNvPr>
            <p:cNvGrpSpPr/>
            <p:nvPr/>
          </p:nvGrpSpPr>
          <p:grpSpPr>
            <a:xfrm>
              <a:off x="4430075" y="1205807"/>
              <a:ext cx="82520" cy="151209"/>
              <a:chOff x="4430075" y="1205807"/>
              <a:chExt cx="82520" cy="151209"/>
            </a:xfrm>
          </p:grpSpPr>
          <p:sp>
            <p:nvSpPr>
              <p:cNvPr id="192" name="Freeform 191">
                <a:extLst>
                  <a:ext uri="{FF2B5EF4-FFF2-40B4-BE49-F238E27FC236}">
                    <a16:creationId xmlns:a16="http://schemas.microsoft.com/office/drawing/2014/main" id="{030859DF-1D7A-CAAF-1CD5-2E7149149E78}"/>
                  </a:ext>
                </a:extLst>
              </p:cNvPr>
              <p:cNvSpPr/>
              <p:nvPr/>
            </p:nvSpPr>
            <p:spPr>
              <a:xfrm>
                <a:off x="4430075" y="1205807"/>
                <a:ext cx="10905" cy="19881"/>
              </a:xfrm>
              <a:custGeom>
                <a:avLst/>
                <a:gdLst>
                  <a:gd name="connsiteX0" fmla="*/ 0 w 10905"/>
                  <a:gd name="connsiteY0" fmla="*/ 0 h 19881"/>
                  <a:gd name="connsiteX1" fmla="*/ 10906 w 10905"/>
                  <a:gd name="connsiteY1" fmla="*/ 19882 h 19881"/>
                </a:gdLst>
                <a:ahLst/>
                <a:cxnLst>
                  <a:cxn ang="0">
                    <a:pos x="connsiteX0" y="connsiteY0"/>
                  </a:cxn>
                  <a:cxn ang="0">
                    <a:pos x="connsiteX1" y="connsiteY1"/>
                  </a:cxn>
                </a:cxnLst>
                <a:rect l="l" t="t" r="r" b="b"/>
                <a:pathLst>
                  <a:path w="10905" h="19881">
                    <a:moveTo>
                      <a:pt x="0" y="0"/>
                    </a:moveTo>
                    <a:lnTo>
                      <a:pt x="10906" y="19882"/>
                    </a:lnTo>
                  </a:path>
                </a:pathLst>
              </a:custGeom>
              <a:ln w="25400" cap="rnd">
                <a:solidFill>
                  <a:srgbClr val="005EFF"/>
                </a:solidFill>
                <a:prstDash val="solid"/>
                <a:round/>
              </a:ln>
            </p:spPr>
            <p:txBody>
              <a:bodyPr rtlCol="0" anchor="ctr"/>
              <a:lstStyle/>
              <a:p>
                <a:endParaRPr lang="en-CR"/>
              </a:p>
            </p:txBody>
          </p:sp>
          <p:sp>
            <p:nvSpPr>
              <p:cNvPr id="193" name="Freeform 192">
                <a:extLst>
                  <a:ext uri="{FF2B5EF4-FFF2-40B4-BE49-F238E27FC236}">
                    <a16:creationId xmlns:a16="http://schemas.microsoft.com/office/drawing/2014/main" id="{15C3E213-0DE8-A703-9D64-AB9206365D30}"/>
                  </a:ext>
                </a:extLst>
              </p:cNvPr>
              <p:cNvSpPr/>
              <p:nvPr/>
            </p:nvSpPr>
            <p:spPr>
              <a:xfrm>
                <a:off x="4430075" y="1205807"/>
                <a:ext cx="82520" cy="151209"/>
              </a:xfrm>
              <a:custGeom>
                <a:avLst/>
                <a:gdLst>
                  <a:gd name="connsiteX0" fmla="*/ 0 w 82520"/>
                  <a:gd name="connsiteY0" fmla="*/ 0 h 151209"/>
                  <a:gd name="connsiteX1" fmla="*/ 82520 w 82520"/>
                  <a:gd name="connsiteY1" fmla="*/ 151210 h 151209"/>
                </a:gdLst>
                <a:ahLst/>
                <a:cxnLst>
                  <a:cxn ang="0">
                    <a:pos x="connsiteX0" y="connsiteY0"/>
                  </a:cxn>
                  <a:cxn ang="0">
                    <a:pos x="connsiteX1" y="connsiteY1"/>
                  </a:cxn>
                </a:cxnLst>
                <a:rect l="l" t="t" r="r" b="b"/>
                <a:pathLst>
                  <a:path w="82520" h="151209">
                    <a:moveTo>
                      <a:pt x="0" y="0"/>
                    </a:moveTo>
                    <a:lnTo>
                      <a:pt x="82520" y="151210"/>
                    </a:lnTo>
                  </a:path>
                </a:pathLst>
              </a:custGeom>
              <a:ln w="25400" cap="rnd">
                <a:solidFill>
                  <a:srgbClr val="005EFF"/>
                </a:solidFill>
                <a:prstDash val="solid"/>
                <a:round/>
              </a:ln>
            </p:spPr>
            <p:txBody>
              <a:bodyPr rtlCol="0" anchor="ctr"/>
              <a:lstStyle/>
              <a:p>
                <a:endParaRPr lang="en-CR"/>
              </a:p>
            </p:txBody>
          </p:sp>
          <p:sp>
            <p:nvSpPr>
              <p:cNvPr id="194" name="Freeform 193">
                <a:extLst>
                  <a:ext uri="{FF2B5EF4-FFF2-40B4-BE49-F238E27FC236}">
                    <a16:creationId xmlns:a16="http://schemas.microsoft.com/office/drawing/2014/main" id="{8D8D8113-DF23-A51F-E075-29BA4E80BBED}"/>
                  </a:ext>
                </a:extLst>
              </p:cNvPr>
              <p:cNvSpPr/>
              <p:nvPr/>
            </p:nvSpPr>
            <p:spPr>
              <a:xfrm>
                <a:off x="4501689" y="1336953"/>
                <a:ext cx="10905" cy="20063"/>
              </a:xfrm>
              <a:custGeom>
                <a:avLst/>
                <a:gdLst>
                  <a:gd name="connsiteX0" fmla="*/ 0 w 10905"/>
                  <a:gd name="connsiteY0" fmla="*/ 0 h 20063"/>
                  <a:gd name="connsiteX1" fmla="*/ 10906 w 10905"/>
                  <a:gd name="connsiteY1" fmla="*/ 20064 h 20063"/>
                </a:gdLst>
                <a:ahLst/>
                <a:cxnLst>
                  <a:cxn ang="0">
                    <a:pos x="connsiteX0" y="connsiteY0"/>
                  </a:cxn>
                  <a:cxn ang="0">
                    <a:pos x="connsiteX1" y="connsiteY1"/>
                  </a:cxn>
                </a:cxnLst>
                <a:rect l="l" t="t" r="r" b="b"/>
                <a:pathLst>
                  <a:path w="10905" h="20063">
                    <a:moveTo>
                      <a:pt x="0" y="0"/>
                    </a:moveTo>
                    <a:lnTo>
                      <a:pt x="10906" y="20064"/>
                    </a:lnTo>
                  </a:path>
                </a:pathLst>
              </a:custGeom>
              <a:ln w="25400" cap="rnd">
                <a:solidFill>
                  <a:srgbClr val="005EFF"/>
                </a:solidFill>
                <a:prstDash val="solid"/>
                <a:round/>
              </a:ln>
            </p:spPr>
            <p:txBody>
              <a:bodyPr rtlCol="0" anchor="ctr"/>
              <a:lstStyle/>
              <a:p>
                <a:endParaRPr lang="en-CR"/>
              </a:p>
            </p:txBody>
          </p:sp>
        </p:grpSp>
        <p:sp>
          <p:nvSpPr>
            <p:cNvPr id="191" name="Freeform 190">
              <a:extLst>
                <a:ext uri="{FF2B5EF4-FFF2-40B4-BE49-F238E27FC236}">
                  <a16:creationId xmlns:a16="http://schemas.microsoft.com/office/drawing/2014/main" id="{BDCA1D99-FB15-3E55-C3A1-31F7BAD63E9E}"/>
                </a:ext>
              </a:extLst>
            </p:cNvPr>
            <p:cNvSpPr/>
            <p:nvPr/>
          </p:nvSpPr>
          <p:spPr>
            <a:xfrm>
              <a:off x="4482967" y="1350268"/>
              <a:ext cx="112329" cy="112723"/>
            </a:xfrm>
            <a:custGeom>
              <a:avLst/>
              <a:gdLst>
                <a:gd name="connsiteX0" fmla="*/ 112329 w 112329"/>
                <a:gd name="connsiteY0" fmla="*/ 56362 h 112723"/>
                <a:gd name="connsiteX1" fmla="*/ 56165 w 112329"/>
                <a:gd name="connsiteY1" fmla="*/ 112723 h 112723"/>
                <a:gd name="connsiteX2" fmla="*/ 0 w 112329"/>
                <a:gd name="connsiteY2" fmla="*/ 56362 h 112723"/>
                <a:gd name="connsiteX3" fmla="*/ 56165 w 112329"/>
                <a:gd name="connsiteY3" fmla="*/ 0 h 112723"/>
                <a:gd name="connsiteX4" fmla="*/ 112329 w 112329"/>
                <a:gd name="connsiteY4" fmla="*/ 56362 h 1127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2329" h="112723">
                  <a:moveTo>
                    <a:pt x="112329" y="56362"/>
                  </a:moveTo>
                  <a:cubicBezTo>
                    <a:pt x="112329" y="87552"/>
                    <a:pt x="87246" y="112723"/>
                    <a:pt x="56165" y="112723"/>
                  </a:cubicBezTo>
                  <a:cubicBezTo>
                    <a:pt x="25083" y="112723"/>
                    <a:pt x="0" y="87552"/>
                    <a:pt x="0" y="56362"/>
                  </a:cubicBezTo>
                  <a:cubicBezTo>
                    <a:pt x="0" y="25171"/>
                    <a:pt x="25083" y="0"/>
                    <a:pt x="56165" y="0"/>
                  </a:cubicBezTo>
                  <a:cubicBezTo>
                    <a:pt x="87246" y="0"/>
                    <a:pt x="112329" y="25171"/>
                    <a:pt x="112329" y="56362"/>
                  </a:cubicBezTo>
                  <a:close/>
                </a:path>
              </a:pathLst>
            </a:custGeom>
            <a:noFill/>
            <a:ln w="25400" cap="rnd">
              <a:solidFill>
                <a:srgbClr val="005EFF"/>
              </a:solidFill>
              <a:prstDash val="solid"/>
              <a:round/>
            </a:ln>
          </p:spPr>
          <p:txBody>
            <a:bodyPr rtlCol="0" anchor="ctr"/>
            <a:lstStyle/>
            <a:p>
              <a:endParaRPr lang="en-CR"/>
            </a:p>
          </p:txBody>
        </p:sp>
      </p:grpSp>
      <p:grpSp>
        <p:nvGrpSpPr>
          <p:cNvPr id="206" name="Graphic 200">
            <a:extLst>
              <a:ext uri="{FF2B5EF4-FFF2-40B4-BE49-F238E27FC236}">
                <a16:creationId xmlns:a16="http://schemas.microsoft.com/office/drawing/2014/main" id="{ED2B9BB8-7C23-EC2B-7EE9-7C9B62887303}"/>
              </a:ext>
            </a:extLst>
          </p:cNvPr>
          <p:cNvGrpSpPr/>
          <p:nvPr/>
        </p:nvGrpSpPr>
        <p:grpSpPr>
          <a:xfrm>
            <a:off x="5830986" y="1190486"/>
            <a:ext cx="540000" cy="520204"/>
            <a:chOff x="5527713" y="1168975"/>
            <a:chExt cx="518198" cy="520204"/>
          </a:xfrm>
          <a:noFill/>
        </p:grpSpPr>
        <p:sp>
          <p:nvSpPr>
            <p:cNvPr id="207" name="Freeform 206">
              <a:extLst>
                <a:ext uri="{FF2B5EF4-FFF2-40B4-BE49-F238E27FC236}">
                  <a16:creationId xmlns:a16="http://schemas.microsoft.com/office/drawing/2014/main" id="{1DC32895-839E-F6A6-872C-FE4F5CBC059B}"/>
                </a:ext>
              </a:extLst>
            </p:cNvPr>
            <p:cNvSpPr/>
            <p:nvPr/>
          </p:nvSpPr>
          <p:spPr>
            <a:xfrm>
              <a:off x="5649009" y="1619503"/>
              <a:ext cx="18240" cy="69676"/>
            </a:xfrm>
            <a:custGeom>
              <a:avLst/>
              <a:gdLst>
                <a:gd name="connsiteX0" fmla="*/ 0 w 18240"/>
                <a:gd name="connsiteY0" fmla="*/ 0 h 69676"/>
                <a:gd name="connsiteX1" fmla="*/ 0 w 18240"/>
                <a:gd name="connsiteY1" fmla="*/ 69677 h 69676"/>
              </a:gdLst>
              <a:ahLst/>
              <a:cxnLst>
                <a:cxn ang="0">
                  <a:pos x="connsiteX0" y="connsiteY0"/>
                </a:cxn>
                <a:cxn ang="0">
                  <a:pos x="connsiteX1" y="connsiteY1"/>
                </a:cxn>
              </a:cxnLst>
              <a:rect l="l" t="t" r="r" b="b"/>
              <a:pathLst>
                <a:path w="18240" h="69676">
                  <a:moveTo>
                    <a:pt x="0" y="0"/>
                  </a:moveTo>
                  <a:lnTo>
                    <a:pt x="0" y="69677"/>
                  </a:lnTo>
                </a:path>
              </a:pathLst>
            </a:custGeom>
            <a:ln w="25400" cap="rnd">
              <a:solidFill>
                <a:srgbClr val="005EFF"/>
              </a:solidFill>
              <a:prstDash val="solid"/>
              <a:round/>
            </a:ln>
          </p:spPr>
          <p:txBody>
            <a:bodyPr rtlCol="0" anchor="ctr"/>
            <a:lstStyle/>
            <a:p>
              <a:endParaRPr lang="en-CR"/>
            </a:p>
          </p:txBody>
        </p:sp>
        <p:sp>
          <p:nvSpPr>
            <p:cNvPr id="208" name="Freeform 207">
              <a:extLst>
                <a:ext uri="{FF2B5EF4-FFF2-40B4-BE49-F238E27FC236}">
                  <a16:creationId xmlns:a16="http://schemas.microsoft.com/office/drawing/2014/main" id="{645C6577-7EA3-2D57-E0C0-6241CF616898}"/>
                </a:ext>
              </a:extLst>
            </p:cNvPr>
            <p:cNvSpPr/>
            <p:nvPr/>
          </p:nvSpPr>
          <p:spPr>
            <a:xfrm>
              <a:off x="5721969" y="1619503"/>
              <a:ext cx="18240" cy="69676"/>
            </a:xfrm>
            <a:custGeom>
              <a:avLst/>
              <a:gdLst>
                <a:gd name="connsiteX0" fmla="*/ 0 w 18240"/>
                <a:gd name="connsiteY0" fmla="*/ 0 h 69676"/>
                <a:gd name="connsiteX1" fmla="*/ 0 w 18240"/>
                <a:gd name="connsiteY1" fmla="*/ 69677 h 69676"/>
              </a:gdLst>
              <a:ahLst/>
              <a:cxnLst>
                <a:cxn ang="0">
                  <a:pos x="connsiteX0" y="connsiteY0"/>
                </a:cxn>
                <a:cxn ang="0">
                  <a:pos x="connsiteX1" y="connsiteY1"/>
                </a:cxn>
              </a:cxnLst>
              <a:rect l="l" t="t" r="r" b="b"/>
              <a:pathLst>
                <a:path w="18240" h="69676">
                  <a:moveTo>
                    <a:pt x="0" y="0"/>
                  </a:moveTo>
                  <a:lnTo>
                    <a:pt x="0" y="69677"/>
                  </a:lnTo>
                </a:path>
              </a:pathLst>
            </a:custGeom>
            <a:ln w="25400" cap="rnd">
              <a:solidFill>
                <a:srgbClr val="005EFF"/>
              </a:solidFill>
              <a:prstDash val="solid"/>
              <a:round/>
            </a:ln>
          </p:spPr>
          <p:txBody>
            <a:bodyPr rtlCol="0" anchor="ctr"/>
            <a:lstStyle/>
            <a:p>
              <a:endParaRPr lang="en-CR"/>
            </a:p>
          </p:txBody>
        </p:sp>
        <p:sp>
          <p:nvSpPr>
            <p:cNvPr id="209" name="Freeform 208">
              <a:extLst>
                <a:ext uri="{FF2B5EF4-FFF2-40B4-BE49-F238E27FC236}">
                  <a16:creationId xmlns:a16="http://schemas.microsoft.com/office/drawing/2014/main" id="{2731AB04-5BB4-EEC0-52FA-3F2E9F94737E}"/>
                </a:ext>
              </a:extLst>
            </p:cNvPr>
            <p:cNvSpPr/>
            <p:nvPr/>
          </p:nvSpPr>
          <p:spPr>
            <a:xfrm>
              <a:off x="5794929" y="1619503"/>
              <a:ext cx="18240" cy="69676"/>
            </a:xfrm>
            <a:custGeom>
              <a:avLst/>
              <a:gdLst>
                <a:gd name="connsiteX0" fmla="*/ 0 w 18240"/>
                <a:gd name="connsiteY0" fmla="*/ 0 h 69676"/>
                <a:gd name="connsiteX1" fmla="*/ 0 w 18240"/>
                <a:gd name="connsiteY1" fmla="*/ 69677 h 69676"/>
              </a:gdLst>
              <a:ahLst/>
              <a:cxnLst>
                <a:cxn ang="0">
                  <a:pos x="connsiteX0" y="connsiteY0"/>
                </a:cxn>
                <a:cxn ang="0">
                  <a:pos x="connsiteX1" y="connsiteY1"/>
                </a:cxn>
              </a:cxnLst>
              <a:rect l="l" t="t" r="r" b="b"/>
              <a:pathLst>
                <a:path w="18240" h="69676">
                  <a:moveTo>
                    <a:pt x="0" y="0"/>
                  </a:moveTo>
                  <a:lnTo>
                    <a:pt x="0" y="69677"/>
                  </a:lnTo>
                </a:path>
              </a:pathLst>
            </a:custGeom>
            <a:ln w="25400" cap="rnd">
              <a:solidFill>
                <a:srgbClr val="005EFF"/>
              </a:solidFill>
              <a:prstDash val="solid"/>
              <a:round/>
            </a:ln>
          </p:spPr>
          <p:txBody>
            <a:bodyPr rtlCol="0" anchor="ctr"/>
            <a:lstStyle/>
            <a:p>
              <a:endParaRPr lang="en-CR"/>
            </a:p>
          </p:txBody>
        </p:sp>
        <p:sp>
          <p:nvSpPr>
            <p:cNvPr id="210" name="Freeform 209">
              <a:extLst>
                <a:ext uri="{FF2B5EF4-FFF2-40B4-BE49-F238E27FC236}">
                  <a16:creationId xmlns:a16="http://schemas.microsoft.com/office/drawing/2014/main" id="{E195756B-C960-B108-9785-CD87E065725D}"/>
                </a:ext>
              </a:extLst>
            </p:cNvPr>
            <p:cNvSpPr/>
            <p:nvPr/>
          </p:nvSpPr>
          <p:spPr>
            <a:xfrm>
              <a:off x="5867889" y="1619503"/>
              <a:ext cx="18240" cy="69676"/>
            </a:xfrm>
            <a:custGeom>
              <a:avLst/>
              <a:gdLst>
                <a:gd name="connsiteX0" fmla="*/ 0 w 18240"/>
                <a:gd name="connsiteY0" fmla="*/ 0 h 69676"/>
                <a:gd name="connsiteX1" fmla="*/ 0 w 18240"/>
                <a:gd name="connsiteY1" fmla="*/ 69677 h 69676"/>
              </a:gdLst>
              <a:ahLst/>
              <a:cxnLst>
                <a:cxn ang="0">
                  <a:pos x="connsiteX0" y="connsiteY0"/>
                </a:cxn>
                <a:cxn ang="0">
                  <a:pos x="connsiteX1" y="connsiteY1"/>
                </a:cxn>
              </a:cxnLst>
              <a:rect l="l" t="t" r="r" b="b"/>
              <a:pathLst>
                <a:path w="18240" h="69676">
                  <a:moveTo>
                    <a:pt x="0" y="0"/>
                  </a:moveTo>
                  <a:lnTo>
                    <a:pt x="0" y="69677"/>
                  </a:lnTo>
                </a:path>
              </a:pathLst>
            </a:custGeom>
            <a:ln w="25400" cap="rnd">
              <a:solidFill>
                <a:srgbClr val="005EFF"/>
              </a:solidFill>
              <a:prstDash val="solid"/>
              <a:round/>
            </a:ln>
          </p:spPr>
          <p:txBody>
            <a:bodyPr rtlCol="0" anchor="ctr"/>
            <a:lstStyle/>
            <a:p>
              <a:endParaRPr lang="en-CR"/>
            </a:p>
          </p:txBody>
        </p:sp>
        <p:sp>
          <p:nvSpPr>
            <p:cNvPr id="211" name="Freeform 210">
              <a:extLst>
                <a:ext uri="{FF2B5EF4-FFF2-40B4-BE49-F238E27FC236}">
                  <a16:creationId xmlns:a16="http://schemas.microsoft.com/office/drawing/2014/main" id="{63E55528-9005-6D5F-2586-0B9974255B53}"/>
                </a:ext>
              </a:extLst>
            </p:cNvPr>
            <p:cNvSpPr/>
            <p:nvPr/>
          </p:nvSpPr>
          <p:spPr>
            <a:xfrm>
              <a:off x="5940849" y="1619503"/>
              <a:ext cx="18240" cy="69676"/>
            </a:xfrm>
            <a:custGeom>
              <a:avLst/>
              <a:gdLst>
                <a:gd name="connsiteX0" fmla="*/ 0 w 18240"/>
                <a:gd name="connsiteY0" fmla="*/ 0 h 69676"/>
                <a:gd name="connsiteX1" fmla="*/ 0 w 18240"/>
                <a:gd name="connsiteY1" fmla="*/ 69677 h 69676"/>
              </a:gdLst>
              <a:ahLst/>
              <a:cxnLst>
                <a:cxn ang="0">
                  <a:pos x="connsiteX0" y="connsiteY0"/>
                </a:cxn>
                <a:cxn ang="0">
                  <a:pos x="connsiteX1" y="connsiteY1"/>
                </a:cxn>
              </a:cxnLst>
              <a:rect l="l" t="t" r="r" b="b"/>
              <a:pathLst>
                <a:path w="18240" h="69676">
                  <a:moveTo>
                    <a:pt x="0" y="0"/>
                  </a:moveTo>
                  <a:lnTo>
                    <a:pt x="0" y="69677"/>
                  </a:lnTo>
                </a:path>
              </a:pathLst>
            </a:custGeom>
            <a:ln w="25400" cap="rnd">
              <a:solidFill>
                <a:srgbClr val="005EFF"/>
              </a:solidFill>
              <a:prstDash val="solid"/>
              <a:round/>
            </a:ln>
          </p:spPr>
          <p:txBody>
            <a:bodyPr rtlCol="0" anchor="ctr"/>
            <a:lstStyle/>
            <a:p>
              <a:endParaRPr lang="en-CR"/>
            </a:p>
          </p:txBody>
        </p:sp>
        <p:sp>
          <p:nvSpPr>
            <p:cNvPr id="212" name="Freeform 211">
              <a:extLst>
                <a:ext uri="{FF2B5EF4-FFF2-40B4-BE49-F238E27FC236}">
                  <a16:creationId xmlns:a16="http://schemas.microsoft.com/office/drawing/2014/main" id="{F79E2EF3-36F1-B9E0-945E-D91CE8EF954C}"/>
                </a:ext>
              </a:extLst>
            </p:cNvPr>
            <p:cNvSpPr/>
            <p:nvPr/>
          </p:nvSpPr>
          <p:spPr>
            <a:xfrm>
              <a:off x="5630769" y="1168975"/>
              <a:ext cx="18240" cy="67488"/>
            </a:xfrm>
            <a:custGeom>
              <a:avLst/>
              <a:gdLst>
                <a:gd name="connsiteX0" fmla="*/ 0 w 18240"/>
                <a:gd name="connsiteY0" fmla="*/ 0 h 67488"/>
                <a:gd name="connsiteX1" fmla="*/ 0 w 18240"/>
                <a:gd name="connsiteY1" fmla="*/ 67488 h 67488"/>
              </a:gdLst>
              <a:ahLst/>
              <a:cxnLst>
                <a:cxn ang="0">
                  <a:pos x="connsiteX0" y="connsiteY0"/>
                </a:cxn>
                <a:cxn ang="0">
                  <a:pos x="connsiteX1" y="connsiteY1"/>
                </a:cxn>
              </a:cxnLst>
              <a:rect l="l" t="t" r="r" b="b"/>
              <a:pathLst>
                <a:path w="18240" h="67488">
                  <a:moveTo>
                    <a:pt x="0" y="0"/>
                  </a:moveTo>
                  <a:lnTo>
                    <a:pt x="0" y="67488"/>
                  </a:lnTo>
                </a:path>
              </a:pathLst>
            </a:custGeom>
            <a:ln w="25400" cap="rnd">
              <a:solidFill>
                <a:srgbClr val="005EFF"/>
              </a:solidFill>
              <a:prstDash val="solid"/>
              <a:round/>
            </a:ln>
          </p:spPr>
          <p:txBody>
            <a:bodyPr rtlCol="0" anchor="ctr"/>
            <a:lstStyle/>
            <a:p>
              <a:endParaRPr lang="en-CR"/>
            </a:p>
          </p:txBody>
        </p:sp>
        <p:sp>
          <p:nvSpPr>
            <p:cNvPr id="213" name="Freeform 212">
              <a:extLst>
                <a:ext uri="{FF2B5EF4-FFF2-40B4-BE49-F238E27FC236}">
                  <a16:creationId xmlns:a16="http://schemas.microsoft.com/office/drawing/2014/main" id="{BAAE4466-9484-7BDA-9297-02B171B17647}"/>
                </a:ext>
              </a:extLst>
            </p:cNvPr>
            <p:cNvSpPr/>
            <p:nvPr/>
          </p:nvSpPr>
          <p:spPr>
            <a:xfrm>
              <a:off x="5703729" y="1168975"/>
              <a:ext cx="18240" cy="67488"/>
            </a:xfrm>
            <a:custGeom>
              <a:avLst/>
              <a:gdLst>
                <a:gd name="connsiteX0" fmla="*/ 0 w 18240"/>
                <a:gd name="connsiteY0" fmla="*/ 0 h 67488"/>
                <a:gd name="connsiteX1" fmla="*/ 0 w 18240"/>
                <a:gd name="connsiteY1" fmla="*/ 67488 h 67488"/>
              </a:gdLst>
              <a:ahLst/>
              <a:cxnLst>
                <a:cxn ang="0">
                  <a:pos x="connsiteX0" y="connsiteY0"/>
                </a:cxn>
                <a:cxn ang="0">
                  <a:pos x="connsiteX1" y="connsiteY1"/>
                </a:cxn>
              </a:cxnLst>
              <a:rect l="l" t="t" r="r" b="b"/>
              <a:pathLst>
                <a:path w="18240" h="67488">
                  <a:moveTo>
                    <a:pt x="0" y="0"/>
                  </a:moveTo>
                  <a:lnTo>
                    <a:pt x="0" y="67488"/>
                  </a:lnTo>
                </a:path>
              </a:pathLst>
            </a:custGeom>
            <a:ln w="25400" cap="rnd">
              <a:solidFill>
                <a:srgbClr val="005EFF"/>
              </a:solidFill>
              <a:prstDash val="solid"/>
              <a:round/>
            </a:ln>
          </p:spPr>
          <p:txBody>
            <a:bodyPr rtlCol="0" anchor="ctr"/>
            <a:lstStyle/>
            <a:p>
              <a:endParaRPr lang="en-CR"/>
            </a:p>
          </p:txBody>
        </p:sp>
        <p:sp>
          <p:nvSpPr>
            <p:cNvPr id="214" name="Freeform 213">
              <a:extLst>
                <a:ext uri="{FF2B5EF4-FFF2-40B4-BE49-F238E27FC236}">
                  <a16:creationId xmlns:a16="http://schemas.microsoft.com/office/drawing/2014/main" id="{4C53ABE9-B11F-4865-D2BD-E3F59C0EE238}"/>
                </a:ext>
              </a:extLst>
            </p:cNvPr>
            <p:cNvSpPr/>
            <p:nvPr/>
          </p:nvSpPr>
          <p:spPr>
            <a:xfrm>
              <a:off x="5776689" y="1168975"/>
              <a:ext cx="18240" cy="67488"/>
            </a:xfrm>
            <a:custGeom>
              <a:avLst/>
              <a:gdLst>
                <a:gd name="connsiteX0" fmla="*/ 0 w 18240"/>
                <a:gd name="connsiteY0" fmla="*/ 0 h 67488"/>
                <a:gd name="connsiteX1" fmla="*/ 0 w 18240"/>
                <a:gd name="connsiteY1" fmla="*/ 67488 h 67488"/>
              </a:gdLst>
              <a:ahLst/>
              <a:cxnLst>
                <a:cxn ang="0">
                  <a:pos x="connsiteX0" y="connsiteY0"/>
                </a:cxn>
                <a:cxn ang="0">
                  <a:pos x="connsiteX1" y="connsiteY1"/>
                </a:cxn>
              </a:cxnLst>
              <a:rect l="l" t="t" r="r" b="b"/>
              <a:pathLst>
                <a:path w="18240" h="67488">
                  <a:moveTo>
                    <a:pt x="0" y="0"/>
                  </a:moveTo>
                  <a:lnTo>
                    <a:pt x="0" y="67488"/>
                  </a:lnTo>
                </a:path>
              </a:pathLst>
            </a:custGeom>
            <a:ln w="25400" cap="rnd">
              <a:solidFill>
                <a:srgbClr val="005EFF"/>
              </a:solidFill>
              <a:prstDash val="solid"/>
              <a:round/>
            </a:ln>
          </p:spPr>
          <p:txBody>
            <a:bodyPr rtlCol="0" anchor="ctr"/>
            <a:lstStyle/>
            <a:p>
              <a:endParaRPr lang="en-CR"/>
            </a:p>
          </p:txBody>
        </p:sp>
        <p:sp>
          <p:nvSpPr>
            <p:cNvPr id="215" name="Freeform 214">
              <a:extLst>
                <a:ext uri="{FF2B5EF4-FFF2-40B4-BE49-F238E27FC236}">
                  <a16:creationId xmlns:a16="http://schemas.microsoft.com/office/drawing/2014/main" id="{9B4CA70F-BEDE-5D30-8F0F-42E071F4BB32}"/>
                </a:ext>
              </a:extLst>
            </p:cNvPr>
            <p:cNvSpPr/>
            <p:nvPr/>
          </p:nvSpPr>
          <p:spPr>
            <a:xfrm>
              <a:off x="5849649" y="1168975"/>
              <a:ext cx="18240" cy="67488"/>
            </a:xfrm>
            <a:custGeom>
              <a:avLst/>
              <a:gdLst>
                <a:gd name="connsiteX0" fmla="*/ 0 w 18240"/>
                <a:gd name="connsiteY0" fmla="*/ 0 h 67488"/>
                <a:gd name="connsiteX1" fmla="*/ 0 w 18240"/>
                <a:gd name="connsiteY1" fmla="*/ 67488 h 67488"/>
              </a:gdLst>
              <a:ahLst/>
              <a:cxnLst>
                <a:cxn ang="0">
                  <a:pos x="connsiteX0" y="connsiteY0"/>
                </a:cxn>
                <a:cxn ang="0">
                  <a:pos x="connsiteX1" y="connsiteY1"/>
                </a:cxn>
              </a:cxnLst>
              <a:rect l="l" t="t" r="r" b="b"/>
              <a:pathLst>
                <a:path w="18240" h="67488">
                  <a:moveTo>
                    <a:pt x="0" y="0"/>
                  </a:moveTo>
                  <a:lnTo>
                    <a:pt x="0" y="67488"/>
                  </a:lnTo>
                </a:path>
              </a:pathLst>
            </a:custGeom>
            <a:ln w="25400" cap="rnd">
              <a:solidFill>
                <a:srgbClr val="005EFF"/>
              </a:solidFill>
              <a:prstDash val="solid"/>
              <a:round/>
            </a:ln>
          </p:spPr>
          <p:txBody>
            <a:bodyPr rtlCol="0" anchor="ctr"/>
            <a:lstStyle/>
            <a:p>
              <a:endParaRPr lang="en-CR"/>
            </a:p>
          </p:txBody>
        </p:sp>
        <p:sp>
          <p:nvSpPr>
            <p:cNvPr id="216" name="Freeform 215">
              <a:extLst>
                <a:ext uri="{FF2B5EF4-FFF2-40B4-BE49-F238E27FC236}">
                  <a16:creationId xmlns:a16="http://schemas.microsoft.com/office/drawing/2014/main" id="{BBA46897-7DAE-BF45-9396-8440867A280D}"/>
                </a:ext>
              </a:extLst>
            </p:cNvPr>
            <p:cNvSpPr/>
            <p:nvPr/>
          </p:nvSpPr>
          <p:spPr>
            <a:xfrm>
              <a:off x="5922609" y="1168975"/>
              <a:ext cx="18240" cy="67488"/>
            </a:xfrm>
            <a:custGeom>
              <a:avLst/>
              <a:gdLst>
                <a:gd name="connsiteX0" fmla="*/ 0 w 18240"/>
                <a:gd name="connsiteY0" fmla="*/ 0 h 67488"/>
                <a:gd name="connsiteX1" fmla="*/ 0 w 18240"/>
                <a:gd name="connsiteY1" fmla="*/ 67488 h 67488"/>
              </a:gdLst>
              <a:ahLst/>
              <a:cxnLst>
                <a:cxn ang="0">
                  <a:pos x="connsiteX0" y="connsiteY0"/>
                </a:cxn>
                <a:cxn ang="0">
                  <a:pos x="connsiteX1" y="connsiteY1"/>
                </a:cxn>
              </a:cxnLst>
              <a:rect l="l" t="t" r="r" b="b"/>
              <a:pathLst>
                <a:path w="18240" h="67488">
                  <a:moveTo>
                    <a:pt x="0" y="0"/>
                  </a:moveTo>
                  <a:lnTo>
                    <a:pt x="0" y="67488"/>
                  </a:lnTo>
                </a:path>
              </a:pathLst>
            </a:custGeom>
            <a:ln w="25400" cap="rnd">
              <a:solidFill>
                <a:srgbClr val="005EFF"/>
              </a:solidFill>
              <a:prstDash val="solid"/>
              <a:round/>
            </a:ln>
          </p:spPr>
          <p:txBody>
            <a:bodyPr rtlCol="0" anchor="ctr"/>
            <a:lstStyle/>
            <a:p>
              <a:endParaRPr lang="en-CR"/>
            </a:p>
          </p:txBody>
        </p:sp>
        <p:sp>
          <p:nvSpPr>
            <p:cNvPr id="217" name="Freeform 216">
              <a:extLst>
                <a:ext uri="{FF2B5EF4-FFF2-40B4-BE49-F238E27FC236}">
                  <a16:creationId xmlns:a16="http://schemas.microsoft.com/office/drawing/2014/main" id="{E1DFE5D4-58CF-9F12-4C25-9CFEEECBD5F6}"/>
                </a:ext>
              </a:extLst>
            </p:cNvPr>
            <p:cNvSpPr/>
            <p:nvPr/>
          </p:nvSpPr>
          <p:spPr>
            <a:xfrm>
              <a:off x="5527713" y="1291183"/>
              <a:ext cx="66576" cy="18240"/>
            </a:xfrm>
            <a:custGeom>
              <a:avLst/>
              <a:gdLst>
                <a:gd name="connsiteX0" fmla="*/ 66576 w 66576"/>
                <a:gd name="connsiteY0" fmla="*/ 0 h 18240"/>
                <a:gd name="connsiteX1" fmla="*/ 0 w 66576"/>
                <a:gd name="connsiteY1" fmla="*/ 0 h 18240"/>
              </a:gdLst>
              <a:ahLst/>
              <a:cxnLst>
                <a:cxn ang="0">
                  <a:pos x="connsiteX0" y="connsiteY0"/>
                </a:cxn>
                <a:cxn ang="0">
                  <a:pos x="connsiteX1" y="connsiteY1"/>
                </a:cxn>
              </a:cxnLst>
              <a:rect l="l" t="t" r="r" b="b"/>
              <a:pathLst>
                <a:path w="66576" h="18240">
                  <a:moveTo>
                    <a:pt x="66576" y="0"/>
                  </a:moveTo>
                  <a:lnTo>
                    <a:pt x="0" y="0"/>
                  </a:lnTo>
                </a:path>
              </a:pathLst>
            </a:custGeom>
            <a:ln w="25400" cap="rnd">
              <a:solidFill>
                <a:srgbClr val="005EFF"/>
              </a:solidFill>
              <a:prstDash val="solid"/>
              <a:round/>
            </a:ln>
          </p:spPr>
          <p:txBody>
            <a:bodyPr rtlCol="0" anchor="ctr"/>
            <a:lstStyle/>
            <a:p>
              <a:endParaRPr lang="en-CR"/>
            </a:p>
          </p:txBody>
        </p:sp>
        <p:sp>
          <p:nvSpPr>
            <p:cNvPr id="218" name="Freeform 217">
              <a:extLst>
                <a:ext uri="{FF2B5EF4-FFF2-40B4-BE49-F238E27FC236}">
                  <a16:creationId xmlns:a16="http://schemas.microsoft.com/office/drawing/2014/main" id="{0C9F7E25-249B-902F-957C-4567ACF0423F}"/>
                </a:ext>
              </a:extLst>
            </p:cNvPr>
            <p:cNvSpPr/>
            <p:nvPr/>
          </p:nvSpPr>
          <p:spPr>
            <a:xfrm>
              <a:off x="5527713" y="1364143"/>
              <a:ext cx="66576" cy="18240"/>
            </a:xfrm>
            <a:custGeom>
              <a:avLst/>
              <a:gdLst>
                <a:gd name="connsiteX0" fmla="*/ 66576 w 66576"/>
                <a:gd name="connsiteY0" fmla="*/ 0 h 18240"/>
                <a:gd name="connsiteX1" fmla="*/ 0 w 66576"/>
                <a:gd name="connsiteY1" fmla="*/ 0 h 18240"/>
              </a:gdLst>
              <a:ahLst/>
              <a:cxnLst>
                <a:cxn ang="0">
                  <a:pos x="connsiteX0" y="connsiteY0"/>
                </a:cxn>
                <a:cxn ang="0">
                  <a:pos x="connsiteX1" y="connsiteY1"/>
                </a:cxn>
              </a:cxnLst>
              <a:rect l="l" t="t" r="r" b="b"/>
              <a:pathLst>
                <a:path w="66576" h="18240">
                  <a:moveTo>
                    <a:pt x="66576" y="0"/>
                  </a:moveTo>
                  <a:lnTo>
                    <a:pt x="0" y="0"/>
                  </a:lnTo>
                </a:path>
              </a:pathLst>
            </a:custGeom>
            <a:ln w="25400" cap="rnd">
              <a:solidFill>
                <a:srgbClr val="005EFF"/>
              </a:solidFill>
              <a:prstDash val="solid"/>
              <a:round/>
            </a:ln>
          </p:spPr>
          <p:txBody>
            <a:bodyPr rtlCol="0" anchor="ctr"/>
            <a:lstStyle/>
            <a:p>
              <a:endParaRPr lang="en-CR"/>
            </a:p>
          </p:txBody>
        </p:sp>
        <p:sp>
          <p:nvSpPr>
            <p:cNvPr id="219" name="Freeform 218">
              <a:extLst>
                <a:ext uri="{FF2B5EF4-FFF2-40B4-BE49-F238E27FC236}">
                  <a16:creationId xmlns:a16="http://schemas.microsoft.com/office/drawing/2014/main" id="{DB02E4BE-30A2-3DB0-68A2-9926F1EE3DA5}"/>
                </a:ext>
              </a:extLst>
            </p:cNvPr>
            <p:cNvSpPr/>
            <p:nvPr/>
          </p:nvSpPr>
          <p:spPr>
            <a:xfrm>
              <a:off x="5527713" y="1437103"/>
              <a:ext cx="66576" cy="18240"/>
            </a:xfrm>
            <a:custGeom>
              <a:avLst/>
              <a:gdLst>
                <a:gd name="connsiteX0" fmla="*/ 66576 w 66576"/>
                <a:gd name="connsiteY0" fmla="*/ 0 h 18240"/>
                <a:gd name="connsiteX1" fmla="*/ 0 w 66576"/>
                <a:gd name="connsiteY1" fmla="*/ 0 h 18240"/>
              </a:gdLst>
              <a:ahLst/>
              <a:cxnLst>
                <a:cxn ang="0">
                  <a:pos x="connsiteX0" y="connsiteY0"/>
                </a:cxn>
                <a:cxn ang="0">
                  <a:pos x="connsiteX1" y="connsiteY1"/>
                </a:cxn>
              </a:cxnLst>
              <a:rect l="l" t="t" r="r" b="b"/>
              <a:pathLst>
                <a:path w="66576" h="18240">
                  <a:moveTo>
                    <a:pt x="66576" y="0"/>
                  </a:moveTo>
                  <a:lnTo>
                    <a:pt x="0" y="0"/>
                  </a:lnTo>
                </a:path>
              </a:pathLst>
            </a:custGeom>
            <a:ln w="25400" cap="rnd">
              <a:solidFill>
                <a:srgbClr val="005EFF"/>
              </a:solidFill>
              <a:prstDash val="solid"/>
              <a:round/>
            </a:ln>
          </p:spPr>
          <p:txBody>
            <a:bodyPr rtlCol="0" anchor="ctr"/>
            <a:lstStyle/>
            <a:p>
              <a:endParaRPr lang="en-CR"/>
            </a:p>
          </p:txBody>
        </p:sp>
        <p:sp>
          <p:nvSpPr>
            <p:cNvPr id="220" name="Freeform 219">
              <a:extLst>
                <a:ext uri="{FF2B5EF4-FFF2-40B4-BE49-F238E27FC236}">
                  <a16:creationId xmlns:a16="http://schemas.microsoft.com/office/drawing/2014/main" id="{5900DE83-28D9-9067-CB6A-128C3EF8B128}"/>
                </a:ext>
              </a:extLst>
            </p:cNvPr>
            <p:cNvSpPr/>
            <p:nvPr/>
          </p:nvSpPr>
          <p:spPr>
            <a:xfrm>
              <a:off x="5527713" y="1510063"/>
              <a:ext cx="66576" cy="18240"/>
            </a:xfrm>
            <a:custGeom>
              <a:avLst/>
              <a:gdLst>
                <a:gd name="connsiteX0" fmla="*/ 66576 w 66576"/>
                <a:gd name="connsiteY0" fmla="*/ 0 h 18240"/>
                <a:gd name="connsiteX1" fmla="*/ 0 w 66576"/>
                <a:gd name="connsiteY1" fmla="*/ 0 h 18240"/>
              </a:gdLst>
              <a:ahLst/>
              <a:cxnLst>
                <a:cxn ang="0">
                  <a:pos x="connsiteX0" y="connsiteY0"/>
                </a:cxn>
                <a:cxn ang="0">
                  <a:pos x="connsiteX1" y="connsiteY1"/>
                </a:cxn>
              </a:cxnLst>
              <a:rect l="l" t="t" r="r" b="b"/>
              <a:pathLst>
                <a:path w="66576" h="18240">
                  <a:moveTo>
                    <a:pt x="66576" y="0"/>
                  </a:moveTo>
                  <a:lnTo>
                    <a:pt x="0" y="0"/>
                  </a:lnTo>
                </a:path>
              </a:pathLst>
            </a:custGeom>
            <a:ln w="25400" cap="rnd">
              <a:solidFill>
                <a:srgbClr val="005EFF"/>
              </a:solidFill>
              <a:prstDash val="solid"/>
              <a:round/>
            </a:ln>
          </p:spPr>
          <p:txBody>
            <a:bodyPr rtlCol="0" anchor="ctr"/>
            <a:lstStyle/>
            <a:p>
              <a:endParaRPr lang="en-CR"/>
            </a:p>
          </p:txBody>
        </p:sp>
        <p:sp>
          <p:nvSpPr>
            <p:cNvPr id="221" name="Freeform 220">
              <a:extLst>
                <a:ext uri="{FF2B5EF4-FFF2-40B4-BE49-F238E27FC236}">
                  <a16:creationId xmlns:a16="http://schemas.microsoft.com/office/drawing/2014/main" id="{B1147ED7-5AAF-2FEE-5013-DB4FB104C475}"/>
                </a:ext>
              </a:extLst>
            </p:cNvPr>
            <p:cNvSpPr/>
            <p:nvPr/>
          </p:nvSpPr>
          <p:spPr>
            <a:xfrm>
              <a:off x="5527713" y="1583023"/>
              <a:ext cx="66576" cy="18240"/>
            </a:xfrm>
            <a:custGeom>
              <a:avLst/>
              <a:gdLst>
                <a:gd name="connsiteX0" fmla="*/ 66576 w 66576"/>
                <a:gd name="connsiteY0" fmla="*/ 0 h 18240"/>
                <a:gd name="connsiteX1" fmla="*/ 0 w 66576"/>
                <a:gd name="connsiteY1" fmla="*/ 0 h 18240"/>
              </a:gdLst>
              <a:ahLst/>
              <a:cxnLst>
                <a:cxn ang="0">
                  <a:pos x="connsiteX0" y="connsiteY0"/>
                </a:cxn>
                <a:cxn ang="0">
                  <a:pos x="connsiteX1" y="connsiteY1"/>
                </a:cxn>
              </a:cxnLst>
              <a:rect l="l" t="t" r="r" b="b"/>
              <a:pathLst>
                <a:path w="66576" h="18240">
                  <a:moveTo>
                    <a:pt x="66576" y="0"/>
                  </a:moveTo>
                  <a:lnTo>
                    <a:pt x="0" y="0"/>
                  </a:lnTo>
                </a:path>
              </a:pathLst>
            </a:custGeom>
            <a:ln w="25400" cap="rnd">
              <a:solidFill>
                <a:srgbClr val="005EFF"/>
              </a:solidFill>
              <a:prstDash val="solid"/>
              <a:round/>
            </a:ln>
          </p:spPr>
          <p:txBody>
            <a:bodyPr rtlCol="0" anchor="ctr"/>
            <a:lstStyle/>
            <a:p>
              <a:endParaRPr lang="en-CR"/>
            </a:p>
          </p:txBody>
        </p:sp>
        <p:sp>
          <p:nvSpPr>
            <p:cNvPr id="222" name="Freeform 221">
              <a:extLst>
                <a:ext uri="{FF2B5EF4-FFF2-40B4-BE49-F238E27FC236}">
                  <a16:creationId xmlns:a16="http://schemas.microsoft.com/office/drawing/2014/main" id="{BEEEC2B0-56F8-7742-4AE6-FBF587662E77}"/>
                </a:ext>
              </a:extLst>
            </p:cNvPr>
            <p:cNvSpPr/>
            <p:nvPr/>
          </p:nvSpPr>
          <p:spPr>
            <a:xfrm>
              <a:off x="5977329" y="1272943"/>
              <a:ext cx="68582" cy="18240"/>
            </a:xfrm>
            <a:custGeom>
              <a:avLst/>
              <a:gdLst>
                <a:gd name="connsiteX0" fmla="*/ 68582 w 68582"/>
                <a:gd name="connsiteY0" fmla="*/ 0 h 18240"/>
                <a:gd name="connsiteX1" fmla="*/ 0 w 68582"/>
                <a:gd name="connsiteY1" fmla="*/ 0 h 18240"/>
              </a:gdLst>
              <a:ahLst/>
              <a:cxnLst>
                <a:cxn ang="0">
                  <a:pos x="connsiteX0" y="connsiteY0"/>
                </a:cxn>
                <a:cxn ang="0">
                  <a:pos x="connsiteX1" y="connsiteY1"/>
                </a:cxn>
              </a:cxnLst>
              <a:rect l="l" t="t" r="r" b="b"/>
              <a:pathLst>
                <a:path w="68582" h="18240">
                  <a:moveTo>
                    <a:pt x="68582" y="0"/>
                  </a:moveTo>
                  <a:lnTo>
                    <a:pt x="0" y="0"/>
                  </a:lnTo>
                </a:path>
              </a:pathLst>
            </a:custGeom>
            <a:ln w="25400" cap="rnd">
              <a:solidFill>
                <a:srgbClr val="005EFF"/>
              </a:solidFill>
              <a:prstDash val="solid"/>
              <a:round/>
            </a:ln>
          </p:spPr>
          <p:txBody>
            <a:bodyPr rtlCol="0" anchor="ctr"/>
            <a:lstStyle/>
            <a:p>
              <a:endParaRPr lang="en-CR"/>
            </a:p>
          </p:txBody>
        </p:sp>
        <p:sp>
          <p:nvSpPr>
            <p:cNvPr id="223" name="Freeform 222">
              <a:extLst>
                <a:ext uri="{FF2B5EF4-FFF2-40B4-BE49-F238E27FC236}">
                  <a16:creationId xmlns:a16="http://schemas.microsoft.com/office/drawing/2014/main" id="{8A91FA46-509F-828B-3688-8BA896CBE4F1}"/>
                </a:ext>
              </a:extLst>
            </p:cNvPr>
            <p:cNvSpPr/>
            <p:nvPr/>
          </p:nvSpPr>
          <p:spPr>
            <a:xfrm>
              <a:off x="5977329" y="1345903"/>
              <a:ext cx="68582" cy="18240"/>
            </a:xfrm>
            <a:custGeom>
              <a:avLst/>
              <a:gdLst>
                <a:gd name="connsiteX0" fmla="*/ 68582 w 68582"/>
                <a:gd name="connsiteY0" fmla="*/ 0 h 18240"/>
                <a:gd name="connsiteX1" fmla="*/ 0 w 68582"/>
                <a:gd name="connsiteY1" fmla="*/ 0 h 18240"/>
              </a:gdLst>
              <a:ahLst/>
              <a:cxnLst>
                <a:cxn ang="0">
                  <a:pos x="connsiteX0" y="connsiteY0"/>
                </a:cxn>
                <a:cxn ang="0">
                  <a:pos x="connsiteX1" y="connsiteY1"/>
                </a:cxn>
              </a:cxnLst>
              <a:rect l="l" t="t" r="r" b="b"/>
              <a:pathLst>
                <a:path w="68582" h="18240">
                  <a:moveTo>
                    <a:pt x="68582" y="0"/>
                  </a:moveTo>
                  <a:lnTo>
                    <a:pt x="0" y="0"/>
                  </a:lnTo>
                </a:path>
              </a:pathLst>
            </a:custGeom>
            <a:ln w="25400" cap="rnd">
              <a:solidFill>
                <a:srgbClr val="005EFF"/>
              </a:solidFill>
              <a:prstDash val="solid"/>
              <a:round/>
            </a:ln>
          </p:spPr>
          <p:txBody>
            <a:bodyPr rtlCol="0" anchor="ctr"/>
            <a:lstStyle/>
            <a:p>
              <a:endParaRPr lang="en-CR"/>
            </a:p>
          </p:txBody>
        </p:sp>
        <p:sp>
          <p:nvSpPr>
            <p:cNvPr id="224" name="Freeform 223">
              <a:extLst>
                <a:ext uri="{FF2B5EF4-FFF2-40B4-BE49-F238E27FC236}">
                  <a16:creationId xmlns:a16="http://schemas.microsoft.com/office/drawing/2014/main" id="{FF7F3116-31D2-9E5D-12F5-6FA30E220D36}"/>
                </a:ext>
              </a:extLst>
            </p:cNvPr>
            <p:cNvSpPr/>
            <p:nvPr/>
          </p:nvSpPr>
          <p:spPr>
            <a:xfrm>
              <a:off x="5977329" y="1418863"/>
              <a:ext cx="68582" cy="18240"/>
            </a:xfrm>
            <a:custGeom>
              <a:avLst/>
              <a:gdLst>
                <a:gd name="connsiteX0" fmla="*/ 68582 w 68582"/>
                <a:gd name="connsiteY0" fmla="*/ 0 h 18240"/>
                <a:gd name="connsiteX1" fmla="*/ 0 w 68582"/>
                <a:gd name="connsiteY1" fmla="*/ 0 h 18240"/>
              </a:gdLst>
              <a:ahLst/>
              <a:cxnLst>
                <a:cxn ang="0">
                  <a:pos x="connsiteX0" y="connsiteY0"/>
                </a:cxn>
                <a:cxn ang="0">
                  <a:pos x="connsiteX1" y="connsiteY1"/>
                </a:cxn>
              </a:cxnLst>
              <a:rect l="l" t="t" r="r" b="b"/>
              <a:pathLst>
                <a:path w="68582" h="18240">
                  <a:moveTo>
                    <a:pt x="68582" y="0"/>
                  </a:moveTo>
                  <a:lnTo>
                    <a:pt x="0" y="0"/>
                  </a:lnTo>
                </a:path>
              </a:pathLst>
            </a:custGeom>
            <a:ln w="25400" cap="rnd">
              <a:solidFill>
                <a:srgbClr val="005EFF"/>
              </a:solidFill>
              <a:prstDash val="solid"/>
              <a:round/>
            </a:ln>
          </p:spPr>
          <p:txBody>
            <a:bodyPr rtlCol="0" anchor="ctr"/>
            <a:lstStyle/>
            <a:p>
              <a:endParaRPr lang="en-CR"/>
            </a:p>
          </p:txBody>
        </p:sp>
        <p:sp>
          <p:nvSpPr>
            <p:cNvPr id="225" name="Freeform 224">
              <a:extLst>
                <a:ext uri="{FF2B5EF4-FFF2-40B4-BE49-F238E27FC236}">
                  <a16:creationId xmlns:a16="http://schemas.microsoft.com/office/drawing/2014/main" id="{F4EEAB84-ECE2-3D7D-D36A-CA6764652D65}"/>
                </a:ext>
              </a:extLst>
            </p:cNvPr>
            <p:cNvSpPr/>
            <p:nvPr/>
          </p:nvSpPr>
          <p:spPr>
            <a:xfrm>
              <a:off x="5977329" y="1491823"/>
              <a:ext cx="68582" cy="18240"/>
            </a:xfrm>
            <a:custGeom>
              <a:avLst/>
              <a:gdLst>
                <a:gd name="connsiteX0" fmla="*/ 68582 w 68582"/>
                <a:gd name="connsiteY0" fmla="*/ 0 h 18240"/>
                <a:gd name="connsiteX1" fmla="*/ 0 w 68582"/>
                <a:gd name="connsiteY1" fmla="*/ 0 h 18240"/>
              </a:gdLst>
              <a:ahLst/>
              <a:cxnLst>
                <a:cxn ang="0">
                  <a:pos x="connsiteX0" y="connsiteY0"/>
                </a:cxn>
                <a:cxn ang="0">
                  <a:pos x="connsiteX1" y="connsiteY1"/>
                </a:cxn>
              </a:cxnLst>
              <a:rect l="l" t="t" r="r" b="b"/>
              <a:pathLst>
                <a:path w="68582" h="18240">
                  <a:moveTo>
                    <a:pt x="68582" y="0"/>
                  </a:moveTo>
                  <a:lnTo>
                    <a:pt x="0" y="0"/>
                  </a:lnTo>
                </a:path>
              </a:pathLst>
            </a:custGeom>
            <a:ln w="25400" cap="rnd">
              <a:solidFill>
                <a:srgbClr val="005EFF"/>
              </a:solidFill>
              <a:prstDash val="solid"/>
              <a:round/>
            </a:ln>
          </p:spPr>
          <p:txBody>
            <a:bodyPr rtlCol="0" anchor="ctr"/>
            <a:lstStyle/>
            <a:p>
              <a:endParaRPr lang="en-CR"/>
            </a:p>
          </p:txBody>
        </p:sp>
        <p:sp>
          <p:nvSpPr>
            <p:cNvPr id="226" name="Freeform 225">
              <a:extLst>
                <a:ext uri="{FF2B5EF4-FFF2-40B4-BE49-F238E27FC236}">
                  <a16:creationId xmlns:a16="http://schemas.microsoft.com/office/drawing/2014/main" id="{5529EB74-192B-3D72-AA29-86580E8EC72F}"/>
                </a:ext>
              </a:extLst>
            </p:cNvPr>
            <p:cNvSpPr/>
            <p:nvPr/>
          </p:nvSpPr>
          <p:spPr>
            <a:xfrm>
              <a:off x="5977329" y="1564783"/>
              <a:ext cx="68582" cy="18240"/>
            </a:xfrm>
            <a:custGeom>
              <a:avLst/>
              <a:gdLst>
                <a:gd name="connsiteX0" fmla="*/ 68582 w 68582"/>
                <a:gd name="connsiteY0" fmla="*/ 0 h 18240"/>
                <a:gd name="connsiteX1" fmla="*/ 0 w 68582"/>
                <a:gd name="connsiteY1" fmla="*/ 0 h 18240"/>
              </a:gdLst>
              <a:ahLst/>
              <a:cxnLst>
                <a:cxn ang="0">
                  <a:pos x="connsiteX0" y="connsiteY0"/>
                </a:cxn>
                <a:cxn ang="0">
                  <a:pos x="connsiteX1" y="connsiteY1"/>
                </a:cxn>
              </a:cxnLst>
              <a:rect l="l" t="t" r="r" b="b"/>
              <a:pathLst>
                <a:path w="68582" h="18240">
                  <a:moveTo>
                    <a:pt x="68582" y="0"/>
                  </a:moveTo>
                  <a:lnTo>
                    <a:pt x="0" y="0"/>
                  </a:lnTo>
                </a:path>
              </a:pathLst>
            </a:custGeom>
            <a:ln w="25400" cap="rnd">
              <a:solidFill>
                <a:srgbClr val="005EFF"/>
              </a:solidFill>
              <a:prstDash val="solid"/>
              <a:round/>
            </a:ln>
          </p:spPr>
          <p:txBody>
            <a:bodyPr rtlCol="0" anchor="ctr"/>
            <a:lstStyle/>
            <a:p>
              <a:endParaRPr lang="en-CR"/>
            </a:p>
          </p:txBody>
        </p:sp>
        <p:sp>
          <p:nvSpPr>
            <p:cNvPr id="227" name="Freeform 226">
              <a:extLst>
                <a:ext uri="{FF2B5EF4-FFF2-40B4-BE49-F238E27FC236}">
                  <a16:creationId xmlns:a16="http://schemas.microsoft.com/office/drawing/2014/main" id="{7B7D77AE-7F27-55C4-C055-D278BDE5C405}"/>
                </a:ext>
              </a:extLst>
            </p:cNvPr>
            <p:cNvSpPr/>
            <p:nvPr/>
          </p:nvSpPr>
          <p:spPr>
            <a:xfrm>
              <a:off x="5594289" y="1236463"/>
              <a:ext cx="383040" cy="383040"/>
            </a:xfrm>
            <a:custGeom>
              <a:avLst/>
              <a:gdLst>
                <a:gd name="connsiteX0" fmla="*/ 364800 w 383040"/>
                <a:gd name="connsiteY0" fmla="*/ 0 h 383040"/>
                <a:gd name="connsiteX1" fmla="*/ 383040 w 383040"/>
                <a:gd name="connsiteY1" fmla="*/ 18240 h 383040"/>
                <a:gd name="connsiteX2" fmla="*/ 383040 w 383040"/>
                <a:gd name="connsiteY2" fmla="*/ 364800 h 383040"/>
                <a:gd name="connsiteX3" fmla="*/ 364800 w 383040"/>
                <a:gd name="connsiteY3" fmla="*/ 383040 h 383040"/>
                <a:gd name="connsiteX4" fmla="*/ 18240 w 383040"/>
                <a:gd name="connsiteY4" fmla="*/ 383040 h 383040"/>
                <a:gd name="connsiteX5" fmla="*/ 0 w 383040"/>
                <a:gd name="connsiteY5" fmla="*/ 364800 h 383040"/>
                <a:gd name="connsiteX6" fmla="*/ 0 w 383040"/>
                <a:gd name="connsiteY6" fmla="*/ 18240 h 383040"/>
                <a:gd name="connsiteX7" fmla="*/ 18240 w 383040"/>
                <a:gd name="connsiteY7" fmla="*/ 0 h 3830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83040" h="383040">
                  <a:moveTo>
                    <a:pt x="364800" y="0"/>
                  </a:moveTo>
                  <a:cubicBezTo>
                    <a:pt x="374874" y="0"/>
                    <a:pt x="383040" y="8166"/>
                    <a:pt x="383040" y="18240"/>
                  </a:cubicBezTo>
                  <a:lnTo>
                    <a:pt x="383040" y="364800"/>
                  </a:lnTo>
                  <a:cubicBezTo>
                    <a:pt x="383040" y="374874"/>
                    <a:pt x="374874" y="383040"/>
                    <a:pt x="364800" y="383040"/>
                  </a:cubicBezTo>
                  <a:lnTo>
                    <a:pt x="18240" y="383040"/>
                  </a:lnTo>
                  <a:cubicBezTo>
                    <a:pt x="8166" y="383040"/>
                    <a:pt x="0" y="374874"/>
                    <a:pt x="0" y="364800"/>
                  </a:cubicBezTo>
                  <a:lnTo>
                    <a:pt x="0" y="18240"/>
                  </a:lnTo>
                  <a:cubicBezTo>
                    <a:pt x="0" y="8166"/>
                    <a:pt x="8166" y="0"/>
                    <a:pt x="18240" y="0"/>
                  </a:cubicBezTo>
                  <a:close/>
                </a:path>
              </a:pathLst>
            </a:custGeom>
            <a:noFill/>
            <a:ln w="25400" cap="rnd">
              <a:solidFill>
                <a:srgbClr val="0A1264"/>
              </a:solidFill>
              <a:prstDash val="solid"/>
              <a:round/>
            </a:ln>
          </p:spPr>
          <p:txBody>
            <a:bodyPr rtlCol="0" anchor="ctr"/>
            <a:lstStyle/>
            <a:p>
              <a:endParaRPr lang="en-CR"/>
            </a:p>
          </p:txBody>
        </p:sp>
      </p:grpSp>
      <p:grpSp>
        <p:nvGrpSpPr>
          <p:cNvPr id="228" name="Graphic 224">
            <a:extLst>
              <a:ext uri="{FF2B5EF4-FFF2-40B4-BE49-F238E27FC236}">
                <a16:creationId xmlns:a16="http://schemas.microsoft.com/office/drawing/2014/main" id="{5EF9A209-A71F-615E-1A9D-AF86F750F86E}"/>
              </a:ext>
            </a:extLst>
          </p:cNvPr>
          <p:cNvGrpSpPr>
            <a:grpSpLocks noChangeAspect="1"/>
          </p:cNvGrpSpPr>
          <p:nvPr/>
        </p:nvGrpSpPr>
        <p:grpSpPr>
          <a:xfrm>
            <a:off x="6983361" y="1132764"/>
            <a:ext cx="571500" cy="635649"/>
            <a:chOff x="6706849" y="1122344"/>
            <a:chExt cx="553682" cy="615832"/>
          </a:xfrm>
          <a:noFill/>
        </p:grpSpPr>
        <p:sp>
          <p:nvSpPr>
            <p:cNvPr id="229" name="Freeform 228">
              <a:extLst>
                <a:ext uri="{FF2B5EF4-FFF2-40B4-BE49-F238E27FC236}">
                  <a16:creationId xmlns:a16="http://schemas.microsoft.com/office/drawing/2014/main" id="{AFAFE96A-91C8-85F3-1D28-9FFC5C1B9703}"/>
                </a:ext>
              </a:extLst>
            </p:cNvPr>
            <p:cNvSpPr/>
            <p:nvPr/>
          </p:nvSpPr>
          <p:spPr>
            <a:xfrm>
              <a:off x="6706849" y="1480962"/>
              <a:ext cx="71437" cy="23245"/>
            </a:xfrm>
            <a:custGeom>
              <a:avLst/>
              <a:gdLst>
                <a:gd name="connsiteX0" fmla="*/ 71438 w 71437"/>
                <a:gd name="connsiteY0" fmla="*/ 0 h 23245"/>
                <a:gd name="connsiteX1" fmla="*/ 0 w 71437"/>
                <a:gd name="connsiteY1" fmla="*/ 23245 h 23245"/>
              </a:gdLst>
              <a:ahLst/>
              <a:cxnLst>
                <a:cxn ang="0">
                  <a:pos x="connsiteX0" y="connsiteY0"/>
                </a:cxn>
                <a:cxn ang="0">
                  <a:pos x="connsiteX1" y="connsiteY1"/>
                </a:cxn>
              </a:cxnLst>
              <a:rect l="l" t="t" r="r" b="b"/>
              <a:pathLst>
                <a:path w="71437" h="23245">
                  <a:moveTo>
                    <a:pt x="71438" y="0"/>
                  </a:moveTo>
                  <a:lnTo>
                    <a:pt x="0" y="23245"/>
                  </a:lnTo>
                </a:path>
              </a:pathLst>
            </a:custGeom>
            <a:ln w="25400" cap="rnd">
              <a:solidFill>
                <a:srgbClr val="005EFF"/>
              </a:solidFill>
              <a:prstDash val="solid"/>
              <a:round/>
            </a:ln>
          </p:spPr>
          <p:txBody>
            <a:bodyPr rtlCol="0" anchor="ctr"/>
            <a:lstStyle/>
            <a:p>
              <a:endParaRPr lang="en-CR"/>
            </a:p>
          </p:txBody>
        </p:sp>
        <p:sp>
          <p:nvSpPr>
            <p:cNvPr id="230" name="Freeform 229">
              <a:extLst>
                <a:ext uri="{FF2B5EF4-FFF2-40B4-BE49-F238E27FC236}">
                  <a16:creationId xmlns:a16="http://schemas.microsoft.com/office/drawing/2014/main" id="{FBF6BCF5-FA02-672D-D6B6-4875F2EA6503}"/>
                </a:ext>
              </a:extLst>
            </p:cNvPr>
            <p:cNvSpPr/>
            <p:nvPr/>
          </p:nvSpPr>
          <p:spPr>
            <a:xfrm>
              <a:off x="6706849" y="1323972"/>
              <a:ext cx="71437" cy="23245"/>
            </a:xfrm>
            <a:custGeom>
              <a:avLst/>
              <a:gdLst>
                <a:gd name="connsiteX0" fmla="*/ 71438 w 71437"/>
                <a:gd name="connsiteY0" fmla="*/ 23245 h 23245"/>
                <a:gd name="connsiteX1" fmla="*/ 0 w 71437"/>
                <a:gd name="connsiteY1" fmla="*/ 0 h 23245"/>
              </a:gdLst>
              <a:ahLst/>
              <a:cxnLst>
                <a:cxn ang="0">
                  <a:pos x="connsiteX0" y="connsiteY0"/>
                </a:cxn>
                <a:cxn ang="0">
                  <a:pos x="connsiteX1" y="connsiteY1"/>
                </a:cxn>
              </a:cxnLst>
              <a:rect l="l" t="t" r="r" b="b"/>
              <a:pathLst>
                <a:path w="71437" h="23245">
                  <a:moveTo>
                    <a:pt x="71438" y="23245"/>
                  </a:moveTo>
                  <a:lnTo>
                    <a:pt x="0" y="0"/>
                  </a:lnTo>
                </a:path>
              </a:pathLst>
            </a:custGeom>
            <a:ln w="25400" cap="rnd">
              <a:solidFill>
                <a:srgbClr val="005EFF"/>
              </a:solidFill>
              <a:prstDash val="solid"/>
              <a:round/>
            </a:ln>
          </p:spPr>
          <p:txBody>
            <a:bodyPr rtlCol="0" anchor="ctr"/>
            <a:lstStyle/>
            <a:p>
              <a:endParaRPr lang="en-CR"/>
            </a:p>
          </p:txBody>
        </p:sp>
        <p:sp>
          <p:nvSpPr>
            <p:cNvPr id="231" name="Freeform 230">
              <a:extLst>
                <a:ext uri="{FF2B5EF4-FFF2-40B4-BE49-F238E27FC236}">
                  <a16:creationId xmlns:a16="http://schemas.microsoft.com/office/drawing/2014/main" id="{02E8D976-ACB4-DAAC-BA79-886A346666D8}"/>
                </a:ext>
              </a:extLst>
            </p:cNvPr>
            <p:cNvSpPr/>
            <p:nvPr/>
          </p:nvSpPr>
          <p:spPr>
            <a:xfrm>
              <a:off x="6812577" y="1178099"/>
              <a:ext cx="44207" cy="60808"/>
            </a:xfrm>
            <a:custGeom>
              <a:avLst/>
              <a:gdLst>
                <a:gd name="connsiteX0" fmla="*/ 44207 w 44207"/>
                <a:gd name="connsiteY0" fmla="*/ 60808 h 60808"/>
                <a:gd name="connsiteX1" fmla="*/ 0 w 44207"/>
                <a:gd name="connsiteY1" fmla="*/ 0 h 60808"/>
              </a:gdLst>
              <a:ahLst/>
              <a:cxnLst>
                <a:cxn ang="0">
                  <a:pos x="connsiteX0" y="connsiteY0"/>
                </a:cxn>
                <a:cxn ang="0">
                  <a:pos x="connsiteX1" y="connsiteY1"/>
                </a:cxn>
              </a:cxnLst>
              <a:rect l="l" t="t" r="r" b="b"/>
              <a:pathLst>
                <a:path w="44207" h="60808">
                  <a:moveTo>
                    <a:pt x="44207" y="60808"/>
                  </a:moveTo>
                  <a:lnTo>
                    <a:pt x="0" y="0"/>
                  </a:lnTo>
                </a:path>
              </a:pathLst>
            </a:custGeom>
            <a:ln w="25400" cap="rnd">
              <a:solidFill>
                <a:srgbClr val="005EFF"/>
              </a:solidFill>
              <a:prstDash val="solid"/>
              <a:round/>
            </a:ln>
          </p:spPr>
          <p:txBody>
            <a:bodyPr rtlCol="0" anchor="ctr"/>
            <a:lstStyle/>
            <a:p>
              <a:endParaRPr lang="en-CR"/>
            </a:p>
          </p:txBody>
        </p:sp>
        <p:sp>
          <p:nvSpPr>
            <p:cNvPr id="232" name="Freeform 231">
              <a:extLst>
                <a:ext uri="{FF2B5EF4-FFF2-40B4-BE49-F238E27FC236}">
                  <a16:creationId xmlns:a16="http://schemas.microsoft.com/office/drawing/2014/main" id="{0372C090-A97B-40C4-C046-A66EAE0BFA46}"/>
                </a:ext>
              </a:extLst>
            </p:cNvPr>
            <p:cNvSpPr/>
            <p:nvPr/>
          </p:nvSpPr>
          <p:spPr>
            <a:xfrm>
              <a:off x="6983690" y="1122344"/>
              <a:ext cx="16808" cy="75294"/>
            </a:xfrm>
            <a:custGeom>
              <a:avLst/>
              <a:gdLst>
                <a:gd name="connsiteX0" fmla="*/ 0 w 16808"/>
                <a:gd name="connsiteY0" fmla="*/ 75295 h 75294"/>
                <a:gd name="connsiteX1" fmla="*/ 0 w 16808"/>
                <a:gd name="connsiteY1" fmla="*/ 0 h 75294"/>
              </a:gdLst>
              <a:ahLst/>
              <a:cxnLst>
                <a:cxn ang="0">
                  <a:pos x="connsiteX0" y="connsiteY0"/>
                </a:cxn>
                <a:cxn ang="0">
                  <a:pos x="connsiteX1" y="connsiteY1"/>
                </a:cxn>
              </a:cxnLst>
              <a:rect l="l" t="t" r="r" b="b"/>
              <a:pathLst>
                <a:path w="16808" h="75294">
                  <a:moveTo>
                    <a:pt x="0" y="75295"/>
                  </a:moveTo>
                  <a:lnTo>
                    <a:pt x="0" y="0"/>
                  </a:lnTo>
                </a:path>
              </a:pathLst>
            </a:custGeom>
            <a:ln w="25400" cap="rnd">
              <a:solidFill>
                <a:srgbClr val="005EFF"/>
              </a:solidFill>
              <a:prstDash val="solid"/>
              <a:round/>
            </a:ln>
          </p:spPr>
          <p:txBody>
            <a:bodyPr rtlCol="0" anchor="ctr"/>
            <a:lstStyle/>
            <a:p>
              <a:endParaRPr lang="en-CR"/>
            </a:p>
          </p:txBody>
        </p:sp>
        <p:sp>
          <p:nvSpPr>
            <p:cNvPr id="233" name="Freeform 232">
              <a:extLst>
                <a:ext uri="{FF2B5EF4-FFF2-40B4-BE49-F238E27FC236}">
                  <a16:creationId xmlns:a16="http://schemas.microsoft.com/office/drawing/2014/main" id="{4ECDCF68-696B-9964-2F21-675D07ECC5A7}"/>
                </a:ext>
              </a:extLst>
            </p:cNvPr>
            <p:cNvSpPr/>
            <p:nvPr/>
          </p:nvSpPr>
          <p:spPr>
            <a:xfrm>
              <a:off x="7110765" y="1178099"/>
              <a:ext cx="44039" cy="60808"/>
            </a:xfrm>
            <a:custGeom>
              <a:avLst/>
              <a:gdLst>
                <a:gd name="connsiteX0" fmla="*/ 0 w 44039"/>
                <a:gd name="connsiteY0" fmla="*/ 60808 h 60808"/>
                <a:gd name="connsiteX1" fmla="*/ 44039 w 44039"/>
                <a:gd name="connsiteY1" fmla="*/ 0 h 60808"/>
              </a:gdLst>
              <a:ahLst/>
              <a:cxnLst>
                <a:cxn ang="0">
                  <a:pos x="connsiteX0" y="connsiteY0"/>
                </a:cxn>
                <a:cxn ang="0">
                  <a:pos x="connsiteX1" y="connsiteY1"/>
                </a:cxn>
              </a:cxnLst>
              <a:rect l="l" t="t" r="r" b="b"/>
              <a:pathLst>
                <a:path w="44039" h="60808">
                  <a:moveTo>
                    <a:pt x="0" y="60808"/>
                  </a:moveTo>
                  <a:lnTo>
                    <a:pt x="44039" y="0"/>
                  </a:lnTo>
                </a:path>
              </a:pathLst>
            </a:custGeom>
            <a:ln w="25400" cap="rnd">
              <a:solidFill>
                <a:srgbClr val="005EFF"/>
              </a:solidFill>
              <a:prstDash val="solid"/>
              <a:round/>
            </a:ln>
          </p:spPr>
          <p:txBody>
            <a:bodyPr rtlCol="0" anchor="ctr"/>
            <a:lstStyle/>
            <a:p>
              <a:endParaRPr lang="en-CR"/>
            </a:p>
          </p:txBody>
        </p:sp>
        <p:sp>
          <p:nvSpPr>
            <p:cNvPr id="234" name="Freeform 233">
              <a:extLst>
                <a:ext uri="{FF2B5EF4-FFF2-40B4-BE49-F238E27FC236}">
                  <a16:creationId xmlns:a16="http://schemas.microsoft.com/office/drawing/2014/main" id="{122CFE4F-8CAE-79F4-015A-82AACF159847}"/>
                </a:ext>
              </a:extLst>
            </p:cNvPr>
            <p:cNvSpPr/>
            <p:nvPr/>
          </p:nvSpPr>
          <p:spPr>
            <a:xfrm>
              <a:off x="7189094" y="1323972"/>
              <a:ext cx="71437" cy="23245"/>
            </a:xfrm>
            <a:custGeom>
              <a:avLst/>
              <a:gdLst>
                <a:gd name="connsiteX0" fmla="*/ 0 w 71437"/>
                <a:gd name="connsiteY0" fmla="*/ 23245 h 23245"/>
                <a:gd name="connsiteX1" fmla="*/ 71437 w 71437"/>
                <a:gd name="connsiteY1" fmla="*/ 0 h 23245"/>
              </a:gdLst>
              <a:ahLst/>
              <a:cxnLst>
                <a:cxn ang="0">
                  <a:pos x="connsiteX0" y="connsiteY0"/>
                </a:cxn>
                <a:cxn ang="0">
                  <a:pos x="connsiteX1" y="connsiteY1"/>
                </a:cxn>
              </a:cxnLst>
              <a:rect l="l" t="t" r="r" b="b"/>
              <a:pathLst>
                <a:path w="71437" h="23245">
                  <a:moveTo>
                    <a:pt x="0" y="23245"/>
                  </a:moveTo>
                  <a:lnTo>
                    <a:pt x="71437" y="0"/>
                  </a:lnTo>
                </a:path>
              </a:pathLst>
            </a:custGeom>
            <a:ln w="25400" cap="rnd">
              <a:solidFill>
                <a:srgbClr val="005EFF"/>
              </a:solidFill>
              <a:prstDash val="solid"/>
              <a:round/>
            </a:ln>
          </p:spPr>
          <p:txBody>
            <a:bodyPr rtlCol="0" anchor="ctr"/>
            <a:lstStyle/>
            <a:p>
              <a:endParaRPr lang="en-CR"/>
            </a:p>
          </p:txBody>
        </p:sp>
        <p:sp>
          <p:nvSpPr>
            <p:cNvPr id="235" name="Freeform 234">
              <a:extLst>
                <a:ext uri="{FF2B5EF4-FFF2-40B4-BE49-F238E27FC236}">
                  <a16:creationId xmlns:a16="http://schemas.microsoft.com/office/drawing/2014/main" id="{AD1C936F-CEBC-BB29-2743-6D1AF21DF7B8}"/>
                </a:ext>
              </a:extLst>
            </p:cNvPr>
            <p:cNvSpPr/>
            <p:nvPr/>
          </p:nvSpPr>
          <p:spPr>
            <a:xfrm>
              <a:off x="7189094" y="1480962"/>
              <a:ext cx="71437" cy="23245"/>
            </a:xfrm>
            <a:custGeom>
              <a:avLst/>
              <a:gdLst>
                <a:gd name="connsiteX0" fmla="*/ 0 w 71437"/>
                <a:gd name="connsiteY0" fmla="*/ 0 h 23245"/>
                <a:gd name="connsiteX1" fmla="*/ 71437 w 71437"/>
                <a:gd name="connsiteY1" fmla="*/ 23245 h 23245"/>
              </a:gdLst>
              <a:ahLst/>
              <a:cxnLst>
                <a:cxn ang="0">
                  <a:pos x="connsiteX0" y="connsiteY0"/>
                </a:cxn>
                <a:cxn ang="0">
                  <a:pos x="connsiteX1" y="connsiteY1"/>
                </a:cxn>
              </a:cxnLst>
              <a:rect l="l" t="t" r="r" b="b"/>
              <a:pathLst>
                <a:path w="71437" h="23245">
                  <a:moveTo>
                    <a:pt x="0" y="0"/>
                  </a:moveTo>
                  <a:lnTo>
                    <a:pt x="71437" y="23245"/>
                  </a:lnTo>
                </a:path>
              </a:pathLst>
            </a:custGeom>
            <a:ln w="25400" cap="rnd">
              <a:solidFill>
                <a:srgbClr val="005EFF"/>
              </a:solidFill>
              <a:prstDash val="solid"/>
              <a:round/>
            </a:ln>
          </p:spPr>
          <p:txBody>
            <a:bodyPr rtlCol="0" anchor="ctr"/>
            <a:lstStyle/>
            <a:p>
              <a:endParaRPr lang="en-CR"/>
            </a:p>
          </p:txBody>
        </p:sp>
        <p:sp>
          <p:nvSpPr>
            <p:cNvPr id="236" name="Freeform 235">
              <a:extLst>
                <a:ext uri="{FF2B5EF4-FFF2-40B4-BE49-F238E27FC236}">
                  <a16:creationId xmlns:a16="http://schemas.microsoft.com/office/drawing/2014/main" id="{34D3CAD8-D1D6-E60C-EDEA-662878D96744}"/>
                </a:ext>
              </a:extLst>
            </p:cNvPr>
            <p:cNvSpPr/>
            <p:nvPr/>
          </p:nvSpPr>
          <p:spPr>
            <a:xfrm>
              <a:off x="6913598" y="1438514"/>
              <a:ext cx="37987" cy="38236"/>
            </a:xfrm>
            <a:custGeom>
              <a:avLst/>
              <a:gdLst>
                <a:gd name="connsiteX0" fmla="*/ 37988 w 37987"/>
                <a:gd name="connsiteY0" fmla="*/ 0 h 38236"/>
                <a:gd name="connsiteX1" fmla="*/ 0 w 37987"/>
                <a:gd name="connsiteY1" fmla="*/ 38237 h 38236"/>
              </a:gdLst>
              <a:ahLst/>
              <a:cxnLst>
                <a:cxn ang="0">
                  <a:pos x="connsiteX0" y="connsiteY0"/>
                </a:cxn>
                <a:cxn ang="0">
                  <a:pos x="connsiteX1" y="connsiteY1"/>
                </a:cxn>
              </a:cxnLst>
              <a:rect l="l" t="t" r="r" b="b"/>
              <a:pathLst>
                <a:path w="37987" h="38236">
                  <a:moveTo>
                    <a:pt x="37988" y="0"/>
                  </a:moveTo>
                  <a:lnTo>
                    <a:pt x="0" y="38237"/>
                  </a:lnTo>
                </a:path>
              </a:pathLst>
            </a:custGeom>
            <a:ln w="25400" cap="rnd">
              <a:solidFill>
                <a:srgbClr val="0A1264"/>
              </a:solidFill>
              <a:prstDash val="solid"/>
              <a:round/>
            </a:ln>
          </p:spPr>
          <p:txBody>
            <a:bodyPr rtlCol="0" anchor="ctr"/>
            <a:lstStyle/>
            <a:p>
              <a:endParaRPr lang="en-CR"/>
            </a:p>
          </p:txBody>
        </p:sp>
        <p:sp>
          <p:nvSpPr>
            <p:cNvPr id="237" name="Freeform 236">
              <a:extLst>
                <a:ext uri="{FF2B5EF4-FFF2-40B4-BE49-F238E27FC236}">
                  <a16:creationId xmlns:a16="http://schemas.microsoft.com/office/drawing/2014/main" id="{B294AA10-63E6-3621-AF8F-1F492E99A0FF}"/>
                </a:ext>
              </a:extLst>
            </p:cNvPr>
            <p:cNvSpPr/>
            <p:nvPr/>
          </p:nvSpPr>
          <p:spPr>
            <a:xfrm>
              <a:off x="6834764" y="1270069"/>
              <a:ext cx="288439" cy="468106"/>
            </a:xfrm>
            <a:custGeom>
              <a:avLst/>
              <a:gdLst>
                <a:gd name="connsiteX0" fmla="*/ 89759 w 288439"/>
                <a:gd name="connsiteY0" fmla="*/ 352554 h 468106"/>
                <a:gd name="connsiteX1" fmla="*/ 89759 w 288439"/>
                <a:gd name="connsiteY1" fmla="*/ 434249 h 468106"/>
                <a:gd name="connsiteX2" fmla="*/ 114132 w 288439"/>
                <a:gd name="connsiteY2" fmla="*/ 434249 h 468106"/>
                <a:gd name="connsiteX3" fmla="*/ 147918 w 288439"/>
                <a:gd name="connsiteY3" fmla="*/ 468106 h 468106"/>
                <a:gd name="connsiteX4" fmla="*/ 181703 w 288439"/>
                <a:gd name="connsiteY4" fmla="*/ 434249 h 468106"/>
                <a:gd name="connsiteX5" fmla="*/ 181703 w 288439"/>
                <a:gd name="connsiteY5" fmla="*/ 434249 h 468106"/>
                <a:gd name="connsiteX6" fmla="*/ 203723 w 288439"/>
                <a:gd name="connsiteY6" fmla="*/ 434249 h 468106"/>
                <a:gd name="connsiteX7" fmla="*/ 203723 w 288439"/>
                <a:gd name="connsiteY7" fmla="*/ 352722 h 468106"/>
                <a:gd name="connsiteX8" fmla="*/ 240702 w 288439"/>
                <a:gd name="connsiteY8" fmla="*/ 264457 h 468106"/>
                <a:gd name="connsiteX9" fmla="*/ 288439 w 288439"/>
                <a:gd name="connsiteY9" fmla="*/ 142335 h 468106"/>
                <a:gd name="connsiteX10" fmla="*/ 144220 w 288439"/>
                <a:gd name="connsiteY10" fmla="*/ 0 h 468106"/>
                <a:gd name="connsiteX11" fmla="*/ 0 w 288439"/>
                <a:gd name="connsiteY11" fmla="*/ 142335 h 468106"/>
                <a:gd name="connsiteX12" fmla="*/ 47737 w 288439"/>
                <a:gd name="connsiteY12" fmla="*/ 264626 h 468106"/>
                <a:gd name="connsiteX13" fmla="*/ 47737 w 288439"/>
                <a:gd name="connsiteY13" fmla="*/ 264626 h 468106"/>
                <a:gd name="connsiteX14" fmla="*/ 89927 w 288439"/>
                <a:gd name="connsiteY14" fmla="*/ 352722 h 4681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88439" h="468106">
                  <a:moveTo>
                    <a:pt x="89759" y="352554"/>
                  </a:moveTo>
                  <a:lnTo>
                    <a:pt x="89759" y="434249"/>
                  </a:lnTo>
                  <a:lnTo>
                    <a:pt x="114132" y="434249"/>
                  </a:lnTo>
                  <a:cubicBezTo>
                    <a:pt x="114132" y="452946"/>
                    <a:pt x="129260" y="468106"/>
                    <a:pt x="147918" y="468106"/>
                  </a:cubicBezTo>
                  <a:cubicBezTo>
                    <a:pt x="166575" y="468106"/>
                    <a:pt x="181703" y="452946"/>
                    <a:pt x="181703" y="434249"/>
                  </a:cubicBezTo>
                  <a:lnTo>
                    <a:pt x="181703" y="434249"/>
                  </a:lnTo>
                  <a:lnTo>
                    <a:pt x="203723" y="434249"/>
                  </a:lnTo>
                  <a:lnTo>
                    <a:pt x="203723" y="352722"/>
                  </a:lnTo>
                  <a:cubicBezTo>
                    <a:pt x="203723" y="313475"/>
                    <a:pt x="240702" y="264457"/>
                    <a:pt x="240702" y="264457"/>
                  </a:cubicBezTo>
                  <a:cubicBezTo>
                    <a:pt x="269950" y="230432"/>
                    <a:pt x="288439" y="184278"/>
                    <a:pt x="288439" y="142335"/>
                  </a:cubicBezTo>
                  <a:cubicBezTo>
                    <a:pt x="288439" y="63840"/>
                    <a:pt x="223894" y="0"/>
                    <a:pt x="144220" y="0"/>
                  </a:cubicBezTo>
                  <a:cubicBezTo>
                    <a:pt x="64546" y="0"/>
                    <a:pt x="0" y="63672"/>
                    <a:pt x="0" y="142335"/>
                  </a:cubicBezTo>
                  <a:cubicBezTo>
                    <a:pt x="0" y="184278"/>
                    <a:pt x="18490" y="230600"/>
                    <a:pt x="47737" y="264626"/>
                  </a:cubicBezTo>
                  <a:lnTo>
                    <a:pt x="47737" y="264626"/>
                  </a:lnTo>
                  <a:cubicBezTo>
                    <a:pt x="47737" y="264626"/>
                    <a:pt x="89927" y="313475"/>
                    <a:pt x="89927" y="352722"/>
                  </a:cubicBezTo>
                </a:path>
              </a:pathLst>
            </a:custGeom>
            <a:noFill/>
            <a:ln w="25400" cap="rnd">
              <a:solidFill>
                <a:srgbClr val="0A1264"/>
              </a:solidFill>
              <a:prstDash val="solid"/>
              <a:round/>
            </a:ln>
          </p:spPr>
          <p:txBody>
            <a:bodyPr rtlCol="0" anchor="ctr"/>
            <a:lstStyle/>
            <a:p>
              <a:endParaRPr lang="en-CR"/>
            </a:p>
          </p:txBody>
        </p:sp>
        <p:sp>
          <p:nvSpPr>
            <p:cNvPr id="238" name="Freeform 237">
              <a:extLst>
                <a:ext uri="{FF2B5EF4-FFF2-40B4-BE49-F238E27FC236}">
                  <a16:creationId xmlns:a16="http://schemas.microsoft.com/office/drawing/2014/main" id="{BBF56966-0548-E117-1012-766B12BD2AC0}"/>
                </a:ext>
              </a:extLst>
            </p:cNvPr>
            <p:cNvSpPr/>
            <p:nvPr/>
          </p:nvSpPr>
          <p:spPr>
            <a:xfrm>
              <a:off x="6961671" y="1438514"/>
              <a:ext cx="37987" cy="38236"/>
            </a:xfrm>
            <a:custGeom>
              <a:avLst/>
              <a:gdLst>
                <a:gd name="connsiteX0" fmla="*/ 37988 w 37987"/>
                <a:gd name="connsiteY0" fmla="*/ 0 h 38236"/>
                <a:gd name="connsiteX1" fmla="*/ 0 w 37987"/>
                <a:gd name="connsiteY1" fmla="*/ 38237 h 38236"/>
              </a:gdLst>
              <a:ahLst/>
              <a:cxnLst>
                <a:cxn ang="0">
                  <a:pos x="connsiteX0" y="connsiteY0"/>
                </a:cxn>
                <a:cxn ang="0">
                  <a:pos x="connsiteX1" y="connsiteY1"/>
                </a:cxn>
              </a:cxnLst>
              <a:rect l="l" t="t" r="r" b="b"/>
              <a:pathLst>
                <a:path w="37987" h="38236">
                  <a:moveTo>
                    <a:pt x="37988" y="0"/>
                  </a:moveTo>
                  <a:lnTo>
                    <a:pt x="0" y="38237"/>
                  </a:lnTo>
                </a:path>
              </a:pathLst>
            </a:custGeom>
            <a:ln w="25400" cap="rnd">
              <a:solidFill>
                <a:srgbClr val="0A1264"/>
              </a:solidFill>
              <a:prstDash val="solid"/>
              <a:round/>
            </a:ln>
          </p:spPr>
          <p:txBody>
            <a:bodyPr rtlCol="0" anchor="ctr"/>
            <a:lstStyle/>
            <a:p>
              <a:endParaRPr lang="en-CR"/>
            </a:p>
          </p:txBody>
        </p:sp>
        <p:sp>
          <p:nvSpPr>
            <p:cNvPr id="239" name="Freeform 238">
              <a:extLst>
                <a:ext uri="{FF2B5EF4-FFF2-40B4-BE49-F238E27FC236}">
                  <a16:creationId xmlns:a16="http://schemas.microsoft.com/office/drawing/2014/main" id="{97E856CE-65F5-EC38-5144-4C1207575AC5}"/>
                </a:ext>
              </a:extLst>
            </p:cNvPr>
            <p:cNvSpPr/>
            <p:nvPr/>
          </p:nvSpPr>
          <p:spPr>
            <a:xfrm>
              <a:off x="7009744" y="1438514"/>
              <a:ext cx="37987" cy="38236"/>
            </a:xfrm>
            <a:custGeom>
              <a:avLst/>
              <a:gdLst>
                <a:gd name="connsiteX0" fmla="*/ 37988 w 37987"/>
                <a:gd name="connsiteY0" fmla="*/ 0 h 38236"/>
                <a:gd name="connsiteX1" fmla="*/ 0 w 37987"/>
                <a:gd name="connsiteY1" fmla="*/ 38237 h 38236"/>
              </a:gdLst>
              <a:ahLst/>
              <a:cxnLst>
                <a:cxn ang="0">
                  <a:pos x="connsiteX0" y="connsiteY0"/>
                </a:cxn>
                <a:cxn ang="0">
                  <a:pos x="connsiteX1" y="connsiteY1"/>
                </a:cxn>
              </a:cxnLst>
              <a:rect l="l" t="t" r="r" b="b"/>
              <a:pathLst>
                <a:path w="37987" h="38236">
                  <a:moveTo>
                    <a:pt x="37988" y="0"/>
                  </a:moveTo>
                  <a:lnTo>
                    <a:pt x="0" y="38237"/>
                  </a:lnTo>
                </a:path>
              </a:pathLst>
            </a:custGeom>
            <a:ln w="25400" cap="rnd">
              <a:solidFill>
                <a:srgbClr val="0A1264"/>
              </a:solidFill>
              <a:prstDash val="solid"/>
              <a:round/>
            </a:ln>
          </p:spPr>
          <p:txBody>
            <a:bodyPr rtlCol="0" anchor="ctr"/>
            <a:lstStyle/>
            <a:p>
              <a:endParaRPr lang="en-CR"/>
            </a:p>
          </p:txBody>
        </p:sp>
      </p:grpSp>
      <p:grpSp>
        <p:nvGrpSpPr>
          <p:cNvPr id="240" name="Graphic 226">
            <a:extLst>
              <a:ext uri="{FF2B5EF4-FFF2-40B4-BE49-F238E27FC236}">
                <a16:creationId xmlns:a16="http://schemas.microsoft.com/office/drawing/2014/main" id="{C8169022-89D5-3EDB-FA9F-5FE33CA793EA}"/>
              </a:ext>
            </a:extLst>
          </p:cNvPr>
          <p:cNvGrpSpPr/>
          <p:nvPr/>
        </p:nvGrpSpPr>
        <p:grpSpPr>
          <a:xfrm>
            <a:off x="8176070" y="1207091"/>
            <a:ext cx="550789" cy="486994"/>
            <a:chOff x="7948129" y="1226578"/>
            <a:chExt cx="550789" cy="486994"/>
          </a:xfrm>
          <a:noFill/>
        </p:grpSpPr>
        <p:sp>
          <p:nvSpPr>
            <p:cNvPr id="241" name="Freeform 240">
              <a:extLst>
                <a:ext uri="{FF2B5EF4-FFF2-40B4-BE49-F238E27FC236}">
                  <a16:creationId xmlns:a16="http://schemas.microsoft.com/office/drawing/2014/main" id="{517D9B51-F519-1529-8591-73257B0A278C}"/>
                </a:ext>
              </a:extLst>
            </p:cNvPr>
            <p:cNvSpPr/>
            <p:nvPr/>
          </p:nvSpPr>
          <p:spPr>
            <a:xfrm>
              <a:off x="8351473" y="1427143"/>
              <a:ext cx="147445" cy="76392"/>
            </a:xfrm>
            <a:custGeom>
              <a:avLst/>
              <a:gdLst>
                <a:gd name="connsiteX0" fmla="*/ 147446 w 147445"/>
                <a:gd name="connsiteY0" fmla="*/ 0 h 76392"/>
                <a:gd name="connsiteX1" fmla="*/ 75437 w 147445"/>
                <a:gd name="connsiteY1" fmla="*/ 76392 h 76392"/>
                <a:gd name="connsiteX2" fmla="*/ 0 w 147445"/>
                <a:gd name="connsiteY2" fmla="*/ 3656 h 76392"/>
              </a:gdLst>
              <a:ahLst/>
              <a:cxnLst>
                <a:cxn ang="0">
                  <a:pos x="connsiteX0" y="connsiteY0"/>
                </a:cxn>
                <a:cxn ang="0">
                  <a:pos x="connsiteX1" y="connsiteY1"/>
                </a:cxn>
                <a:cxn ang="0">
                  <a:pos x="connsiteX2" y="connsiteY2"/>
                </a:cxn>
              </a:cxnLst>
              <a:rect l="l" t="t" r="r" b="b"/>
              <a:pathLst>
                <a:path w="147445" h="76392">
                  <a:moveTo>
                    <a:pt x="147446" y="0"/>
                  </a:moveTo>
                  <a:lnTo>
                    <a:pt x="75437" y="76392"/>
                  </a:lnTo>
                  <a:lnTo>
                    <a:pt x="0" y="3656"/>
                  </a:lnTo>
                </a:path>
              </a:pathLst>
            </a:custGeom>
            <a:noFill/>
            <a:ln w="25400" cap="rnd">
              <a:solidFill>
                <a:srgbClr val="0A1264"/>
              </a:solidFill>
              <a:prstDash val="solid"/>
              <a:round/>
            </a:ln>
          </p:spPr>
          <p:txBody>
            <a:bodyPr rtlCol="0" anchor="ctr"/>
            <a:lstStyle/>
            <a:p>
              <a:endParaRPr lang="en-CR"/>
            </a:p>
          </p:txBody>
        </p:sp>
        <p:sp>
          <p:nvSpPr>
            <p:cNvPr id="242" name="Freeform 241">
              <a:extLst>
                <a:ext uri="{FF2B5EF4-FFF2-40B4-BE49-F238E27FC236}">
                  <a16:creationId xmlns:a16="http://schemas.microsoft.com/office/drawing/2014/main" id="{E6E3C414-2D27-5A0C-481E-1E365C42A0E0}"/>
                </a:ext>
              </a:extLst>
            </p:cNvPr>
            <p:cNvSpPr/>
            <p:nvPr/>
          </p:nvSpPr>
          <p:spPr>
            <a:xfrm>
              <a:off x="7948129" y="1226578"/>
              <a:ext cx="480581" cy="486994"/>
            </a:xfrm>
            <a:custGeom>
              <a:avLst/>
              <a:gdLst>
                <a:gd name="connsiteX0" fmla="*/ 452874 w 480581"/>
                <a:gd name="connsiteY0" fmla="*/ 360277 h 486994"/>
                <a:gd name="connsiteX1" fmla="*/ 212083 w 480581"/>
                <a:gd name="connsiteY1" fmla="*/ 485160 h 486994"/>
                <a:gd name="connsiteX2" fmla="*/ 1773 w 480581"/>
                <a:gd name="connsiteY2" fmla="*/ 214035 h 486994"/>
                <a:gd name="connsiteX3" fmla="*/ 270376 w 480581"/>
                <a:gd name="connsiteY3" fmla="*/ 1791 h 486994"/>
                <a:gd name="connsiteX4" fmla="*/ 478781 w 480581"/>
                <a:gd name="connsiteY4" fmla="*/ 276765 h 48699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80581" h="486994">
                  <a:moveTo>
                    <a:pt x="452874" y="360277"/>
                  </a:moveTo>
                  <a:cubicBezTo>
                    <a:pt x="406964" y="445136"/>
                    <a:pt x="313048" y="497668"/>
                    <a:pt x="212083" y="485160"/>
                  </a:cubicBezTo>
                  <a:cubicBezTo>
                    <a:pt x="79877" y="468996"/>
                    <a:pt x="-14229" y="347577"/>
                    <a:pt x="1773" y="214035"/>
                  </a:cubicBezTo>
                  <a:cubicBezTo>
                    <a:pt x="17965" y="80685"/>
                    <a:pt x="138170" y="-14373"/>
                    <a:pt x="270376" y="1791"/>
                  </a:cubicBezTo>
                  <a:cubicBezTo>
                    <a:pt x="402392" y="18147"/>
                    <a:pt x="494783" y="143415"/>
                    <a:pt x="478781" y="276765"/>
                  </a:cubicBezTo>
                </a:path>
              </a:pathLst>
            </a:custGeom>
            <a:noFill/>
            <a:ln w="25400" cap="rnd">
              <a:solidFill>
                <a:srgbClr val="0A1264"/>
              </a:solidFill>
              <a:prstDash val="solid"/>
              <a:round/>
            </a:ln>
          </p:spPr>
          <p:txBody>
            <a:bodyPr rtlCol="0" anchor="ctr"/>
            <a:lstStyle/>
            <a:p>
              <a:endParaRPr lang="en-CR"/>
            </a:p>
          </p:txBody>
        </p:sp>
        <p:sp>
          <p:nvSpPr>
            <p:cNvPr id="243" name="Freeform 242">
              <a:extLst>
                <a:ext uri="{FF2B5EF4-FFF2-40B4-BE49-F238E27FC236}">
                  <a16:creationId xmlns:a16="http://schemas.microsoft.com/office/drawing/2014/main" id="{B6016A0C-E50B-BEEB-8CBB-367FCE65F947}"/>
                </a:ext>
              </a:extLst>
            </p:cNvPr>
            <p:cNvSpPr/>
            <p:nvPr/>
          </p:nvSpPr>
          <p:spPr>
            <a:xfrm>
              <a:off x="8101729" y="1459855"/>
              <a:ext cx="164590" cy="128539"/>
            </a:xfrm>
            <a:custGeom>
              <a:avLst/>
              <a:gdLst>
                <a:gd name="connsiteX0" fmla="*/ 20574 w 164590"/>
                <a:gd name="connsiteY0" fmla="*/ 0 h 128539"/>
                <a:gd name="connsiteX1" fmla="*/ 0 w 164590"/>
                <a:gd name="connsiteY1" fmla="*/ 19435 h 128539"/>
                <a:gd name="connsiteX2" fmla="*/ 9144 w 164590"/>
                <a:gd name="connsiteY2" fmla="*/ 109104 h 128539"/>
                <a:gd name="connsiteX3" fmla="*/ 29718 w 164590"/>
                <a:gd name="connsiteY3" fmla="*/ 128539 h 128539"/>
                <a:gd name="connsiteX4" fmla="*/ 134873 w 164590"/>
                <a:gd name="connsiteY4" fmla="*/ 128539 h 128539"/>
                <a:gd name="connsiteX5" fmla="*/ 155447 w 164590"/>
                <a:gd name="connsiteY5" fmla="*/ 109104 h 128539"/>
                <a:gd name="connsiteX6" fmla="*/ 164591 w 164590"/>
                <a:gd name="connsiteY6" fmla="*/ 19435 h 128539"/>
                <a:gd name="connsiteX7" fmla="*/ 144017 w 164590"/>
                <a:gd name="connsiteY7" fmla="*/ 0 h 128539"/>
                <a:gd name="connsiteX8" fmla="*/ 20764 w 164590"/>
                <a:gd name="connsiteY8" fmla="*/ 0 h 1285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64590" h="128539">
                  <a:moveTo>
                    <a:pt x="20574" y="0"/>
                  </a:moveTo>
                  <a:cubicBezTo>
                    <a:pt x="9334" y="0"/>
                    <a:pt x="0" y="8659"/>
                    <a:pt x="0" y="19435"/>
                  </a:cubicBezTo>
                  <a:lnTo>
                    <a:pt x="9144" y="109104"/>
                  </a:lnTo>
                  <a:cubicBezTo>
                    <a:pt x="9144" y="119880"/>
                    <a:pt x="18288" y="128539"/>
                    <a:pt x="29718" y="128539"/>
                  </a:cubicBezTo>
                  <a:lnTo>
                    <a:pt x="134873" y="128539"/>
                  </a:lnTo>
                  <a:cubicBezTo>
                    <a:pt x="146112" y="128539"/>
                    <a:pt x="155447" y="119880"/>
                    <a:pt x="155447" y="109104"/>
                  </a:cubicBezTo>
                  <a:lnTo>
                    <a:pt x="164591" y="19435"/>
                  </a:lnTo>
                  <a:cubicBezTo>
                    <a:pt x="164591" y="8659"/>
                    <a:pt x="155447" y="0"/>
                    <a:pt x="144017" y="0"/>
                  </a:cubicBezTo>
                  <a:lnTo>
                    <a:pt x="20764" y="0"/>
                  </a:lnTo>
                  <a:close/>
                </a:path>
              </a:pathLst>
            </a:custGeom>
            <a:noFill/>
            <a:ln w="25400" cap="rnd">
              <a:solidFill>
                <a:srgbClr val="005EFF"/>
              </a:solidFill>
              <a:prstDash val="solid"/>
              <a:round/>
            </a:ln>
          </p:spPr>
          <p:txBody>
            <a:bodyPr rtlCol="0" anchor="ctr"/>
            <a:lstStyle/>
            <a:p>
              <a:endParaRPr lang="en-CR"/>
            </a:p>
          </p:txBody>
        </p:sp>
        <p:sp>
          <p:nvSpPr>
            <p:cNvPr id="244" name="Freeform 243">
              <a:extLst>
                <a:ext uri="{FF2B5EF4-FFF2-40B4-BE49-F238E27FC236}">
                  <a16:creationId xmlns:a16="http://schemas.microsoft.com/office/drawing/2014/main" id="{B8E13D76-6EE1-BF62-375C-6400D813021F}"/>
                </a:ext>
              </a:extLst>
            </p:cNvPr>
            <p:cNvSpPr/>
            <p:nvPr/>
          </p:nvSpPr>
          <p:spPr>
            <a:xfrm>
              <a:off x="8141734" y="1373649"/>
              <a:ext cx="84200" cy="86205"/>
            </a:xfrm>
            <a:custGeom>
              <a:avLst/>
              <a:gdLst>
                <a:gd name="connsiteX0" fmla="*/ 0 w 84200"/>
                <a:gd name="connsiteY0" fmla="*/ 86206 h 86205"/>
                <a:gd name="connsiteX1" fmla="*/ 0 w 84200"/>
                <a:gd name="connsiteY1" fmla="*/ 42141 h 86205"/>
                <a:gd name="connsiteX2" fmla="*/ 42100 w 84200"/>
                <a:gd name="connsiteY2" fmla="*/ 0 h 86205"/>
                <a:gd name="connsiteX3" fmla="*/ 84200 w 84200"/>
                <a:gd name="connsiteY3" fmla="*/ 42141 h 86205"/>
                <a:gd name="connsiteX4" fmla="*/ 84200 w 84200"/>
                <a:gd name="connsiteY4" fmla="*/ 86206 h 862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4200" h="86205">
                  <a:moveTo>
                    <a:pt x="0" y="86206"/>
                  </a:moveTo>
                  <a:lnTo>
                    <a:pt x="0" y="42141"/>
                  </a:lnTo>
                  <a:cubicBezTo>
                    <a:pt x="0" y="18858"/>
                    <a:pt x="18859" y="0"/>
                    <a:pt x="42100" y="0"/>
                  </a:cubicBezTo>
                  <a:cubicBezTo>
                    <a:pt x="65341" y="0"/>
                    <a:pt x="84200" y="18858"/>
                    <a:pt x="84200" y="42141"/>
                  </a:cubicBezTo>
                  <a:lnTo>
                    <a:pt x="84200" y="86206"/>
                  </a:lnTo>
                </a:path>
              </a:pathLst>
            </a:custGeom>
            <a:noFill/>
            <a:ln w="25400" cap="rnd">
              <a:solidFill>
                <a:srgbClr val="005EFF"/>
              </a:solidFill>
              <a:prstDash val="solid"/>
              <a:round/>
            </a:ln>
          </p:spPr>
          <p:txBody>
            <a:bodyPr rtlCol="0" anchor="ctr"/>
            <a:lstStyle/>
            <a:p>
              <a:endParaRPr lang="en-CR"/>
            </a:p>
          </p:txBody>
        </p:sp>
      </p:grpSp>
      <p:grpSp>
        <p:nvGrpSpPr>
          <p:cNvPr id="245" name="Graphic 250">
            <a:extLst>
              <a:ext uri="{FF2B5EF4-FFF2-40B4-BE49-F238E27FC236}">
                <a16:creationId xmlns:a16="http://schemas.microsoft.com/office/drawing/2014/main" id="{36292330-3E1C-D3EE-B2A5-930C72199632}"/>
              </a:ext>
            </a:extLst>
          </p:cNvPr>
          <p:cNvGrpSpPr/>
          <p:nvPr/>
        </p:nvGrpSpPr>
        <p:grpSpPr>
          <a:xfrm>
            <a:off x="5829131" y="2278123"/>
            <a:ext cx="543710" cy="286004"/>
            <a:chOff x="9134616" y="1404096"/>
            <a:chExt cx="543710" cy="286004"/>
          </a:xfrm>
          <a:noFill/>
        </p:grpSpPr>
        <p:sp>
          <p:nvSpPr>
            <p:cNvPr id="246" name="Freeform 245">
              <a:extLst>
                <a:ext uri="{FF2B5EF4-FFF2-40B4-BE49-F238E27FC236}">
                  <a16:creationId xmlns:a16="http://schemas.microsoft.com/office/drawing/2014/main" id="{7046A9BF-66E7-04B1-CA9D-A0529AEB72D7}"/>
                </a:ext>
              </a:extLst>
            </p:cNvPr>
            <p:cNvSpPr/>
            <p:nvPr/>
          </p:nvSpPr>
          <p:spPr>
            <a:xfrm>
              <a:off x="9457555" y="1573278"/>
              <a:ext cx="51053" cy="41257"/>
            </a:xfrm>
            <a:custGeom>
              <a:avLst/>
              <a:gdLst>
                <a:gd name="connsiteX0" fmla="*/ 51054 w 51053"/>
                <a:gd name="connsiteY0" fmla="*/ 41258 h 41257"/>
                <a:gd name="connsiteX1" fmla="*/ 0 w 51053"/>
                <a:gd name="connsiteY1" fmla="*/ 0 h 41257"/>
              </a:gdLst>
              <a:ahLst/>
              <a:cxnLst>
                <a:cxn ang="0">
                  <a:pos x="connsiteX0" y="connsiteY0"/>
                </a:cxn>
                <a:cxn ang="0">
                  <a:pos x="connsiteX1" y="connsiteY1"/>
                </a:cxn>
              </a:cxnLst>
              <a:rect l="l" t="t" r="r" b="b"/>
              <a:pathLst>
                <a:path w="51053" h="41257">
                  <a:moveTo>
                    <a:pt x="51054" y="41258"/>
                  </a:moveTo>
                  <a:lnTo>
                    <a:pt x="0" y="0"/>
                  </a:lnTo>
                </a:path>
              </a:pathLst>
            </a:custGeom>
            <a:ln w="25400" cap="rnd">
              <a:solidFill>
                <a:srgbClr val="0A1264"/>
              </a:solidFill>
              <a:prstDash val="solid"/>
              <a:round/>
            </a:ln>
          </p:spPr>
          <p:txBody>
            <a:bodyPr rtlCol="0" anchor="ctr"/>
            <a:lstStyle/>
            <a:p>
              <a:endParaRPr lang="en-CR"/>
            </a:p>
          </p:txBody>
        </p:sp>
        <p:sp>
          <p:nvSpPr>
            <p:cNvPr id="247" name="Freeform 246">
              <a:extLst>
                <a:ext uri="{FF2B5EF4-FFF2-40B4-BE49-F238E27FC236}">
                  <a16:creationId xmlns:a16="http://schemas.microsoft.com/office/drawing/2014/main" id="{A138F7D1-0CE8-2303-1487-AE47A7D45495}"/>
                </a:ext>
              </a:extLst>
            </p:cNvPr>
            <p:cNvSpPr/>
            <p:nvPr/>
          </p:nvSpPr>
          <p:spPr>
            <a:xfrm>
              <a:off x="9420217" y="1606651"/>
              <a:ext cx="41529" cy="32823"/>
            </a:xfrm>
            <a:custGeom>
              <a:avLst/>
              <a:gdLst>
                <a:gd name="connsiteX0" fmla="*/ 41529 w 41529"/>
                <a:gd name="connsiteY0" fmla="*/ 32823 h 32823"/>
                <a:gd name="connsiteX1" fmla="*/ 0 w 41529"/>
                <a:gd name="connsiteY1" fmla="*/ 0 h 32823"/>
              </a:gdLst>
              <a:ahLst/>
              <a:cxnLst>
                <a:cxn ang="0">
                  <a:pos x="connsiteX0" y="connsiteY0"/>
                </a:cxn>
                <a:cxn ang="0">
                  <a:pos x="connsiteX1" y="connsiteY1"/>
                </a:cxn>
              </a:cxnLst>
              <a:rect l="l" t="t" r="r" b="b"/>
              <a:pathLst>
                <a:path w="41529" h="32823">
                  <a:moveTo>
                    <a:pt x="41529" y="32823"/>
                  </a:moveTo>
                  <a:lnTo>
                    <a:pt x="0" y="0"/>
                  </a:lnTo>
                </a:path>
              </a:pathLst>
            </a:custGeom>
            <a:ln w="25400" cap="rnd">
              <a:solidFill>
                <a:srgbClr val="0A1264"/>
              </a:solidFill>
              <a:prstDash val="solid"/>
              <a:round/>
            </a:ln>
          </p:spPr>
          <p:txBody>
            <a:bodyPr rtlCol="0" anchor="ctr"/>
            <a:lstStyle/>
            <a:p>
              <a:endParaRPr lang="en-CR"/>
            </a:p>
          </p:txBody>
        </p:sp>
        <p:sp>
          <p:nvSpPr>
            <p:cNvPr id="248" name="Freeform 247">
              <a:extLst>
                <a:ext uri="{FF2B5EF4-FFF2-40B4-BE49-F238E27FC236}">
                  <a16:creationId xmlns:a16="http://schemas.microsoft.com/office/drawing/2014/main" id="{F8D28192-0B6A-9C84-11AF-79FDEF8BFA6F}"/>
                </a:ext>
              </a:extLst>
            </p:cNvPr>
            <p:cNvSpPr/>
            <p:nvPr/>
          </p:nvSpPr>
          <p:spPr>
            <a:xfrm>
              <a:off x="9234861" y="1552924"/>
              <a:ext cx="174194" cy="137176"/>
            </a:xfrm>
            <a:custGeom>
              <a:avLst/>
              <a:gdLst>
                <a:gd name="connsiteX0" fmla="*/ 0 w 174194"/>
                <a:gd name="connsiteY0" fmla="*/ 0 h 137176"/>
                <a:gd name="connsiteX1" fmla="*/ 133922 w 174194"/>
                <a:gd name="connsiteY1" fmla="*/ 129458 h 137176"/>
                <a:gd name="connsiteX2" fmla="*/ 164973 w 174194"/>
                <a:gd name="connsiteY2" fmla="*/ 97919 h 137176"/>
                <a:gd name="connsiteX3" fmla="*/ 146875 w 174194"/>
                <a:gd name="connsiteY3" fmla="*/ 81049 h 137176"/>
              </a:gdLst>
              <a:ahLst/>
              <a:cxnLst>
                <a:cxn ang="0">
                  <a:pos x="connsiteX0" y="connsiteY0"/>
                </a:cxn>
                <a:cxn ang="0">
                  <a:pos x="connsiteX1" y="connsiteY1"/>
                </a:cxn>
                <a:cxn ang="0">
                  <a:pos x="connsiteX2" y="connsiteY2"/>
                </a:cxn>
                <a:cxn ang="0">
                  <a:pos x="connsiteX3" y="connsiteY3"/>
                </a:cxn>
              </a:cxnLst>
              <a:rect l="l" t="t" r="r" b="b"/>
              <a:pathLst>
                <a:path w="174194" h="137176">
                  <a:moveTo>
                    <a:pt x="0" y="0"/>
                  </a:moveTo>
                  <a:cubicBezTo>
                    <a:pt x="14859" y="40891"/>
                    <a:pt x="133922" y="129458"/>
                    <a:pt x="133922" y="129458"/>
                  </a:cubicBezTo>
                  <a:cubicBezTo>
                    <a:pt x="162687" y="152930"/>
                    <a:pt x="188595" y="117173"/>
                    <a:pt x="164973" y="97919"/>
                  </a:cubicBezTo>
                  <a:lnTo>
                    <a:pt x="146875" y="81049"/>
                  </a:lnTo>
                </a:path>
              </a:pathLst>
            </a:custGeom>
            <a:noFill/>
            <a:ln w="25400" cap="rnd">
              <a:solidFill>
                <a:srgbClr val="0A1264"/>
              </a:solidFill>
              <a:prstDash val="solid"/>
              <a:round/>
            </a:ln>
          </p:spPr>
          <p:txBody>
            <a:bodyPr rtlCol="0" anchor="ctr"/>
            <a:lstStyle/>
            <a:p>
              <a:endParaRPr lang="en-CR"/>
            </a:p>
          </p:txBody>
        </p:sp>
        <p:sp>
          <p:nvSpPr>
            <p:cNvPr id="249" name="Freeform 248">
              <a:extLst>
                <a:ext uri="{FF2B5EF4-FFF2-40B4-BE49-F238E27FC236}">
                  <a16:creationId xmlns:a16="http://schemas.microsoft.com/office/drawing/2014/main" id="{D13E6B09-1055-0237-F6DE-48FB5E387D0A}"/>
                </a:ext>
              </a:extLst>
            </p:cNvPr>
            <p:cNvSpPr/>
            <p:nvPr/>
          </p:nvSpPr>
          <p:spPr>
            <a:xfrm>
              <a:off x="9318483" y="1416539"/>
              <a:ext cx="233718" cy="265949"/>
            </a:xfrm>
            <a:custGeom>
              <a:avLst/>
              <a:gdLst>
                <a:gd name="connsiteX0" fmla="*/ 63253 w 233718"/>
                <a:gd name="connsiteY0" fmla="*/ 217434 h 265949"/>
                <a:gd name="connsiteX1" fmla="*/ 112593 w 233718"/>
                <a:gd name="connsiteY1" fmla="*/ 258692 h 265949"/>
                <a:gd name="connsiteX2" fmla="*/ 145168 w 233718"/>
                <a:gd name="connsiteY2" fmla="*/ 224952 h 265949"/>
                <a:gd name="connsiteX3" fmla="*/ 157551 w 233718"/>
                <a:gd name="connsiteY3" fmla="*/ 235037 h 265949"/>
                <a:gd name="connsiteX4" fmla="*/ 190317 w 233718"/>
                <a:gd name="connsiteY4" fmla="*/ 197813 h 265949"/>
                <a:gd name="connsiteX5" fmla="*/ 192222 w 233718"/>
                <a:gd name="connsiteY5" fmla="*/ 199464 h 265949"/>
                <a:gd name="connsiteX6" fmla="*/ 224988 w 233718"/>
                <a:gd name="connsiteY6" fmla="*/ 162240 h 265949"/>
                <a:gd name="connsiteX7" fmla="*/ 103068 w 233718"/>
                <a:gd name="connsiteY7" fmla="*/ 66521 h 265949"/>
                <a:gd name="connsiteX8" fmla="*/ 70492 w 233718"/>
                <a:gd name="connsiteY8" fmla="*/ 72756 h 265949"/>
                <a:gd name="connsiteX9" fmla="*/ 9723 w 233718"/>
                <a:gd name="connsiteY9" fmla="*/ 106496 h 265949"/>
                <a:gd name="connsiteX10" fmla="*/ 81922 w 233718"/>
                <a:gd name="connsiteY10" fmla="*/ 875 h 265949"/>
                <a:gd name="connsiteX11" fmla="*/ 193936 w 233718"/>
                <a:gd name="connsiteY11" fmla="*/ 31498 h 265949"/>
                <a:gd name="connsiteX12" fmla="*/ 223464 w 233718"/>
                <a:gd name="connsiteY12" fmla="*/ 22879 h 2659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33718" h="265949">
                  <a:moveTo>
                    <a:pt x="63253" y="217434"/>
                  </a:moveTo>
                  <a:lnTo>
                    <a:pt x="112593" y="258692"/>
                  </a:lnTo>
                  <a:cubicBezTo>
                    <a:pt x="140977" y="281796"/>
                    <a:pt x="168600" y="244022"/>
                    <a:pt x="145168" y="224952"/>
                  </a:cubicBezTo>
                  <a:lnTo>
                    <a:pt x="157551" y="235037"/>
                  </a:lnTo>
                  <a:cubicBezTo>
                    <a:pt x="182316" y="255208"/>
                    <a:pt x="214891" y="217984"/>
                    <a:pt x="190317" y="197813"/>
                  </a:cubicBezTo>
                  <a:lnTo>
                    <a:pt x="192222" y="199464"/>
                  </a:lnTo>
                  <a:cubicBezTo>
                    <a:pt x="216987" y="219634"/>
                    <a:pt x="249562" y="182410"/>
                    <a:pt x="224988" y="162240"/>
                  </a:cubicBezTo>
                  <a:lnTo>
                    <a:pt x="103068" y="66521"/>
                  </a:lnTo>
                  <a:cubicBezTo>
                    <a:pt x="103068" y="66521"/>
                    <a:pt x="79446" y="75140"/>
                    <a:pt x="70492" y="72756"/>
                  </a:cubicBezTo>
                  <a:cubicBezTo>
                    <a:pt x="70492" y="72756"/>
                    <a:pt x="35440" y="124649"/>
                    <a:pt x="9723" y="106496"/>
                  </a:cubicBezTo>
                  <a:cubicBezTo>
                    <a:pt x="-15995" y="88526"/>
                    <a:pt x="9723" y="11694"/>
                    <a:pt x="81922" y="875"/>
                  </a:cubicBezTo>
                  <a:cubicBezTo>
                    <a:pt x="81922" y="875"/>
                    <a:pt x="114307" y="-8110"/>
                    <a:pt x="193936" y="31498"/>
                  </a:cubicBezTo>
                  <a:lnTo>
                    <a:pt x="223464" y="22879"/>
                  </a:lnTo>
                </a:path>
              </a:pathLst>
            </a:custGeom>
            <a:noFill/>
            <a:ln w="25400" cap="rnd">
              <a:solidFill>
                <a:srgbClr val="0A1264"/>
              </a:solidFill>
              <a:prstDash val="solid"/>
              <a:round/>
            </a:ln>
          </p:spPr>
          <p:txBody>
            <a:bodyPr rtlCol="0" anchor="ctr"/>
            <a:lstStyle/>
            <a:p>
              <a:endParaRPr lang="en-CR"/>
            </a:p>
          </p:txBody>
        </p:sp>
        <p:sp>
          <p:nvSpPr>
            <p:cNvPr id="250" name="Freeform 249">
              <a:extLst>
                <a:ext uri="{FF2B5EF4-FFF2-40B4-BE49-F238E27FC236}">
                  <a16:creationId xmlns:a16="http://schemas.microsoft.com/office/drawing/2014/main" id="{92C3511D-6CA3-7E69-0702-629E96C3D549}"/>
                </a:ext>
              </a:extLst>
            </p:cNvPr>
            <p:cNvSpPr/>
            <p:nvPr/>
          </p:nvSpPr>
          <p:spPr>
            <a:xfrm>
              <a:off x="9268198" y="1429884"/>
              <a:ext cx="95821" cy="9168"/>
            </a:xfrm>
            <a:custGeom>
              <a:avLst/>
              <a:gdLst>
                <a:gd name="connsiteX0" fmla="*/ 0 w 95821"/>
                <a:gd name="connsiteY0" fmla="*/ 9168 h 9168"/>
                <a:gd name="connsiteX1" fmla="*/ 95822 w 95821"/>
                <a:gd name="connsiteY1" fmla="*/ 0 h 9168"/>
              </a:gdLst>
              <a:ahLst/>
              <a:cxnLst>
                <a:cxn ang="0">
                  <a:pos x="connsiteX0" y="connsiteY0"/>
                </a:cxn>
                <a:cxn ang="0">
                  <a:pos x="connsiteX1" y="connsiteY1"/>
                </a:cxn>
              </a:cxnLst>
              <a:rect l="l" t="t" r="r" b="b"/>
              <a:pathLst>
                <a:path w="95821" h="9168">
                  <a:moveTo>
                    <a:pt x="0" y="9168"/>
                  </a:moveTo>
                  <a:cubicBezTo>
                    <a:pt x="0" y="9168"/>
                    <a:pt x="4191" y="1834"/>
                    <a:pt x="95822" y="0"/>
                  </a:cubicBezTo>
                </a:path>
              </a:pathLst>
            </a:custGeom>
            <a:noFill/>
            <a:ln w="25400" cap="rnd">
              <a:solidFill>
                <a:srgbClr val="0A1264"/>
              </a:solidFill>
              <a:prstDash val="solid"/>
              <a:round/>
            </a:ln>
          </p:spPr>
          <p:txBody>
            <a:bodyPr rtlCol="0" anchor="ctr"/>
            <a:lstStyle/>
            <a:p>
              <a:endParaRPr lang="en-CR"/>
            </a:p>
          </p:txBody>
        </p:sp>
        <p:sp>
          <p:nvSpPr>
            <p:cNvPr id="251" name="Freeform 250">
              <a:extLst>
                <a:ext uri="{FF2B5EF4-FFF2-40B4-BE49-F238E27FC236}">
                  <a16:creationId xmlns:a16="http://schemas.microsoft.com/office/drawing/2014/main" id="{90866038-2781-BF2B-23D3-0A577A636679}"/>
                </a:ext>
              </a:extLst>
            </p:cNvPr>
            <p:cNvSpPr/>
            <p:nvPr/>
          </p:nvSpPr>
          <p:spPr>
            <a:xfrm>
              <a:off x="9551090" y="1583547"/>
              <a:ext cx="34671" cy="8735"/>
            </a:xfrm>
            <a:custGeom>
              <a:avLst/>
              <a:gdLst>
                <a:gd name="connsiteX0" fmla="*/ 0 w 34671"/>
                <a:gd name="connsiteY0" fmla="*/ 7518 h 8735"/>
                <a:gd name="connsiteX1" fmla="*/ 34671 w 34671"/>
                <a:gd name="connsiteY1" fmla="*/ 0 h 8735"/>
              </a:gdLst>
              <a:ahLst/>
              <a:cxnLst>
                <a:cxn ang="0">
                  <a:pos x="connsiteX0" y="connsiteY0"/>
                </a:cxn>
                <a:cxn ang="0">
                  <a:pos x="connsiteX1" y="connsiteY1"/>
                </a:cxn>
              </a:cxnLst>
              <a:rect l="l" t="t" r="r" b="b"/>
              <a:pathLst>
                <a:path w="34671" h="8735">
                  <a:moveTo>
                    <a:pt x="0" y="7518"/>
                  </a:moveTo>
                  <a:cubicBezTo>
                    <a:pt x="0" y="7518"/>
                    <a:pt x="22670" y="13203"/>
                    <a:pt x="34671" y="0"/>
                  </a:cubicBezTo>
                </a:path>
              </a:pathLst>
            </a:custGeom>
            <a:noFill/>
            <a:ln w="25400" cap="rnd">
              <a:solidFill>
                <a:srgbClr val="0A1264"/>
              </a:solidFill>
              <a:prstDash val="solid"/>
              <a:round/>
            </a:ln>
          </p:spPr>
          <p:txBody>
            <a:bodyPr rtlCol="0" anchor="ctr"/>
            <a:lstStyle/>
            <a:p>
              <a:endParaRPr lang="en-CR"/>
            </a:p>
          </p:txBody>
        </p:sp>
        <p:sp>
          <p:nvSpPr>
            <p:cNvPr id="252" name="Freeform 251">
              <a:extLst>
                <a:ext uri="{FF2B5EF4-FFF2-40B4-BE49-F238E27FC236}">
                  <a16:creationId xmlns:a16="http://schemas.microsoft.com/office/drawing/2014/main" id="{71964BF4-1EC0-69E6-7DF5-AEF9498FF5F5}"/>
                </a:ext>
              </a:extLst>
            </p:cNvPr>
            <p:cNvSpPr/>
            <p:nvPr/>
          </p:nvSpPr>
          <p:spPr>
            <a:xfrm rot="-4451400">
              <a:off x="9110237" y="1458710"/>
              <a:ext cx="185927" cy="86550"/>
            </a:xfrm>
            <a:custGeom>
              <a:avLst/>
              <a:gdLst>
                <a:gd name="connsiteX0" fmla="*/ 166878 w 185927"/>
                <a:gd name="connsiteY0" fmla="*/ 0 h 86550"/>
                <a:gd name="connsiteX1" fmla="*/ 185928 w 185927"/>
                <a:gd name="connsiteY1" fmla="*/ 18337 h 86550"/>
                <a:gd name="connsiteX2" fmla="*/ 185928 w 185927"/>
                <a:gd name="connsiteY2" fmla="*/ 68213 h 86550"/>
                <a:gd name="connsiteX3" fmla="*/ 166878 w 185927"/>
                <a:gd name="connsiteY3" fmla="*/ 86550 h 86550"/>
                <a:gd name="connsiteX4" fmla="*/ 19050 w 185927"/>
                <a:gd name="connsiteY4" fmla="*/ 86550 h 86550"/>
                <a:gd name="connsiteX5" fmla="*/ 0 w 185927"/>
                <a:gd name="connsiteY5" fmla="*/ 68213 h 86550"/>
                <a:gd name="connsiteX6" fmla="*/ 0 w 185927"/>
                <a:gd name="connsiteY6" fmla="*/ 18337 h 86550"/>
                <a:gd name="connsiteX7" fmla="*/ 19050 w 185927"/>
                <a:gd name="connsiteY7" fmla="*/ 0 h 865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5927" h="86550">
                  <a:moveTo>
                    <a:pt x="166878" y="0"/>
                  </a:moveTo>
                  <a:cubicBezTo>
                    <a:pt x="177399" y="0"/>
                    <a:pt x="185928" y="8210"/>
                    <a:pt x="185928" y="18337"/>
                  </a:cubicBezTo>
                  <a:lnTo>
                    <a:pt x="185928" y="68213"/>
                  </a:lnTo>
                  <a:cubicBezTo>
                    <a:pt x="185928" y="78340"/>
                    <a:pt x="177399" y="86550"/>
                    <a:pt x="166878" y="86550"/>
                  </a:cubicBezTo>
                  <a:lnTo>
                    <a:pt x="19050" y="86550"/>
                  </a:lnTo>
                  <a:cubicBezTo>
                    <a:pt x="8529" y="86550"/>
                    <a:pt x="0" y="78340"/>
                    <a:pt x="0" y="68213"/>
                  </a:cubicBezTo>
                  <a:lnTo>
                    <a:pt x="0" y="18337"/>
                  </a:lnTo>
                  <a:cubicBezTo>
                    <a:pt x="0" y="8210"/>
                    <a:pt x="8529" y="0"/>
                    <a:pt x="19050" y="0"/>
                  </a:cubicBezTo>
                  <a:close/>
                </a:path>
              </a:pathLst>
            </a:custGeom>
            <a:noFill/>
            <a:ln w="25400" cap="rnd">
              <a:solidFill>
                <a:srgbClr val="005EFF"/>
              </a:solidFill>
              <a:prstDash val="solid"/>
              <a:round/>
            </a:ln>
          </p:spPr>
          <p:txBody>
            <a:bodyPr rtlCol="0" anchor="ctr"/>
            <a:lstStyle/>
            <a:p>
              <a:endParaRPr lang="en-CR"/>
            </a:p>
          </p:txBody>
        </p:sp>
        <p:sp>
          <p:nvSpPr>
            <p:cNvPr id="253" name="Freeform 252">
              <a:extLst>
                <a:ext uri="{FF2B5EF4-FFF2-40B4-BE49-F238E27FC236}">
                  <a16:creationId xmlns:a16="http://schemas.microsoft.com/office/drawing/2014/main" id="{AA097F4A-262B-B239-9386-D5CC5A631479}"/>
                </a:ext>
              </a:extLst>
            </p:cNvPr>
            <p:cNvSpPr/>
            <p:nvPr/>
          </p:nvSpPr>
          <p:spPr>
            <a:xfrm rot="-948600">
              <a:off x="9564783" y="1416914"/>
              <a:ext cx="89915" cy="178967"/>
            </a:xfrm>
            <a:custGeom>
              <a:avLst/>
              <a:gdLst>
                <a:gd name="connsiteX0" fmla="*/ 70866 w 89915"/>
                <a:gd name="connsiteY0" fmla="*/ 0 h 178967"/>
                <a:gd name="connsiteX1" fmla="*/ 89916 w 89915"/>
                <a:gd name="connsiteY1" fmla="*/ 18337 h 178967"/>
                <a:gd name="connsiteX2" fmla="*/ 89916 w 89915"/>
                <a:gd name="connsiteY2" fmla="*/ 160631 h 178967"/>
                <a:gd name="connsiteX3" fmla="*/ 70866 w 89915"/>
                <a:gd name="connsiteY3" fmla="*/ 178968 h 178967"/>
                <a:gd name="connsiteX4" fmla="*/ 19050 w 89915"/>
                <a:gd name="connsiteY4" fmla="*/ 178968 h 178967"/>
                <a:gd name="connsiteX5" fmla="*/ 0 w 89915"/>
                <a:gd name="connsiteY5" fmla="*/ 160631 h 178967"/>
                <a:gd name="connsiteX6" fmla="*/ 0 w 89915"/>
                <a:gd name="connsiteY6" fmla="*/ 18337 h 178967"/>
                <a:gd name="connsiteX7" fmla="*/ 19050 w 89915"/>
                <a:gd name="connsiteY7" fmla="*/ 0 h 1789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9915" h="178967">
                  <a:moveTo>
                    <a:pt x="70866" y="0"/>
                  </a:moveTo>
                  <a:cubicBezTo>
                    <a:pt x="81387" y="0"/>
                    <a:pt x="89916" y="8210"/>
                    <a:pt x="89916" y="18337"/>
                  </a:cubicBezTo>
                  <a:lnTo>
                    <a:pt x="89916" y="160631"/>
                  </a:lnTo>
                  <a:cubicBezTo>
                    <a:pt x="89916" y="170758"/>
                    <a:pt x="81387" y="178968"/>
                    <a:pt x="70866" y="178968"/>
                  </a:cubicBezTo>
                  <a:lnTo>
                    <a:pt x="19050" y="178968"/>
                  </a:lnTo>
                  <a:cubicBezTo>
                    <a:pt x="8529" y="178968"/>
                    <a:pt x="0" y="170758"/>
                    <a:pt x="0" y="160631"/>
                  </a:cubicBezTo>
                  <a:lnTo>
                    <a:pt x="0" y="18337"/>
                  </a:lnTo>
                  <a:cubicBezTo>
                    <a:pt x="0" y="8210"/>
                    <a:pt x="8529" y="0"/>
                    <a:pt x="19050" y="0"/>
                  </a:cubicBezTo>
                  <a:close/>
                </a:path>
              </a:pathLst>
            </a:custGeom>
            <a:noFill/>
            <a:ln w="25400" cap="rnd">
              <a:solidFill>
                <a:srgbClr val="005EFF"/>
              </a:solidFill>
              <a:prstDash val="solid"/>
              <a:round/>
            </a:ln>
          </p:spPr>
          <p:txBody>
            <a:bodyPr rtlCol="0" anchor="ctr"/>
            <a:lstStyle/>
            <a:p>
              <a:endParaRPr lang="en-CR"/>
            </a:p>
          </p:txBody>
        </p:sp>
      </p:grpSp>
      <p:grpSp>
        <p:nvGrpSpPr>
          <p:cNvPr id="254" name="Graphic 270">
            <a:extLst>
              <a:ext uri="{FF2B5EF4-FFF2-40B4-BE49-F238E27FC236}">
                <a16:creationId xmlns:a16="http://schemas.microsoft.com/office/drawing/2014/main" id="{A495768E-3115-8AA1-64E7-7B96A0FF71F2}"/>
              </a:ext>
            </a:extLst>
          </p:cNvPr>
          <p:cNvGrpSpPr/>
          <p:nvPr/>
        </p:nvGrpSpPr>
        <p:grpSpPr>
          <a:xfrm>
            <a:off x="9360726" y="1175602"/>
            <a:ext cx="544598" cy="549973"/>
            <a:chOff x="5970587" y="3303587"/>
            <a:chExt cx="544598" cy="549973"/>
          </a:xfrm>
          <a:noFill/>
        </p:grpSpPr>
        <p:sp>
          <p:nvSpPr>
            <p:cNvPr id="255" name="Freeform 254">
              <a:extLst>
                <a:ext uri="{FF2B5EF4-FFF2-40B4-BE49-F238E27FC236}">
                  <a16:creationId xmlns:a16="http://schemas.microsoft.com/office/drawing/2014/main" id="{E7F16580-B0E9-B5E1-E588-F28B10460818}"/>
                </a:ext>
              </a:extLst>
            </p:cNvPr>
            <p:cNvSpPr/>
            <p:nvPr/>
          </p:nvSpPr>
          <p:spPr>
            <a:xfrm>
              <a:off x="6161278" y="3303587"/>
              <a:ext cx="188023" cy="187832"/>
            </a:xfrm>
            <a:custGeom>
              <a:avLst/>
              <a:gdLst>
                <a:gd name="connsiteX0" fmla="*/ 88964 w 188023"/>
                <a:gd name="connsiteY0" fmla="*/ 187833 h 187832"/>
                <a:gd name="connsiteX1" fmla="*/ 0 w 188023"/>
                <a:gd name="connsiteY1" fmla="*/ 93917 h 187832"/>
                <a:gd name="connsiteX2" fmla="*/ 93916 w 188023"/>
                <a:gd name="connsiteY2" fmla="*/ 0 h 187832"/>
                <a:gd name="connsiteX3" fmla="*/ 188023 w 188023"/>
                <a:gd name="connsiteY3" fmla="*/ 94107 h 187832"/>
                <a:gd name="connsiteX4" fmla="*/ 168402 w 188023"/>
                <a:gd name="connsiteY4" fmla="*/ 152972 h 1878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8023" h="187832">
                  <a:moveTo>
                    <a:pt x="88964" y="187833"/>
                  </a:moveTo>
                  <a:cubicBezTo>
                    <a:pt x="39815" y="184785"/>
                    <a:pt x="0" y="143828"/>
                    <a:pt x="0" y="93917"/>
                  </a:cubicBezTo>
                  <a:cubicBezTo>
                    <a:pt x="0" y="44006"/>
                    <a:pt x="42101" y="0"/>
                    <a:pt x="93916" y="0"/>
                  </a:cubicBezTo>
                  <a:cubicBezTo>
                    <a:pt x="145733" y="0"/>
                    <a:pt x="188023" y="42101"/>
                    <a:pt x="188023" y="94107"/>
                  </a:cubicBezTo>
                  <a:cubicBezTo>
                    <a:pt x="188023" y="115824"/>
                    <a:pt x="180785" y="136970"/>
                    <a:pt x="168402" y="152972"/>
                  </a:cubicBezTo>
                </a:path>
              </a:pathLst>
            </a:custGeom>
            <a:noFill/>
            <a:ln w="25400" cap="rnd">
              <a:solidFill>
                <a:srgbClr val="0A1264"/>
              </a:solidFill>
              <a:prstDash val="solid"/>
              <a:round/>
            </a:ln>
          </p:spPr>
          <p:txBody>
            <a:bodyPr rtlCol="0" anchor="ctr"/>
            <a:lstStyle/>
            <a:p>
              <a:endParaRPr lang="en-CR"/>
            </a:p>
          </p:txBody>
        </p:sp>
        <p:sp>
          <p:nvSpPr>
            <p:cNvPr id="256" name="Freeform 255">
              <a:extLst>
                <a:ext uri="{FF2B5EF4-FFF2-40B4-BE49-F238E27FC236}">
                  <a16:creationId xmlns:a16="http://schemas.microsoft.com/office/drawing/2014/main" id="{9DDCAAA6-ED27-9CCB-C630-7BA1ECDAEC5D}"/>
                </a:ext>
              </a:extLst>
            </p:cNvPr>
            <p:cNvSpPr/>
            <p:nvPr/>
          </p:nvSpPr>
          <p:spPr>
            <a:xfrm>
              <a:off x="6229477" y="3456178"/>
              <a:ext cx="188213" cy="188213"/>
            </a:xfrm>
            <a:custGeom>
              <a:avLst/>
              <a:gdLst>
                <a:gd name="connsiteX0" fmla="*/ 188214 w 188213"/>
                <a:gd name="connsiteY0" fmla="*/ 94107 h 188213"/>
                <a:gd name="connsiteX1" fmla="*/ 94107 w 188213"/>
                <a:gd name="connsiteY1" fmla="*/ 188214 h 188213"/>
                <a:gd name="connsiteX2" fmla="*/ 0 w 188213"/>
                <a:gd name="connsiteY2" fmla="*/ 94107 h 188213"/>
                <a:gd name="connsiteX3" fmla="*/ 94107 w 188213"/>
                <a:gd name="connsiteY3" fmla="*/ 0 h 188213"/>
                <a:gd name="connsiteX4" fmla="*/ 188214 w 188213"/>
                <a:gd name="connsiteY4" fmla="*/ 94107 h 18821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8213" h="188213">
                  <a:moveTo>
                    <a:pt x="188214" y="94107"/>
                  </a:moveTo>
                  <a:cubicBezTo>
                    <a:pt x="188214" y="146114"/>
                    <a:pt x="146114" y="188214"/>
                    <a:pt x="94107" y="188214"/>
                  </a:cubicBezTo>
                  <a:cubicBezTo>
                    <a:pt x="42100" y="188214"/>
                    <a:pt x="0" y="146114"/>
                    <a:pt x="0" y="94107"/>
                  </a:cubicBezTo>
                  <a:cubicBezTo>
                    <a:pt x="0" y="42101"/>
                    <a:pt x="42100" y="0"/>
                    <a:pt x="94107" y="0"/>
                  </a:cubicBezTo>
                  <a:cubicBezTo>
                    <a:pt x="146114" y="0"/>
                    <a:pt x="188214" y="42101"/>
                    <a:pt x="188214" y="94107"/>
                  </a:cubicBezTo>
                  <a:close/>
                </a:path>
              </a:pathLst>
            </a:custGeom>
            <a:noFill/>
            <a:ln w="25400" cap="rnd">
              <a:solidFill>
                <a:srgbClr val="0A1264"/>
              </a:solidFill>
              <a:prstDash val="solid"/>
              <a:round/>
            </a:ln>
          </p:spPr>
          <p:txBody>
            <a:bodyPr rtlCol="0" anchor="ctr"/>
            <a:lstStyle/>
            <a:p>
              <a:endParaRPr lang="en-CR"/>
            </a:p>
          </p:txBody>
        </p:sp>
        <p:sp>
          <p:nvSpPr>
            <p:cNvPr id="257" name="Freeform 256">
              <a:extLst>
                <a:ext uri="{FF2B5EF4-FFF2-40B4-BE49-F238E27FC236}">
                  <a16:creationId xmlns:a16="http://schemas.microsoft.com/office/drawing/2014/main" id="{E7008065-0681-7F4E-9B03-70016C72F789}"/>
                </a:ext>
              </a:extLst>
            </p:cNvPr>
            <p:cNvSpPr/>
            <p:nvPr/>
          </p:nvSpPr>
          <p:spPr>
            <a:xfrm>
              <a:off x="6065837" y="3702340"/>
              <a:ext cx="307375" cy="111015"/>
            </a:xfrm>
            <a:custGeom>
              <a:avLst/>
              <a:gdLst>
                <a:gd name="connsiteX0" fmla="*/ 0 w 307375"/>
                <a:gd name="connsiteY0" fmla="*/ 7965 h 111015"/>
                <a:gd name="connsiteX1" fmla="*/ 155448 w 307375"/>
                <a:gd name="connsiteY1" fmla="*/ 7393 h 111015"/>
                <a:gd name="connsiteX2" fmla="*/ 286322 w 307375"/>
                <a:gd name="connsiteY2" fmla="*/ 48732 h 111015"/>
                <a:gd name="connsiteX3" fmla="*/ 269748 w 307375"/>
                <a:gd name="connsiteY3" fmla="*/ 109501 h 111015"/>
                <a:gd name="connsiteX4" fmla="*/ 132207 w 307375"/>
                <a:gd name="connsiteY4" fmla="*/ 66258 h 11101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7375" h="111015">
                  <a:moveTo>
                    <a:pt x="0" y="7965"/>
                  </a:moveTo>
                  <a:cubicBezTo>
                    <a:pt x="50102" y="535"/>
                    <a:pt x="115443" y="-5180"/>
                    <a:pt x="155448" y="7393"/>
                  </a:cubicBezTo>
                  <a:lnTo>
                    <a:pt x="286322" y="48732"/>
                  </a:lnTo>
                  <a:cubicBezTo>
                    <a:pt x="323660" y="60543"/>
                    <a:pt x="307086" y="121312"/>
                    <a:pt x="269748" y="109501"/>
                  </a:cubicBezTo>
                  <a:lnTo>
                    <a:pt x="132207" y="66258"/>
                  </a:lnTo>
                </a:path>
              </a:pathLst>
            </a:custGeom>
            <a:noFill/>
            <a:ln w="25400" cap="rnd">
              <a:solidFill>
                <a:srgbClr val="0A1264"/>
              </a:solidFill>
              <a:prstDash val="solid"/>
              <a:round/>
            </a:ln>
          </p:spPr>
          <p:txBody>
            <a:bodyPr rtlCol="0" anchor="ctr"/>
            <a:lstStyle/>
            <a:p>
              <a:endParaRPr lang="en-CR"/>
            </a:p>
          </p:txBody>
        </p:sp>
        <p:sp>
          <p:nvSpPr>
            <p:cNvPr id="258" name="Freeform 257">
              <a:extLst>
                <a:ext uri="{FF2B5EF4-FFF2-40B4-BE49-F238E27FC236}">
                  <a16:creationId xmlns:a16="http://schemas.microsoft.com/office/drawing/2014/main" id="{A0A41355-899F-C74A-A6C4-214917D1010B}"/>
                </a:ext>
              </a:extLst>
            </p:cNvPr>
            <p:cNvSpPr/>
            <p:nvPr/>
          </p:nvSpPr>
          <p:spPr>
            <a:xfrm>
              <a:off x="6065646" y="3715243"/>
              <a:ext cx="449539" cy="136984"/>
            </a:xfrm>
            <a:custGeom>
              <a:avLst/>
              <a:gdLst>
                <a:gd name="connsiteX0" fmla="*/ 305181 w 449539"/>
                <a:gd name="connsiteY0" fmla="*/ 53355 h 136984"/>
                <a:gd name="connsiteX1" fmla="*/ 407099 w 449539"/>
                <a:gd name="connsiteY1" fmla="*/ 3444 h 136984"/>
                <a:gd name="connsiteX2" fmla="*/ 432245 w 449539"/>
                <a:gd name="connsiteY2" fmla="*/ 60784 h 136984"/>
                <a:gd name="connsiteX3" fmla="*/ 228028 w 449539"/>
                <a:gd name="connsiteY3" fmla="*/ 136984 h 136984"/>
                <a:gd name="connsiteX4" fmla="*/ 71819 w 449539"/>
                <a:gd name="connsiteY4" fmla="*/ 98503 h 136984"/>
                <a:gd name="connsiteX5" fmla="*/ 0 w 449539"/>
                <a:gd name="connsiteY5" fmla="*/ 104790 h 1369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49539" h="136984">
                  <a:moveTo>
                    <a:pt x="305181" y="53355"/>
                  </a:moveTo>
                  <a:lnTo>
                    <a:pt x="407099" y="3444"/>
                  </a:lnTo>
                  <a:cubicBezTo>
                    <a:pt x="444056" y="-14654"/>
                    <a:pt x="467297" y="43639"/>
                    <a:pt x="432245" y="60784"/>
                  </a:cubicBezTo>
                  <a:cubicBezTo>
                    <a:pt x="277368" y="136603"/>
                    <a:pt x="289560" y="136984"/>
                    <a:pt x="228028" y="136984"/>
                  </a:cubicBezTo>
                  <a:cubicBezTo>
                    <a:pt x="192405" y="136984"/>
                    <a:pt x="139446" y="130888"/>
                    <a:pt x="71819" y="98503"/>
                  </a:cubicBezTo>
                  <a:cubicBezTo>
                    <a:pt x="57722" y="91836"/>
                    <a:pt x="28004" y="96789"/>
                    <a:pt x="0" y="104790"/>
                  </a:cubicBezTo>
                </a:path>
              </a:pathLst>
            </a:custGeom>
            <a:noFill/>
            <a:ln w="25400" cap="rnd">
              <a:solidFill>
                <a:srgbClr val="0A1264"/>
              </a:solidFill>
              <a:prstDash val="solid"/>
              <a:round/>
            </a:ln>
          </p:spPr>
          <p:txBody>
            <a:bodyPr rtlCol="0" anchor="ctr"/>
            <a:lstStyle/>
            <a:p>
              <a:endParaRPr lang="en-CR"/>
            </a:p>
          </p:txBody>
        </p:sp>
        <p:sp>
          <p:nvSpPr>
            <p:cNvPr id="259" name="Freeform 258">
              <a:extLst>
                <a:ext uri="{FF2B5EF4-FFF2-40B4-BE49-F238E27FC236}">
                  <a16:creationId xmlns:a16="http://schemas.microsoft.com/office/drawing/2014/main" id="{056C9B24-779C-28D9-E1AC-8A0BB32A2D4C}"/>
                </a:ext>
              </a:extLst>
            </p:cNvPr>
            <p:cNvSpPr/>
            <p:nvPr/>
          </p:nvSpPr>
          <p:spPr>
            <a:xfrm>
              <a:off x="5970587" y="3682111"/>
              <a:ext cx="95250" cy="171450"/>
            </a:xfrm>
            <a:custGeom>
              <a:avLst/>
              <a:gdLst>
                <a:gd name="connsiteX0" fmla="*/ 76200 w 95250"/>
                <a:gd name="connsiteY0" fmla="*/ 0 h 171450"/>
                <a:gd name="connsiteX1" fmla="*/ 95250 w 95250"/>
                <a:gd name="connsiteY1" fmla="*/ 19050 h 171450"/>
                <a:gd name="connsiteX2" fmla="*/ 95250 w 95250"/>
                <a:gd name="connsiteY2" fmla="*/ 152400 h 171450"/>
                <a:gd name="connsiteX3" fmla="*/ 76200 w 95250"/>
                <a:gd name="connsiteY3" fmla="*/ 171450 h 171450"/>
                <a:gd name="connsiteX4" fmla="*/ 19050 w 95250"/>
                <a:gd name="connsiteY4" fmla="*/ 171450 h 171450"/>
                <a:gd name="connsiteX5" fmla="*/ 0 w 95250"/>
                <a:gd name="connsiteY5" fmla="*/ 152400 h 171450"/>
                <a:gd name="connsiteX6" fmla="*/ 0 w 95250"/>
                <a:gd name="connsiteY6" fmla="*/ 19050 h 171450"/>
                <a:gd name="connsiteX7" fmla="*/ 19050 w 95250"/>
                <a:gd name="connsiteY7" fmla="*/ 0 h 1714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5250" h="171450">
                  <a:moveTo>
                    <a:pt x="76200" y="0"/>
                  </a:moveTo>
                  <a:cubicBezTo>
                    <a:pt x="86721" y="0"/>
                    <a:pt x="95250" y="8529"/>
                    <a:pt x="95250" y="19050"/>
                  </a:cubicBezTo>
                  <a:lnTo>
                    <a:pt x="95250" y="152400"/>
                  </a:lnTo>
                  <a:cubicBezTo>
                    <a:pt x="95250" y="162921"/>
                    <a:pt x="86721" y="171450"/>
                    <a:pt x="76200" y="171450"/>
                  </a:cubicBezTo>
                  <a:lnTo>
                    <a:pt x="19050" y="171450"/>
                  </a:lnTo>
                  <a:cubicBezTo>
                    <a:pt x="8529" y="171450"/>
                    <a:pt x="0" y="162921"/>
                    <a:pt x="0" y="152400"/>
                  </a:cubicBezTo>
                  <a:lnTo>
                    <a:pt x="0" y="19050"/>
                  </a:lnTo>
                  <a:cubicBezTo>
                    <a:pt x="0" y="8529"/>
                    <a:pt x="8529" y="0"/>
                    <a:pt x="19050" y="0"/>
                  </a:cubicBezTo>
                  <a:close/>
                </a:path>
              </a:pathLst>
            </a:custGeom>
            <a:noFill/>
            <a:ln w="25400" cap="rnd">
              <a:solidFill>
                <a:srgbClr val="005EFF"/>
              </a:solidFill>
              <a:prstDash val="solid"/>
              <a:round/>
            </a:ln>
          </p:spPr>
          <p:txBody>
            <a:bodyPr rtlCol="0" anchor="ctr"/>
            <a:lstStyle/>
            <a:p>
              <a:endParaRPr lang="en-CR"/>
            </a:p>
          </p:txBody>
        </p:sp>
      </p:grpSp>
      <p:grpSp>
        <p:nvGrpSpPr>
          <p:cNvPr id="260" name="Graphic 278">
            <a:extLst>
              <a:ext uri="{FF2B5EF4-FFF2-40B4-BE49-F238E27FC236}">
                <a16:creationId xmlns:a16="http://schemas.microsoft.com/office/drawing/2014/main" id="{7DAF2E44-B88F-0405-9CB9-EC34C4C4891F}"/>
              </a:ext>
            </a:extLst>
          </p:cNvPr>
          <p:cNvGrpSpPr/>
          <p:nvPr/>
        </p:nvGrpSpPr>
        <p:grpSpPr>
          <a:xfrm>
            <a:off x="10547052" y="1220130"/>
            <a:ext cx="549402" cy="460916"/>
            <a:chOff x="5970587" y="3322587"/>
            <a:chExt cx="549402" cy="460916"/>
          </a:xfrm>
          <a:noFill/>
        </p:grpSpPr>
        <p:sp>
          <p:nvSpPr>
            <p:cNvPr id="261" name="Freeform 260">
              <a:extLst>
                <a:ext uri="{FF2B5EF4-FFF2-40B4-BE49-F238E27FC236}">
                  <a16:creationId xmlns:a16="http://schemas.microsoft.com/office/drawing/2014/main" id="{CB2A52BF-916B-7F6C-132D-A770390FDE2F}"/>
                </a:ext>
              </a:extLst>
            </p:cNvPr>
            <p:cNvSpPr/>
            <p:nvPr/>
          </p:nvSpPr>
          <p:spPr>
            <a:xfrm>
              <a:off x="5970587" y="3322587"/>
              <a:ext cx="407860" cy="408332"/>
            </a:xfrm>
            <a:custGeom>
              <a:avLst/>
              <a:gdLst>
                <a:gd name="connsiteX0" fmla="*/ 112205 w 407860"/>
                <a:gd name="connsiteY0" fmla="*/ 299748 h 408332"/>
                <a:gd name="connsiteX1" fmla="*/ 0 w 407860"/>
                <a:gd name="connsiteY1" fmla="*/ 151108 h 408332"/>
                <a:gd name="connsiteX2" fmla="*/ 133160 w 407860"/>
                <a:gd name="connsiteY2" fmla="*/ 0 h 408332"/>
                <a:gd name="connsiteX3" fmla="*/ 271272 w 407860"/>
                <a:gd name="connsiteY3" fmla="*/ 0 h 408332"/>
                <a:gd name="connsiteX4" fmla="*/ 407861 w 407860"/>
                <a:gd name="connsiteY4" fmla="*/ 152626 h 408332"/>
                <a:gd name="connsiteX5" fmla="*/ 271272 w 407860"/>
                <a:gd name="connsiteY5" fmla="*/ 304873 h 408332"/>
                <a:gd name="connsiteX6" fmla="*/ 227838 w 407860"/>
                <a:gd name="connsiteY6" fmla="*/ 304873 h 408332"/>
                <a:gd name="connsiteX7" fmla="*/ 112205 w 407860"/>
                <a:gd name="connsiteY7" fmla="*/ 408333 h 408332"/>
                <a:gd name="connsiteX8" fmla="*/ 112205 w 407860"/>
                <a:gd name="connsiteY8" fmla="*/ 299748 h 4083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07860" h="408332">
                  <a:moveTo>
                    <a:pt x="112205" y="299748"/>
                  </a:moveTo>
                  <a:cubicBezTo>
                    <a:pt x="39434" y="287219"/>
                    <a:pt x="0" y="225712"/>
                    <a:pt x="0" y="151108"/>
                  </a:cubicBezTo>
                  <a:cubicBezTo>
                    <a:pt x="0" y="67201"/>
                    <a:pt x="57722" y="0"/>
                    <a:pt x="133160" y="0"/>
                  </a:cubicBezTo>
                  <a:lnTo>
                    <a:pt x="271272" y="0"/>
                  </a:lnTo>
                  <a:cubicBezTo>
                    <a:pt x="346710" y="0"/>
                    <a:pt x="407861" y="68720"/>
                    <a:pt x="407861" y="152626"/>
                  </a:cubicBezTo>
                  <a:cubicBezTo>
                    <a:pt x="407861" y="236533"/>
                    <a:pt x="346710" y="304873"/>
                    <a:pt x="271272" y="304873"/>
                  </a:cubicBezTo>
                  <a:lnTo>
                    <a:pt x="227838" y="304873"/>
                  </a:lnTo>
                  <a:lnTo>
                    <a:pt x="112205" y="408333"/>
                  </a:lnTo>
                  <a:lnTo>
                    <a:pt x="112205" y="299748"/>
                  </a:lnTo>
                  <a:close/>
                </a:path>
              </a:pathLst>
            </a:custGeom>
            <a:noFill/>
            <a:ln w="25400" cap="rnd">
              <a:solidFill>
                <a:srgbClr val="0A1264"/>
              </a:solidFill>
              <a:prstDash val="solid"/>
              <a:round/>
            </a:ln>
          </p:spPr>
          <p:txBody>
            <a:bodyPr rtlCol="0" anchor="ctr"/>
            <a:lstStyle/>
            <a:p>
              <a:endParaRPr lang="en-CR"/>
            </a:p>
          </p:txBody>
        </p:sp>
        <p:sp>
          <p:nvSpPr>
            <p:cNvPr id="262" name="Freeform 261">
              <a:extLst>
                <a:ext uri="{FF2B5EF4-FFF2-40B4-BE49-F238E27FC236}">
                  <a16:creationId xmlns:a16="http://schemas.microsoft.com/office/drawing/2014/main" id="{35C0ED46-333E-FCD0-C207-D86D0C0F9383}"/>
                </a:ext>
              </a:extLst>
            </p:cNvPr>
            <p:cNvSpPr/>
            <p:nvPr/>
          </p:nvSpPr>
          <p:spPr>
            <a:xfrm>
              <a:off x="6242050" y="3502170"/>
              <a:ext cx="277939" cy="281333"/>
            </a:xfrm>
            <a:custGeom>
              <a:avLst/>
              <a:gdLst>
                <a:gd name="connsiteX0" fmla="*/ 0 w 277939"/>
                <a:gd name="connsiteY0" fmla="*/ 162688 h 281333"/>
                <a:gd name="connsiteX1" fmla="*/ 83820 w 277939"/>
                <a:gd name="connsiteY1" fmla="*/ 219258 h 281333"/>
                <a:gd name="connsiteX2" fmla="*/ 121349 w 277939"/>
                <a:gd name="connsiteY2" fmla="*/ 219258 h 281333"/>
                <a:gd name="connsiteX3" fmla="*/ 183642 w 277939"/>
                <a:gd name="connsiteY3" fmla="*/ 281334 h 281333"/>
                <a:gd name="connsiteX4" fmla="*/ 183642 w 277939"/>
                <a:gd name="connsiteY4" fmla="*/ 213753 h 281333"/>
                <a:gd name="connsiteX5" fmla="*/ 277940 w 277939"/>
                <a:gd name="connsiteY5" fmla="*/ 106307 h 281333"/>
                <a:gd name="connsiteX6" fmla="*/ 181356 w 277939"/>
                <a:gd name="connsiteY6" fmla="*/ 0 h 2813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77939" h="281333">
                  <a:moveTo>
                    <a:pt x="0" y="162688"/>
                  </a:moveTo>
                  <a:cubicBezTo>
                    <a:pt x="16764" y="194010"/>
                    <a:pt x="48006" y="219258"/>
                    <a:pt x="83820" y="219258"/>
                  </a:cubicBezTo>
                  <a:lnTo>
                    <a:pt x="121349" y="219258"/>
                  </a:lnTo>
                  <a:lnTo>
                    <a:pt x="183642" y="281334"/>
                  </a:lnTo>
                  <a:lnTo>
                    <a:pt x="183642" y="213753"/>
                  </a:lnTo>
                  <a:cubicBezTo>
                    <a:pt x="232220" y="211855"/>
                    <a:pt x="277940" y="164586"/>
                    <a:pt x="277940" y="106307"/>
                  </a:cubicBezTo>
                  <a:cubicBezTo>
                    <a:pt x="277940" y="48028"/>
                    <a:pt x="234887" y="0"/>
                    <a:pt x="181356" y="0"/>
                  </a:cubicBezTo>
                </a:path>
              </a:pathLst>
            </a:custGeom>
            <a:noFill/>
            <a:ln w="25400" cap="rnd">
              <a:solidFill>
                <a:srgbClr val="005EFF"/>
              </a:solidFill>
              <a:prstDash val="solid"/>
              <a:round/>
            </a:ln>
          </p:spPr>
          <p:txBody>
            <a:bodyPr rtlCol="0" anchor="ctr"/>
            <a:lstStyle/>
            <a:p>
              <a:endParaRPr lang="en-CR"/>
            </a:p>
          </p:txBody>
        </p:sp>
        <p:sp>
          <p:nvSpPr>
            <p:cNvPr id="263" name="Freeform 262">
              <a:extLst>
                <a:ext uri="{FF2B5EF4-FFF2-40B4-BE49-F238E27FC236}">
                  <a16:creationId xmlns:a16="http://schemas.microsoft.com/office/drawing/2014/main" id="{6EFEECE2-0103-844A-BCDC-D6EEFB36E9E9}"/>
                </a:ext>
              </a:extLst>
            </p:cNvPr>
            <p:cNvSpPr/>
            <p:nvPr/>
          </p:nvSpPr>
          <p:spPr>
            <a:xfrm>
              <a:off x="6082601" y="3418263"/>
              <a:ext cx="190500" cy="18983"/>
            </a:xfrm>
            <a:custGeom>
              <a:avLst/>
              <a:gdLst>
                <a:gd name="connsiteX0" fmla="*/ 0 w 190500"/>
                <a:gd name="connsiteY0" fmla="*/ 0 h 18983"/>
                <a:gd name="connsiteX1" fmla="*/ 190500 w 190500"/>
                <a:gd name="connsiteY1" fmla="*/ 0 h 18983"/>
              </a:gdLst>
              <a:ahLst/>
              <a:cxnLst>
                <a:cxn ang="0">
                  <a:pos x="connsiteX0" y="connsiteY0"/>
                </a:cxn>
                <a:cxn ang="0">
                  <a:pos x="connsiteX1" y="connsiteY1"/>
                </a:cxn>
              </a:cxnLst>
              <a:rect l="l" t="t" r="r" b="b"/>
              <a:pathLst>
                <a:path w="190500" h="18983">
                  <a:moveTo>
                    <a:pt x="0" y="0"/>
                  </a:moveTo>
                  <a:lnTo>
                    <a:pt x="190500" y="0"/>
                  </a:lnTo>
                </a:path>
              </a:pathLst>
            </a:custGeom>
            <a:ln w="25400" cap="rnd">
              <a:solidFill>
                <a:srgbClr val="005EFF"/>
              </a:solidFill>
              <a:prstDash val="solid"/>
              <a:round/>
            </a:ln>
          </p:spPr>
          <p:txBody>
            <a:bodyPr rtlCol="0" anchor="ctr"/>
            <a:lstStyle/>
            <a:p>
              <a:endParaRPr lang="en-CR"/>
            </a:p>
          </p:txBody>
        </p:sp>
        <p:sp>
          <p:nvSpPr>
            <p:cNvPr id="264" name="Freeform 263">
              <a:extLst>
                <a:ext uri="{FF2B5EF4-FFF2-40B4-BE49-F238E27FC236}">
                  <a16:creationId xmlns:a16="http://schemas.microsoft.com/office/drawing/2014/main" id="{9F55CB2A-0658-C2D7-0890-B6D1C9D0AD25}"/>
                </a:ext>
              </a:extLst>
            </p:cNvPr>
            <p:cNvSpPr/>
            <p:nvPr/>
          </p:nvSpPr>
          <p:spPr>
            <a:xfrm>
              <a:off x="6082601" y="3475213"/>
              <a:ext cx="190500" cy="18983"/>
            </a:xfrm>
            <a:custGeom>
              <a:avLst/>
              <a:gdLst>
                <a:gd name="connsiteX0" fmla="*/ 0 w 190500"/>
                <a:gd name="connsiteY0" fmla="*/ 0 h 18983"/>
                <a:gd name="connsiteX1" fmla="*/ 190500 w 190500"/>
                <a:gd name="connsiteY1" fmla="*/ 0 h 18983"/>
              </a:gdLst>
              <a:ahLst/>
              <a:cxnLst>
                <a:cxn ang="0">
                  <a:pos x="connsiteX0" y="connsiteY0"/>
                </a:cxn>
                <a:cxn ang="0">
                  <a:pos x="connsiteX1" y="connsiteY1"/>
                </a:cxn>
              </a:cxnLst>
              <a:rect l="l" t="t" r="r" b="b"/>
              <a:pathLst>
                <a:path w="190500" h="18983">
                  <a:moveTo>
                    <a:pt x="0" y="0"/>
                  </a:moveTo>
                  <a:lnTo>
                    <a:pt x="190500" y="0"/>
                  </a:lnTo>
                </a:path>
              </a:pathLst>
            </a:custGeom>
            <a:ln w="25400" cap="rnd">
              <a:solidFill>
                <a:srgbClr val="005EFF"/>
              </a:solidFill>
              <a:prstDash val="solid"/>
              <a:round/>
            </a:ln>
          </p:spPr>
          <p:txBody>
            <a:bodyPr rtlCol="0" anchor="ctr"/>
            <a:lstStyle/>
            <a:p>
              <a:endParaRPr lang="en-CR"/>
            </a:p>
          </p:txBody>
        </p:sp>
        <p:sp>
          <p:nvSpPr>
            <p:cNvPr id="265" name="Freeform 264">
              <a:extLst>
                <a:ext uri="{FF2B5EF4-FFF2-40B4-BE49-F238E27FC236}">
                  <a16:creationId xmlns:a16="http://schemas.microsoft.com/office/drawing/2014/main" id="{7D503E5E-E327-F53A-4A94-092CCCA01A67}"/>
                </a:ext>
              </a:extLst>
            </p:cNvPr>
            <p:cNvSpPr/>
            <p:nvPr/>
          </p:nvSpPr>
          <p:spPr>
            <a:xfrm>
              <a:off x="6082601" y="3532164"/>
              <a:ext cx="95440" cy="18983"/>
            </a:xfrm>
            <a:custGeom>
              <a:avLst/>
              <a:gdLst>
                <a:gd name="connsiteX0" fmla="*/ 0 w 95440"/>
                <a:gd name="connsiteY0" fmla="*/ 0 h 18983"/>
                <a:gd name="connsiteX1" fmla="*/ 95441 w 95440"/>
                <a:gd name="connsiteY1" fmla="*/ 0 h 18983"/>
              </a:gdLst>
              <a:ahLst/>
              <a:cxnLst>
                <a:cxn ang="0">
                  <a:pos x="connsiteX0" y="connsiteY0"/>
                </a:cxn>
                <a:cxn ang="0">
                  <a:pos x="connsiteX1" y="connsiteY1"/>
                </a:cxn>
              </a:cxnLst>
              <a:rect l="l" t="t" r="r" b="b"/>
              <a:pathLst>
                <a:path w="95440" h="18983">
                  <a:moveTo>
                    <a:pt x="0" y="0"/>
                  </a:moveTo>
                  <a:lnTo>
                    <a:pt x="95441" y="0"/>
                  </a:lnTo>
                </a:path>
              </a:pathLst>
            </a:custGeom>
            <a:ln w="25400" cap="rnd">
              <a:solidFill>
                <a:srgbClr val="005EFF"/>
              </a:solidFill>
              <a:prstDash val="solid"/>
              <a:round/>
            </a:ln>
          </p:spPr>
          <p:txBody>
            <a:bodyPr rtlCol="0" anchor="ctr"/>
            <a:lstStyle/>
            <a:p>
              <a:endParaRPr lang="en-CR"/>
            </a:p>
          </p:txBody>
        </p:sp>
      </p:grpSp>
      <p:grpSp>
        <p:nvGrpSpPr>
          <p:cNvPr id="266" name="Graphic 300">
            <a:extLst>
              <a:ext uri="{FF2B5EF4-FFF2-40B4-BE49-F238E27FC236}">
                <a16:creationId xmlns:a16="http://schemas.microsoft.com/office/drawing/2014/main" id="{44D670D1-8990-6572-5FF9-CFE48314093F}"/>
              </a:ext>
            </a:extLst>
          </p:cNvPr>
          <p:cNvGrpSpPr/>
          <p:nvPr/>
        </p:nvGrpSpPr>
        <p:grpSpPr>
          <a:xfrm>
            <a:off x="4672302" y="2238079"/>
            <a:ext cx="543496" cy="366093"/>
            <a:chOff x="4516627" y="2549074"/>
            <a:chExt cx="543496" cy="366093"/>
          </a:xfrm>
          <a:noFill/>
        </p:grpSpPr>
        <p:sp>
          <p:nvSpPr>
            <p:cNvPr id="267" name="Freeform 266">
              <a:extLst>
                <a:ext uri="{FF2B5EF4-FFF2-40B4-BE49-F238E27FC236}">
                  <a16:creationId xmlns:a16="http://schemas.microsoft.com/office/drawing/2014/main" id="{FA3A3B84-4CD2-1084-2BCA-A91F317D1E8C}"/>
                </a:ext>
              </a:extLst>
            </p:cNvPr>
            <p:cNvSpPr/>
            <p:nvPr/>
          </p:nvSpPr>
          <p:spPr>
            <a:xfrm>
              <a:off x="4516627" y="2549074"/>
              <a:ext cx="240220" cy="365908"/>
            </a:xfrm>
            <a:custGeom>
              <a:avLst/>
              <a:gdLst>
                <a:gd name="connsiteX0" fmla="*/ 240030 w 240220"/>
                <a:gd name="connsiteY0" fmla="*/ 258103 h 365908"/>
                <a:gd name="connsiteX1" fmla="*/ 196025 w 240220"/>
                <a:gd name="connsiteY1" fmla="*/ 225631 h 365908"/>
                <a:gd name="connsiteX2" fmla="*/ 196025 w 240220"/>
                <a:gd name="connsiteY2" fmla="*/ 207076 h 365908"/>
                <a:gd name="connsiteX3" fmla="*/ 223076 w 240220"/>
                <a:gd name="connsiteY3" fmla="*/ 156791 h 365908"/>
                <a:gd name="connsiteX4" fmla="*/ 228791 w 240220"/>
                <a:gd name="connsiteY4" fmla="*/ 113372 h 365908"/>
                <a:gd name="connsiteX5" fmla="*/ 228791 w 240220"/>
                <a:gd name="connsiteY5" fmla="*/ 71994 h 365908"/>
                <a:gd name="connsiteX6" fmla="*/ 152210 w 240220"/>
                <a:gd name="connsiteY6" fmla="*/ 0 h 365908"/>
                <a:gd name="connsiteX7" fmla="*/ 75438 w 240220"/>
                <a:gd name="connsiteY7" fmla="*/ 71994 h 365908"/>
                <a:gd name="connsiteX8" fmla="*/ 75438 w 240220"/>
                <a:gd name="connsiteY8" fmla="*/ 113372 h 365908"/>
                <a:gd name="connsiteX9" fmla="*/ 81153 w 240220"/>
                <a:gd name="connsiteY9" fmla="*/ 156791 h 365908"/>
                <a:gd name="connsiteX10" fmla="*/ 108204 w 240220"/>
                <a:gd name="connsiteY10" fmla="*/ 207076 h 365908"/>
                <a:gd name="connsiteX11" fmla="*/ 108204 w 240220"/>
                <a:gd name="connsiteY11" fmla="*/ 225631 h 365908"/>
                <a:gd name="connsiteX12" fmla="*/ 11621 w 240220"/>
                <a:gd name="connsiteY12" fmla="*/ 289461 h 365908"/>
                <a:gd name="connsiteX13" fmla="*/ 0 w 240220"/>
                <a:gd name="connsiteY13" fmla="*/ 306532 h 365908"/>
                <a:gd name="connsiteX14" fmla="*/ 0 w 240220"/>
                <a:gd name="connsiteY14" fmla="*/ 347353 h 365908"/>
                <a:gd name="connsiteX15" fmla="*/ 19050 w 240220"/>
                <a:gd name="connsiteY15" fmla="*/ 365908 h 365908"/>
                <a:gd name="connsiteX16" fmla="*/ 240221 w 240220"/>
                <a:gd name="connsiteY16" fmla="*/ 365908 h 3659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40220" h="365908">
                  <a:moveTo>
                    <a:pt x="240030" y="258103"/>
                  </a:moveTo>
                  <a:cubicBezTo>
                    <a:pt x="219647" y="247155"/>
                    <a:pt x="205169" y="234723"/>
                    <a:pt x="196025" y="225631"/>
                  </a:cubicBezTo>
                  <a:lnTo>
                    <a:pt x="196025" y="207076"/>
                  </a:lnTo>
                  <a:cubicBezTo>
                    <a:pt x="208026" y="194644"/>
                    <a:pt x="217551" y="177202"/>
                    <a:pt x="223076" y="156791"/>
                  </a:cubicBezTo>
                  <a:cubicBezTo>
                    <a:pt x="236601" y="147143"/>
                    <a:pt x="239840" y="127289"/>
                    <a:pt x="228791" y="113372"/>
                  </a:cubicBezTo>
                  <a:lnTo>
                    <a:pt x="228791" y="71994"/>
                  </a:lnTo>
                  <a:cubicBezTo>
                    <a:pt x="228791" y="29317"/>
                    <a:pt x="205550" y="0"/>
                    <a:pt x="152210" y="0"/>
                  </a:cubicBezTo>
                  <a:cubicBezTo>
                    <a:pt x="98870" y="0"/>
                    <a:pt x="75438" y="29317"/>
                    <a:pt x="75438" y="71994"/>
                  </a:cubicBezTo>
                  <a:lnTo>
                    <a:pt x="75438" y="113372"/>
                  </a:lnTo>
                  <a:cubicBezTo>
                    <a:pt x="64389" y="127289"/>
                    <a:pt x="67628" y="147143"/>
                    <a:pt x="81153" y="156791"/>
                  </a:cubicBezTo>
                  <a:cubicBezTo>
                    <a:pt x="86678" y="177202"/>
                    <a:pt x="96203" y="194644"/>
                    <a:pt x="108204" y="207076"/>
                  </a:cubicBezTo>
                  <a:lnTo>
                    <a:pt x="108204" y="225631"/>
                  </a:lnTo>
                  <a:cubicBezTo>
                    <a:pt x="103251" y="241960"/>
                    <a:pt x="63627" y="267566"/>
                    <a:pt x="11621" y="289461"/>
                  </a:cubicBezTo>
                  <a:cubicBezTo>
                    <a:pt x="4572" y="292430"/>
                    <a:pt x="0" y="299110"/>
                    <a:pt x="0" y="306532"/>
                  </a:cubicBezTo>
                  <a:lnTo>
                    <a:pt x="0" y="347353"/>
                  </a:lnTo>
                  <a:cubicBezTo>
                    <a:pt x="0" y="357559"/>
                    <a:pt x="8573" y="365908"/>
                    <a:pt x="19050" y="365908"/>
                  </a:cubicBezTo>
                  <a:lnTo>
                    <a:pt x="240221" y="365908"/>
                  </a:lnTo>
                </a:path>
              </a:pathLst>
            </a:custGeom>
            <a:noFill/>
            <a:ln w="25400" cap="rnd">
              <a:solidFill>
                <a:srgbClr val="0A1264"/>
              </a:solidFill>
              <a:prstDash val="solid"/>
              <a:round/>
            </a:ln>
          </p:spPr>
          <p:txBody>
            <a:bodyPr rtlCol="0" anchor="ctr"/>
            <a:lstStyle/>
            <a:p>
              <a:endParaRPr lang="en-CR"/>
            </a:p>
          </p:txBody>
        </p:sp>
        <p:grpSp>
          <p:nvGrpSpPr>
            <p:cNvPr id="268" name="Graphic 300">
              <a:extLst>
                <a:ext uri="{FF2B5EF4-FFF2-40B4-BE49-F238E27FC236}">
                  <a16:creationId xmlns:a16="http://schemas.microsoft.com/office/drawing/2014/main" id="{4BAB64C6-DC41-6BB8-1717-C70A01062953}"/>
                </a:ext>
              </a:extLst>
            </p:cNvPr>
            <p:cNvGrpSpPr/>
            <p:nvPr/>
          </p:nvGrpSpPr>
          <p:grpSpPr>
            <a:xfrm>
              <a:off x="4797043" y="2590079"/>
              <a:ext cx="263080" cy="325089"/>
              <a:chOff x="4797043" y="2590079"/>
              <a:chExt cx="263080" cy="325089"/>
            </a:xfrm>
            <a:noFill/>
          </p:grpSpPr>
          <p:sp>
            <p:nvSpPr>
              <p:cNvPr id="269" name="Freeform 268">
                <a:extLst>
                  <a:ext uri="{FF2B5EF4-FFF2-40B4-BE49-F238E27FC236}">
                    <a16:creationId xmlns:a16="http://schemas.microsoft.com/office/drawing/2014/main" id="{2E6B1122-0D4B-AA8D-C48E-7955419D92BF}"/>
                  </a:ext>
                </a:extLst>
              </p:cNvPr>
              <p:cNvSpPr/>
              <p:nvPr/>
            </p:nvSpPr>
            <p:spPr>
              <a:xfrm>
                <a:off x="4865623" y="2590079"/>
                <a:ext cx="194500" cy="325089"/>
              </a:xfrm>
              <a:custGeom>
                <a:avLst/>
                <a:gdLst>
                  <a:gd name="connsiteX0" fmla="*/ 62865 w 194500"/>
                  <a:gd name="connsiteY0" fmla="*/ 325090 h 325089"/>
                  <a:gd name="connsiteX1" fmla="*/ 175451 w 194500"/>
                  <a:gd name="connsiteY1" fmla="*/ 325090 h 325089"/>
                  <a:gd name="connsiteX2" fmla="*/ 194501 w 194500"/>
                  <a:gd name="connsiteY2" fmla="*/ 306535 h 325089"/>
                  <a:gd name="connsiteX3" fmla="*/ 194501 w 194500"/>
                  <a:gd name="connsiteY3" fmla="*/ 276846 h 325089"/>
                  <a:gd name="connsiteX4" fmla="*/ 178499 w 194500"/>
                  <a:gd name="connsiteY4" fmla="*/ 258662 h 325089"/>
                  <a:gd name="connsiteX5" fmla="*/ 95631 w 194500"/>
                  <a:gd name="connsiteY5" fmla="*/ 245302 h 325089"/>
                  <a:gd name="connsiteX6" fmla="*/ 95631 w 194500"/>
                  <a:gd name="connsiteY6" fmla="*/ 202440 h 325089"/>
                  <a:gd name="connsiteX7" fmla="*/ 172022 w 194500"/>
                  <a:gd name="connsiteY7" fmla="*/ 185369 h 325089"/>
                  <a:gd name="connsiteX8" fmla="*/ 141923 w 194500"/>
                  <a:gd name="connsiteY8" fmla="*/ 85913 h 325089"/>
                  <a:gd name="connsiteX9" fmla="*/ 0 w 194500"/>
                  <a:gd name="connsiteY9" fmla="*/ 18929 h 3250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94500" h="325089">
                    <a:moveTo>
                      <a:pt x="62865" y="325090"/>
                    </a:moveTo>
                    <a:lnTo>
                      <a:pt x="175451" y="325090"/>
                    </a:lnTo>
                    <a:cubicBezTo>
                      <a:pt x="185928" y="325090"/>
                      <a:pt x="194501" y="316740"/>
                      <a:pt x="194501" y="306535"/>
                    </a:cubicBezTo>
                    <a:lnTo>
                      <a:pt x="194501" y="276846"/>
                    </a:lnTo>
                    <a:cubicBezTo>
                      <a:pt x="194501" y="267754"/>
                      <a:pt x="187643" y="260147"/>
                      <a:pt x="178499" y="258662"/>
                    </a:cubicBezTo>
                    <a:lnTo>
                      <a:pt x="95631" y="245302"/>
                    </a:lnTo>
                    <a:lnTo>
                      <a:pt x="95631" y="202440"/>
                    </a:lnTo>
                    <a:cubicBezTo>
                      <a:pt x="150304" y="202440"/>
                      <a:pt x="172022" y="185369"/>
                      <a:pt x="172022" y="185369"/>
                    </a:cubicBezTo>
                    <a:cubicBezTo>
                      <a:pt x="153543" y="167371"/>
                      <a:pt x="141923" y="85913"/>
                      <a:pt x="141923" y="85913"/>
                    </a:cubicBezTo>
                    <a:cubicBezTo>
                      <a:pt x="133541" y="9652"/>
                      <a:pt x="55245" y="-24119"/>
                      <a:pt x="0" y="18929"/>
                    </a:cubicBezTo>
                  </a:path>
                </a:pathLst>
              </a:custGeom>
              <a:noFill/>
              <a:ln w="25400" cap="rnd">
                <a:solidFill>
                  <a:srgbClr val="005EFF"/>
                </a:solidFill>
                <a:prstDash val="solid"/>
                <a:round/>
              </a:ln>
            </p:spPr>
            <p:txBody>
              <a:bodyPr rtlCol="0" anchor="ctr"/>
              <a:lstStyle/>
              <a:p>
                <a:endParaRPr lang="en-CR"/>
              </a:p>
            </p:txBody>
          </p:sp>
          <p:sp>
            <p:nvSpPr>
              <p:cNvPr id="270" name="Freeform 269">
                <a:extLst>
                  <a:ext uri="{FF2B5EF4-FFF2-40B4-BE49-F238E27FC236}">
                    <a16:creationId xmlns:a16="http://schemas.microsoft.com/office/drawing/2014/main" id="{C1D9146E-146E-AD6A-3507-0B93AD030F4C}"/>
                  </a:ext>
                </a:extLst>
              </p:cNvPr>
              <p:cNvSpPr/>
              <p:nvPr/>
            </p:nvSpPr>
            <p:spPr>
              <a:xfrm>
                <a:off x="4797043" y="2591272"/>
                <a:ext cx="176403" cy="240026"/>
              </a:xfrm>
              <a:custGeom>
                <a:avLst/>
                <a:gdLst>
                  <a:gd name="connsiteX0" fmla="*/ 76391 w 176403"/>
                  <a:gd name="connsiteY0" fmla="*/ 240027 h 240026"/>
                  <a:gd name="connsiteX1" fmla="*/ 76391 w 176403"/>
                  <a:gd name="connsiteY1" fmla="*/ 201247 h 240026"/>
                  <a:gd name="connsiteX2" fmla="*/ 0 w 176403"/>
                  <a:gd name="connsiteY2" fmla="*/ 184176 h 240026"/>
                  <a:gd name="connsiteX3" fmla="*/ 30099 w 176403"/>
                  <a:gd name="connsiteY3" fmla="*/ 84720 h 240026"/>
                  <a:gd name="connsiteX4" fmla="*/ 176403 w 176403"/>
                  <a:gd name="connsiteY4" fmla="*/ 18478 h 2400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6403" h="240026">
                    <a:moveTo>
                      <a:pt x="76391" y="240027"/>
                    </a:moveTo>
                    <a:lnTo>
                      <a:pt x="76391" y="201247"/>
                    </a:lnTo>
                    <a:cubicBezTo>
                      <a:pt x="21717" y="201247"/>
                      <a:pt x="0" y="184176"/>
                      <a:pt x="0" y="184176"/>
                    </a:cubicBezTo>
                    <a:cubicBezTo>
                      <a:pt x="18859" y="165621"/>
                      <a:pt x="30099" y="84720"/>
                      <a:pt x="30099" y="84720"/>
                    </a:cubicBezTo>
                    <a:cubicBezTo>
                      <a:pt x="37338" y="12169"/>
                      <a:pt x="121349" y="-24756"/>
                      <a:pt x="176403" y="18478"/>
                    </a:cubicBezTo>
                  </a:path>
                </a:pathLst>
              </a:custGeom>
              <a:noFill/>
              <a:ln w="25400" cap="rnd">
                <a:solidFill>
                  <a:srgbClr val="005EFF"/>
                </a:solidFill>
                <a:prstDash val="solid"/>
                <a:round/>
              </a:ln>
            </p:spPr>
            <p:txBody>
              <a:bodyPr rtlCol="0" anchor="ctr"/>
              <a:lstStyle/>
              <a:p>
                <a:endParaRPr lang="en-CR"/>
              </a:p>
            </p:txBody>
          </p:sp>
          <p:sp>
            <p:nvSpPr>
              <p:cNvPr id="271" name="Freeform 270">
                <a:extLst>
                  <a:ext uri="{FF2B5EF4-FFF2-40B4-BE49-F238E27FC236}">
                    <a16:creationId xmlns:a16="http://schemas.microsoft.com/office/drawing/2014/main" id="{76C8DC30-44C0-EC42-BB06-37AA5018A633}"/>
                  </a:ext>
                </a:extLst>
              </p:cNvPr>
              <p:cNvSpPr/>
              <p:nvPr/>
            </p:nvSpPr>
            <p:spPr>
              <a:xfrm>
                <a:off x="4807521" y="2915168"/>
                <a:ext cx="120967" cy="18555"/>
              </a:xfrm>
              <a:custGeom>
                <a:avLst/>
                <a:gdLst>
                  <a:gd name="connsiteX0" fmla="*/ 120967 w 120967"/>
                  <a:gd name="connsiteY0" fmla="*/ 0 h 18555"/>
                  <a:gd name="connsiteX1" fmla="*/ 0 w 120967"/>
                  <a:gd name="connsiteY1" fmla="*/ 0 h 18555"/>
                </a:gdLst>
                <a:ahLst/>
                <a:cxnLst>
                  <a:cxn ang="0">
                    <a:pos x="connsiteX0" y="connsiteY0"/>
                  </a:cxn>
                  <a:cxn ang="0">
                    <a:pos x="connsiteX1" y="connsiteY1"/>
                  </a:cxn>
                </a:cxnLst>
                <a:rect l="l" t="t" r="r" b="b"/>
                <a:pathLst>
                  <a:path w="120967" h="18555">
                    <a:moveTo>
                      <a:pt x="120967" y="0"/>
                    </a:moveTo>
                    <a:lnTo>
                      <a:pt x="0" y="0"/>
                    </a:lnTo>
                  </a:path>
                </a:pathLst>
              </a:custGeom>
              <a:noFill/>
              <a:ln w="25400" cap="rnd">
                <a:solidFill>
                  <a:srgbClr val="005EFF"/>
                </a:solidFill>
                <a:prstDash val="solid"/>
                <a:round/>
              </a:ln>
            </p:spPr>
            <p:txBody>
              <a:bodyPr rtlCol="0" anchor="ctr"/>
              <a:lstStyle/>
              <a:p>
                <a:endParaRPr lang="en-CR"/>
              </a:p>
            </p:txBody>
          </p:sp>
        </p:grpSp>
      </p:grpSp>
      <p:grpSp>
        <p:nvGrpSpPr>
          <p:cNvPr id="272" name="Graphic 308">
            <a:extLst>
              <a:ext uri="{FF2B5EF4-FFF2-40B4-BE49-F238E27FC236}">
                <a16:creationId xmlns:a16="http://schemas.microsoft.com/office/drawing/2014/main" id="{6BD256E3-436B-630E-AA99-F37DB09EBEFE}"/>
              </a:ext>
            </a:extLst>
          </p:cNvPr>
          <p:cNvGrpSpPr/>
          <p:nvPr/>
        </p:nvGrpSpPr>
        <p:grpSpPr>
          <a:xfrm>
            <a:off x="7011956" y="2156807"/>
            <a:ext cx="514310" cy="528637"/>
            <a:chOff x="6656451" y="2465109"/>
            <a:chExt cx="514310" cy="528637"/>
          </a:xfrm>
          <a:noFill/>
        </p:grpSpPr>
        <p:sp>
          <p:nvSpPr>
            <p:cNvPr id="273" name="Freeform 272">
              <a:extLst>
                <a:ext uri="{FF2B5EF4-FFF2-40B4-BE49-F238E27FC236}">
                  <a16:creationId xmlns:a16="http://schemas.microsoft.com/office/drawing/2014/main" id="{4E6F0626-F612-CD32-623E-874C42063A52}"/>
                </a:ext>
              </a:extLst>
            </p:cNvPr>
            <p:cNvSpPr/>
            <p:nvPr/>
          </p:nvSpPr>
          <p:spPr>
            <a:xfrm>
              <a:off x="6899720" y="2724761"/>
              <a:ext cx="26010" cy="268985"/>
            </a:xfrm>
            <a:custGeom>
              <a:avLst/>
              <a:gdLst>
                <a:gd name="connsiteX0" fmla="*/ 0 w 26010"/>
                <a:gd name="connsiteY0" fmla="*/ 0 h 268985"/>
                <a:gd name="connsiteX1" fmla="*/ 19812 w 26010"/>
                <a:gd name="connsiteY1" fmla="*/ 113348 h 268985"/>
                <a:gd name="connsiteX2" fmla="*/ 10096 w 26010"/>
                <a:gd name="connsiteY2" fmla="*/ 268986 h 268985"/>
              </a:gdLst>
              <a:ahLst/>
              <a:cxnLst>
                <a:cxn ang="0">
                  <a:pos x="connsiteX0" y="connsiteY0"/>
                </a:cxn>
                <a:cxn ang="0">
                  <a:pos x="connsiteX1" y="connsiteY1"/>
                </a:cxn>
                <a:cxn ang="0">
                  <a:pos x="connsiteX2" y="connsiteY2"/>
                </a:cxn>
              </a:cxnLst>
              <a:rect l="l" t="t" r="r" b="b"/>
              <a:pathLst>
                <a:path w="26010" h="268985">
                  <a:moveTo>
                    <a:pt x="0" y="0"/>
                  </a:moveTo>
                  <a:cubicBezTo>
                    <a:pt x="0" y="0"/>
                    <a:pt x="1524" y="54864"/>
                    <a:pt x="19812" y="113348"/>
                  </a:cubicBezTo>
                  <a:cubicBezTo>
                    <a:pt x="38100" y="171831"/>
                    <a:pt x="10096" y="268986"/>
                    <a:pt x="10096" y="268986"/>
                  </a:cubicBezTo>
                </a:path>
              </a:pathLst>
            </a:custGeom>
            <a:noFill/>
            <a:ln w="25400" cap="rnd">
              <a:solidFill>
                <a:srgbClr val="0A1264"/>
              </a:solidFill>
              <a:prstDash val="solid"/>
              <a:round/>
            </a:ln>
          </p:spPr>
          <p:txBody>
            <a:bodyPr rtlCol="0" anchor="ctr"/>
            <a:lstStyle/>
            <a:p>
              <a:endParaRPr lang="en-CR"/>
            </a:p>
          </p:txBody>
        </p:sp>
        <p:sp>
          <p:nvSpPr>
            <p:cNvPr id="274" name="Freeform 273">
              <a:extLst>
                <a:ext uri="{FF2B5EF4-FFF2-40B4-BE49-F238E27FC236}">
                  <a16:creationId xmlns:a16="http://schemas.microsoft.com/office/drawing/2014/main" id="{A9A5CBF7-FAC7-6DF2-4861-EF13B4BB0069}"/>
                </a:ext>
              </a:extLst>
            </p:cNvPr>
            <p:cNvSpPr/>
            <p:nvPr/>
          </p:nvSpPr>
          <p:spPr>
            <a:xfrm>
              <a:off x="6768465" y="2680755"/>
              <a:ext cx="131254" cy="43815"/>
            </a:xfrm>
            <a:custGeom>
              <a:avLst/>
              <a:gdLst>
                <a:gd name="connsiteX0" fmla="*/ 0 w 131254"/>
                <a:gd name="connsiteY0" fmla="*/ 0 h 43815"/>
                <a:gd name="connsiteX1" fmla="*/ 131255 w 131254"/>
                <a:gd name="connsiteY1" fmla="*/ 43815 h 43815"/>
              </a:gdLst>
              <a:ahLst/>
              <a:cxnLst>
                <a:cxn ang="0">
                  <a:pos x="connsiteX0" y="connsiteY0"/>
                </a:cxn>
                <a:cxn ang="0">
                  <a:pos x="connsiteX1" y="connsiteY1"/>
                </a:cxn>
              </a:cxnLst>
              <a:rect l="l" t="t" r="r" b="b"/>
              <a:pathLst>
                <a:path w="131254" h="43815">
                  <a:moveTo>
                    <a:pt x="0" y="0"/>
                  </a:moveTo>
                  <a:cubicBezTo>
                    <a:pt x="0" y="0"/>
                    <a:pt x="99441" y="6096"/>
                    <a:pt x="131255" y="43815"/>
                  </a:cubicBezTo>
                </a:path>
              </a:pathLst>
            </a:custGeom>
            <a:noFill/>
            <a:ln w="25400" cap="rnd">
              <a:solidFill>
                <a:srgbClr val="005EFF"/>
              </a:solidFill>
              <a:prstDash val="solid"/>
              <a:round/>
            </a:ln>
          </p:spPr>
          <p:txBody>
            <a:bodyPr rtlCol="0" anchor="ctr"/>
            <a:lstStyle/>
            <a:p>
              <a:endParaRPr lang="en-CR"/>
            </a:p>
          </p:txBody>
        </p:sp>
        <p:sp>
          <p:nvSpPr>
            <p:cNvPr id="275" name="Freeform 274">
              <a:extLst>
                <a:ext uri="{FF2B5EF4-FFF2-40B4-BE49-F238E27FC236}">
                  <a16:creationId xmlns:a16="http://schemas.microsoft.com/office/drawing/2014/main" id="{CF432D36-12F4-61E1-E2C7-7955B959431A}"/>
                </a:ext>
              </a:extLst>
            </p:cNvPr>
            <p:cNvSpPr/>
            <p:nvPr/>
          </p:nvSpPr>
          <p:spPr>
            <a:xfrm>
              <a:off x="6899720" y="2569884"/>
              <a:ext cx="192785" cy="154876"/>
            </a:xfrm>
            <a:custGeom>
              <a:avLst/>
              <a:gdLst>
                <a:gd name="connsiteX0" fmla="*/ 192786 w 192785"/>
                <a:gd name="connsiteY0" fmla="*/ 0 h 154876"/>
                <a:gd name="connsiteX1" fmla="*/ 85534 w 192785"/>
                <a:gd name="connsiteY1" fmla="*/ 63437 h 154876"/>
                <a:gd name="connsiteX2" fmla="*/ 0 w 192785"/>
                <a:gd name="connsiteY2" fmla="*/ 154877 h 154876"/>
              </a:gdLst>
              <a:ahLst/>
              <a:cxnLst>
                <a:cxn ang="0">
                  <a:pos x="connsiteX0" y="connsiteY0"/>
                </a:cxn>
                <a:cxn ang="0">
                  <a:pos x="connsiteX1" y="connsiteY1"/>
                </a:cxn>
                <a:cxn ang="0">
                  <a:pos x="connsiteX2" y="connsiteY2"/>
                </a:cxn>
              </a:cxnLst>
              <a:rect l="l" t="t" r="r" b="b"/>
              <a:pathLst>
                <a:path w="192785" h="154876">
                  <a:moveTo>
                    <a:pt x="192786" y="0"/>
                  </a:moveTo>
                  <a:cubicBezTo>
                    <a:pt x="192786" y="0"/>
                    <a:pt x="141542" y="42863"/>
                    <a:pt x="85534" y="63437"/>
                  </a:cubicBezTo>
                  <a:cubicBezTo>
                    <a:pt x="29527" y="84201"/>
                    <a:pt x="0" y="154877"/>
                    <a:pt x="0" y="154877"/>
                  </a:cubicBezTo>
                </a:path>
              </a:pathLst>
            </a:custGeom>
            <a:noFill/>
            <a:ln w="25400" cap="rnd">
              <a:solidFill>
                <a:srgbClr val="005EFF"/>
              </a:solidFill>
              <a:prstDash val="solid"/>
              <a:round/>
            </a:ln>
          </p:spPr>
          <p:txBody>
            <a:bodyPr rtlCol="0" anchor="ctr"/>
            <a:lstStyle/>
            <a:p>
              <a:endParaRPr lang="en-CR"/>
            </a:p>
          </p:txBody>
        </p:sp>
        <p:sp>
          <p:nvSpPr>
            <p:cNvPr id="276" name="Freeform 275">
              <a:extLst>
                <a:ext uri="{FF2B5EF4-FFF2-40B4-BE49-F238E27FC236}">
                  <a16:creationId xmlns:a16="http://schemas.microsoft.com/office/drawing/2014/main" id="{A9898050-7881-C40B-B14B-5D3469F3358C}"/>
                </a:ext>
              </a:extLst>
            </p:cNvPr>
            <p:cNvSpPr/>
            <p:nvPr/>
          </p:nvSpPr>
          <p:spPr>
            <a:xfrm>
              <a:off x="6899720" y="2724761"/>
              <a:ext cx="26010" cy="268985"/>
            </a:xfrm>
            <a:custGeom>
              <a:avLst/>
              <a:gdLst>
                <a:gd name="connsiteX0" fmla="*/ 0 w 26010"/>
                <a:gd name="connsiteY0" fmla="*/ 0 h 268985"/>
                <a:gd name="connsiteX1" fmla="*/ 19812 w 26010"/>
                <a:gd name="connsiteY1" fmla="*/ 113348 h 268985"/>
                <a:gd name="connsiteX2" fmla="*/ 10096 w 26010"/>
                <a:gd name="connsiteY2" fmla="*/ 268986 h 268985"/>
              </a:gdLst>
              <a:ahLst/>
              <a:cxnLst>
                <a:cxn ang="0">
                  <a:pos x="connsiteX0" y="connsiteY0"/>
                </a:cxn>
                <a:cxn ang="0">
                  <a:pos x="connsiteX1" y="connsiteY1"/>
                </a:cxn>
                <a:cxn ang="0">
                  <a:pos x="connsiteX2" y="connsiteY2"/>
                </a:cxn>
              </a:cxnLst>
              <a:rect l="l" t="t" r="r" b="b"/>
              <a:pathLst>
                <a:path w="26010" h="268985">
                  <a:moveTo>
                    <a:pt x="0" y="0"/>
                  </a:moveTo>
                  <a:cubicBezTo>
                    <a:pt x="0" y="0"/>
                    <a:pt x="1524" y="54864"/>
                    <a:pt x="19812" y="113348"/>
                  </a:cubicBezTo>
                  <a:cubicBezTo>
                    <a:pt x="38100" y="171831"/>
                    <a:pt x="10096" y="268986"/>
                    <a:pt x="10096" y="268986"/>
                  </a:cubicBezTo>
                </a:path>
              </a:pathLst>
            </a:custGeom>
            <a:noFill/>
            <a:ln w="25400" cap="rnd">
              <a:solidFill>
                <a:srgbClr val="0A1264"/>
              </a:solidFill>
              <a:prstDash val="solid"/>
              <a:round/>
            </a:ln>
          </p:spPr>
          <p:txBody>
            <a:bodyPr rtlCol="0" anchor="ctr"/>
            <a:lstStyle/>
            <a:p>
              <a:endParaRPr lang="en-CR"/>
            </a:p>
          </p:txBody>
        </p:sp>
        <p:sp>
          <p:nvSpPr>
            <p:cNvPr id="277" name="Freeform 276">
              <a:extLst>
                <a:ext uri="{FF2B5EF4-FFF2-40B4-BE49-F238E27FC236}">
                  <a16:creationId xmlns:a16="http://schemas.microsoft.com/office/drawing/2014/main" id="{28263CF4-5732-73C6-210B-5D7AA104CD5F}"/>
                </a:ext>
              </a:extLst>
            </p:cNvPr>
            <p:cNvSpPr/>
            <p:nvPr/>
          </p:nvSpPr>
          <p:spPr>
            <a:xfrm>
              <a:off x="6656451" y="2605745"/>
              <a:ext cx="243268" cy="168198"/>
            </a:xfrm>
            <a:custGeom>
              <a:avLst/>
              <a:gdLst>
                <a:gd name="connsiteX0" fmla="*/ 239268 w 243268"/>
                <a:gd name="connsiteY0" fmla="*/ 71962 h 168198"/>
                <a:gd name="connsiteX1" fmla="*/ 0 w 243268"/>
                <a:gd name="connsiteY1" fmla="*/ 6430 h 168198"/>
                <a:gd name="connsiteX2" fmla="*/ 243269 w 243268"/>
                <a:gd name="connsiteY2" fmla="*/ 119016 h 168198"/>
                <a:gd name="connsiteX3" fmla="*/ 239268 w 243268"/>
                <a:gd name="connsiteY3" fmla="*/ 72153 h 168198"/>
              </a:gdLst>
              <a:ahLst/>
              <a:cxnLst>
                <a:cxn ang="0">
                  <a:pos x="connsiteX0" y="connsiteY0"/>
                </a:cxn>
                <a:cxn ang="0">
                  <a:pos x="connsiteX1" y="connsiteY1"/>
                </a:cxn>
                <a:cxn ang="0">
                  <a:pos x="connsiteX2" y="connsiteY2"/>
                </a:cxn>
                <a:cxn ang="0">
                  <a:pos x="connsiteX3" y="connsiteY3"/>
                </a:cxn>
              </a:cxnLst>
              <a:rect l="l" t="t" r="r" b="b"/>
              <a:pathLst>
                <a:path w="243268" h="168198">
                  <a:moveTo>
                    <a:pt x="239268" y="71962"/>
                  </a:moveTo>
                  <a:cubicBezTo>
                    <a:pt x="205169" y="-30336"/>
                    <a:pt x="0" y="6430"/>
                    <a:pt x="0" y="6430"/>
                  </a:cubicBezTo>
                  <a:cubicBezTo>
                    <a:pt x="0" y="6430"/>
                    <a:pt x="69152" y="276178"/>
                    <a:pt x="243269" y="119016"/>
                  </a:cubicBezTo>
                  <a:cubicBezTo>
                    <a:pt x="243269" y="119016"/>
                    <a:pt x="237554" y="99966"/>
                    <a:pt x="239268" y="72153"/>
                  </a:cubicBezTo>
                  <a:close/>
                </a:path>
              </a:pathLst>
            </a:custGeom>
            <a:noFill/>
            <a:ln w="25400" cap="rnd">
              <a:solidFill>
                <a:srgbClr val="0A1264"/>
              </a:solidFill>
              <a:prstDash val="solid"/>
              <a:round/>
            </a:ln>
          </p:spPr>
          <p:txBody>
            <a:bodyPr rtlCol="0" anchor="ctr"/>
            <a:lstStyle/>
            <a:p>
              <a:endParaRPr lang="en-CR"/>
            </a:p>
          </p:txBody>
        </p:sp>
        <p:sp>
          <p:nvSpPr>
            <p:cNvPr id="278" name="Freeform 277">
              <a:extLst>
                <a:ext uri="{FF2B5EF4-FFF2-40B4-BE49-F238E27FC236}">
                  <a16:creationId xmlns:a16="http://schemas.microsoft.com/office/drawing/2014/main" id="{5E1605D9-0739-8BF1-1D45-5AFC02E37D24}"/>
                </a:ext>
              </a:extLst>
            </p:cNvPr>
            <p:cNvSpPr/>
            <p:nvPr/>
          </p:nvSpPr>
          <p:spPr>
            <a:xfrm>
              <a:off x="6895398" y="2465109"/>
              <a:ext cx="275363" cy="295469"/>
            </a:xfrm>
            <a:custGeom>
              <a:avLst/>
              <a:gdLst>
                <a:gd name="connsiteX0" fmla="*/ 273307 w 275363"/>
                <a:gd name="connsiteY0" fmla="*/ 0 h 295469"/>
                <a:gd name="connsiteX1" fmla="*/ 321 w 275363"/>
                <a:gd name="connsiteY1" fmla="*/ 212598 h 295469"/>
                <a:gd name="connsiteX2" fmla="*/ 4321 w 275363"/>
                <a:gd name="connsiteY2" fmla="*/ 259461 h 295469"/>
                <a:gd name="connsiteX3" fmla="*/ 273307 w 275363"/>
                <a:gd name="connsiteY3" fmla="*/ 0 h 295469"/>
              </a:gdLst>
              <a:ahLst/>
              <a:cxnLst>
                <a:cxn ang="0">
                  <a:pos x="connsiteX0" y="connsiteY0"/>
                </a:cxn>
                <a:cxn ang="0">
                  <a:pos x="connsiteX1" y="connsiteY1"/>
                </a:cxn>
                <a:cxn ang="0">
                  <a:pos x="connsiteX2" y="connsiteY2"/>
                </a:cxn>
                <a:cxn ang="0">
                  <a:pos x="connsiteX3" y="connsiteY3"/>
                </a:cxn>
              </a:cxnLst>
              <a:rect l="l" t="t" r="r" b="b"/>
              <a:pathLst>
                <a:path w="275363" h="295469">
                  <a:moveTo>
                    <a:pt x="273307" y="0"/>
                  </a:moveTo>
                  <a:cubicBezTo>
                    <a:pt x="45660" y="41720"/>
                    <a:pt x="4131" y="149924"/>
                    <a:pt x="321" y="212598"/>
                  </a:cubicBezTo>
                  <a:cubicBezTo>
                    <a:pt x="-1394" y="240602"/>
                    <a:pt x="4321" y="259461"/>
                    <a:pt x="4321" y="259461"/>
                  </a:cubicBezTo>
                  <a:cubicBezTo>
                    <a:pt x="316741" y="418338"/>
                    <a:pt x="273307" y="0"/>
                    <a:pt x="273307" y="0"/>
                  </a:cubicBezTo>
                  <a:close/>
                </a:path>
              </a:pathLst>
            </a:custGeom>
            <a:noFill/>
            <a:ln w="25400" cap="rnd">
              <a:solidFill>
                <a:srgbClr val="0A1264"/>
              </a:solidFill>
              <a:prstDash val="solid"/>
              <a:round/>
            </a:ln>
          </p:spPr>
          <p:txBody>
            <a:bodyPr rtlCol="0" anchor="ctr"/>
            <a:lstStyle/>
            <a:p>
              <a:endParaRPr lang="en-CR"/>
            </a:p>
          </p:txBody>
        </p:sp>
        <p:sp>
          <p:nvSpPr>
            <p:cNvPr id="279" name="Freeform 278">
              <a:extLst>
                <a:ext uri="{FF2B5EF4-FFF2-40B4-BE49-F238E27FC236}">
                  <a16:creationId xmlns:a16="http://schemas.microsoft.com/office/drawing/2014/main" id="{594AACE3-E897-4502-94AD-70FEC2243BC5}"/>
                </a:ext>
              </a:extLst>
            </p:cNvPr>
            <p:cNvSpPr/>
            <p:nvPr/>
          </p:nvSpPr>
          <p:spPr>
            <a:xfrm>
              <a:off x="6656451" y="2605745"/>
              <a:ext cx="243268" cy="168198"/>
            </a:xfrm>
            <a:custGeom>
              <a:avLst/>
              <a:gdLst>
                <a:gd name="connsiteX0" fmla="*/ 239268 w 243268"/>
                <a:gd name="connsiteY0" fmla="*/ 71962 h 168198"/>
                <a:gd name="connsiteX1" fmla="*/ 0 w 243268"/>
                <a:gd name="connsiteY1" fmla="*/ 6430 h 168198"/>
                <a:gd name="connsiteX2" fmla="*/ 243269 w 243268"/>
                <a:gd name="connsiteY2" fmla="*/ 119016 h 168198"/>
                <a:gd name="connsiteX3" fmla="*/ 239268 w 243268"/>
                <a:gd name="connsiteY3" fmla="*/ 72153 h 168198"/>
              </a:gdLst>
              <a:ahLst/>
              <a:cxnLst>
                <a:cxn ang="0">
                  <a:pos x="connsiteX0" y="connsiteY0"/>
                </a:cxn>
                <a:cxn ang="0">
                  <a:pos x="connsiteX1" y="connsiteY1"/>
                </a:cxn>
                <a:cxn ang="0">
                  <a:pos x="connsiteX2" y="connsiteY2"/>
                </a:cxn>
                <a:cxn ang="0">
                  <a:pos x="connsiteX3" y="connsiteY3"/>
                </a:cxn>
              </a:cxnLst>
              <a:rect l="l" t="t" r="r" b="b"/>
              <a:pathLst>
                <a:path w="243268" h="168198">
                  <a:moveTo>
                    <a:pt x="239268" y="71962"/>
                  </a:moveTo>
                  <a:cubicBezTo>
                    <a:pt x="205169" y="-30336"/>
                    <a:pt x="0" y="6430"/>
                    <a:pt x="0" y="6430"/>
                  </a:cubicBezTo>
                  <a:cubicBezTo>
                    <a:pt x="0" y="6430"/>
                    <a:pt x="69152" y="276178"/>
                    <a:pt x="243269" y="119016"/>
                  </a:cubicBezTo>
                  <a:cubicBezTo>
                    <a:pt x="243269" y="119016"/>
                    <a:pt x="237554" y="99966"/>
                    <a:pt x="239268" y="72153"/>
                  </a:cubicBezTo>
                  <a:close/>
                </a:path>
              </a:pathLst>
            </a:custGeom>
            <a:noFill/>
            <a:ln w="25400" cap="rnd">
              <a:solidFill>
                <a:srgbClr val="0A1264"/>
              </a:solidFill>
              <a:prstDash val="solid"/>
              <a:round/>
            </a:ln>
          </p:spPr>
          <p:txBody>
            <a:bodyPr rtlCol="0" anchor="ctr"/>
            <a:lstStyle/>
            <a:p>
              <a:endParaRPr lang="en-CR"/>
            </a:p>
          </p:txBody>
        </p:sp>
        <p:sp>
          <p:nvSpPr>
            <p:cNvPr id="280" name="Freeform 279">
              <a:extLst>
                <a:ext uri="{FF2B5EF4-FFF2-40B4-BE49-F238E27FC236}">
                  <a16:creationId xmlns:a16="http://schemas.microsoft.com/office/drawing/2014/main" id="{36101F06-A2A3-D6AB-7CE8-12C53E89B369}"/>
                </a:ext>
              </a:extLst>
            </p:cNvPr>
            <p:cNvSpPr/>
            <p:nvPr/>
          </p:nvSpPr>
          <p:spPr>
            <a:xfrm>
              <a:off x="6895398" y="2465109"/>
              <a:ext cx="275363" cy="295469"/>
            </a:xfrm>
            <a:custGeom>
              <a:avLst/>
              <a:gdLst>
                <a:gd name="connsiteX0" fmla="*/ 273307 w 275363"/>
                <a:gd name="connsiteY0" fmla="*/ 0 h 295469"/>
                <a:gd name="connsiteX1" fmla="*/ 321 w 275363"/>
                <a:gd name="connsiteY1" fmla="*/ 212598 h 295469"/>
                <a:gd name="connsiteX2" fmla="*/ 4321 w 275363"/>
                <a:gd name="connsiteY2" fmla="*/ 259461 h 295469"/>
                <a:gd name="connsiteX3" fmla="*/ 273307 w 275363"/>
                <a:gd name="connsiteY3" fmla="*/ 0 h 295469"/>
              </a:gdLst>
              <a:ahLst/>
              <a:cxnLst>
                <a:cxn ang="0">
                  <a:pos x="connsiteX0" y="connsiteY0"/>
                </a:cxn>
                <a:cxn ang="0">
                  <a:pos x="connsiteX1" y="connsiteY1"/>
                </a:cxn>
                <a:cxn ang="0">
                  <a:pos x="connsiteX2" y="connsiteY2"/>
                </a:cxn>
                <a:cxn ang="0">
                  <a:pos x="connsiteX3" y="connsiteY3"/>
                </a:cxn>
              </a:cxnLst>
              <a:rect l="l" t="t" r="r" b="b"/>
              <a:pathLst>
                <a:path w="275363" h="295469">
                  <a:moveTo>
                    <a:pt x="273307" y="0"/>
                  </a:moveTo>
                  <a:cubicBezTo>
                    <a:pt x="45660" y="41720"/>
                    <a:pt x="4131" y="149924"/>
                    <a:pt x="321" y="212598"/>
                  </a:cubicBezTo>
                  <a:cubicBezTo>
                    <a:pt x="-1394" y="240602"/>
                    <a:pt x="4321" y="259461"/>
                    <a:pt x="4321" y="259461"/>
                  </a:cubicBezTo>
                  <a:cubicBezTo>
                    <a:pt x="316741" y="418338"/>
                    <a:pt x="273307" y="0"/>
                    <a:pt x="273307" y="0"/>
                  </a:cubicBezTo>
                  <a:close/>
                </a:path>
              </a:pathLst>
            </a:custGeom>
            <a:noFill/>
            <a:ln w="25400" cap="rnd">
              <a:solidFill>
                <a:srgbClr val="0A1264"/>
              </a:solidFill>
              <a:prstDash val="solid"/>
              <a:round/>
            </a:ln>
          </p:spPr>
          <p:txBody>
            <a:bodyPr rtlCol="0" anchor="ctr"/>
            <a:lstStyle/>
            <a:p>
              <a:endParaRPr lang="en-CR"/>
            </a:p>
          </p:txBody>
        </p:sp>
      </p:grpSp>
      <p:grpSp>
        <p:nvGrpSpPr>
          <p:cNvPr id="281" name="Graphic 319">
            <a:extLst>
              <a:ext uri="{FF2B5EF4-FFF2-40B4-BE49-F238E27FC236}">
                <a16:creationId xmlns:a16="http://schemas.microsoft.com/office/drawing/2014/main" id="{A29890BE-D393-D0A3-2912-420E57072B8B}"/>
              </a:ext>
            </a:extLst>
          </p:cNvPr>
          <p:cNvGrpSpPr/>
          <p:nvPr/>
        </p:nvGrpSpPr>
        <p:grpSpPr>
          <a:xfrm>
            <a:off x="8175239" y="2186678"/>
            <a:ext cx="552450" cy="468895"/>
            <a:chOff x="7942824" y="2620747"/>
            <a:chExt cx="552450" cy="468895"/>
          </a:xfrm>
          <a:noFill/>
        </p:grpSpPr>
        <p:sp>
          <p:nvSpPr>
            <p:cNvPr id="282" name="Freeform 281">
              <a:extLst>
                <a:ext uri="{FF2B5EF4-FFF2-40B4-BE49-F238E27FC236}">
                  <a16:creationId xmlns:a16="http://schemas.microsoft.com/office/drawing/2014/main" id="{C26C65F9-2BA0-1CB7-4F20-EF8A5D45BEE9}"/>
                </a:ext>
              </a:extLst>
            </p:cNvPr>
            <p:cNvSpPr/>
            <p:nvPr/>
          </p:nvSpPr>
          <p:spPr>
            <a:xfrm>
              <a:off x="8020358" y="2808005"/>
              <a:ext cx="208407" cy="205458"/>
            </a:xfrm>
            <a:custGeom>
              <a:avLst/>
              <a:gdLst>
                <a:gd name="connsiteX0" fmla="*/ 180404 w 208407"/>
                <a:gd name="connsiteY0" fmla="*/ 155735 h 205458"/>
                <a:gd name="connsiteX1" fmla="*/ 130111 w 208407"/>
                <a:gd name="connsiteY1" fmla="*/ 126465 h 205458"/>
                <a:gd name="connsiteX2" fmla="*/ 130111 w 208407"/>
                <a:gd name="connsiteY2" fmla="*/ 116145 h 205458"/>
                <a:gd name="connsiteX3" fmla="*/ 145733 w 208407"/>
                <a:gd name="connsiteY3" fmla="*/ 88000 h 205458"/>
                <a:gd name="connsiteX4" fmla="*/ 148971 w 208407"/>
                <a:gd name="connsiteY4" fmla="*/ 63608 h 205458"/>
                <a:gd name="connsiteX5" fmla="*/ 148971 w 208407"/>
                <a:gd name="connsiteY5" fmla="*/ 40341 h 205458"/>
                <a:gd name="connsiteX6" fmla="*/ 104394 w 208407"/>
                <a:gd name="connsiteY6" fmla="*/ 0 h 205458"/>
                <a:gd name="connsiteX7" fmla="*/ 59817 w 208407"/>
                <a:gd name="connsiteY7" fmla="*/ 40341 h 205458"/>
                <a:gd name="connsiteX8" fmla="*/ 59817 w 208407"/>
                <a:gd name="connsiteY8" fmla="*/ 63608 h 205458"/>
                <a:gd name="connsiteX9" fmla="*/ 63056 w 208407"/>
                <a:gd name="connsiteY9" fmla="*/ 88000 h 205458"/>
                <a:gd name="connsiteX10" fmla="*/ 78676 w 208407"/>
                <a:gd name="connsiteY10" fmla="*/ 116333 h 205458"/>
                <a:gd name="connsiteX11" fmla="*/ 78676 w 208407"/>
                <a:gd name="connsiteY11" fmla="*/ 126652 h 205458"/>
                <a:gd name="connsiteX12" fmla="*/ 28384 w 208407"/>
                <a:gd name="connsiteY12" fmla="*/ 155923 h 205458"/>
                <a:gd name="connsiteX13" fmla="*/ 0 w 208407"/>
                <a:gd name="connsiteY13" fmla="*/ 198141 h 205458"/>
                <a:gd name="connsiteX14" fmla="*/ 0 w 208407"/>
                <a:gd name="connsiteY14" fmla="*/ 198141 h 205458"/>
                <a:gd name="connsiteX15" fmla="*/ 7429 w 208407"/>
                <a:gd name="connsiteY15" fmla="*/ 205458 h 205458"/>
                <a:gd name="connsiteX16" fmla="*/ 200978 w 208407"/>
                <a:gd name="connsiteY16" fmla="*/ 205458 h 205458"/>
                <a:gd name="connsiteX17" fmla="*/ 208407 w 208407"/>
                <a:gd name="connsiteY17" fmla="*/ 198141 h 205458"/>
                <a:gd name="connsiteX18" fmla="*/ 208407 w 208407"/>
                <a:gd name="connsiteY18" fmla="*/ 198141 h 205458"/>
                <a:gd name="connsiteX19" fmla="*/ 180023 w 208407"/>
                <a:gd name="connsiteY19" fmla="*/ 155923 h 2054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208407" h="205458">
                  <a:moveTo>
                    <a:pt x="180404" y="155735"/>
                  </a:moveTo>
                  <a:cubicBezTo>
                    <a:pt x="154877" y="145228"/>
                    <a:pt x="132398" y="134158"/>
                    <a:pt x="130111" y="126465"/>
                  </a:cubicBezTo>
                  <a:lnTo>
                    <a:pt x="130111" y="116145"/>
                  </a:lnTo>
                  <a:cubicBezTo>
                    <a:pt x="137160" y="109202"/>
                    <a:pt x="142494" y="99446"/>
                    <a:pt x="145733" y="88000"/>
                  </a:cubicBezTo>
                  <a:cubicBezTo>
                    <a:pt x="153543" y="82559"/>
                    <a:pt x="155448" y="71488"/>
                    <a:pt x="148971" y="63608"/>
                  </a:cubicBezTo>
                  <a:lnTo>
                    <a:pt x="148971" y="40341"/>
                  </a:lnTo>
                  <a:cubicBezTo>
                    <a:pt x="148971" y="16324"/>
                    <a:pt x="135446" y="0"/>
                    <a:pt x="104394" y="0"/>
                  </a:cubicBezTo>
                  <a:cubicBezTo>
                    <a:pt x="73343" y="0"/>
                    <a:pt x="59817" y="16324"/>
                    <a:pt x="59817" y="40341"/>
                  </a:cubicBezTo>
                  <a:lnTo>
                    <a:pt x="59817" y="63608"/>
                  </a:lnTo>
                  <a:cubicBezTo>
                    <a:pt x="53340" y="71488"/>
                    <a:pt x="55435" y="82559"/>
                    <a:pt x="63056" y="88000"/>
                  </a:cubicBezTo>
                  <a:cubicBezTo>
                    <a:pt x="66294" y="99446"/>
                    <a:pt x="71819" y="109202"/>
                    <a:pt x="78676" y="116333"/>
                  </a:cubicBezTo>
                  <a:lnTo>
                    <a:pt x="78676" y="126652"/>
                  </a:lnTo>
                  <a:cubicBezTo>
                    <a:pt x="76200" y="134158"/>
                    <a:pt x="53721" y="145416"/>
                    <a:pt x="28384" y="155923"/>
                  </a:cubicBezTo>
                  <a:cubicBezTo>
                    <a:pt x="11239" y="163053"/>
                    <a:pt x="0" y="179752"/>
                    <a:pt x="0" y="198141"/>
                  </a:cubicBezTo>
                  <a:lnTo>
                    <a:pt x="0" y="198141"/>
                  </a:lnTo>
                  <a:cubicBezTo>
                    <a:pt x="0" y="202081"/>
                    <a:pt x="3238" y="205458"/>
                    <a:pt x="7429" y="205458"/>
                  </a:cubicBezTo>
                  <a:lnTo>
                    <a:pt x="200978" y="205458"/>
                  </a:lnTo>
                  <a:cubicBezTo>
                    <a:pt x="204978" y="205458"/>
                    <a:pt x="208407" y="202268"/>
                    <a:pt x="208407" y="198141"/>
                  </a:cubicBezTo>
                  <a:lnTo>
                    <a:pt x="208407" y="198141"/>
                  </a:lnTo>
                  <a:cubicBezTo>
                    <a:pt x="208407" y="179752"/>
                    <a:pt x="197358" y="163053"/>
                    <a:pt x="180023" y="155923"/>
                  </a:cubicBezTo>
                  <a:close/>
                </a:path>
              </a:pathLst>
            </a:custGeom>
            <a:noFill/>
            <a:ln w="25400" cap="rnd">
              <a:solidFill>
                <a:srgbClr val="005EFF"/>
              </a:solidFill>
              <a:prstDash val="solid"/>
              <a:round/>
            </a:ln>
          </p:spPr>
          <p:txBody>
            <a:bodyPr rtlCol="0" anchor="ctr"/>
            <a:lstStyle/>
            <a:p>
              <a:endParaRPr lang="en-CR"/>
            </a:p>
          </p:txBody>
        </p:sp>
        <p:sp>
          <p:nvSpPr>
            <p:cNvPr id="283" name="Freeform 282">
              <a:extLst>
                <a:ext uri="{FF2B5EF4-FFF2-40B4-BE49-F238E27FC236}">
                  <a16:creationId xmlns:a16="http://schemas.microsoft.com/office/drawing/2014/main" id="{F27733D7-7292-2C28-0CF1-8ACE942D14BF}"/>
                </a:ext>
              </a:extLst>
            </p:cNvPr>
            <p:cNvSpPr/>
            <p:nvPr/>
          </p:nvSpPr>
          <p:spPr>
            <a:xfrm>
              <a:off x="8165800" y="2620747"/>
              <a:ext cx="106943" cy="149168"/>
            </a:xfrm>
            <a:custGeom>
              <a:avLst/>
              <a:gdLst>
                <a:gd name="connsiteX0" fmla="*/ 101255 w 106943"/>
                <a:gd name="connsiteY0" fmla="*/ 7130 h 149168"/>
                <a:gd name="connsiteX1" fmla="*/ 85253 w 106943"/>
                <a:gd name="connsiteY1" fmla="*/ 0 h 149168"/>
                <a:gd name="connsiteX2" fmla="*/ 21436 w 106943"/>
                <a:gd name="connsiteY2" fmla="*/ 0 h 149168"/>
                <a:gd name="connsiteX3" fmla="*/ 5434 w 106943"/>
                <a:gd name="connsiteY3" fmla="*/ 7130 h 149168"/>
                <a:gd name="connsiteX4" fmla="*/ 100 w 106943"/>
                <a:gd name="connsiteY4" fmla="*/ 23829 h 149168"/>
                <a:gd name="connsiteX5" fmla="*/ 12863 w 106943"/>
                <a:gd name="connsiteY5" fmla="*/ 130405 h 149168"/>
                <a:gd name="connsiteX6" fmla="*/ 34199 w 106943"/>
                <a:gd name="connsiteY6" fmla="*/ 149168 h 149168"/>
                <a:gd name="connsiteX7" fmla="*/ 72680 w 106943"/>
                <a:gd name="connsiteY7" fmla="*/ 149168 h 149168"/>
                <a:gd name="connsiteX8" fmla="*/ 94016 w 106943"/>
                <a:gd name="connsiteY8" fmla="*/ 130405 h 149168"/>
                <a:gd name="connsiteX9" fmla="*/ 106779 w 106943"/>
                <a:gd name="connsiteY9" fmla="*/ 23829 h 149168"/>
                <a:gd name="connsiteX10" fmla="*/ 101446 w 106943"/>
                <a:gd name="connsiteY10" fmla="*/ 7130 h 1491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6943" h="149168">
                  <a:moveTo>
                    <a:pt x="101255" y="7130"/>
                  </a:moveTo>
                  <a:cubicBezTo>
                    <a:pt x="97254" y="2627"/>
                    <a:pt x="91349" y="0"/>
                    <a:pt x="85253" y="0"/>
                  </a:cubicBezTo>
                  <a:lnTo>
                    <a:pt x="21436" y="0"/>
                  </a:lnTo>
                  <a:cubicBezTo>
                    <a:pt x="15340" y="0"/>
                    <a:pt x="9434" y="2627"/>
                    <a:pt x="5434" y="7130"/>
                  </a:cubicBezTo>
                  <a:cubicBezTo>
                    <a:pt x="1433" y="11633"/>
                    <a:pt x="-472" y="17638"/>
                    <a:pt x="100" y="23829"/>
                  </a:cubicBezTo>
                  <a:lnTo>
                    <a:pt x="12863" y="130405"/>
                  </a:lnTo>
                  <a:cubicBezTo>
                    <a:pt x="14197" y="141100"/>
                    <a:pt x="23341" y="149168"/>
                    <a:pt x="34199" y="149168"/>
                  </a:cubicBezTo>
                  <a:lnTo>
                    <a:pt x="72680" y="149168"/>
                  </a:lnTo>
                  <a:cubicBezTo>
                    <a:pt x="83539" y="149168"/>
                    <a:pt x="92683" y="141100"/>
                    <a:pt x="94016" y="130405"/>
                  </a:cubicBezTo>
                  <a:lnTo>
                    <a:pt x="106779" y="23829"/>
                  </a:lnTo>
                  <a:cubicBezTo>
                    <a:pt x="107542" y="17825"/>
                    <a:pt x="105637" y="11821"/>
                    <a:pt x="101446" y="7130"/>
                  </a:cubicBezTo>
                  <a:close/>
                </a:path>
              </a:pathLst>
            </a:custGeom>
            <a:noFill/>
            <a:ln w="25400" cap="rnd">
              <a:solidFill>
                <a:srgbClr val="0A1264"/>
              </a:solidFill>
              <a:prstDash val="solid"/>
              <a:round/>
            </a:ln>
          </p:spPr>
          <p:txBody>
            <a:bodyPr rtlCol="0" anchor="ctr"/>
            <a:lstStyle/>
            <a:p>
              <a:endParaRPr lang="en-CR"/>
            </a:p>
          </p:txBody>
        </p:sp>
        <p:sp>
          <p:nvSpPr>
            <p:cNvPr id="284" name="Freeform 283">
              <a:extLst>
                <a:ext uri="{FF2B5EF4-FFF2-40B4-BE49-F238E27FC236}">
                  <a16:creationId xmlns:a16="http://schemas.microsoft.com/office/drawing/2014/main" id="{227E84BF-5C2F-308E-14C2-90327EF0D862}"/>
                </a:ext>
              </a:extLst>
            </p:cNvPr>
            <p:cNvSpPr/>
            <p:nvPr/>
          </p:nvSpPr>
          <p:spPr>
            <a:xfrm>
              <a:off x="8165800" y="2620747"/>
              <a:ext cx="106943" cy="149168"/>
            </a:xfrm>
            <a:custGeom>
              <a:avLst/>
              <a:gdLst>
                <a:gd name="connsiteX0" fmla="*/ 101255 w 106943"/>
                <a:gd name="connsiteY0" fmla="*/ 7130 h 149168"/>
                <a:gd name="connsiteX1" fmla="*/ 85253 w 106943"/>
                <a:gd name="connsiteY1" fmla="*/ 0 h 149168"/>
                <a:gd name="connsiteX2" fmla="*/ 21436 w 106943"/>
                <a:gd name="connsiteY2" fmla="*/ 0 h 149168"/>
                <a:gd name="connsiteX3" fmla="*/ 5434 w 106943"/>
                <a:gd name="connsiteY3" fmla="*/ 7130 h 149168"/>
                <a:gd name="connsiteX4" fmla="*/ 100 w 106943"/>
                <a:gd name="connsiteY4" fmla="*/ 23829 h 149168"/>
                <a:gd name="connsiteX5" fmla="*/ 12863 w 106943"/>
                <a:gd name="connsiteY5" fmla="*/ 130405 h 149168"/>
                <a:gd name="connsiteX6" fmla="*/ 34199 w 106943"/>
                <a:gd name="connsiteY6" fmla="*/ 149168 h 149168"/>
                <a:gd name="connsiteX7" fmla="*/ 72680 w 106943"/>
                <a:gd name="connsiteY7" fmla="*/ 149168 h 149168"/>
                <a:gd name="connsiteX8" fmla="*/ 94016 w 106943"/>
                <a:gd name="connsiteY8" fmla="*/ 130405 h 149168"/>
                <a:gd name="connsiteX9" fmla="*/ 106779 w 106943"/>
                <a:gd name="connsiteY9" fmla="*/ 23829 h 149168"/>
                <a:gd name="connsiteX10" fmla="*/ 101446 w 106943"/>
                <a:gd name="connsiteY10" fmla="*/ 7130 h 1491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6943" h="149168">
                  <a:moveTo>
                    <a:pt x="101255" y="7130"/>
                  </a:moveTo>
                  <a:cubicBezTo>
                    <a:pt x="97254" y="2627"/>
                    <a:pt x="91349" y="0"/>
                    <a:pt x="85253" y="0"/>
                  </a:cubicBezTo>
                  <a:lnTo>
                    <a:pt x="21436" y="0"/>
                  </a:lnTo>
                  <a:cubicBezTo>
                    <a:pt x="15340" y="0"/>
                    <a:pt x="9434" y="2627"/>
                    <a:pt x="5434" y="7130"/>
                  </a:cubicBezTo>
                  <a:cubicBezTo>
                    <a:pt x="1433" y="11633"/>
                    <a:pt x="-472" y="17638"/>
                    <a:pt x="100" y="23829"/>
                  </a:cubicBezTo>
                  <a:lnTo>
                    <a:pt x="12863" y="130405"/>
                  </a:lnTo>
                  <a:cubicBezTo>
                    <a:pt x="14197" y="141100"/>
                    <a:pt x="23341" y="149168"/>
                    <a:pt x="34199" y="149168"/>
                  </a:cubicBezTo>
                  <a:lnTo>
                    <a:pt x="72680" y="149168"/>
                  </a:lnTo>
                  <a:cubicBezTo>
                    <a:pt x="83539" y="149168"/>
                    <a:pt x="92683" y="141100"/>
                    <a:pt x="94016" y="130405"/>
                  </a:cubicBezTo>
                  <a:lnTo>
                    <a:pt x="106779" y="23829"/>
                  </a:lnTo>
                  <a:cubicBezTo>
                    <a:pt x="107542" y="17825"/>
                    <a:pt x="105637" y="11821"/>
                    <a:pt x="101446" y="7130"/>
                  </a:cubicBezTo>
                  <a:close/>
                </a:path>
              </a:pathLst>
            </a:custGeom>
            <a:noFill/>
            <a:ln w="25400" cap="rnd">
              <a:solidFill>
                <a:srgbClr val="0A1264"/>
              </a:solidFill>
              <a:prstDash val="solid"/>
              <a:round/>
            </a:ln>
          </p:spPr>
          <p:txBody>
            <a:bodyPr rtlCol="0" anchor="ctr"/>
            <a:lstStyle/>
            <a:p>
              <a:endParaRPr lang="en-CR"/>
            </a:p>
          </p:txBody>
        </p:sp>
        <p:sp>
          <p:nvSpPr>
            <p:cNvPr id="285" name="Freeform 284">
              <a:extLst>
                <a:ext uri="{FF2B5EF4-FFF2-40B4-BE49-F238E27FC236}">
                  <a16:creationId xmlns:a16="http://schemas.microsoft.com/office/drawing/2014/main" id="{D13E97C6-FA1D-51B8-FE04-B8712ABCFF00}"/>
                </a:ext>
              </a:extLst>
            </p:cNvPr>
            <p:cNvSpPr/>
            <p:nvPr/>
          </p:nvSpPr>
          <p:spPr>
            <a:xfrm>
              <a:off x="7942824" y="2714376"/>
              <a:ext cx="552450" cy="375266"/>
            </a:xfrm>
            <a:custGeom>
              <a:avLst/>
              <a:gdLst>
                <a:gd name="connsiteX0" fmla="*/ 321183 w 552450"/>
                <a:gd name="connsiteY0" fmla="*/ 0 h 375266"/>
                <a:gd name="connsiteX1" fmla="*/ 533400 w 552450"/>
                <a:gd name="connsiteY1" fmla="*/ 0 h 375266"/>
                <a:gd name="connsiteX2" fmla="*/ 552450 w 552450"/>
                <a:gd name="connsiteY2" fmla="*/ 18763 h 375266"/>
                <a:gd name="connsiteX3" fmla="*/ 552450 w 552450"/>
                <a:gd name="connsiteY3" fmla="*/ 356503 h 375266"/>
                <a:gd name="connsiteX4" fmla="*/ 533400 w 552450"/>
                <a:gd name="connsiteY4" fmla="*/ 375266 h 375266"/>
                <a:gd name="connsiteX5" fmla="*/ 19050 w 552450"/>
                <a:gd name="connsiteY5" fmla="*/ 375266 h 375266"/>
                <a:gd name="connsiteX6" fmla="*/ 0 w 552450"/>
                <a:gd name="connsiteY6" fmla="*/ 356503 h 375266"/>
                <a:gd name="connsiteX7" fmla="*/ 0 w 552450"/>
                <a:gd name="connsiteY7" fmla="*/ 18763 h 375266"/>
                <a:gd name="connsiteX8" fmla="*/ 19050 w 552450"/>
                <a:gd name="connsiteY8" fmla="*/ 0 h 375266"/>
                <a:gd name="connsiteX9" fmla="*/ 231458 w 552450"/>
                <a:gd name="connsiteY9" fmla="*/ 0 h 3752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52450" h="375266">
                  <a:moveTo>
                    <a:pt x="321183" y="0"/>
                  </a:moveTo>
                  <a:lnTo>
                    <a:pt x="533400" y="0"/>
                  </a:lnTo>
                  <a:cubicBezTo>
                    <a:pt x="543878" y="0"/>
                    <a:pt x="552450" y="8443"/>
                    <a:pt x="552450" y="18763"/>
                  </a:cubicBezTo>
                  <a:lnTo>
                    <a:pt x="552450" y="356503"/>
                  </a:lnTo>
                  <a:cubicBezTo>
                    <a:pt x="552450" y="366823"/>
                    <a:pt x="543878" y="375266"/>
                    <a:pt x="533400" y="375266"/>
                  </a:cubicBezTo>
                  <a:lnTo>
                    <a:pt x="19050" y="375266"/>
                  </a:lnTo>
                  <a:cubicBezTo>
                    <a:pt x="8573" y="375266"/>
                    <a:pt x="0" y="366823"/>
                    <a:pt x="0" y="356503"/>
                  </a:cubicBezTo>
                  <a:lnTo>
                    <a:pt x="0" y="18763"/>
                  </a:lnTo>
                  <a:cubicBezTo>
                    <a:pt x="0" y="8443"/>
                    <a:pt x="8573" y="0"/>
                    <a:pt x="19050" y="0"/>
                  </a:cubicBezTo>
                  <a:lnTo>
                    <a:pt x="231458" y="0"/>
                  </a:lnTo>
                </a:path>
              </a:pathLst>
            </a:custGeom>
            <a:noFill/>
            <a:ln w="25400" cap="rnd">
              <a:solidFill>
                <a:srgbClr val="0A1264"/>
              </a:solidFill>
              <a:prstDash val="solid"/>
              <a:round/>
            </a:ln>
          </p:spPr>
          <p:txBody>
            <a:bodyPr rtlCol="0" anchor="ctr"/>
            <a:lstStyle/>
            <a:p>
              <a:endParaRPr lang="en-CR"/>
            </a:p>
          </p:txBody>
        </p:sp>
        <p:sp>
          <p:nvSpPr>
            <p:cNvPr id="286" name="Freeform 285">
              <a:extLst>
                <a:ext uri="{FF2B5EF4-FFF2-40B4-BE49-F238E27FC236}">
                  <a16:creationId xmlns:a16="http://schemas.microsoft.com/office/drawing/2014/main" id="{CF1D8A23-1A8D-2A64-2B89-990A5C4C28C6}"/>
                </a:ext>
              </a:extLst>
            </p:cNvPr>
            <p:cNvSpPr/>
            <p:nvPr/>
          </p:nvSpPr>
          <p:spPr>
            <a:xfrm>
              <a:off x="8285915" y="2864482"/>
              <a:ext cx="133350" cy="18763"/>
            </a:xfrm>
            <a:custGeom>
              <a:avLst/>
              <a:gdLst>
                <a:gd name="connsiteX0" fmla="*/ 0 w 133350"/>
                <a:gd name="connsiteY0" fmla="*/ 0 h 18763"/>
                <a:gd name="connsiteX1" fmla="*/ 133350 w 133350"/>
                <a:gd name="connsiteY1" fmla="*/ 0 h 18763"/>
              </a:gdLst>
              <a:ahLst/>
              <a:cxnLst>
                <a:cxn ang="0">
                  <a:pos x="connsiteX0" y="connsiteY0"/>
                </a:cxn>
                <a:cxn ang="0">
                  <a:pos x="connsiteX1" y="connsiteY1"/>
                </a:cxn>
              </a:cxnLst>
              <a:rect l="l" t="t" r="r" b="b"/>
              <a:pathLst>
                <a:path w="133350" h="18763">
                  <a:moveTo>
                    <a:pt x="0" y="0"/>
                  </a:moveTo>
                  <a:lnTo>
                    <a:pt x="133350" y="0"/>
                  </a:lnTo>
                </a:path>
              </a:pathLst>
            </a:custGeom>
            <a:ln w="25400" cap="rnd">
              <a:solidFill>
                <a:srgbClr val="0A1264"/>
              </a:solidFill>
              <a:prstDash val="solid"/>
              <a:round/>
            </a:ln>
          </p:spPr>
          <p:txBody>
            <a:bodyPr rtlCol="0" anchor="ctr"/>
            <a:lstStyle/>
            <a:p>
              <a:endParaRPr lang="en-CR"/>
            </a:p>
          </p:txBody>
        </p:sp>
        <p:sp>
          <p:nvSpPr>
            <p:cNvPr id="287" name="Freeform 286">
              <a:extLst>
                <a:ext uri="{FF2B5EF4-FFF2-40B4-BE49-F238E27FC236}">
                  <a16:creationId xmlns:a16="http://schemas.microsoft.com/office/drawing/2014/main" id="{4B966F1A-3F22-E1B6-C52E-4B2902CC9157}"/>
                </a:ext>
              </a:extLst>
            </p:cNvPr>
            <p:cNvSpPr/>
            <p:nvPr/>
          </p:nvSpPr>
          <p:spPr>
            <a:xfrm>
              <a:off x="8285915" y="2920772"/>
              <a:ext cx="133350" cy="18763"/>
            </a:xfrm>
            <a:custGeom>
              <a:avLst/>
              <a:gdLst>
                <a:gd name="connsiteX0" fmla="*/ 0 w 133350"/>
                <a:gd name="connsiteY0" fmla="*/ 0 h 18763"/>
                <a:gd name="connsiteX1" fmla="*/ 133350 w 133350"/>
                <a:gd name="connsiteY1" fmla="*/ 0 h 18763"/>
              </a:gdLst>
              <a:ahLst/>
              <a:cxnLst>
                <a:cxn ang="0">
                  <a:pos x="connsiteX0" y="connsiteY0"/>
                </a:cxn>
                <a:cxn ang="0">
                  <a:pos x="connsiteX1" y="connsiteY1"/>
                </a:cxn>
              </a:cxnLst>
              <a:rect l="l" t="t" r="r" b="b"/>
              <a:pathLst>
                <a:path w="133350" h="18763">
                  <a:moveTo>
                    <a:pt x="0" y="0"/>
                  </a:moveTo>
                  <a:lnTo>
                    <a:pt x="133350" y="0"/>
                  </a:lnTo>
                </a:path>
              </a:pathLst>
            </a:custGeom>
            <a:ln w="25400" cap="rnd">
              <a:solidFill>
                <a:srgbClr val="0A1264"/>
              </a:solidFill>
              <a:prstDash val="solid"/>
              <a:round/>
            </a:ln>
          </p:spPr>
          <p:txBody>
            <a:bodyPr rtlCol="0" anchor="ctr"/>
            <a:lstStyle/>
            <a:p>
              <a:endParaRPr lang="en-CR"/>
            </a:p>
          </p:txBody>
        </p:sp>
      </p:grpSp>
      <p:grpSp>
        <p:nvGrpSpPr>
          <p:cNvPr id="288" name="Graphic 321">
            <a:extLst>
              <a:ext uri="{FF2B5EF4-FFF2-40B4-BE49-F238E27FC236}">
                <a16:creationId xmlns:a16="http://schemas.microsoft.com/office/drawing/2014/main" id="{598D5B75-0BF0-BD78-0F6B-8CB871E233B4}"/>
              </a:ext>
            </a:extLst>
          </p:cNvPr>
          <p:cNvGrpSpPr/>
          <p:nvPr/>
        </p:nvGrpSpPr>
        <p:grpSpPr>
          <a:xfrm>
            <a:off x="9365384" y="2197056"/>
            <a:ext cx="535282" cy="448139"/>
            <a:chOff x="9147425" y="2660118"/>
            <a:chExt cx="535282" cy="448139"/>
          </a:xfrm>
          <a:noFill/>
        </p:grpSpPr>
        <p:sp>
          <p:nvSpPr>
            <p:cNvPr id="289" name="Freeform 288">
              <a:extLst>
                <a:ext uri="{FF2B5EF4-FFF2-40B4-BE49-F238E27FC236}">
                  <a16:creationId xmlns:a16="http://schemas.microsoft.com/office/drawing/2014/main" id="{EAB005EF-518B-51B6-AE3E-4DB262C97329}"/>
                </a:ext>
              </a:extLst>
            </p:cNvPr>
            <p:cNvSpPr/>
            <p:nvPr/>
          </p:nvSpPr>
          <p:spPr>
            <a:xfrm>
              <a:off x="9216305" y="2977145"/>
              <a:ext cx="399288" cy="18703"/>
            </a:xfrm>
            <a:custGeom>
              <a:avLst/>
              <a:gdLst>
                <a:gd name="connsiteX0" fmla="*/ 0 w 399288"/>
                <a:gd name="connsiteY0" fmla="*/ 0 h 18703"/>
                <a:gd name="connsiteX1" fmla="*/ 399288 w 399288"/>
                <a:gd name="connsiteY1" fmla="*/ 0 h 18703"/>
              </a:gdLst>
              <a:ahLst/>
              <a:cxnLst>
                <a:cxn ang="0">
                  <a:pos x="connsiteX0" y="connsiteY0"/>
                </a:cxn>
                <a:cxn ang="0">
                  <a:pos x="connsiteX1" y="connsiteY1"/>
                </a:cxn>
              </a:cxnLst>
              <a:rect l="l" t="t" r="r" b="b"/>
              <a:pathLst>
                <a:path w="399288" h="18703">
                  <a:moveTo>
                    <a:pt x="0" y="0"/>
                  </a:moveTo>
                  <a:lnTo>
                    <a:pt x="399288" y="0"/>
                  </a:lnTo>
                </a:path>
              </a:pathLst>
            </a:custGeom>
            <a:ln w="25400" cap="rnd">
              <a:solidFill>
                <a:srgbClr val="005EFF"/>
              </a:solidFill>
              <a:prstDash val="solid"/>
              <a:round/>
            </a:ln>
          </p:spPr>
          <p:txBody>
            <a:bodyPr rtlCol="0" anchor="ctr"/>
            <a:lstStyle/>
            <a:p>
              <a:endParaRPr lang="en-CR"/>
            </a:p>
          </p:txBody>
        </p:sp>
        <p:sp>
          <p:nvSpPr>
            <p:cNvPr id="290" name="Freeform 289">
              <a:extLst>
                <a:ext uri="{FF2B5EF4-FFF2-40B4-BE49-F238E27FC236}">
                  <a16:creationId xmlns:a16="http://schemas.microsoft.com/office/drawing/2014/main" id="{1B9E5561-75A3-F1EC-AC5F-59853AE56CAA}"/>
                </a:ext>
              </a:extLst>
            </p:cNvPr>
            <p:cNvSpPr/>
            <p:nvPr/>
          </p:nvSpPr>
          <p:spPr>
            <a:xfrm>
              <a:off x="9147425" y="2660118"/>
              <a:ext cx="535282" cy="144205"/>
            </a:xfrm>
            <a:custGeom>
              <a:avLst/>
              <a:gdLst>
                <a:gd name="connsiteX0" fmla="*/ 63737 w 535282"/>
                <a:gd name="connsiteY0" fmla="*/ 7668 h 144205"/>
                <a:gd name="connsiteX1" fmla="*/ 3920 w 535282"/>
                <a:gd name="connsiteY1" fmla="*/ 86598 h 144205"/>
                <a:gd name="connsiteX2" fmla="*/ 110 w 535282"/>
                <a:gd name="connsiteY2" fmla="*/ 98942 h 144205"/>
                <a:gd name="connsiteX3" fmla="*/ 106980 w 535282"/>
                <a:gd name="connsiteY3" fmla="*/ 92022 h 144205"/>
                <a:gd name="connsiteX4" fmla="*/ 214041 w 535282"/>
                <a:gd name="connsiteY4" fmla="*/ 92022 h 144205"/>
                <a:gd name="connsiteX5" fmla="*/ 321293 w 535282"/>
                <a:gd name="connsiteY5" fmla="*/ 92022 h 144205"/>
                <a:gd name="connsiteX6" fmla="*/ 428354 w 535282"/>
                <a:gd name="connsiteY6" fmla="*/ 92022 h 144205"/>
                <a:gd name="connsiteX7" fmla="*/ 535224 w 535282"/>
                <a:gd name="connsiteY7" fmla="*/ 98755 h 144205"/>
                <a:gd name="connsiteX8" fmla="*/ 531605 w 535282"/>
                <a:gd name="connsiteY8" fmla="*/ 86598 h 144205"/>
                <a:gd name="connsiteX9" fmla="*/ 474264 w 535282"/>
                <a:gd name="connsiteY9" fmla="*/ 7856 h 144205"/>
                <a:gd name="connsiteX10" fmla="*/ 458834 w 535282"/>
                <a:gd name="connsiteY10" fmla="*/ 0 h 144205"/>
                <a:gd name="connsiteX11" fmla="*/ 78977 w 535282"/>
                <a:gd name="connsiteY11" fmla="*/ 0 h 144205"/>
                <a:gd name="connsiteX12" fmla="*/ 63737 w 535282"/>
                <a:gd name="connsiteY12" fmla="*/ 7481 h 1442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35282" h="144205">
                  <a:moveTo>
                    <a:pt x="63737" y="7668"/>
                  </a:moveTo>
                  <a:lnTo>
                    <a:pt x="3920" y="86598"/>
                  </a:lnTo>
                  <a:cubicBezTo>
                    <a:pt x="1253" y="90152"/>
                    <a:pt x="-462" y="94640"/>
                    <a:pt x="110" y="98942"/>
                  </a:cubicBezTo>
                  <a:cubicBezTo>
                    <a:pt x="6968" y="161412"/>
                    <a:pt x="106980" y="159168"/>
                    <a:pt x="106980" y="92022"/>
                  </a:cubicBezTo>
                  <a:cubicBezTo>
                    <a:pt x="106980" y="161599"/>
                    <a:pt x="214041" y="161599"/>
                    <a:pt x="214041" y="92022"/>
                  </a:cubicBezTo>
                  <a:cubicBezTo>
                    <a:pt x="214041" y="161599"/>
                    <a:pt x="321293" y="161599"/>
                    <a:pt x="321293" y="92022"/>
                  </a:cubicBezTo>
                  <a:cubicBezTo>
                    <a:pt x="321293" y="161599"/>
                    <a:pt x="428354" y="161599"/>
                    <a:pt x="428354" y="92022"/>
                  </a:cubicBezTo>
                  <a:cubicBezTo>
                    <a:pt x="428354" y="159168"/>
                    <a:pt x="528557" y="161599"/>
                    <a:pt x="535224" y="98755"/>
                  </a:cubicBezTo>
                  <a:cubicBezTo>
                    <a:pt x="535605" y="94453"/>
                    <a:pt x="534081" y="90152"/>
                    <a:pt x="531605" y="86598"/>
                  </a:cubicBezTo>
                  <a:lnTo>
                    <a:pt x="474264" y="7856"/>
                  </a:lnTo>
                  <a:cubicBezTo>
                    <a:pt x="470645" y="2993"/>
                    <a:pt x="464930" y="0"/>
                    <a:pt x="458834" y="0"/>
                  </a:cubicBezTo>
                  <a:lnTo>
                    <a:pt x="78977" y="0"/>
                  </a:lnTo>
                  <a:cubicBezTo>
                    <a:pt x="72881" y="0"/>
                    <a:pt x="67356" y="2806"/>
                    <a:pt x="63737" y="7481"/>
                  </a:cubicBezTo>
                  <a:close/>
                </a:path>
              </a:pathLst>
            </a:custGeom>
            <a:noFill/>
            <a:ln w="25400" cap="rnd">
              <a:solidFill>
                <a:srgbClr val="0A1264"/>
              </a:solidFill>
              <a:prstDash val="solid"/>
              <a:round/>
            </a:ln>
          </p:spPr>
          <p:txBody>
            <a:bodyPr rtlCol="0" anchor="ctr"/>
            <a:lstStyle/>
            <a:p>
              <a:endParaRPr lang="en-CR"/>
            </a:p>
          </p:txBody>
        </p:sp>
        <p:sp>
          <p:nvSpPr>
            <p:cNvPr id="291" name="Freeform 290">
              <a:extLst>
                <a:ext uri="{FF2B5EF4-FFF2-40B4-BE49-F238E27FC236}">
                  <a16:creationId xmlns:a16="http://schemas.microsoft.com/office/drawing/2014/main" id="{AC14C0BE-881E-692A-E7CB-4507887883A6}"/>
                </a:ext>
              </a:extLst>
            </p:cNvPr>
            <p:cNvSpPr/>
            <p:nvPr/>
          </p:nvSpPr>
          <p:spPr>
            <a:xfrm>
              <a:off x="9215353" y="2804323"/>
              <a:ext cx="400049" cy="303934"/>
            </a:xfrm>
            <a:custGeom>
              <a:avLst/>
              <a:gdLst>
                <a:gd name="connsiteX0" fmla="*/ 400050 w 400049"/>
                <a:gd name="connsiteY0" fmla="*/ 0 h 303934"/>
                <a:gd name="connsiteX1" fmla="*/ 400050 w 400049"/>
                <a:gd name="connsiteY1" fmla="*/ 285231 h 303934"/>
                <a:gd name="connsiteX2" fmla="*/ 381000 w 400049"/>
                <a:gd name="connsiteY2" fmla="*/ 303934 h 303934"/>
                <a:gd name="connsiteX3" fmla="*/ 19050 w 400049"/>
                <a:gd name="connsiteY3" fmla="*/ 303934 h 303934"/>
                <a:gd name="connsiteX4" fmla="*/ 0 w 400049"/>
                <a:gd name="connsiteY4" fmla="*/ 285231 h 303934"/>
                <a:gd name="connsiteX5" fmla="*/ 0 w 400049"/>
                <a:gd name="connsiteY5" fmla="*/ 0 h 3039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00049" h="303934">
                  <a:moveTo>
                    <a:pt x="400050" y="0"/>
                  </a:moveTo>
                  <a:lnTo>
                    <a:pt x="400050" y="285231"/>
                  </a:lnTo>
                  <a:cubicBezTo>
                    <a:pt x="400050" y="295518"/>
                    <a:pt x="391478" y="303934"/>
                    <a:pt x="381000" y="303934"/>
                  </a:cubicBezTo>
                  <a:lnTo>
                    <a:pt x="19050" y="303934"/>
                  </a:lnTo>
                  <a:cubicBezTo>
                    <a:pt x="8572" y="303934"/>
                    <a:pt x="0" y="295518"/>
                    <a:pt x="0" y="285231"/>
                  </a:cubicBezTo>
                  <a:lnTo>
                    <a:pt x="0" y="0"/>
                  </a:lnTo>
                </a:path>
              </a:pathLst>
            </a:custGeom>
            <a:noFill/>
            <a:ln w="25400" cap="rnd">
              <a:solidFill>
                <a:srgbClr val="0A1264"/>
              </a:solidFill>
              <a:prstDash val="solid"/>
              <a:round/>
            </a:ln>
          </p:spPr>
          <p:txBody>
            <a:bodyPr rtlCol="0" anchor="ctr"/>
            <a:lstStyle/>
            <a:p>
              <a:endParaRPr lang="en-CR"/>
            </a:p>
          </p:txBody>
        </p:sp>
      </p:grpSp>
      <p:grpSp>
        <p:nvGrpSpPr>
          <p:cNvPr id="292" name="Group 291">
            <a:extLst>
              <a:ext uri="{FF2B5EF4-FFF2-40B4-BE49-F238E27FC236}">
                <a16:creationId xmlns:a16="http://schemas.microsoft.com/office/drawing/2014/main" id="{1FC6180C-364B-F388-E92D-F5C6C4C42E58}"/>
              </a:ext>
            </a:extLst>
          </p:cNvPr>
          <p:cNvGrpSpPr/>
          <p:nvPr/>
        </p:nvGrpSpPr>
        <p:grpSpPr>
          <a:xfrm>
            <a:off x="10546330" y="2165753"/>
            <a:ext cx="550847" cy="510745"/>
            <a:chOff x="10152864" y="2495800"/>
            <a:chExt cx="550847" cy="510745"/>
          </a:xfrm>
        </p:grpSpPr>
        <p:sp>
          <p:nvSpPr>
            <p:cNvPr id="293" name="Freeform 292">
              <a:extLst>
                <a:ext uri="{FF2B5EF4-FFF2-40B4-BE49-F238E27FC236}">
                  <a16:creationId xmlns:a16="http://schemas.microsoft.com/office/drawing/2014/main" id="{E4B2220F-F39E-9121-81E7-5CB8C2A6489B}"/>
                </a:ext>
              </a:extLst>
            </p:cNvPr>
            <p:cNvSpPr/>
            <p:nvPr/>
          </p:nvSpPr>
          <p:spPr>
            <a:xfrm>
              <a:off x="10152864" y="2495800"/>
              <a:ext cx="550847" cy="510745"/>
            </a:xfrm>
            <a:custGeom>
              <a:avLst/>
              <a:gdLst>
                <a:gd name="connsiteX0" fmla="*/ 542927 w 550847"/>
                <a:gd name="connsiteY0" fmla="*/ 420150 h 510745"/>
                <a:gd name="connsiteX1" fmla="*/ 326899 w 550847"/>
                <a:gd name="connsiteY1" fmla="*/ 30686 h 510745"/>
                <a:gd name="connsiteX2" fmla="*/ 223839 w 550847"/>
                <a:gd name="connsiteY2" fmla="*/ 30686 h 510745"/>
                <a:gd name="connsiteX3" fmla="*/ 7812 w 550847"/>
                <a:gd name="connsiteY3" fmla="*/ 420150 h 510745"/>
                <a:gd name="connsiteX4" fmla="*/ 59247 w 550847"/>
                <a:gd name="connsiteY4" fmla="*/ 510746 h 510745"/>
                <a:gd name="connsiteX5" fmla="*/ 491491 w 550847"/>
                <a:gd name="connsiteY5" fmla="*/ 510746 h 510745"/>
                <a:gd name="connsiteX6" fmla="*/ 543117 w 550847"/>
                <a:gd name="connsiteY6" fmla="*/ 420150 h 5107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50847" h="510745">
                  <a:moveTo>
                    <a:pt x="542927" y="420150"/>
                  </a:moveTo>
                  <a:lnTo>
                    <a:pt x="326899" y="30686"/>
                  </a:lnTo>
                  <a:cubicBezTo>
                    <a:pt x="304230" y="-10229"/>
                    <a:pt x="246508" y="-10229"/>
                    <a:pt x="223839" y="30686"/>
                  </a:cubicBezTo>
                  <a:lnTo>
                    <a:pt x="7812" y="420150"/>
                  </a:lnTo>
                  <a:cubicBezTo>
                    <a:pt x="-14667" y="460480"/>
                    <a:pt x="14098" y="510746"/>
                    <a:pt x="59247" y="510746"/>
                  </a:cubicBezTo>
                  <a:lnTo>
                    <a:pt x="491491" y="510746"/>
                  </a:lnTo>
                  <a:cubicBezTo>
                    <a:pt x="536831" y="510746"/>
                    <a:pt x="565406" y="460480"/>
                    <a:pt x="543117" y="420150"/>
                  </a:cubicBezTo>
                  <a:close/>
                </a:path>
              </a:pathLst>
            </a:custGeom>
            <a:noFill/>
            <a:ln w="25400" cap="rnd">
              <a:solidFill>
                <a:srgbClr val="0A1264"/>
              </a:solidFill>
              <a:prstDash val="solid"/>
              <a:round/>
            </a:ln>
          </p:spPr>
          <p:txBody>
            <a:bodyPr rtlCol="0" anchor="ctr"/>
            <a:lstStyle/>
            <a:p>
              <a:endParaRPr lang="en-CR"/>
            </a:p>
          </p:txBody>
        </p:sp>
        <p:sp>
          <p:nvSpPr>
            <p:cNvPr id="294" name="Freeform 293">
              <a:extLst>
                <a:ext uri="{FF2B5EF4-FFF2-40B4-BE49-F238E27FC236}">
                  <a16:creationId xmlns:a16="http://schemas.microsoft.com/office/drawing/2014/main" id="{DD893550-AE2D-6DC7-EA9C-6BF4B8BE5536}"/>
                </a:ext>
              </a:extLst>
            </p:cNvPr>
            <p:cNvSpPr/>
            <p:nvPr/>
          </p:nvSpPr>
          <p:spPr>
            <a:xfrm>
              <a:off x="10428328" y="2646501"/>
              <a:ext cx="19050" cy="176320"/>
            </a:xfrm>
            <a:custGeom>
              <a:avLst/>
              <a:gdLst>
                <a:gd name="connsiteX0" fmla="*/ 0 w 19050"/>
                <a:gd name="connsiteY0" fmla="*/ 0 h 176320"/>
                <a:gd name="connsiteX1" fmla="*/ 0 w 19050"/>
                <a:gd name="connsiteY1" fmla="*/ 176321 h 176320"/>
              </a:gdLst>
              <a:ahLst/>
              <a:cxnLst>
                <a:cxn ang="0">
                  <a:pos x="connsiteX0" y="connsiteY0"/>
                </a:cxn>
                <a:cxn ang="0">
                  <a:pos x="connsiteX1" y="connsiteY1"/>
                </a:cxn>
              </a:cxnLst>
              <a:rect l="l" t="t" r="r" b="b"/>
              <a:pathLst>
                <a:path w="19050" h="176320">
                  <a:moveTo>
                    <a:pt x="0" y="0"/>
                  </a:moveTo>
                  <a:lnTo>
                    <a:pt x="0" y="176321"/>
                  </a:lnTo>
                </a:path>
              </a:pathLst>
            </a:custGeom>
            <a:ln w="25400" cap="rnd">
              <a:solidFill>
                <a:srgbClr val="005EFF"/>
              </a:solidFill>
              <a:prstDash val="solid"/>
              <a:round/>
            </a:ln>
          </p:spPr>
          <p:txBody>
            <a:bodyPr rtlCol="0" anchor="ctr"/>
            <a:lstStyle/>
            <a:p>
              <a:endParaRPr lang="en-CR"/>
            </a:p>
          </p:txBody>
        </p:sp>
        <p:sp>
          <p:nvSpPr>
            <p:cNvPr id="295" name="Freeform 294">
              <a:extLst>
                <a:ext uri="{FF2B5EF4-FFF2-40B4-BE49-F238E27FC236}">
                  <a16:creationId xmlns:a16="http://schemas.microsoft.com/office/drawing/2014/main" id="{1CB5B123-BC5A-03D5-8869-B6D22BF43B28}"/>
                </a:ext>
              </a:extLst>
            </p:cNvPr>
            <p:cNvSpPr/>
            <p:nvPr/>
          </p:nvSpPr>
          <p:spPr>
            <a:xfrm>
              <a:off x="10428328" y="2899780"/>
              <a:ext cx="19050" cy="6234"/>
            </a:xfrm>
            <a:custGeom>
              <a:avLst/>
              <a:gdLst>
                <a:gd name="connsiteX0" fmla="*/ 0 w 19050"/>
                <a:gd name="connsiteY0" fmla="*/ 0 h 6234"/>
                <a:gd name="connsiteX1" fmla="*/ 0 w 19050"/>
                <a:gd name="connsiteY1" fmla="*/ 6235 h 6234"/>
              </a:gdLst>
              <a:ahLst/>
              <a:cxnLst>
                <a:cxn ang="0">
                  <a:pos x="connsiteX0" y="connsiteY0"/>
                </a:cxn>
                <a:cxn ang="0">
                  <a:pos x="connsiteX1" y="connsiteY1"/>
                </a:cxn>
              </a:cxnLst>
              <a:rect l="l" t="t" r="r" b="b"/>
              <a:pathLst>
                <a:path w="19050" h="6234">
                  <a:moveTo>
                    <a:pt x="0" y="0"/>
                  </a:moveTo>
                  <a:lnTo>
                    <a:pt x="0" y="6235"/>
                  </a:lnTo>
                </a:path>
              </a:pathLst>
            </a:custGeom>
            <a:ln w="25400" cap="rnd">
              <a:solidFill>
                <a:srgbClr val="005EFF"/>
              </a:solidFill>
              <a:prstDash val="solid"/>
              <a:round/>
            </a:ln>
          </p:spPr>
          <p:txBody>
            <a:bodyPr rtlCol="0" anchor="ctr"/>
            <a:lstStyle/>
            <a:p>
              <a:endParaRPr lang="en-CR"/>
            </a:p>
          </p:txBody>
        </p:sp>
      </p:grpSp>
      <p:grpSp>
        <p:nvGrpSpPr>
          <p:cNvPr id="296" name="Graphic 341">
            <a:extLst>
              <a:ext uri="{FF2B5EF4-FFF2-40B4-BE49-F238E27FC236}">
                <a16:creationId xmlns:a16="http://schemas.microsoft.com/office/drawing/2014/main" id="{343ADCD1-FBD3-1234-B385-E1F8446CF76C}"/>
              </a:ext>
            </a:extLst>
          </p:cNvPr>
          <p:cNvGrpSpPr/>
          <p:nvPr/>
        </p:nvGrpSpPr>
        <p:grpSpPr>
          <a:xfrm>
            <a:off x="4677350" y="3124882"/>
            <a:ext cx="533400" cy="533400"/>
            <a:chOff x="4336868" y="3357101"/>
            <a:chExt cx="533400" cy="533400"/>
          </a:xfrm>
          <a:noFill/>
        </p:grpSpPr>
        <p:grpSp>
          <p:nvGrpSpPr>
            <p:cNvPr id="297" name="Graphic 341">
              <a:extLst>
                <a:ext uri="{FF2B5EF4-FFF2-40B4-BE49-F238E27FC236}">
                  <a16:creationId xmlns:a16="http://schemas.microsoft.com/office/drawing/2014/main" id="{1CE52A52-08F2-E45F-A69B-481357392DF6}"/>
                </a:ext>
              </a:extLst>
            </p:cNvPr>
            <p:cNvGrpSpPr/>
            <p:nvPr/>
          </p:nvGrpSpPr>
          <p:grpSpPr>
            <a:xfrm>
              <a:off x="4336868" y="3357101"/>
              <a:ext cx="533400" cy="533400"/>
              <a:chOff x="4336868" y="3357101"/>
              <a:chExt cx="533400" cy="533400"/>
            </a:xfrm>
            <a:noFill/>
          </p:grpSpPr>
          <p:sp>
            <p:nvSpPr>
              <p:cNvPr id="299" name="Freeform 298">
                <a:extLst>
                  <a:ext uri="{FF2B5EF4-FFF2-40B4-BE49-F238E27FC236}">
                    <a16:creationId xmlns:a16="http://schemas.microsoft.com/office/drawing/2014/main" id="{24656CC4-8652-3B4F-0B1E-1FE64EBF168B}"/>
                  </a:ext>
                </a:extLst>
              </p:cNvPr>
              <p:cNvSpPr/>
              <p:nvPr/>
            </p:nvSpPr>
            <p:spPr>
              <a:xfrm>
                <a:off x="4565468" y="3585701"/>
                <a:ext cx="76200" cy="76200"/>
              </a:xfrm>
              <a:custGeom>
                <a:avLst/>
                <a:gdLst>
                  <a:gd name="connsiteX0" fmla="*/ 76200 w 76200"/>
                  <a:gd name="connsiteY0" fmla="*/ 38100 h 76200"/>
                  <a:gd name="connsiteX1" fmla="*/ 38100 w 76200"/>
                  <a:gd name="connsiteY1" fmla="*/ 76200 h 76200"/>
                  <a:gd name="connsiteX2" fmla="*/ 0 w 76200"/>
                  <a:gd name="connsiteY2" fmla="*/ 38100 h 76200"/>
                  <a:gd name="connsiteX3" fmla="*/ 38100 w 76200"/>
                  <a:gd name="connsiteY3" fmla="*/ 0 h 76200"/>
                  <a:gd name="connsiteX4" fmla="*/ 76200 w 76200"/>
                  <a:gd name="connsiteY4" fmla="*/ 38100 h 76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200" h="76200">
                    <a:moveTo>
                      <a:pt x="76200" y="38100"/>
                    </a:moveTo>
                    <a:cubicBezTo>
                      <a:pt x="76200" y="59142"/>
                      <a:pt x="59142" y="76200"/>
                      <a:pt x="38100" y="76200"/>
                    </a:cubicBezTo>
                    <a:cubicBezTo>
                      <a:pt x="17058" y="76200"/>
                      <a:pt x="0" y="59142"/>
                      <a:pt x="0" y="38100"/>
                    </a:cubicBezTo>
                    <a:cubicBezTo>
                      <a:pt x="0" y="17058"/>
                      <a:pt x="17058" y="0"/>
                      <a:pt x="38100" y="0"/>
                    </a:cubicBezTo>
                    <a:cubicBezTo>
                      <a:pt x="59142" y="0"/>
                      <a:pt x="76200" y="17058"/>
                      <a:pt x="76200" y="38100"/>
                    </a:cubicBezTo>
                    <a:close/>
                  </a:path>
                </a:pathLst>
              </a:custGeom>
              <a:noFill/>
              <a:ln w="25400" cap="rnd">
                <a:solidFill>
                  <a:srgbClr val="0A1264"/>
                </a:solidFill>
                <a:prstDash val="solid"/>
                <a:round/>
              </a:ln>
            </p:spPr>
            <p:txBody>
              <a:bodyPr rtlCol="0" anchor="ctr"/>
              <a:lstStyle/>
              <a:p>
                <a:endParaRPr lang="en-CR"/>
              </a:p>
            </p:txBody>
          </p:sp>
          <p:sp>
            <p:nvSpPr>
              <p:cNvPr id="300" name="Freeform 299">
                <a:extLst>
                  <a:ext uri="{FF2B5EF4-FFF2-40B4-BE49-F238E27FC236}">
                    <a16:creationId xmlns:a16="http://schemas.microsoft.com/office/drawing/2014/main" id="{D4AC7026-F3AC-5FF9-402C-B7A337F68A60}"/>
                  </a:ext>
                </a:extLst>
              </p:cNvPr>
              <p:cNvSpPr/>
              <p:nvPr/>
            </p:nvSpPr>
            <p:spPr>
              <a:xfrm>
                <a:off x="4622618" y="3451780"/>
                <a:ext cx="77533" cy="133921"/>
              </a:xfrm>
              <a:custGeom>
                <a:avLst/>
                <a:gdLst>
                  <a:gd name="connsiteX0" fmla="*/ 77533 w 77533"/>
                  <a:gd name="connsiteY0" fmla="*/ 0 h 133921"/>
                  <a:gd name="connsiteX1" fmla="*/ 0 w 77533"/>
                  <a:gd name="connsiteY1" fmla="*/ 133922 h 133921"/>
                </a:gdLst>
                <a:ahLst/>
                <a:cxnLst>
                  <a:cxn ang="0">
                    <a:pos x="connsiteX0" y="connsiteY0"/>
                  </a:cxn>
                  <a:cxn ang="0">
                    <a:pos x="connsiteX1" y="connsiteY1"/>
                  </a:cxn>
                </a:cxnLst>
                <a:rect l="l" t="t" r="r" b="b"/>
                <a:pathLst>
                  <a:path w="77533" h="133921">
                    <a:moveTo>
                      <a:pt x="77533" y="0"/>
                    </a:moveTo>
                    <a:lnTo>
                      <a:pt x="0" y="133922"/>
                    </a:lnTo>
                  </a:path>
                </a:pathLst>
              </a:custGeom>
              <a:ln w="25400" cap="rnd">
                <a:solidFill>
                  <a:srgbClr val="0A1264"/>
                </a:solidFill>
                <a:prstDash val="solid"/>
                <a:round/>
              </a:ln>
            </p:spPr>
            <p:txBody>
              <a:bodyPr rtlCol="0" anchor="ctr"/>
              <a:lstStyle/>
              <a:p>
                <a:endParaRPr lang="en-CR"/>
              </a:p>
            </p:txBody>
          </p:sp>
          <p:sp>
            <p:nvSpPr>
              <p:cNvPr id="301" name="Freeform 300">
                <a:extLst>
                  <a:ext uri="{FF2B5EF4-FFF2-40B4-BE49-F238E27FC236}">
                    <a16:creationId xmlns:a16="http://schemas.microsoft.com/office/drawing/2014/main" id="{6DF72AAF-E31A-DC1A-5C19-249E749587E1}"/>
                  </a:ext>
                </a:extLst>
              </p:cNvPr>
              <p:cNvSpPr/>
              <p:nvPr/>
            </p:nvSpPr>
            <p:spPr>
              <a:xfrm>
                <a:off x="4336868" y="3357101"/>
                <a:ext cx="533400" cy="533400"/>
              </a:xfrm>
              <a:custGeom>
                <a:avLst/>
                <a:gdLst>
                  <a:gd name="connsiteX0" fmla="*/ 266700 w 533400"/>
                  <a:gd name="connsiteY0" fmla="*/ 533400 h 533400"/>
                  <a:gd name="connsiteX1" fmla="*/ 0 w 533400"/>
                  <a:gd name="connsiteY1" fmla="*/ 266700 h 533400"/>
                  <a:gd name="connsiteX2" fmla="*/ 266700 w 533400"/>
                  <a:gd name="connsiteY2" fmla="*/ 0 h 533400"/>
                  <a:gd name="connsiteX3" fmla="*/ 533400 w 533400"/>
                  <a:gd name="connsiteY3" fmla="*/ 266700 h 533400"/>
                </a:gdLst>
                <a:ahLst/>
                <a:cxnLst>
                  <a:cxn ang="0">
                    <a:pos x="connsiteX0" y="connsiteY0"/>
                  </a:cxn>
                  <a:cxn ang="0">
                    <a:pos x="connsiteX1" y="connsiteY1"/>
                  </a:cxn>
                  <a:cxn ang="0">
                    <a:pos x="connsiteX2" y="connsiteY2"/>
                  </a:cxn>
                  <a:cxn ang="0">
                    <a:pos x="connsiteX3" y="connsiteY3"/>
                  </a:cxn>
                </a:cxnLst>
                <a:rect l="l" t="t" r="r" b="b"/>
                <a:pathLst>
                  <a:path w="533400" h="533400">
                    <a:moveTo>
                      <a:pt x="266700" y="533400"/>
                    </a:moveTo>
                    <a:cubicBezTo>
                      <a:pt x="119444" y="533400"/>
                      <a:pt x="0" y="413957"/>
                      <a:pt x="0" y="266700"/>
                    </a:cubicBezTo>
                    <a:cubicBezTo>
                      <a:pt x="0" y="119444"/>
                      <a:pt x="119444" y="0"/>
                      <a:pt x="266700" y="0"/>
                    </a:cubicBezTo>
                    <a:cubicBezTo>
                      <a:pt x="413957" y="0"/>
                      <a:pt x="533400" y="119444"/>
                      <a:pt x="533400" y="266700"/>
                    </a:cubicBezTo>
                  </a:path>
                </a:pathLst>
              </a:custGeom>
              <a:noFill/>
              <a:ln w="25400" cap="rnd">
                <a:solidFill>
                  <a:srgbClr val="0A1264"/>
                </a:solidFill>
                <a:prstDash val="solid"/>
                <a:round/>
              </a:ln>
            </p:spPr>
            <p:txBody>
              <a:bodyPr rtlCol="0" anchor="ctr"/>
              <a:lstStyle/>
              <a:p>
                <a:endParaRPr lang="en-CR"/>
              </a:p>
            </p:txBody>
          </p:sp>
          <p:sp>
            <p:nvSpPr>
              <p:cNvPr id="302" name="Freeform 301">
                <a:extLst>
                  <a:ext uri="{FF2B5EF4-FFF2-40B4-BE49-F238E27FC236}">
                    <a16:creationId xmlns:a16="http://schemas.microsoft.com/office/drawing/2014/main" id="{7220347E-3750-05EE-219F-ACCAEB755EE2}"/>
                  </a:ext>
                </a:extLst>
              </p:cNvPr>
              <p:cNvSpPr/>
              <p:nvPr/>
            </p:nvSpPr>
            <p:spPr>
              <a:xfrm>
                <a:off x="4394018" y="3414251"/>
                <a:ext cx="209550" cy="415670"/>
              </a:xfrm>
              <a:custGeom>
                <a:avLst/>
                <a:gdLst>
                  <a:gd name="connsiteX0" fmla="*/ 209550 w 209550"/>
                  <a:gd name="connsiteY0" fmla="*/ 0 h 415670"/>
                  <a:gd name="connsiteX1" fmla="*/ 0 w 209550"/>
                  <a:gd name="connsiteY1" fmla="*/ 209550 h 415670"/>
                  <a:gd name="connsiteX2" fmla="*/ 171450 w 209550"/>
                  <a:gd name="connsiteY2" fmla="*/ 415671 h 415670"/>
                </a:gdLst>
                <a:ahLst/>
                <a:cxnLst>
                  <a:cxn ang="0">
                    <a:pos x="connsiteX0" y="connsiteY0"/>
                  </a:cxn>
                  <a:cxn ang="0">
                    <a:pos x="connsiteX1" y="connsiteY1"/>
                  </a:cxn>
                  <a:cxn ang="0">
                    <a:pos x="connsiteX2" y="connsiteY2"/>
                  </a:cxn>
                </a:cxnLst>
                <a:rect l="l" t="t" r="r" b="b"/>
                <a:pathLst>
                  <a:path w="209550" h="415670">
                    <a:moveTo>
                      <a:pt x="209550" y="0"/>
                    </a:moveTo>
                    <a:cubicBezTo>
                      <a:pt x="93726" y="0"/>
                      <a:pt x="0" y="93726"/>
                      <a:pt x="0" y="209550"/>
                    </a:cubicBezTo>
                    <a:cubicBezTo>
                      <a:pt x="0" y="312230"/>
                      <a:pt x="73914" y="397764"/>
                      <a:pt x="171450" y="415671"/>
                    </a:cubicBezTo>
                  </a:path>
                </a:pathLst>
              </a:custGeom>
              <a:noFill/>
              <a:ln w="25400" cap="rnd">
                <a:solidFill>
                  <a:srgbClr val="005EFF"/>
                </a:solidFill>
                <a:prstDash val="solid"/>
                <a:round/>
              </a:ln>
            </p:spPr>
            <p:txBody>
              <a:bodyPr rtlCol="0" anchor="ctr"/>
              <a:lstStyle/>
              <a:p>
                <a:endParaRPr lang="en-CR"/>
              </a:p>
            </p:txBody>
          </p:sp>
        </p:grpSp>
        <p:sp>
          <p:nvSpPr>
            <p:cNvPr id="298" name="Freeform 297">
              <a:extLst>
                <a:ext uri="{FF2B5EF4-FFF2-40B4-BE49-F238E27FC236}">
                  <a16:creationId xmlns:a16="http://schemas.microsoft.com/office/drawing/2014/main" id="{03D87498-E3D6-254D-43B0-1D06BA7D1098}"/>
                </a:ext>
              </a:extLst>
            </p:cNvPr>
            <p:cNvSpPr/>
            <p:nvPr/>
          </p:nvSpPr>
          <p:spPr>
            <a:xfrm>
              <a:off x="4660718" y="3680951"/>
              <a:ext cx="209550" cy="209550"/>
            </a:xfrm>
            <a:custGeom>
              <a:avLst/>
              <a:gdLst>
                <a:gd name="connsiteX0" fmla="*/ 209550 w 209550"/>
                <a:gd name="connsiteY0" fmla="*/ 104775 h 209550"/>
                <a:gd name="connsiteX1" fmla="*/ 104775 w 209550"/>
                <a:gd name="connsiteY1" fmla="*/ 209550 h 209550"/>
                <a:gd name="connsiteX2" fmla="*/ 0 w 209550"/>
                <a:gd name="connsiteY2" fmla="*/ 104775 h 209550"/>
                <a:gd name="connsiteX3" fmla="*/ 104775 w 209550"/>
                <a:gd name="connsiteY3" fmla="*/ 0 h 209550"/>
                <a:gd name="connsiteX4" fmla="*/ 209550 w 209550"/>
                <a:gd name="connsiteY4" fmla="*/ 104775 h 2095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9550" h="209550">
                  <a:moveTo>
                    <a:pt x="209550" y="104775"/>
                  </a:moveTo>
                  <a:cubicBezTo>
                    <a:pt x="209550" y="162641"/>
                    <a:pt x="162641" y="209550"/>
                    <a:pt x="104775" y="209550"/>
                  </a:cubicBezTo>
                  <a:cubicBezTo>
                    <a:pt x="46909" y="209550"/>
                    <a:pt x="0" y="162641"/>
                    <a:pt x="0" y="104775"/>
                  </a:cubicBezTo>
                  <a:cubicBezTo>
                    <a:pt x="0" y="46909"/>
                    <a:pt x="46909" y="0"/>
                    <a:pt x="104775" y="0"/>
                  </a:cubicBezTo>
                  <a:cubicBezTo>
                    <a:pt x="162641" y="0"/>
                    <a:pt x="209550" y="46909"/>
                    <a:pt x="209550" y="104775"/>
                  </a:cubicBezTo>
                  <a:close/>
                </a:path>
              </a:pathLst>
            </a:custGeom>
            <a:noFill/>
            <a:ln w="25400" cap="rnd">
              <a:solidFill>
                <a:srgbClr val="0A1264"/>
              </a:solidFill>
              <a:prstDash val="solid"/>
              <a:round/>
            </a:ln>
          </p:spPr>
          <p:txBody>
            <a:bodyPr rtlCol="0" anchor="ctr"/>
            <a:lstStyle/>
            <a:p>
              <a:endParaRPr lang="en-CR"/>
            </a:p>
          </p:txBody>
        </p:sp>
      </p:grpSp>
      <p:grpSp>
        <p:nvGrpSpPr>
          <p:cNvPr id="303" name="Graphic 343">
            <a:extLst>
              <a:ext uri="{FF2B5EF4-FFF2-40B4-BE49-F238E27FC236}">
                <a16:creationId xmlns:a16="http://schemas.microsoft.com/office/drawing/2014/main" id="{F62C12DC-11E1-549B-1DDD-0DF01DF91CE6}"/>
              </a:ext>
            </a:extLst>
          </p:cNvPr>
          <p:cNvGrpSpPr/>
          <p:nvPr/>
        </p:nvGrpSpPr>
        <p:grpSpPr>
          <a:xfrm>
            <a:off x="5834286" y="3124882"/>
            <a:ext cx="533400" cy="533400"/>
            <a:chOff x="5669964" y="3669782"/>
            <a:chExt cx="549973" cy="548449"/>
          </a:xfrm>
          <a:noFill/>
        </p:grpSpPr>
        <p:sp>
          <p:nvSpPr>
            <p:cNvPr id="304" name="Freeform 303">
              <a:extLst>
                <a:ext uri="{FF2B5EF4-FFF2-40B4-BE49-F238E27FC236}">
                  <a16:creationId xmlns:a16="http://schemas.microsoft.com/office/drawing/2014/main" id="{15CBED7A-A9A1-8D70-E793-73F98279954F}"/>
                </a:ext>
              </a:extLst>
            </p:cNvPr>
            <p:cNvSpPr/>
            <p:nvPr/>
          </p:nvSpPr>
          <p:spPr>
            <a:xfrm>
              <a:off x="5813793" y="3886382"/>
              <a:ext cx="190687" cy="190687"/>
            </a:xfrm>
            <a:custGeom>
              <a:avLst/>
              <a:gdLst>
                <a:gd name="connsiteX0" fmla="*/ 85152 w 190687"/>
                <a:gd name="connsiteY0" fmla="*/ 190118 h 190687"/>
                <a:gd name="connsiteX1" fmla="*/ 190118 w 190687"/>
                <a:gd name="connsiteY1" fmla="*/ 105535 h 190687"/>
                <a:gd name="connsiteX2" fmla="*/ 105535 w 190687"/>
                <a:gd name="connsiteY2" fmla="*/ 570 h 190687"/>
                <a:gd name="connsiteX3" fmla="*/ 570 w 190687"/>
                <a:gd name="connsiteY3" fmla="*/ 85152 h 190687"/>
                <a:gd name="connsiteX4" fmla="*/ 85152 w 190687"/>
                <a:gd name="connsiteY4" fmla="*/ 190118 h 19068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687" h="190687">
                  <a:moveTo>
                    <a:pt x="85152" y="190118"/>
                  </a:moveTo>
                  <a:cubicBezTo>
                    <a:pt x="137540" y="195832"/>
                    <a:pt x="184593" y="157923"/>
                    <a:pt x="190118" y="105535"/>
                  </a:cubicBezTo>
                  <a:cubicBezTo>
                    <a:pt x="195832" y="53148"/>
                    <a:pt x="157923" y="6094"/>
                    <a:pt x="105535" y="570"/>
                  </a:cubicBezTo>
                  <a:cubicBezTo>
                    <a:pt x="53148" y="-5145"/>
                    <a:pt x="6094" y="32764"/>
                    <a:pt x="570" y="85152"/>
                  </a:cubicBezTo>
                  <a:cubicBezTo>
                    <a:pt x="-5145" y="137540"/>
                    <a:pt x="32765" y="184593"/>
                    <a:pt x="85152" y="190118"/>
                  </a:cubicBezTo>
                  <a:close/>
                </a:path>
              </a:pathLst>
            </a:custGeom>
            <a:noFill/>
            <a:ln w="25400" cap="rnd">
              <a:solidFill>
                <a:srgbClr val="005EFF"/>
              </a:solidFill>
              <a:prstDash val="solid"/>
              <a:round/>
            </a:ln>
          </p:spPr>
          <p:txBody>
            <a:bodyPr rtlCol="0" anchor="ctr"/>
            <a:lstStyle/>
            <a:p>
              <a:endParaRPr lang="en-CR"/>
            </a:p>
          </p:txBody>
        </p:sp>
        <p:sp>
          <p:nvSpPr>
            <p:cNvPr id="305" name="Freeform 304">
              <a:extLst>
                <a:ext uri="{FF2B5EF4-FFF2-40B4-BE49-F238E27FC236}">
                  <a16:creationId xmlns:a16="http://schemas.microsoft.com/office/drawing/2014/main" id="{D9A8B9E1-6322-937E-CECA-D2A7DE4C261C}"/>
                </a:ext>
              </a:extLst>
            </p:cNvPr>
            <p:cNvSpPr/>
            <p:nvPr/>
          </p:nvSpPr>
          <p:spPr>
            <a:xfrm>
              <a:off x="5969430" y="4055545"/>
              <a:ext cx="129159" cy="162686"/>
            </a:xfrm>
            <a:custGeom>
              <a:avLst/>
              <a:gdLst>
                <a:gd name="connsiteX0" fmla="*/ 0 w 129159"/>
                <a:gd name="connsiteY0" fmla="*/ 0 h 162686"/>
                <a:gd name="connsiteX1" fmla="*/ 129159 w 129159"/>
                <a:gd name="connsiteY1" fmla="*/ 162687 h 162686"/>
              </a:gdLst>
              <a:ahLst/>
              <a:cxnLst>
                <a:cxn ang="0">
                  <a:pos x="connsiteX0" y="connsiteY0"/>
                </a:cxn>
                <a:cxn ang="0">
                  <a:pos x="connsiteX1" y="connsiteY1"/>
                </a:cxn>
              </a:cxnLst>
              <a:rect l="l" t="t" r="r" b="b"/>
              <a:pathLst>
                <a:path w="129159" h="162686">
                  <a:moveTo>
                    <a:pt x="0" y="0"/>
                  </a:moveTo>
                  <a:lnTo>
                    <a:pt x="129159" y="162687"/>
                  </a:lnTo>
                </a:path>
              </a:pathLst>
            </a:custGeom>
            <a:ln w="25400" cap="rnd">
              <a:solidFill>
                <a:srgbClr val="005EFF"/>
              </a:solidFill>
              <a:prstDash val="solid"/>
              <a:round/>
            </a:ln>
          </p:spPr>
          <p:txBody>
            <a:bodyPr rtlCol="0" anchor="ctr"/>
            <a:lstStyle/>
            <a:p>
              <a:endParaRPr lang="en-CR"/>
            </a:p>
          </p:txBody>
        </p:sp>
        <p:sp>
          <p:nvSpPr>
            <p:cNvPr id="306" name="Freeform 305">
              <a:extLst>
                <a:ext uri="{FF2B5EF4-FFF2-40B4-BE49-F238E27FC236}">
                  <a16:creationId xmlns:a16="http://schemas.microsoft.com/office/drawing/2014/main" id="{E7D2E199-CBBF-5A24-4D5A-F9C0E2694AA1}"/>
                </a:ext>
              </a:extLst>
            </p:cNvPr>
            <p:cNvSpPr/>
            <p:nvPr/>
          </p:nvSpPr>
          <p:spPr>
            <a:xfrm>
              <a:off x="5669964" y="3669782"/>
              <a:ext cx="549783" cy="478155"/>
            </a:xfrm>
            <a:custGeom>
              <a:avLst/>
              <a:gdLst>
                <a:gd name="connsiteX0" fmla="*/ 452819 w 549783"/>
                <a:gd name="connsiteY0" fmla="*/ 478155 h 478155"/>
                <a:gd name="connsiteX1" fmla="*/ 530733 w 549783"/>
                <a:gd name="connsiteY1" fmla="*/ 478155 h 478155"/>
                <a:gd name="connsiteX2" fmla="*/ 549783 w 549783"/>
                <a:gd name="connsiteY2" fmla="*/ 459105 h 478155"/>
                <a:gd name="connsiteX3" fmla="*/ 549783 w 549783"/>
                <a:gd name="connsiteY3" fmla="*/ 76391 h 478155"/>
                <a:gd name="connsiteX4" fmla="*/ 530733 w 549783"/>
                <a:gd name="connsiteY4" fmla="*/ 57341 h 478155"/>
                <a:gd name="connsiteX5" fmla="*/ 142494 w 549783"/>
                <a:gd name="connsiteY5" fmla="*/ 57341 h 478155"/>
                <a:gd name="connsiteX6" fmla="*/ 108014 w 549783"/>
                <a:gd name="connsiteY6" fmla="*/ 0 h 478155"/>
                <a:gd name="connsiteX7" fmla="*/ 19050 w 549783"/>
                <a:gd name="connsiteY7" fmla="*/ 0 h 478155"/>
                <a:gd name="connsiteX8" fmla="*/ 0 w 549783"/>
                <a:gd name="connsiteY8" fmla="*/ 19050 h 478155"/>
                <a:gd name="connsiteX9" fmla="*/ 0 w 549783"/>
                <a:gd name="connsiteY9" fmla="*/ 459105 h 478155"/>
                <a:gd name="connsiteX10" fmla="*/ 19050 w 549783"/>
                <a:gd name="connsiteY10" fmla="*/ 478155 h 478155"/>
                <a:gd name="connsiteX11" fmla="*/ 287084 w 549783"/>
                <a:gd name="connsiteY11" fmla="*/ 478155 h 4781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49783" h="478155">
                  <a:moveTo>
                    <a:pt x="452819" y="478155"/>
                  </a:moveTo>
                  <a:lnTo>
                    <a:pt x="530733" y="478155"/>
                  </a:lnTo>
                  <a:cubicBezTo>
                    <a:pt x="541211" y="478155"/>
                    <a:pt x="549783" y="469583"/>
                    <a:pt x="549783" y="459105"/>
                  </a:cubicBezTo>
                  <a:lnTo>
                    <a:pt x="549783" y="76391"/>
                  </a:lnTo>
                  <a:cubicBezTo>
                    <a:pt x="549783" y="65913"/>
                    <a:pt x="541211" y="57341"/>
                    <a:pt x="530733" y="57341"/>
                  </a:cubicBezTo>
                  <a:lnTo>
                    <a:pt x="142494" y="57341"/>
                  </a:lnTo>
                  <a:cubicBezTo>
                    <a:pt x="142494" y="57341"/>
                    <a:pt x="120587" y="0"/>
                    <a:pt x="108014" y="0"/>
                  </a:cubicBezTo>
                  <a:lnTo>
                    <a:pt x="19050" y="0"/>
                  </a:lnTo>
                  <a:cubicBezTo>
                    <a:pt x="8573" y="0"/>
                    <a:pt x="0" y="8573"/>
                    <a:pt x="0" y="19050"/>
                  </a:cubicBezTo>
                  <a:lnTo>
                    <a:pt x="0" y="459105"/>
                  </a:lnTo>
                  <a:cubicBezTo>
                    <a:pt x="0" y="469583"/>
                    <a:pt x="8573" y="478155"/>
                    <a:pt x="19050" y="478155"/>
                  </a:cubicBezTo>
                  <a:lnTo>
                    <a:pt x="287084" y="478155"/>
                  </a:lnTo>
                </a:path>
              </a:pathLst>
            </a:custGeom>
            <a:noFill/>
            <a:ln w="25400" cap="rnd">
              <a:solidFill>
                <a:srgbClr val="0A1264"/>
              </a:solidFill>
              <a:prstDash val="solid"/>
              <a:round/>
            </a:ln>
          </p:spPr>
          <p:txBody>
            <a:bodyPr rtlCol="0" anchor="ctr"/>
            <a:lstStyle/>
            <a:p>
              <a:endParaRPr lang="en-CR"/>
            </a:p>
          </p:txBody>
        </p:sp>
        <p:sp>
          <p:nvSpPr>
            <p:cNvPr id="307" name="Freeform 306">
              <a:extLst>
                <a:ext uri="{FF2B5EF4-FFF2-40B4-BE49-F238E27FC236}">
                  <a16:creationId xmlns:a16="http://schemas.microsoft.com/office/drawing/2014/main" id="{771B4A7E-A495-2DB3-64D0-359D2D0D187D}"/>
                </a:ext>
              </a:extLst>
            </p:cNvPr>
            <p:cNvSpPr/>
            <p:nvPr/>
          </p:nvSpPr>
          <p:spPr>
            <a:xfrm>
              <a:off x="5669964" y="3803894"/>
              <a:ext cx="549973" cy="19050"/>
            </a:xfrm>
            <a:custGeom>
              <a:avLst/>
              <a:gdLst>
                <a:gd name="connsiteX0" fmla="*/ 549974 w 549973"/>
                <a:gd name="connsiteY0" fmla="*/ 0 h 19050"/>
                <a:gd name="connsiteX1" fmla="*/ 0 w 549973"/>
                <a:gd name="connsiteY1" fmla="*/ 0 h 19050"/>
              </a:gdLst>
              <a:ahLst/>
              <a:cxnLst>
                <a:cxn ang="0">
                  <a:pos x="connsiteX0" y="connsiteY0"/>
                </a:cxn>
                <a:cxn ang="0">
                  <a:pos x="connsiteX1" y="connsiteY1"/>
                </a:cxn>
              </a:cxnLst>
              <a:rect l="l" t="t" r="r" b="b"/>
              <a:pathLst>
                <a:path w="549973" h="19050">
                  <a:moveTo>
                    <a:pt x="549974" y="0"/>
                  </a:moveTo>
                  <a:lnTo>
                    <a:pt x="0" y="0"/>
                  </a:lnTo>
                </a:path>
              </a:pathLst>
            </a:custGeom>
            <a:ln w="25400" cap="rnd">
              <a:solidFill>
                <a:srgbClr val="0A1264"/>
              </a:solidFill>
              <a:prstDash val="solid"/>
              <a:round/>
            </a:ln>
          </p:spPr>
          <p:txBody>
            <a:bodyPr rtlCol="0" anchor="ctr"/>
            <a:lstStyle/>
            <a:p>
              <a:endParaRPr lang="en-CR"/>
            </a:p>
          </p:txBody>
        </p:sp>
      </p:grpSp>
      <p:grpSp>
        <p:nvGrpSpPr>
          <p:cNvPr id="308" name="Graphic 345">
            <a:extLst>
              <a:ext uri="{FF2B5EF4-FFF2-40B4-BE49-F238E27FC236}">
                <a16:creationId xmlns:a16="http://schemas.microsoft.com/office/drawing/2014/main" id="{201A679D-FA33-392B-7E8A-A49EE4004F4A}"/>
              </a:ext>
            </a:extLst>
          </p:cNvPr>
          <p:cNvGrpSpPr/>
          <p:nvPr/>
        </p:nvGrpSpPr>
        <p:grpSpPr>
          <a:xfrm>
            <a:off x="6996786" y="3128660"/>
            <a:ext cx="544651" cy="525845"/>
            <a:chOff x="6742630" y="3638487"/>
            <a:chExt cx="544651" cy="525845"/>
          </a:xfrm>
          <a:noFill/>
        </p:grpSpPr>
        <p:sp>
          <p:nvSpPr>
            <p:cNvPr id="309" name="Freeform 308">
              <a:extLst>
                <a:ext uri="{FF2B5EF4-FFF2-40B4-BE49-F238E27FC236}">
                  <a16:creationId xmlns:a16="http://schemas.microsoft.com/office/drawing/2014/main" id="{31CDA0F5-8792-5A65-F6F1-6589FDDA0CA4}"/>
                </a:ext>
              </a:extLst>
            </p:cNvPr>
            <p:cNvSpPr/>
            <p:nvPr/>
          </p:nvSpPr>
          <p:spPr>
            <a:xfrm>
              <a:off x="6846833" y="3638487"/>
              <a:ext cx="439864" cy="77347"/>
            </a:xfrm>
            <a:custGeom>
              <a:avLst/>
              <a:gdLst>
                <a:gd name="connsiteX0" fmla="*/ 439865 w 439864"/>
                <a:gd name="connsiteY0" fmla="*/ 77347 h 77347"/>
                <a:gd name="connsiteX1" fmla="*/ 0 w 439864"/>
                <a:gd name="connsiteY1" fmla="*/ 77347 h 77347"/>
                <a:gd name="connsiteX2" fmla="*/ 72009 w 439864"/>
                <a:gd name="connsiteY2" fmla="*/ 0 h 77347"/>
                <a:gd name="connsiteX3" fmla="*/ 368618 w 439864"/>
                <a:gd name="connsiteY3" fmla="*/ 195 h 77347"/>
                <a:gd name="connsiteX4" fmla="*/ 439865 w 439864"/>
                <a:gd name="connsiteY4" fmla="*/ 77347 h 7734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39864" h="77347">
                  <a:moveTo>
                    <a:pt x="439865" y="77347"/>
                  </a:moveTo>
                  <a:lnTo>
                    <a:pt x="0" y="77347"/>
                  </a:lnTo>
                  <a:lnTo>
                    <a:pt x="72009" y="0"/>
                  </a:lnTo>
                  <a:lnTo>
                    <a:pt x="368618" y="195"/>
                  </a:lnTo>
                  <a:lnTo>
                    <a:pt x="439865" y="77347"/>
                  </a:lnTo>
                  <a:close/>
                </a:path>
              </a:pathLst>
            </a:custGeom>
            <a:noFill/>
            <a:ln w="25400" cap="rnd">
              <a:solidFill>
                <a:srgbClr val="0A1264"/>
              </a:solidFill>
              <a:prstDash val="solid"/>
              <a:round/>
            </a:ln>
          </p:spPr>
          <p:txBody>
            <a:bodyPr rtlCol="0" anchor="ctr"/>
            <a:lstStyle/>
            <a:p>
              <a:endParaRPr lang="en-CR"/>
            </a:p>
          </p:txBody>
        </p:sp>
        <p:sp>
          <p:nvSpPr>
            <p:cNvPr id="310" name="Freeform 309">
              <a:extLst>
                <a:ext uri="{FF2B5EF4-FFF2-40B4-BE49-F238E27FC236}">
                  <a16:creationId xmlns:a16="http://schemas.microsoft.com/office/drawing/2014/main" id="{DEE011E7-A2FC-2535-EC9F-1FF621B96CAB}"/>
                </a:ext>
              </a:extLst>
            </p:cNvPr>
            <p:cNvSpPr/>
            <p:nvPr/>
          </p:nvSpPr>
          <p:spPr>
            <a:xfrm>
              <a:off x="6846833" y="3765126"/>
              <a:ext cx="439864" cy="48122"/>
            </a:xfrm>
            <a:custGeom>
              <a:avLst/>
              <a:gdLst>
                <a:gd name="connsiteX0" fmla="*/ 48006 w 439864"/>
                <a:gd name="connsiteY0" fmla="*/ 0 h 48122"/>
                <a:gd name="connsiteX1" fmla="*/ 0 w 439864"/>
                <a:gd name="connsiteY1" fmla="*/ 48123 h 48122"/>
                <a:gd name="connsiteX2" fmla="*/ 439865 w 439864"/>
                <a:gd name="connsiteY2" fmla="*/ 48123 h 48122"/>
                <a:gd name="connsiteX3" fmla="*/ 392240 w 439864"/>
                <a:gd name="connsiteY3" fmla="*/ 0 h 48122"/>
              </a:gdLst>
              <a:ahLst/>
              <a:cxnLst>
                <a:cxn ang="0">
                  <a:pos x="connsiteX0" y="connsiteY0"/>
                </a:cxn>
                <a:cxn ang="0">
                  <a:pos x="connsiteX1" y="connsiteY1"/>
                </a:cxn>
                <a:cxn ang="0">
                  <a:pos x="connsiteX2" y="connsiteY2"/>
                </a:cxn>
                <a:cxn ang="0">
                  <a:pos x="connsiteX3" y="connsiteY3"/>
                </a:cxn>
              </a:cxnLst>
              <a:rect l="l" t="t" r="r" b="b"/>
              <a:pathLst>
                <a:path w="439864" h="48122">
                  <a:moveTo>
                    <a:pt x="48006" y="0"/>
                  </a:moveTo>
                  <a:lnTo>
                    <a:pt x="0" y="48123"/>
                  </a:lnTo>
                  <a:lnTo>
                    <a:pt x="439865" y="48123"/>
                  </a:lnTo>
                  <a:lnTo>
                    <a:pt x="392240" y="0"/>
                  </a:lnTo>
                </a:path>
              </a:pathLst>
            </a:custGeom>
            <a:noFill/>
            <a:ln w="25400" cap="rnd">
              <a:solidFill>
                <a:srgbClr val="005EFF"/>
              </a:solidFill>
              <a:prstDash val="solid"/>
              <a:round/>
            </a:ln>
          </p:spPr>
          <p:txBody>
            <a:bodyPr rtlCol="0" anchor="ctr"/>
            <a:lstStyle/>
            <a:p>
              <a:endParaRPr lang="en-CR"/>
            </a:p>
          </p:txBody>
        </p:sp>
        <p:sp>
          <p:nvSpPr>
            <p:cNvPr id="311" name="Freeform 310">
              <a:extLst>
                <a:ext uri="{FF2B5EF4-FFF2-40B4-BE49-F238E27FC236}">
                  <a16:creationId xmlns:a16="http://schemas.microsoft.com/office/drawing/2014/main" id="{AD726ED1-F601-6C4A-47DD-C9D4396ECA4B}"/>
                </a:ext>
              </a:extLst>
            </p:cNvPr>
            <p:cNvSpPr/>
            <p:nvPr/>
          </p:nvSpPr>
          <p:spPr>
            <a:xfrm>
              <a:off x="6846833" y="3862541"/>
              <a:ext cx="439864" cy="48122"/>
            </a:xfrm>
            <a:custGeom>
              <a:avLst/>
              <a:gdLst>
                <a:gd name="connsiteX0" fmla="*/ 48006 w 439864"/>
                <a:gd name="connsiteY0" fmla="*/ 0 h 48122"/>
                <a:gd name="connsiteX1" fmla="*/ 0 w 439864"/>
                <a:gd name="connsiteY1" fmla="*/ 48123 h 48122"/>
                <a:gd name="connsiteX2" fmla="*/ 439865 w 439864"/>
                <a:gd name="connsiteY2" fmla="*/ 48123 h 48122"/>
                <a:gd name="connsiteX3" fmla="*/ 392240 w 439864"/>
                <a:gd name="connsiteY3" fmla="*/ 0 h 48122"/>
              </a:gdLst>
              <a:ahLst/>
              <a:cxnLst>
                <a:cxn ang="0">
                  <a:pos x="connsiteX0" y="connsiteY0"/>
                </a:cxn>
                <a:cxn ang="0">
                  <a:pos x="connsiteX1" y="connsiteY1"/>
                </a:cxn>
                <a:cxn ang="0">
                  <a:pos x="connsiteX2" y="connsiteY2"/>
                </a:cxn>
                <a:cxn ang="0">
                  <a:pos x="connsiteX3" y="connsiteY3"/>
                </a:cxn>
              </a:cxnLst>
              <a:rect l="l" t="t" r="r" b="b"/>
              <a:pathLst>
                <a:path w="439864" h="48122">
                  <a:moveTo>
                    <a:pt x="48006" y="0"/>
                  </a:moveTo>
                  <a:lnTo>
                    <a:pt x="0" y="48123"/>
                  </a:lnTo>
                  <a:lnTo>
                    <a:pt x="439865" y="48123"/>
                  </a:lnTo>
                  <a:lnTo>
                    <a:pt x="392240" y="0"/>
                  </a:lnTo>
                </a:path>
              </a:pathLst>
            </a:custGeom>
            <a:noFill/>
            <a:ln w="25400" cap="rnd">
              <a:solidFill>
                <a:srgbClr val="0A1264"/>
              </a:solidFill>
              <a:prstDash val="solid"/>
              <a:round/>
            </a:ln>
          </p:spPr>
          <p:txBody>
            <a:bodyPr rtlCol="0" anchor="ctr"/>
            <a:lstStyle/>
            <a:p>
              <a:endParaRPr lang="en-CR"/>
            </a:p>
          </p:txBody>
        </p:sp>
        <p:sp>
          <p:nvSpPr>
            <p:cNvPr id="312" name="Freeform 311">
              <a:extLst>
                <a:ext uri="{FF2B5EF4-FFF2-40B4-BE49-F238E27FC236}">
                  <a16:creationId xmlns:a16="http://schemas.microsoft.com/office/drawing/2014/main" id="{17171F30-2F0E-23CA-6A91-A3CF06ACD1AD}"/>
                </a:ext>
              </a:extLst>
            </p:cNvPr>
            <p:cNvSpPr/>
            <p:nvPr/>
          </p:nvSpPr>
          <p:spPr>
            <a:xfrm>
              <a:off x="6837880" y="4009674"/>
              <a:ext cx="307375" cy="113538"/>
            </a:xfrm>
            <a:custGeom>
              <a:avLst/>
              <a:gdLst>
                <a:gd name="connsiteX0" fmla="*/ 0 w 307375"/>
                <a:gd name="connsiteY0" fmla="*/ 8146 h 113538"/>
                <a:gd name="connsiteX1" fmla="*/ 155448 w 307375"/>
                <a:gd name="connsiteY1" fmla="*/ 7561 h 113538"/>
                <a:gd name="connsiteX2" fmla="*/ 286322 w 307375"/>
                <a:gd name="connsiteY2" fmla="*/ 49839 h 113538"/>
                <a:gd name="connsiteX3" fmla="*/ 269748 w 307375"/>
                <a:gd name="connsiteY3" fmla="*/ 111990 h 113538"/>
                <a:gd name="connsiteX4" fmla="*/ 132207 w 307375"/>
                <a:gd name="connsiteY4" fmla="*/ 67763 h 1135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7375" h="113538">
                  <a:moveTo>
                    <a:pt x="0" y="8146"/>
                  </a:moveTo>
                  <a:cubicBezTo>
                    <a:pt x="50102" y="547"/>
                    <a:pt x="115443" y="-5298"/>
                    <a:pt x="155448" y="7561"/>
                  </a:cubicBezTo>
                  <a:lnTo>
                    <a:pt x="286322" y="49839"/>
                  </a:lnTo>
                  <a:cubicBezTo>
                    <a:pt x="323660" y="61919"/>
                    <a:pt x="307086" y="124069"/>
                    <a:pt x="269748" y="111990"/>
                  </a:cubicBezTo>
                  <a:lnTo>
                    <a:pt x="132207" y="67763"/>
                  </a:lnTo>
                </a:path>
              </a:pathLst>
            </a:custGeom>
            <a:noFill/>
            <a:ln w="25400" cap="rnd">
              <a:solidFill>
                <a:srgbClr val="0A1264"/>
              </a:solidFill>
              <a:prstDash val="solid"/>
              <a:round/>
            </a:ln>
          </p:spPr>
          <p:txBody>
            <a:bodyPr rtlCol="0" anchor="ctr"/>
            <a:lstStyle/>
            <a:p>
              <a:endParaRPr lang="en-CR"/>
            </a:p>
          </p:txBody>
        </p:sp>
        <p:sp>
          <p:nvSpPr>
            <p:cNvPr id="313" name="Freeform 312">
              <a:extLst>
                <a:ext uri="{FF2B5EF4-FFF2-40B4-BE49-F238E27FC236}">
                  <a16:creationId xmlns:a16="http://schemas.microsoft.com/office/drawing/2014/main" id="{267D4ECF-EC52-575D-DCE0-1E540E3F4E14}"/>
                </a:ext>
              </a:extLst>
            </p:cNvPr>
            <p:cNvSpPr/>
            <p:nvPr/>
          </p:nvSpPr>
          <p:spPr>
            <a:xfrm>
              <a:off x="6837880" y="4022870"/>
              <a:ext cx="449401" cy="140097"/>
            </a:xfrm>
            <a:custGeom>
              <a:avLst/>
              <a:gdLst>
                <a:gd name="connsiteX0" fmla="*/ 304991 w 449401"/>
                <a:gd name="connsiteY0" fmla="*/ 54568 h 140097"/>
                <a:gd name="connsiteX1" fmla="*/ 406908 w 449401"/>
                <a:gd name="connsiteY1" fmla="*/ 3522 h 140097"/>
                <a:gd name="connsiteX2" fmla="*/ 432245 w 449401"/>
                <a:gd name="connsiteY2" fmla="*/ 62166 h 140097"/>
                <a:gd name="connsiteX3" fmla="*/ 228028 w 449401"/>
                <a:gd name="connsiteY3" fmla="*/ 140098 h 140097"/>
                <a:gd name="connsiteX4" fmla="*/ 71819 w 449401"/>
                <a:gd name="connsiteY4" fmla="*/ 100742 h 140097"/>
                <a:gd name="connsiteX5" fmla="*/ 0 w 449401"/>
                <a:gd name="connsiteY5" fmla="*/ 107172 h 1400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49401" h="140097">
                  <a:moveTo>
                    <a:pt x="304991" y="54568"/>
                  </a:moveTo>
                  <a:lnTo>
                    <a:pt x="406908" y="3522"/>
                  </a:lnTo>
                  <a:cubicBezTo>
                    <a:pt x="443865" y="-14987"/>
                    <a:pt x="467106" y="44631"/>
                    <a:pt x="432245" y="62166"/>
                  </a:cubicBezTo>
                  <a:cubicBezTo>
                    <a:pt x="277368" y="139708"/>
                    <a:pt x="289560" y="140098"/>
                    <a:pt x="228028" y="140098"/>
                  </a:cubicBezTo>
                  <a:cubicBezTo>
                    <a:pt x="192405" y="140098"/>
                    <a:pt x="139446" y="133863"/>
                    <a:pt x="71819" y="100742"/>
                  </a:cubicBezTo>
                  <a:cubicBezTo>
                    <a:pt x="57721" y="93923"/>
                    <a:pt x="28003" y="98989"/>
                    <a:pt x="0" y="107172"/>
                  </a:cubicBezTo>
                </a:path>
              </a:pathLst>
            </a:custGeom>
            <a:noFill/>
            <a:ln w="25400" cap="rnd">
              <a:solidFill>
                <a:srgbClr val="0A1264"/>
              </a:solidFill>
              <a:prstDash val="solid"/>
              <a:round/>
            </a:ln>
          </p:spPr>
          <p:txBody>
            <a:bodyPr rtlCol="0" anchor="ctr"/>
            <a:lstStyle/>
            <a:p>
              <a:endParaRPr lang="en-CR"/>
            </a:p>
          </p:txBody>
        </p:sp>
        <p:sp>
          <p:nvSpPr>
            <p:cNvPr id="314" name="Freeform 313">
              <a:extLst>
                <a:ext uri="{FF2B5EF4-FFF2-40B4-BE49-F238E27FC236}">
                  <a16:creationId xmlns:a16="http://schemas.microsoft.com/office/drawing/2014/main" id="{DB1E23C2-950C-D64B-1FC0-979C95035DC5}"/>
                </a:ext>
              </a:extLst>
            </p:cNvPr>
            <p:cNvSpPr/>
            <p:nvPr/>
          </p:nvSpPr>
          <p:spPr>
            <a:xfrm>
              <a:off x="6742630" y="3988985"/>
              <a:ext cx="95250" cy="175346"/>
            </a:xfrm>
            <a:custGeom>
              <a:avLst/>
              <a:gdLst>
                <a:gd name="connsiteX0" fmla="*/ 76200 w 95250"/>
                <a:gd name="connsiteY0" fmla="*/ 0 h 175346"/>
                <a:gd name="connsiteX1" fmla="*/ 95250 w 95250"/>
                <a:gd name="connsiteY1" fmla="*/ 19483 h 175346"/>
                <a:gd name="connsiteX2" fmla="*/ 95250 w 95250"/>
                <a:gd name="connsiteY2" fmla="*/ 155864 h 175346"/>
                <a:gd name="connsiteX3" fmla="*/ 76200 w 95250"/>
                <a:gd name="connsiteY3" fmla="*/ 175347 h 175346"/>
                <a:gd name="connsiteX4" fmla="*/ 19050 w 95250"/>
                <a:gd name="connsiteY4" fmla="*/ 175347 h 175346"/>
                <a:gd name="connsiteX5" fmla="*/ 0 w 95250"/>
                <a:gd name="connsiteY5" fmla="*/ 155864 h 175346"/>
                <a:gd name="connsiteX6" fmla="*/ 0 w 95250"/>
                <a:gd name="connsiteY6" fmla="*/ 19483 h 175346"/>
                <a:gd name="connsiteX7" fmla="*/ 19050 w 95250"/>
                <a:gd name="connsiteY7" fmla="*/ 0 h 175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5250" h="175346">
                  <a:moveTo>
                    <a:pt x="76200" y="0"/>
                  </a:moveTo>
                  <a:cubicBezTo>
                    <a:pt x="86721" y="0"/>
                    <a:pt x="95250" y="8723"/>
                    <a:pt x="95250" y="19483"/>
                  </a:cubicBezTo>
                  <a:lnTo>
                    <a:pt x="95250" y="155864"/>
                  </a:lnTo>
                  <a:cubicBezTo>
                    <a:pt x="95250" y="166624"/>
                    <a:pt x="86721" y="175347"/>
                    <a:pt x="76200" y="175347"/>
                  </a:cubicBezTo>
                  <a:lnTo>
                    <a:pt x="19050" y="175347"/>
                  </a:lnTo>
                  <a:cubicBezTo>
                    <a:pt x="8529" y="175347"/>
                    <a:pt x="0" y="166624"/>
                    <a:pt x="0" y="155864"/>
                  </a:cubicBezTo>
                  <a:lnTo>
                    <a:pt x="0" y="19483"/>
                  </a:lnTo>
                  <a:cubicBezTo>
                    <a:pt x="0" y="8723"/>
                    <a:pt x="8529" y="0"/>
                    <a:pt x="19050" y="0"/>
                  </a:cubicBezTo>
                  <a:close/>
                </a:path>
              </a:pathLst>
            </a:custGeom>
            <a:noFill/>
            <a:ln w="25400" cap="rnd">
              <a:solidFill>
                <a:srgbClr val="0A1264"/>
              </a:solidFill>
              <a:prstDash val="solid"/>
              <a:round/>
            </a:ln>
          </p:spPr>
          <p:txBody>
            <a:bodyPr rtlCol="0" anchor="ctr"/>
            <a:lstStyle/>
            <a:p>
              <a:endParaRPr lang="en-CR"/>
            </a:p>
          </p:txBody>
        </p:sp>
      </p:grpSp>
      <p:grpSp>
        <p:nvGrpSpPr>
          <p:cNvPr id="315" name="Graphic 347">
            <a:extLst>
              <a:ext uri="{FF2B5EF4-FFF2-40B4-BE49-F238E27FC236}">
                <a16:creationId xmlns:a16="http://schemas.microsoft.com/office/drawing/2014/main" id="{95065186-FCD7-8274-C414-C22EA9CF60BF}"/>
              </a:ext>
            </a:extLst>
          </p:cNvPr>
          <p:cNvGrpSpPr/>
          <p:nvPr/>
        </p:nvGrpSpPr>
        <p:grpSpPr>
          <a:xfrm>
            <a:off x="8178097" y="3128684"/>
            <a:ext cx="546735" cy="525797"/>
            <a:chOff x="7941954" y="3637956"/>
            <a:chExt cx="546735" cy="525797"/>
          </a:xfrm>
          <a:noFill/>
        </p:grpSpPr>
        <p:sp>
          <p:nvSpPr>
            <p:cNvPr id="316" name="Freeform 315">
              <a:extLst>
                <a:ext uri="{FF2B5EF4-FFF2-40B4-BE49-F238E27FC236}">
                  <a16:creationId xmlns:a16="http://schemas.microsoft.com/office/drawing/2014/main" id="{A44F1430-9F23-C239-9A27-5B733F35A707}"/>
                </a:ext>
              </a:extLst>
            </p:cNvPr>
            <p:cNvSpPr/>
            <p:nvPr/>
          </p:nvSpPr>
          <p:spPr>
            <a:xfrm>
              <a:off x="7941954" y="4163754"/>
              <a:ext cx="546735" cy="18811"/>
            </a:xfrm>
            <a:custGeom>
              <a:avLst/>
              <a:gdLst>
                <a:gd name="connsiteX0" fmla="*/ 0 w 546735"/>
                <a:gd name="connsiteY0" fmla="*/ 0 h 18811"/>
                <a:gd name="connsiteX1" fmla="*/ 546735 w 546735"/>
                <a:gd name="connsiteY1" fmla="*/ 0 h 18811"/>
              </a:gdLst>
              <a:ahLst/>
              <a:cxnLst>
                <a:cxn ang="0">
                  <a:pos x="connsiteX0" y="connsiteY0"/>
                </a:cxn>
                <a:cxn ang="0">
                  <a:pos x="connsiteX1" y="connsiteY1"/>
                </a:cxn>
              </a:cxnLst>
              <a:rect l="l" t="t" r="r" b="b"/>
              <a:pathLst>
                <a:path w="546735" h="18811">
                  <a:moveTo>
                    <a:pt x="0" y="0"/>
                  </a:moveTo>
                  <a:lnTo>
                    <a:pt x="546735" y="0"/>
                  </a:lnTo>
                </a:path>
              </a:pathLst>
            </a:custGeom>
            <a:ln w="25400" cap="rnd">
              <a:solidFill>
                <a:srgbClr val="0A1264"/>
              </a:solidFill>
              <a:prstDash val="solid"/>
              <a:round/>
            </a:ln>
          </p:spPr>
          <p:txBody>
            <a:bodyPr rtlCol="0" anchor="ctr"/>
            <a:lstStyle/>
            <a:p>
              <a:endParaRPr lang="en-CR"/>
            </a:p>
          </p:txBody>
        </p:sp>
        <p:sp>
          <p:nvSpPr>
            <p:cNvPr id="317" name="Freeform 316">
              <a:extLst>
                <a:ext uri="{FF2B5EF4-FFF2-40B4-BE49-F238E27FC236}">
                  <a16:creationId xmlns:a16="http://schemas.microsoft.com/office/drawing/2014/main" id="{4E0D86A0-F686-18C2-CD76-78E4CE8B8EC5}"/>
                </a:ext>
              </a:extLst>
            </p:cNvPr>
            <p:cNvSpPr/>
            <p:nvPr/>
          </p:nvSpPr>
          <p:spPr>
            <a:xfrm>
              <a:off x="8008248" y="3637956"/>
              <a:ext cx="171449" cy="525797"/>
            </a:xfrm>
            <a:custGeom>
              <a:avLst/>
              <a:gdLst>
                <a:gd name="connsiteX0" fmla="*/ 171450 w 171449"/>
                <a:gd name="connsiteY0" fmla="*/ 525798 h 525797"/>
                <a:gd name="connsiteX1" fmla="*/ 0 w 171449"/>
                <a:gd name="connsiteY1" fmla="*/ 525798 h 525797"/>
                <a:gd name="connsiteX2" fmla="*/ 0 w 171449"/>
                <a:gd name="connsiteY2" fmla="*/ 103488 h 525797"/>
                <a:gd name="connsiteX3" fmla="*/ 8763 w 171449"/>
                <a:gd name="connsiteY3" fmla="*/ 87686 h 525797"/>
                <a:gd name="connsiteX4" fmla="*/ 142113 w 171449"/>
                <a:gd name="connsiteY4" fmla="*/ 3036 h 525797"/>
                <a:gd name="connsiteX5" fmla="*/ 171450 w 171449"/>
                <a:gd name="connsiteY5" fmla="*/ 18838 h 525797"/>
                <a:gd name="connsiteX6" fmla="*/ 171450 w 171449"/>
                <a:gd name="connsiteY6" fmla="*/ 525798 h 5257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71449" h="525797">
                  <a:moveTo>
                    <a:pt x="171450" y="525798"/>
                  </a:moveTo>
                  <a:lnTo>
                    <a:pt x="0" y="525798"/>
                  </a:lnTo>
                  <a:lnTo>
                    <a:pt x="0" y="103488"/>
                  </a:lnTo>
                  <a:cubicBezTo>
                    <a:pt x="0" y="97092"/>
                    <a:pt x="3239" y="91072"/>
                    <a:pt x="8763" y="87686"/>
                  </a:cubicBezTo>
                  <a:lnTo>
                    <a:pt x="142113" y="3036"/>
                  </a:lnTo>
                  <a:cubicBezTo>
                    <a:pt x="154877" y="-5053"/>
                    <a:pt x="171450" y="3977"/>
                    <a:pt x="171450" y="18838"/>
                  </a:cubicBezTo>
                  <a:lnTo>
                    <a:pt x="171450" y="525798"/>
                  </a:lnTo>
                  <a:close/>
                </a:path>
              </a:pathLst>
            </a:custGeom>
            <a:noFill/>
            <a:ln w="25400" cap="rnd">
              <a:solidFill>
                <a:srgbClr val="0A1264"/>
              </a:solidFill>
              <a:prstDash val="solid"/>
              <a:round/>
            </a:ln>
          </p:spPr>
          <p:txBody>
            <a:bodyPr rtlCol="0" anchor="ctr"/>
            <a:lstStyle/>
            <a:p>
              <a:endParaRPr lang="en-CR"/>
            </a:p>
          </p:txBody>
        </p:sp>
        <p:sp>
          <p:nvSpPr>
            <p:cNvPr id="318" name="Freeform 317">
              <a:extLst>
                <a:ext uri="{FF2B5EF4-FFF2-40B4-BE49-F238E27FC236}">
                  <a16:creationId xmlns:a16="http://schemas.microsoft.com/office/drawing/2014/main" id="{6D5E395C-21F0-EC8B-E0F5-EA4A54321C96}"/>
                </a:ext>
              </a:extLst>
            </p:cNvPr>
            <p:cNvSpPr/>
            <p:nvPr/>
          </p:nvSpPr>
          <p:spPr>
            <a:xfrm>
              <a:off x="8289045" y="3843965"/>
              <a:ext cx="19050" cy="180775"/>
            </a:xfrm>
            <a:custGeom>
              <a:avLst/>
              <a:gdLst>
                <a:gd name="connsiteX0" fmla="*/ 0 w 19050"/>
                <a:gd name="connsiteY0" fmla="*/ 0 h 180775"/>
                <a:gd name="connsiteX1" fmla="*/ 0 w 19050"/>
                <a:gd name="connsiteY1" fmla="*/ 180775 h 180775"/>
              </a:gdLst>
              <a:ahLst/>
              <a:cxnLst>
                <a:cxn ang="0">
                  <a:pos x="connsiteX0" y="connsiteY0"/>
                </a:cxn>
                <a:cxn ang="0">
                  <a:pos x="connsiteX1" y="connsiteY1"/>
                </a:cxn>
              </a:cxnLst>
              <a:rect l="l" t="t" r="r" b="b"/>
              <a:pathLst>
                <a:path w="19050" h="180775">
                  <a:moveTo>
                    <a:pt x="0" y="0"/>
                  </a:moveTo>
                  <a:lnTo>
                    <a:pt x="0" y="180775"/>
                  </a:lnTo>
                </a:path>
              </a:pathLst>
            </a:custGeom>
            <a:ln w="25400" cap="rnd">
              <a:solidFill>
                <a:srgbClr val="005EFF"/>
              </a:solidFill>
              <a:prstDash val="solid"/>
              <a:round/>
            </a:ln>
          </p:spPr>
          <p:txBody>
            <a:bodyPr rtlCol="0" anchor="ctr"/>
            <a:lstStyle/>
            <a:p>
              <a:endParaRPr lang="en-CR"/>
            </a:p>
          </p:txBody>
        </p:sp>
        <p:sp>
          <p:nvSpPr>
            <p:cNvPr id="319" name="Freeform 318">
              <a:extLst>
                <a:ext uri="{FF2B5EF4-FFF2-40B4-BE49-F238E27FC236}">
                  <a16:creationId xmlns:a16="http://schemas.microsoft.com/office/drawing/2014/main" id="{51338767-8EE6-0F68-1545-B9ED22EED532}"/>
                </a:ext>
              </a:extLst>
            </p:cNvPr>
            <p:cNvSpPr/>
            <p:nvPr/>
          </p:nvSpPr>
          <p:spPr>
            <a:xfrm>
              <a:off x="8365245" y="3843965"/>
              <a:ext cx="19050" cy="180775"/>
            </a:xfrm>
            <a:custGeom>
              <a:avLst/>
              <a:gdLst>
                <a:gd name="connsiteX0" fmla="*/ 0 w 19050"/>
                <a:gd name="connsiteY0" fmla="*/ 0 h 180775"/>
                <a:gd name="connsiteX1" fmla="*/ 0 w 19050"/>
                <a:gd name="connsiteY1" fmla="*/ 180775 h 180775"/>
              </a:gdLst>
              <a:ahLst/>
              <a:cxnLst>
                <a:cxn ang="0">
                  <a:pos x="connsiteX0" y="connsiteY0"/>
                </a:cxn>
                <a:cxn ang="0">
                  <a:pos x="connsiteX1" y="connsiteY1"/>
                </a:cxn>
              </a:cxnLst>
              <a:rect l="l" t="t" r="r" b="b"/>
              <a:pathLst>
                <a:path w="19050" h="180775">
                  <a:moveTo>
                    <a:pt x="0" y="0"/>
                  </a:moveTo>
                  <a:lnTo>
                    <a:pt x="0" y="180775"/>
                  </a:lnTo>
                </a:path>
              </a:pathLst>
            </a:custGeom>
            <a:ln w="25400" cap="rnd">
              <a:solidFill>
                <a:srgbClr val="005EFF"/>
              </a:solidFill>
              <a:prstDash val="solid"/>
              <a:round/>
            </a:ln>
          </p:spPr>
          <p:txBody>
            <a:bodyPr rtlCol="0" anchor="ctr"/>
            <a:lstStyle/>
            <a:p>
              <a:endParaRPr lang="en-CR"/>
            </a:p>
          </p:txBody>
        </p:sp>
        <p:sp>
          <p:nvSpPr>
            <p:cNvPr id="320" name="Freeform 319">
              <a:extLst>
                <a:ext uri="{FF2B5EF4-FFF2-40B4-BE49-F238E27FC236}">
                  <a16:creationId xmlns:a16="http://schemas.microsoft.com/office/drawing/2014/main" id="{EF37E99F-8697-7DC8-7373-4C6A4A86210E}"/>
                </a:ext>
              </a:extLst>
            </p:cNvPr>
            <p:cNvSpPr/>
            <p:nvPr/>
          </p:nvSpPr>
          <p:spPr>
            <a:xfrm>
              <a:off x="8066160" y="4024740"/>
              <a:ext cx="56388" cy="18811"/>
            </a:xfrm>
            <a:custGeom>
              <a:avLst/>
              <a:gdLst>
                <a:gd name="connsiteX0" fmla="*/ 0 w 56388"/>
                <a:gd name="connsiteY0" fmla="*/ 0 h 18811"/>
                <a:gd name="connsiteX1" fmla="*/ 56388 w 56388"/>
                <a:gd name="connsiteY1" fmla="*/ 0 h 18811"/>
              </a:gdLst>
              <a:ahLst/>
              <a:cxnLst>
                <a:cxn ang="0">
                  <a:pos x="connsiteX0" y="connsiteY0"/>
                </a:cxn>
                <a:cxn ang="0">
                  <a:pos x="connsiteX1" y="connsiteY1"/>
                </a:cxn>
              </a:cxnLst>
              <a:rect l="l" t="t" r="r" b="b"/>
              <a:pathLst>
                <a:path w="56388" h="18811">
                  <a:moveTo>
                    <a:pt x="0" y="0"/>
                  </a:moveTo>
                  <a:lnTo>
                    <a:pt x="56388" y="0"/>
                  </a:lnTo>
                </a:path>
              </a:pathLst>
            </a:custGeom>
            <a:ln w="25400" cap="rnd">
              <a:solidFill>
                <a:srgbClr val="005EFF"/>
              </a:solidFill>
              <a:prstDash val="solid"/>
              <a:round/>
            </a:ln>
          </p:spPr>
          <p:txBody>
            <a:bodyPr rtlCol="0" anchor="ctr"/>
            <a:lstStyle/>
            <a:p>
              <a:endParaRPr lang="en-CR"/>
            </a:p>
          </p:txBody>
        </p:sp>
        <p:sp>
          <p:nvSpPr>
            <p:cNvPr id="321" name="Freeform 320">
              <a:extLst>
                <a:ext uri="{FF2B5EF4-FFF2-40B4-BE49-F238E27FC236}">
                  <a16:creationId xmlns:a16="http://schemas.microsoft.com/office/drawing/2014/main" id="{1BE2CC99-8403-00F0-B6D8-246FDEEFF387}"/>
                </a:ext>
              </a:extLst>
            </p:cNvPr>
            <p:cNvSpPr/>
            <p:nvPr/>
          </p:nvSpPr>
          <p:spPr>
            <a:xfrm>
              <a:off x="8066160" y="3911873"/>
              <a:ext cx="56388" cy="18811"/>
            </a:xfrm>
            <a:custGeom>
              <a:avLst/>
              <a:gdLst>
                <a:gd name="connsiteX0" fmla="*/ 0 w 56388"/>
                <a:gd name="connsiteY0" fmla="*/ 0 h 18811"/>
                <a:gd name="connsiteX1" fmla="*/ 56388 w 56388"/>
                <a:gd name="connsiteY1" fmla="*/ 0 h 18811"/>
              </a:gdLst>
              <a:ahLst/>
              <a:cxnLst>
                <a:cxn ang="0">
                  <a:pos x="connsiteX0" y="connsiteY0"/>
                </a:cxn>
                <a:cxn ang="0">
                  <a:pos x="connsiteX1" y="connsiteY1"/>
                </a:cxn>
              </a:cxnLst>
              <a:rect l="l" t="t" r="r" b="b"/>
              <a:pathLst>
                <a:path w="56388" h="18811">
                  <a:moveTo>
                    <a:pt x="0" y="0"/>
                  </a:moveTo>
                  <a:lnTo>
                    <a:pt x="56388" y="0"/>
                  </a:lnTo>
                </a:path>
              </a:pathLst>
            </a:custGeom>
            <a:ln w="25400" cap="rnd">
              <a:solidFill>
                <a:srgbClr val="005EFF"/>
              </a:solidFill>
              <a:prstDash val="solid"/>
              <a:round/>
            </a:ln>
          </p:spPr>
          <p:txBody>
            <a:bodyPr rtlCol="0" anchor="ctr"/>
            <a:lstStyle/>
            <a:p>
              <a:endParaRPr lang="en-CR"/>
            </a:p>
          </p:txBody>
        </p:sp>
        <p:sp>
          <p:nvSpPr>
            <p:cNvPr id="322" name="Freeform 321">
              <a:extLst>
                <a:ext uri="{FF2B5EF4-FFF2-40B4-BE49-F238E27FC236}">
                  <a16:creationId xmlns:a16="http://schemas.microsoft.com/office/drawing/2014/main" id="{F990D4F8-4BD3-7F5C-D95B-D0875D59EC91}"/>
                </a:ext>
              </a:extLst>
            </p:cNvPr>
            <p:cNvSpPr/>
            <p:nvPr/>
          </p:nvSpPr>
          <p:spPr>
            <a:xfrm>
              <a:off x="8066160" y="3799006"/>
              <a:ext cx="56388" cy="18811"/>
            </a:xfrm>
            <a:custGeom>
              <a:avLst/>
              <a:gdLst>
                <a:gd name="connsiteX0" fmla="*/ 0 w 56388"/>
                <a:gd name="connsiteY0" fmla="*/ 0 h 18811"/>
                <a:gd name="connsiteX1" fmla="*/ 56388 w 56388"/>
                <a:gd name="connsiteY1" fmla="*/ 0 h 18811"/>
              </a:gdLst>
              <a:ahLst/>
              <a:cxnLst>
                <a:cxn ang="0">
                  <a:pos x="connsiteX0" y="connsiteY0"/>
                </a:cxn>
                <a:cxn ang="0">
                  <a:pos x="connsiteX1" y="connsiteY1"/>
                </a:cxn>
              </a:cxnLst>
              <a:rect l="l" t="t" r="r" b="b"/>
              <a:pathLst>
                <a:path w="56388" h="18811">
                  <a:moveTo>
                    <a:pt x="0" y="0"/>
                  </a:moveTo>
                  <a:lnTo>
                    <a:pt x="56388" y="0"/>
                  </a:lnTo>
                </a:path>
              </a:pathLst>
            </a:custGeom>
            <a:ln w="25400" cap="rnd">
              <a:solidFill>
                <a:srgbClr val="005EFF"/>
              </a:solidFill>
              <a:prstDash val="solid"/>
              <a:round/>
            </a:ln>
          </p:spPr>
          <p:txBody>
            <a:bodyPr rtlCol="0" anchor="ctr"/>
            <a:lstStyle/>
            <a:p>
              <a:endParaRPr lang="en-CR"/>
            </a:p>
          </p:txBody>
        </p:sp>
        <p:sp>
          <p:nvSpPr>
            <p:cNvPr id="323" name="Freeform 322">
              <a:extLst>
                <a:ext uri="{FF2B5EF4-FFF2-40B4-BE49-F238E27FC236}">
                  <a16:creationId xmlns:a16="http://schemas.microsoft.com/office/drawing/2014/main" id="{583AE5AF-906A-2938-DA4B-01123A5A984A}"/>
                </a:ext>
              </a:extLst>
            </p:cNvPr>
            <p:cNvSpPr/>
            <p:nvPr/>
          </p:nvSpPr>
          <p:spPr>
            <a:xfrm>
              <a:off x="8231895" y="3749909"/>
              <a:ext cx="190499" cy="413845"/>
            </a:xfrm>
            <a:custGeom>
              <a:avLst/>
              <a:gdLst>
                <a:gd name="connsiteX0" fmla="*/ 19050 w 190499"/>
                <a:gd name="connsiteY0" fmla="*/ 0 h 413845"/>
                <a:gd name="connsiteX1" fmla="*/ 171450 w 190499"/>
                <a:gd name="connsiteY1" fmla="*/ 0 h 413845"/>
                <a:gd name="connsiteX2" fmla="*/ 190500 w 190499"/>
                <a:gd name="connsiteY2" fmla="*/ 18811 h 413845"/>
                <a:gd name="connsiteX3" fmla="*/ 190500 w 190499"/>
                <a:gd name="connsiteY3" fmla="*/ 413845 h 413845"/>
                <a:gd name="connsiteX4" fmla="*/ 0 w 190499"/>
                <a:gd name="connsiteY4" fmla="*/ 413845 h 413845"/>
                <a:gd name="connsiteX5" fmla="*/ 0 w 190499"/>
                <a:gd name="connsiteY5" fmla="*/ 18811 h 413845"/>
                <a:gd name="connsiteX6" fmla="*/ 19050 w 190499"/>
                <a:gd name="connsiteY6" fmla="*/ 0 h 4138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90499" h="413845">
                  <a:moveTo>
                    <a:pt x="19050" y="0"/>
                  </a:moveTo>
                  <a:lnTo>
                    <a:pt x="171450" y="0"/>
                  </a:lnTo>
                  <a:cubicBezTo>
                    <a:pt x="181928" y="0"/>
                    <a:pt x="190500" y="8465"/>
                    <a:pt x="190500" y="18811"/>
                  </a:cubicBezTo>
                  <a:lnTo>
                    <a:pt x="190500" y="413845"/>
                  </a:lnTo>
                  <a:lnTo>
                    <a:pt x="0" y="413845"/>
                  </a:lnTo>
                  <a:lnTo>
                    <a:pt x="0" y="18811"/>
                  </a:lnTo>
                  <a:cubicBezTo>
                    <a:pt x="0" y="8465"/>
                    <a:pt x="8572" y="0"/>
                    <a:pt x="19050" y="0"/>
                  </a:cubicBezTo>
                  <a:close/>
                </a:path>
              </a:pathLst>
            </a:custGeom>
            <a:noFill/>
            <a:ln w="25400" cap="rnd">
              <a:solidFill>
                <a:srgbClr val="0A1264"/>
              </a:solidFill>
              <a:prstDash val="solid"/>
              <a:round/>
            </a:ln>
          </p:spPr>
          <p:txBody>
            <a:bodyPr rtlCol="0" anchor="ctr"/>
            <a:lstStyle/>
            <a:p>
              <a:endParaRPr lang="en-CR"/>
            </a:p>
          </p:txBody>
        </p:sp>
        <p:sp>
          <p:nvSpPr>
            <p:cNvPr id="324" name="Freeform 323">
              <a:extLst>
                <a:ext uri="{FF2B5EF4-FFF2-40B4-BE49-F238E27FC236}">
                  <a16:creationId xmlns:a16="http://schemas.microsoft.com/office/drawing/2014/main" id="{1D4D42F1-BE1A-2C53-8172-E30692DA45FA}"/>
                </a:ext>
              </a:extLst>
            </p:cNvPr>
            <p:cNvSpPr/>
            <p:nvPr/>
          </p:nvSpPr>
          <p:spPr>
            <a:xfrm>
              <a:off x="8327145" y="3673160"/>
              <a:ext cx="19050" cy="76749"/>
            </a:xfrm>
            <a:custGeom>
              <a:avLst/>
              <a:gdLst>
                <a:gd name="connsiteX0" fmla="*/ 0 w 19050"/>
                <a:gd name="connsiteY0" fmla="*/ 0 h 76749"/>
                <a:gd name="connsiteX1" fmla="*/ 0 w 19050"/>
                <a:gd name="connsiteY1" fmla="*/ 76749 h 76749"/>
              </a:gdLst>
              <a:ahLst/>
              <a:cxnLst>
                <a:cxn ang="0">
                  <a:pos x="connsiteX0" y="connsiteY0"/>
                </a:cxn>
                <a:cxn ang="0">
                  <a:pos x="connsiteX1" y="connsiteY1"/>
                </a:cxn>
              </a:cxnLst>
              <a:rect l="l" t="t" r="r" b="b"/>
              <a:pathLst>
                <a:path w="19050" h="76749">
                  <a:moveTo>
                    <a:pt x="0" y="0"/>
                  </a:moveTo>
                  <a:lnTo>
                    <a:pt x="0" y="76749"/>
                  </a:lnTo>
                </a:path>
              </a:pathLst>
            </a:custGeom>
            <a:ln w="25400" cap="rnd">
              <a:solidFill>
                <a:srgbClr val="0A1264"/>
              </a:solidFill>
              <a:prstDash val="solid"/>
              <a:round/>
            </a:ln>
          </p:spPr>
          <p:txBody>
            <a:bodyPr rtlCol="0" anchor="ctr"/>
            <a:lstStyle/>
            <a:p>
              <a:endParaRPr lang="en-CR"/>
            </a:p>
          </p:txBody>
        </p:sp>
        <p:sp>
          <p:nvSpPr>
            <p:cNvPr id="325" name="Freeform 324">
              <a:extLst>
                <a:ext uri="{FF2B5EF4-FFF2-40B4-BE49-F238E27FC236}">
                  <a16:creationId xmlns:a16="http://schemas.microsoft.com/office/drawing/2014/main" id="{FCB7F806-1EC3-0311-D835-56A7AAF93CFD}"/>
                </a:ext>
              </a:extLst>
            </p:cNvPr>
            <p:cNvSpPr/>
            <p:nvPr/>
          </p:nvSpPr>
          <p:spPr>
            <a:xfrm>
              <a:off x="8231895" y="4088510"/>
              <a:ext cx="190499" cy="18811"/>
            </a:xfrm>
            <a:custGeom>
              <a:avLst/>
              <a:gdLst>
                <a:gd name="connsiteX0" fmla="*/ 0 w 190499"/>
                <a:gd name="connsiteY0" fmla="*/ 0 h 18811"/>
                <a:gd name="connsiteX1" fmla="*/ 190500 w 190499"/>
                <a:gd name="connsiteY1" fmla="*/ 0 h 18811"/>
              </a:gdLst>
              <a:ahLst/>
              <a:cxnLst>
                <a:cxn ang="0">
                  <a:pos x="connsiteX0" y="connsiteY0"/>
                </a:cxn>
                <a:cxn ang="0">
                  <a:pos x="connsiteX1" y="connsiteY1"/>
                </a:cxn>
              </a:cxnLst>
              <a:rect l="l" t="t" r="r" b="b"/>
              <a:pathLst>
                <a:path w="190499" h="18811">
                  <a:moveTo>
                    <a:pt x="0" y="0"/>
                  </a:moveTo>
                  <a:lnTo>
                    <a:pt x="190500" y="0"/>
                  </a:lnTo>
                </a:path>
              </a:pathLst>
            </a:custGeom>
            <a:ln w="25400" cap="rnd">
              <a:solidFill>
                <a:srgbClr val="0A1264"/>
              </a:solidFill>
              <a:prstDash val="solid"/>
              <a:round/>
            </a:ln>
          </p:spPr>
          <p:txBody>
            <a:bodyPr rtlCol="0" anchor="ctr"/>
            <a:lstStyle/>
            <a:p>
              <a:endParaRPr lang="en-CR"/>
            </a:p>
          </p:txBody>
        </p:sp>
      </p:grpSp>
      <p:grpSp>
        <p:nvGrpSpPr>
          <p:cNvPr id="326" name="Graphic 349">
            <a:extLst>
              <a:ext uri="{FF2B5EF4-FFF2-40B4-BE49-F238E27FC236}">
                <a16:creationId xmlns:a16="http://schemas.microsoft.com/office/drawing/2014/main" id="{5081199F-8149-1CC5-9423-92C3050CB269}"/>
              </a:ext>
            </a:extLst>
          </p:cNvPr>
          <p:cNvGrpSpPr/>
          <p:nvPr/>
        </p:nvGrpSpPr>
        <p:grpSpPr>
          <a:xfrm>
            <a:off x="9365959" y="3115463"/>
            <a:ext cx="534132" cy="552238"/>
            <a:chOff x="9103593" y="3631833"/>
            <a:chExt cx="534132" cy="552238"/>
          </a:xfrm>
          <a:noFill/>
        </p:grpSpPr>
        <p:sp>
          <p:nvSpPr>
            <p:cNvPr id="327" name="Freeform 326">
              <a:extLst>
                <a:ext uri="{FF2B5EF4-FFF2-40B4-BE49-F238E27FC236}">
                  <a16:creationId xmlns:a16="http://schemas.microsoft.com/office/drawing/2014/main" id="{BE8F0F24-DEF7-2B54-1E15-E7D3FBC34A8F}"/>
                </a:ext>
              </a:extLst>
            </p:cNvPr>
            <p:cNvSpPr/>
            <p:nvPr/>
          </p:nvSpPr>
          <p:spPr>
            <a:xfrm>
              <a:off x="9103593" y="3631833"/>
              <a:ext cx="534132" cy="171238"/>
            </a:xfrm>
            <a:custGeom>
              <a:avLst/>
              <a:gdLst>
                <a:gd name="connsiteX0" fmla="*/ 747 w 534132"/>
                <a:gd name="connsiteY0" fmla="*/ 168381 h 171238"/>
                <a:gd name="connsiteX1" fmla="*/ 266495 w 534132"/>
                <a:gd name="connsiteY1" fmla="*/ 169 h 171238"/>
                <a:gd name="connsiteX2" fmla="*/ 268019 w 534132"/>
                <a:gd name="connsiteY2" fmla="*/ 169 h 171238"/>
                <a:gd name="connsiteX3" fmla="*/ 533386 w 534132"/>
                <a:gd name="connsiteY3" fmla="*/ 168381 h 171238"/>
                <a:gd name="connsiteX4" fmla="*/ 532623 w 534132"/>
                <a:gd name="connsiteY4" fmla="*/ 171238 h 171238"/>
                <a:gd name="connsiteX5" fmla="*/ 1509 w 534132"/>
                <a:gd name="connsiteY5" fmla="*/ 171238 h 171238"/>
                <a:gd name="connsiteX6" fmla="*/ 747 w 534132"/>
                <a:gd name="connsiteY6" fmla="*/ 168381 h 171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34132" h="171238">
                  <a:moveTo>
                    <a:pt x="747" y="168381"/>
                  </a:moveTo>
                  <a:lnTo>
                    <a:pt x="266495" y="169"/>
                  </a:lnTo>
                  <a:cubicBezTo>
                    <a:pt x="266495" y="169"/>
                    <a:pt x="267638" y="-212"/>
                    <a:pt x="268019" y="169"/>
                  </a:cubicBezTo>
                  <a:lnTo>
                    <a:pt x="533386" y="168381"/>
                  </a:lnTo>
                  <a:cubicBezTo>
                    <a:pt x="534719" y="169143"/>
                    <a:pt x="534148" y="171238"/>
                    <a:pt x="532623" y="171238"/>
                  </a:cubicBezTo>
                  <a:lnTo>
                    <a:pt x="1509" y="171238"/>
                  </a:lnTo>
                  <a:cubicBezTo>
                    <a:pt x="-15" y="171238"/>
                    <a:pt x="-586" y="169333"/>
                    <a:pt x="747" y="168381"/>
                  </a:cubicBezTo>
                  <a:close/>
                </a:path>
              </a:pathLst>
            </a:custGeom>
            <a:noFill/>
            <a:ln w="25400" cap="rnd">
              <a:solidFill>
                <a:srgbClr val="0A1264"/>
              </a:solidFill>
              <a:prstDash val="solid"/>
              <a:round/>
            </a:ln>
          </p:spPr>
          <p:txBody>
            <a:bodyPr rtlCol="0" anchor="ctr"/>
            <a:lstStyle/>
            <a:p>
              <a:endParaRPr lang="en-CR"/>
            </a:p>
          </p:txBody>
        </p:sp>
        <p:sp>
          <p:nvSpPr>
            <p:cNvPr id="328" name="Freeform 327">
              <a:extLst>
                <a:ext uri="{FF2B5EF4-FFF2-40B4-BE49-F238E27FC236}">
                  <a16:creationId xmlns:a16="http://schemas.microsoft.com/office/drawing/2014/main" id="{FAC61167-BD47-057F-CF6B-51A6DB789CC3}"/>
                </a:ext>
              </a:extLst>
            </p:cNvPr>
            <p:cNvSpPr/>
            <p:nvPr/>
          </p:nvSpPr>
          <p:spPr>
            <a:xfrm>
              <a:off x="9103959" y="4184072"/>
              <a:ext cx="533400" cy="19050"/>
            </a:xfrm>
            <a:custGeom>
              <a:avLst/>
              <a:gdLst>
                <a:gd name="connsiteX0" fmla="*/ 0 w 533400"/>
                <a:gd name="connsiteY0" fmla="*/ 0 h 19050"/>
                <a:gd name="connsiteX1" fmla="*/ 533400 w 533400"/>
                <a:gd name="connsiteY1" fmla="*/ 0 h 19050"/>
              </a:gdLst>
              <a:ahLst/>
              <a:cxnLst>
                <a:cxn ang="0">
                  <a:pos x="connsiteX0" y="connsiteY0"/>
                </a:cxn>
                <a:cxn ang="0">
                  <a:pos x="connsiteX1" y="connsiteY1"/>
                </a:cxn>
              </a:cxnLst>
              <a:rect l="l" t="t" r="r" b="b"/>
              <a:pathLst>
                <a:path w="533400" h="19050">
                  <a:moveTo>
                    <a:pt x="0" y="0"/>
                  </a:moveTo>
                  <a:lnTo>
                    <a:pt x="533400" y="0"/>
                  </a:lnTo>
                </a:path>
              </a:pathLst>
            </a:custGeom>
            <a:ln w="25400" cap="rnd">
              <a:solidFill>
                <a:srgbClr val="0A1264"/>
              </a:solidFill>
              <a:prstDash val="solid"/>
              <a:round/>
            </a:ln>
          </p:spPr>
          <p:txBody>
            <a:bodyPr rtlCol="0" anchor="ctr"/>
            <a:lstStyle/>
            <a:p>
              <a:endParaRPr lang="en-CR"/>
            </a:p>
          </p:txBody>
        </p:sp>
        <p:sp>
          <p:nvSpPr>
            <p:cNvPr id="329" name="Freeform 328">
              <a:extLst>
                <a:ext uri="{FF2B5EF4-FFF2-40B4-BE49-F238E27FC236}">
                  <a16:creationId xmlns:a16="http://schemas.microsoft.com/office/drawing/2014/main" id="{E2AA1DDF-37D5-EB66-DFFE-BCDD8AA263D3}"/>
                </a:ext>
              </a:extLst>
            </p:cNvPr>
            <p:cNvSpPr/>
            <p:nvPr/>
          </p:nvSpPr>
          <p:spPr>
            <a:xfrm>
              <a:off x="9166253" y="3869747"/>
              <a:ext cx="19050" cy="247649"/>
            </a:xfrm>
            <a:custGeom>
              <a:avLst/>
              <a:gdLst>
                <a:gd name="connsiteX0" fmla="*/ 0 w 19050"/>
                <a:gd name="connsiteY0" fmla="*/ 0 h 247649"/>
                <a:gd name="connsiteX1" fmla="*/ 0 w 19050"/>
                <a:gd name="connsiteY1" fmla="*/ 247650 h 247649"/>
              </a:gdLst>
              <a:ahLst/>
              <a:cxnLst>
                <a:cxn ang="0">
                  <a:pos x="connsiteX0" y="connsiteY0"/>
                </a:cxn>
                <a:cxn ang="0">
                  <a:pos x="connsiteX1" y="connsiteY1"/>
                </a:cxn>
              </a:cxnLst>
              <a:rect l="l" t="t" r="r" b="b"/>
              <a:pathLst>
                <a:path w="19050" h="247649">
                  <a:moveTo>
                    <a:pt x="0" y="0"/>
                  </a:moveTo>
                  <a:lnTo>
                    <a:pt x="0" y="247650"/>
                  </a:lnTo>
                </a:path>
              </a:pathLst>
            </a:custGeom>
            <a:ln w="25400" cap="rnd">
              <a:solidFill>
                <a:srgbClr val="005EFF"/>
              </a:solidFill>
              <a:prstDash val="solid"/>
              <a:round/>
            </a:ln>
          </p:spPr>
          <p:txBody>
            <a:bodyPr rtlCol="0" anchor="ctr"/>
            <a:lstStyle/>
            <a:p>
              <a:endParaRPr lang="en-CR"/>
            </a:p>
          </p:txBody>
        </p:sp>
        <p:sp>
          <p:nvSpPr>
            <p:cNvPr id="330" name="Freeform 329">
              <a:extLst>
                <a:ext uri="{FF2B5EF4-FFF2-40B4-BE49-F238E27FC236}">
                  <a16:creationId xmlns:a16="http://schemas.microsoft.com/office/drawing/2014/main" id="{7C71C03E-4B70-4CCB-3FC6-06EB34FFEAE0}"/>
                </a:ext>
              </a:extLst>
            </p:cNvPr>
            <p:cNvSpPr/>
            <p:nvPr/>
          </p:nvSpPr>
          <p:spPr>
            <a:xfrm>
              <a:off x="9280553" y="3869747"/>
              <a:ext cx="19050" cy="247649"/>
            </a:xfrm>
            <a:custGeom>
              <a:avLst/>
              <a:gdLst>
                <a:gd name="connsiteX0" fmla="*/ 0 w 19050"/>
                <a:gd name="connsiteY0" fmla="*/ 0 h 247649"/>
                <a:gd name="connsiteX1" fmla="*/ 0 w 19050"/>
                <a:gd name="connsiteY1" fmla="*/ 247650 h 247649"/>
              </a:gdLst>
              <a:ahLst/>
              <a:cxnLst>
                <a:cxn ang="0">
                  <a:pos x="connsiteX0" y="connsiteY0"/>
                </a:cxn>
                <a:cxn ang="0">
                  <a:pos x="connsiteX1" y="connsiteY1"/>
                </a:cxn>
              </a:cxnLst>
              <a:rect l="l" t="t" r="r" b="b"/>
              <a:pathLst>
                <a:path w="19050" h="247649">
                  <a:moveTo>
                    <a:pt x="0" y="0"/>
                  </a:moveTo>
                  <a:lnTo>
                    <a:pt x="0" y="247650"/>
                  </a:lnTo>
                </a:path>
              </a:pathLst>
            </a:custGeom>
            <a:ln w="25400" cap="rnd">
              <a:solidFill>
                <a:srgbClr val="005EFF"/>
              </a:solidFill>
              <a:prstDash val="solid"/>
              <a:round/>
            </a:ln>
          </p:spPr>
          <p:txBody>
            <a:bodyPr rtlCol="0" anchor="ctr"/>
            <a:lstStyle/>
            <a:p>
              <a:endParaRPr lang="en-CR"/>
            </a:p>
          </p:txBody>
        </p:sp>
        <p:sp>
          <p:nvSpPr>
            <p:cNvPr id="331" name="Freeform 330">
              <a:extLst>
                <a:ext uri="{FF2B5EF4-FFF2-40B4-BE49-F238E27FC236}">
                  <a16:creationId xmlns:a16="http://schemas.microsoft.com/office/drawing/2014/main" id="{0C3BA394-9FF9-4721-25A0-B1327855BB94}"/>
                </a:ext>
              </a:extLst>
            </p:cNvPr>
            <p:cNvSpPr/>
            <p:nvPr/>
          </p:nvSpPr>
          <p:spPr>
            <a:xfrm>
              <a:off x="9452003" y="3869747"/>
              <a:ext cx="19050" cy="247649"/>
            </a:xfrm>
            <a:custGeom>
              <a:avLst/>
              <a:gdLst>
                <a:gd name="connsiteX0" fmla="*/ 0 w 19050"/>
                <a:gd name="connsiteY0" fmla="*/ 0 h 247649"/>
                <a:gd name="connsiteX1" fmla="*/ 0 w 19050"/>
                <a:gd name="connsiteY1" fmla="*/ 247650 h 247649"/>
              </a:gdLst>
              <a:ahLst/>
              <a:cxnLst>
                <a:cxn ang="0">
                  <a:pos x="connsiteX0" y="connsiteY0"/>
                </a:cxn>
                <a:cxn ang="0">
                  <a:pos x="connsiteX1" y="connsiteY1"/>
                </a:cxn>
              </a:cxnLst>
              <a:rect l="l" t="t" r="r" b="b"/>
              <a:pathLst>
                <a:path w="19050" h="247649">
                  <a:moveTo>
                    <a:pt x="0" y="0"/>
                  </a:moveTo>
                  <a:lnTo>
                    <a:pt x="0" y="247650"/>
                  </a:lnTo>
                </a:path>
              </a:pathLst>
            </a:custGeom>
            <a:ln w="25400" cap="rnd">
              <a:solidFill>
                <a:srgbClr val="005EFF"/>
              </a:solidFill>
              <a:prstDash val="solid"/>
              <a:round/>
            </a:ln>
          </p:spPr>
          <p:txBody>
            <a:bodyPr rtlCol="0" anchor="ctr"/>
            <a:lstStyle/>
            <a:p>
              <a:endParaRPr lang="en-CR"/>
            </a:p>
          </p:txBody>
        </p:sp>
        <p:sp>
          <p:nvSpPr>
            <p:cNvPr id="332" name="Freeform 331">
              <a:extLst>
                <a:ext uri="{FF2B5EF4-FFF2-40B4-BE49-F238E27FC236}">
                  <a16:creationId xmlns:a16="http://schemas.microsoft.com/office/drawing/2014/main" id="{E445D7E0-9A62-F3E7-9981-84C7C52FE53A}"/>
                </a:ext>
              </a:extLst>
            </p:cNvPr>
            <p:cNvSpPr/>
            <p:nvPr/>
          </p:nvSpPr>
          <p:spPr>
            <a:xfrm>
              <a:off x="9566303" y="3869747"/>
              <a:ext cx="19050" cy="247649"/>
            </a:xfrm>
            <a:custGeom>
              <a:avLst/>
              <a:gdLst>
                <a:gd name="connsiteX0" fmla="*/ 0 w 19050"/>
                <a:gd name="connsiteY0" fmla="*/ 0 h 247649"/>
                <a:gd name="connsiteX1" fmla="*/ 0 w 19050"/>
                <a:gd name="connsiteY1" fmla="*/ 247650 h 247649"/>
              </a:gdLst>
              <a:ahLst/>
              <a:cxnLst>
                <a:cxn ang="0">
                  <a:pos x="connsiteX0" y="connsiteY0"/>
                </a:cxn>
                <a:cxn ang="0">
                  <a:pos x="connsiteX1" y="connsiteY1"/>
                </a:cxn>
              </a:cxnLst>
              <a:rect l="l" t="t" r="r" b="b"/>
              <a:pathLst>
                <a:path w="19050" h="247649">
                  <a:moveTo>
                    <a:pt x="0" y="0"/>
                  </a:moveTo>
                  <a:lnTo>
                    <a:pt x="0" y="247650"/>
                  </a:lnTo>
                </a:path>
              </a:pathLst>
            </a:custGeom>
            <a:ln w="25400" cap="rnd">
              <a:solidFill>
                <a:srgbClr val="005EFF"/>
              </a:solidFill>
              <a:prstDash val="solid"/>
              <a:round/>
            </a:ln>
          </p:spPr>
          <p:txBody>
            <a:bodyPr rtlCol="0" anchor="ctr"/>
            <a:lstStyle/>
            <a:p>
              <a:endParaRPr lang="en-CR"/>
            </a:p>
          </p:txBody>
        </p:sp>
      </p:grpSp>
      <p:grpSp>
        <p:nvGrpSpPr>
          <p:cNvPr id="333" name="Graphic 351">
            <a:extLst>
              <a:ext uri="{FF2B5EF4-FFF2-40B4-BE49-F238E27FC236}">
                <a16:creationId xmlns:a16="http://schemas.microsoft.com/office/drawing/2014/main" id="{1FE37BAB-9FD6-25F0-0CC9-A766FA1AB627}"/>
              </a:ext>
            </a:extLst>
          </p:cNvPr>
          <p:cNvGrpSpPr/>
          <p:nvPr/>
        </p:nvGrpSpPr>
        <p:grpSpPr>
          <a:xfrm>
            <a:off x="10546862" y="3116691"/>
            <a:ext cx="549783" cy="549783"/>
            <a:chOff x="10295352" y="3656975"/>
            <a:chExt cx="549783" cy="549783"/>
          </a:xfrm>
          <a:noFill/>
        </p:grpSpPr>
        <p:sp>
          <p:nvSpPr>
            <p:cNvPr id="334" name="Freeform 333">
              <a:extLst>
                <a:ext uri="{FF2B5EF4-FFF2-40B4-BE49-F238E27FC236}">
                  <a16:creationId xmlns:a16="http://schemas.microsoft.com/office/drawing/2014/main" id="{7839DF39-D412-2727-92A3-C7FB5F4CEDA4}"/>
                </a:ext>
              </a:extLst>
            </p:cNvPr>
            <p:cNvSpPr/>
            <p:nvPr/>
          </p:nvSpPr>
          <p:spPr>
            <a:xfrm>
              <a:off x="10295352" y="3656975"/>
              <a:ext cx="549783" cy="549783"/>
            </a:xfrm>
            <a:custGeom>
              <a:avLst/>
              <a:gdLst>
                <a:gd name="connsiteX0" fmla="*/ 549783 w 549783"/>
                <a:gd name="connsiteY0" fmla="*/ 274892 h 549783"/>
                <a:gd name="connsiteX1" fmla="*/ 274892 w 549783"/>
                <a:gd name="connsiteY1" fmla="*/ 549783 h 549783"/>
                <a:gd name="connsiteX2" fmla="*/ 0 w 549783"/>
                <a:gd name="connsiteY2" fmla="*/ 274892 h 549783"/>
                <a:gd name="connsiteX3" fmla="*/ 274892 w 549783"/>
                <a:gd name="connsiteY3" fmla="*/ 0 h 549783"/>
                <a:gd name="connsiteX4" fmla="*/ 549783 w 549783"/>
                <a:gd name="connsiteY4" fmla="*/ 274892 h 54978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9783" h="549783">
                  <a:moveTo>
                    <a:pt x="549783" y="274892"/>
                  </a:moveTo>
                  <a:cubicBezTo>
                    <a:pt x="549783" y="426710"/>
                    <a:pt x="426710" y="549783"/>
                    <a:pt x="274892" y="549783"/>
                  </a:cubicBezTo>
                  <a:cubicBezTo>
                    <a:pt x="123073" y="549783"/>
                    <a:pt x="0" y="426710"/>
                    <a:pt x="0" y="274892"/>
                  </a:cubicBezTo>
                  <a:cubicBezTo>
                    <a:pt x="0" y="123073"/>
                    <a:pt x="123073" y="0"/>
                    <a:pt x="274892" y="0"/>
                  </a:cubicBezTo>
                  <a:cubicBezTo>
                    <a:pt x="426710" y="0"/>
                    <a:pt x="549783" y="123073"/>
                    <a:pt x="549783" y="274892"/>
                  </a:cubicBezTo>
                  <a:close/>
                </a:path>
              </a:pathLst>
            </a:custGeom>
            <a:noFill/>
            <a:ln w="25400" cap="rnd">
              <a:solidFill>
                <a:srgbClr val="0A1264"/>
              </a:solidFill>
              <a:prstDash val="solid"/>
              <a:round/>
            </a:ln>
          </p:spPr>
          <p:txBody>
            <a:bodyPr rtlCol="0" anchor="ctr"/>
            <a:lstStyle/>
            <a:p>
              <a:endParaRPr lang="en-CR"/>
            </a:p>
          </p:txBody>
        </p:sp>
        <p:sp>
          <p:nvSpPr>
            <p:cNvPr id="335" name="Freeform 334">
              <a:extLst>
                <a:ext uri="{FF2B5EF4-FFF2-40B4-BE49-F238E27FC236}">
                  <a16:creationId xmlns:a16="http://schemas.microsoft.com/office/drawing/2014/main" id="{553263AD-6D65-1A83-105A-5DBF2E48CAF9}"/>
                </a:ext>
              </a:extLst>
            </p:cNvPr>
            <p:cNvSpPr/>
            <p:nvPr/>
          </p:nvSpPr>
          <p:spPr>
            <a:xfrm>
              <a:off x="10376923" y="3769971"/>
              <a:ext cx="417007" cy="318614"/>
            </a:xfrm>
            <a:custGeom>
              <a:avLst/>
              <a:gdLst>
                <a:gd name="connsiteX0" fmla="*/ 14251 w 417007"/>
                <a:gd name="connsiteY0" fmla="*/ 3400 h 318614"/>
                <a:gd name="connsiteX1" fmla="*/ 22061 w 417007"/>
                <a:gd name="connsiteY1" fmla="*/ 71980 h 318614"/>
                <a:gd name="connsiteX2" fmla="*/ 57875 w 417007"/>
                <a:gd name="connsiteY2" fmla="*/ 46834 h 318614"/>
                <a:gd name="connsiteX3" fmla="*/ 77306 w 417007"/>
                <a:gd name="connsiteY3" fmla="*/ 12925 h 318614"/>
                <a:gd name="connsiteX4" fmla="*/ 84164 w 417007"/>
                <a:gd name="connsiteY4" fmla="*/ 67027 h 318614"/>
                <a:gd name="connsiteX5" fmla="*/ 109310 w 417007"/>
                <a:gd name="connsiteY5" fmla="*/ 66074 h 318614"/>
                <a:gd name="connsiteX6" fmla="*/ 140171 w 417007"/>
                <a:gd name="connsiteY6" fmla="*/ 2257 h 318614"/>
                <a:gd name="connsiteX7" fmla="*/ 200179 w 417007"/>
                <a:gd name="connsiteY7" fmla="*/ 32165 h 318614"/>
                <a:gd name="connsiteX8" fmla="*/ 172175 w 417007"/>
                <a:gd name="connsiteY8" fmla="*/ 62074 h 318614"/>
                <a:gd name="connsiteX9" fmla="*/ 164365 w 417007"/>
                <a:gd name="connsiteY9" fmla="*/ 119033 h 318614"/>
                <a:gd name="connsiteX10" fmla="*/ 219038 w 417007"/>
                <a:gd name="connsiteY10" fmla="*/ 137131 h 318614"/>
                <a:gd name="connsiteX11" fmla="*/ 274664 w 417007"/>
                <a:gd name="connsiteY11" fmla="*/ 269909 h 318614"/>
                <a:gd name="connsiteX12" fmla="*/ 297905 w 417007"/>
                <a:gd name="connsiteY12" fmla="*/ 316391 h 318614"/>
                <a:gd name="connsiteX13" fmla="*/ 368581 w 417007"/>
                <a:gd name="connsiteY13" fmla="*/ 171421 h 318614"/>
                <a:gd name="connsiteX14" fmla="*/ 378296 w 417007"/>
                <a:gd name="connsiteY14" fmla="*/ 119224 h 318614"/>
                <a:gd name="connsiteX15" fmla="*/ 416968 w 417007"/>
                <a:gd name="connsiteY15" fmla="*/ 73694 h 3186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17007" h="318614">
                  <a:moveTo>
                    <a:pt x="14251" y="3400"/>
                  </a:moveTo>
                  <a:cubicBezTo>
                    <a:pt x="14251" y="3400"/>
                    <a:pt x="-22516" y="87791"/>
                    <a:pt x="22061" y="71980"/>
                  </a:cubicBezTo>
                  <a:cubicBezTo>
                    <a:pt x="55018" y="60359"/>
                    <a:pt x="57875" y="46834"/>
                    <a:pt x="57875" y="46834"/>
                  </a:cubicBezTo>
                  <a:lnTo>
                    <a:pt x="77306" y="12925"/>
                  </a:lnTo>
                  <a:cubicBezTo>
                    <a:pt x="77306" y="12925"/>
                    <a:pt x="80164" y="60359"/>
                    <a:pt x="84164" y="67027"/>
                  </a:cubicBezTo>
                  <a:cubicBezTo>
                    <a:pt x="87974" y="73885"/>
                    <a:pt x="103595" y="93125"/>
                    <a:pt x="109310" y="66074"/>
                  </a:cubicBezTo>
                  <a:cubicBezTo>
                    <a:pt x="119978" y="16354"/>
                    <a:pt x="121693" y="2257"/>
                    <a:pt x="140171" y="2257"/>
                  </a:cubicBezTo>
                  <a:cubicBezTo>
                    <a:pt x="158650" y="2257"/>
                    <a:pt x="196369" y="-12221"/>
                    <a:pt x="200179" y="32165"/>
                  </a:cubicBezTo>
                  <a:cubicBezTo>
                    <a:pt x="203989" y="76742"/>
                    <a:pt x="196369" y="50453"/>
                    <a:pt x="172175" y="62074"/>
                  </a:cubicBezTo>
                  <a:cubicBezTo>
                    <a:pt x="147982" y="73694"/>
                    <a:pt x="142267" y="114271"/>
                    <a:pt x="164365" y="119033"/>
                  </a:cubicBezTo>
                  <a:cubicBezTo>
                    <a:pt x="178081" y="122081"/>
                    <a:pt x="202274" y="130844"/>
                    <a:pt x="219038" y="137131"/>
                  </a:cubicBezTo>
                  <a:cubicBezTo>
                    <a:pt x="272950" y="157705"/>
                    <a:pt x="274664" y="217331"/>
                    <a:pt x="274664" y="269909"/>
                  </a:cubicBezTo>
                  <a:cubicBezTo>
                    <a:pt x="274664" y="269909"/>
                    <a:pt x="275617" y="330869"/>
                    <a:pt x="297905" y="316391"/>
                  </a:cubicBezTo>
                  <a:cubicBezTo>
                    <a:pt x="320194" y="301913"/>
                    <a:pt x="381154" y="207044"/>
                    <a:pt x="368581" y="171421"/>
                  </a:cubicBezTo>
                  <a:cubicBezTo>
                    <a:pt x="356008" y="135797"/>
                    <a:pt x="355055" y="131797"/>
                    <a:pt x="378296" y="119224"/>
                  </a:cubicBezTo>
                  <a:cubicBezTo>
                    <a:pt x="401537" y="106651"/>
                    <a:pt x="417920" y="91220"/>
                    <a:pt x="416968" y="73694"/>
                  </a:cubicBezTo>
                </a:path>
              </a:pathLst>
            </a:custGeom>
            <a:noFill/>
            <a:ln w="25400" cap="rnd">
              <a:solidFill>
                <a:srgbClr val="005EFF"/>
              </a:solidFill>
              <a:prstDash val="solid"/>
              <a:round/>
            </a:ln>
          </p:spPr>
          <p:txBody>
            <a:bodyPr rtlCol="0" anchor="ctr"/>
            <a:lstStyle/>
            <a:p>
              <a:endParaRPr lang="en-CR"/>
            </a:p>
          </p:txBody>
        </p:sp>
        <p:sp>
          <p:nvSpPr>
            <p:cNvPr id="336" name="Freeform 335">
              <a:extLst>
                <a:ext uri="{FF2B5EF4-FFF2-40B4-BE49-F238E27FC236}">
                  <a16:creationId xmlns:a16="http://schemas.microsoft.com/office/drawing/2014/main" id="{5CC85051-8A8E-D7BD-09C6-1D07914A08A5}"/>
                </a:ext>
              </a:extLst>
            </p:cNvPr>
            <p:cNvSpPr/>
            <p:nvPr/>
          </p:nvSpPr>
          <p:spPr>
            <a:xfrm>
              <a:off x="10345835" y="3935698"/>
              <a:ext cx="114236" cy="159427"/>
            </a:xfrm>
            <a:custGeom>
              <a:avLst/>
              <a:gdLst>
                <a:gd name="connsiteX0" fmla="*/ 0 w 114236"/>
                <a:gd name="connsiteY0" fmla="*/ 65892 h 159427"/>
                <a:gd name="connsiteX1" fmla="*/ 22289 w 114236"/>
                <a:gd name="connsiteY1" fmla="*/ 1312 h 159427"/>
                <a:gd name="connsiteX2" fmla="*/ 58102 w 114236"/>
                <a:gd name="connsiteY2" fmla="*/ 27030 h 159427"/>
                <a:gd name="connsiteX3" fmla="*/ 110299 w 114236"/>
                <a:gd name="connsiteY3" fmla="*/ 65701 h 159427"/>
                <a:gd name="connsiteX4" fmla="*/ 57150 w 114236"/>
                <a:gd name="connsiteY4" fmla="*/ 159427 h 15942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236" h="159427">
                  <a:moveTo>
                    <a:pt x="0" y="65892"/>
                  </a:moveTo>
                  <a:cubicBezTo>
                    <a:pt x="0" y="65892"/>
                    <a:pt x="6858" y="-10880"/>
                    <a:pt x="22289" y="1312"/>
                  </a:cubicBezTo>
                  <a:cubicBezTo>
                    <a:pt x="37719" y="13504"/>
                    <a:pt x="44577" y="13504"/>
                    <a:pt x="58102" y="27030"/>
                  </a:cubicBezTo>
                  <a:cubicBezTo>
                    <a:pt x="71628" y="40555"/>
                    <a:pt x="129731" y="48366"/>
                    <a:pt x="110299" y="65701"/>
                  </a:cubicBezTo>
                  <a:cubicBezTo>
                    <a:pt x="90869" y="83037"/>
                    <a:pt x="83439" y="82084"/>
                    <a:pt x="57150" y="159427"/>
                  </a:cubicBezTo>
                </a:path>
              </a:pathLst>
            </a:custGeom>
            <a:noFill/>
            <a:ln w="25400" cap="rnd">
              <a:solidFill>
                <a:srgbClr val="005EFF"/>
              </a:solidFill>
              <a:prstDash val="solid"/>
              <a:round/>
            </a:ln>
          </p:spPr>
          <p:txBody>
            <a:bodyPr rtlCol="0" anchor="ctr"/>
            <a:lstStyle/>
            <a:p>
              <a:endParaRPr lang="en-CR"/>
            </a:p>
          </p:txBody>
        </p:sp>
      </p:grpSp>
      <p:grpSp>
        <p:nvGrpSpPr>
          <p:cNvPr id="337" name="Graphic 353">
            <a:extLst>
              <a:ext uri="{FF2B5EF4-FFF2-40B4-BE49-F238E27FC236}">
                <a16:creationId xmlns:a16="http://schemas.microsoft.com/office/drawing/2014/main" id="{151E4B8B-5E0E-00A7-DF32-84072201D547}"/>
              </a:ext>
            </a:extLst>
          </p:cNvPr>
          <p:cNvGrpSpPr/>
          <p:nvPr/>
        </p:nvGrpSpPr>
        <p:grpSpPr>
          <a:xfrm>
            <a:off x="4677350" y="4106621"/>
            <a:ext cx="533400" cy="481060"/>
            <a:chOff x="4532902" y="4569570"/>
            <a:chExt cx="533400" cy="481060"/>
          </a:xfrm>
          <a:noFill/>
        </p:grpSpPr>
        <p:sp>
          <p:nvSpPr>
            <p:cNvPr id="338" name="Freeform 337">
              <a:extLst>
                <a:ext uri="{FF2B5EF4-FFF2-40B4-BE49-F238E27FC236}">
                  <a16:creationId xmlns:a16="http://schemas.microsoft.com/office/drawing/2014/main" id="{D9AECA81-A396-657A-EC98-69274C12F2BB}"/>
                </a:ext>
              </a:extLst>
            </p:cNvPr>
            <p:cNvSpPr/>
            <p:nvPr/>
          </p:nvSpPr>
          <p:spPr>
            <a:xfrm>
              <a:off x="4704352" y="4569570"/>
              <a:ext cx="304800" cy="57727"/>
            </a:xfrm>
            <a:custGeom>
              <a:avLst/>
              <a:gdLst>
                <a:gd name="connsiteX0" fmla="*/ 0 w 304800"/>
                <a:gd name="connsiteY0" fmla="*/ 0 h 57727"/>
                <a:gd name="connsiteX1" fmla="*/ 304800 w 304800"/>
                <a:gd name="connsiteY1" fmla="*/ 0 h 57727"/>
                <a:gd name="connsiteX2" fmla="*/ 304800 w 304800"/>
                <a:gd name="connsiteY2" fmla="*/ 57727 h 57727"/>
              </a:gdLst>
              <a:ahLst/>
              <a:cxnLst>
                <a:cxn ang="0">
                  <a:pos x="connsiteX0" y="connsiteY0"/>
                </a:cxn>
                <a:cxn ang="0">
                  <a:pos x="connsiteX1" y="connsiteY1"/>
                </a:cxn>
                <a:cxn ang="0">
                  <a:pos x="connsiteX2" y="connsiteY2"/>
                </a:cxn>
              </a:cxnLst>
              <a:rect l="l" t="t" r="r" b="b"/>
              <a:pathLst>
                <a:path w="304800" h="57727">
                  <a:moveTo>
                    <a:pt x="0" y="0"/>
                  </a:moveTo>
                  <a:lnTo>
                    <a:pt x="304800" y="0"/>
                  </a:lnTo>
                  <a:lnTo>
                    <a:pt x="304800" y="57727"/>
                  </a:lnTo>
                </a:path>
              </a:pathLst>
            </a:custGeom>
            <a:noFill/>
            <a:ln w="25400" cap="rnd">
              <a:solidFill>
                <a:srgbClr val="0A1264"/>
              </a:solidFill>
              <a:prstDash val="solid"/>
              <a:round/>
            </a:ln>
          </p:spPr>
          <p:txBody>
            <a:bodyPr rtlCol="0" anchor="ctr"/>
            <a:lstStyle/>
            <a:p>
              <a:endParaRPr lang="en-CR"/>
            </a:p>
          </p:txBody>
        </p:sp>
        <p:sp>
          <p:nvSpPr>
            <p:cNvPr id="339" name="Freeform 338">
              <a:extLst>
                <a:ext uri="{FF2B5EF4-FFF2-40B4-BE49-F238E27FC236}">
                  <a16:creationId xmlns:a16="http://schemas.microsoft.com/office/drawing/2014/main" id="{0BEA6DBC-0259-6A65-B33E-D0B51F11FCCB}"/>
                </a:ext>
              </a:extLst>
            </p:cNvPr>
            <p:cNvSpPr/>
            <p:nvPr/>
          </p:nvSpPr>
          <p:spPr>
            <a:xfrm>
              <a:off x="4532902" y="4608055"/>
              <a:ext cx="533400" cy="423332"/>
            </a:xfrm>
            <a:custGeom>
              <a:avLst/>
              <a:gdLst>
                <a:gd name="connsiteX0" fmla="*/ 209550 w 533400"/>
                <a:gd name="connsiteY0" fmla="*/ 423333 h 423332"/>
                <a:gd name="connsiteX1" fmla="*/ 514350 w 533400"/>
                <a:gd name="connsiteY1" fmla="*/ 423333 h 423332"/>
                <a:gd name="connsiteX2" fmla="*/ 533400 w 533400"/>
                <a:gd name="connsiteY2" fmla="*/ 404091 h 423332"/>
                <a:gd name="connsiteX3" fmla="*/ 533400 w 533400"/>
                <a:gd name="connsiteY3" fmla="*/ 96212 h 423332"/>
                <a:gd name="connsiteX4" fmla="*/ 514541 w 533400"/>
                <a:gd name="connsiteY4" fmla="*/ 76970 h 423332"/>
                <a:gd name="connsiteX5" fmla="*/ 152400 w 533400"/>
                <a:gd name="connsiteY5" fmla="*/ 76970 h 423332"/>
                <a:gd name="connsiteX6" fmla="*/ 119634 w 533400"/>
                <a:gd name="connsiteY6" fmla="*/ 10583 h 423332"/>
                <a:gd name="connsiteX7" fmla="*/ 102680 w 533400"/>
                <a:gd name="connsiteY7" fmla="*/ 0 h 423332"/>
                <a:gd name="connsiteX8" fmla="*/ 19050 w 533400"/>
                <a:gd name="connsiteY8" fmla="*/ 0 h 423332"/>
                <a:gd name="connsiteX9" fmla="*/ 0 w 533400"/>
                <a:gd name="connsiteY9" fmla="*/ 19242 h 423332"/>
                <a:gd name="connsiteX10" fmla="*/ 0 w 533400"/>
                <a:gd name="connsiteY10" fmla="*/ 250151 h 4233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33400" h="423332">
                  <a:moveTo>
                    <a:pt x="209550" y="423333"/>
                  </a:moveTo>
                  <a:lnTo>
                    <a:pt x="514350" y="423333"/>
                  </a:lnTo>
                  <a:cubicBezTo>
                    <a:pt x="524828" y="423333"/>
                    <a:pt x="533400" y="414674"/>
                    <a:pt x="533400" y="404091"/>
                  </a:cubicBezTo>
                  <a:lnTo>
                    <a:pt x="533400" y="96212"/>
                  </a:lnTo>
                  <a:cubicBezTo>
                    <a:pt x="533400" y="85629"/>
                    <a:pt x="525018" y="76970"/>
                    <a:pt x="514541" y="76970"/>
                  </a:cubicBezTo>
                  <a:cubicBezTo>
                    <a:pt x="437579" y="76970"/>
                    <a:pt x="152400" y="76970"/>
                    <a:pt x="152400" y="76970"/>
                  </a:cubicBezTo>
                  <a:lnTo>
                    <a:pt x="119634" y="10583"/>
                  </a:lnTo>
                  <a:cubicBezTo>
                    <a:pt x="116396" y="4041"/>
                    <a:pt x="109728" y="0"/>
                    <a:pt x="102680" y="0"/>
                  </a:cubicBezTo>
                  <a:lnTo>
                    <a:pt x="19050" y="0"/>
                  </a:lnTo>
                  <a:cubicBezTo>
                    <a:pt x="8573" y="0"/>
                    <a:pt x="0" y="8659"/>
                    <a:pt x="0" y="19242"/>
                  </a:cubicBezTo>
                  <a:lnTo>
                    <a:pt x="0" y="250151"/>
                  </a:lnTo>
                </a:path>
              </a:pathLst>
            </a:custGeom>
            <a:noFill/>
            <a:ln w="25400" cap="rnd">
              <a:solidFill>
                <a:srgbClr val="0A1264"/>
              </a:solidFill>
              <a:prstDash val="solid"/>
              <a:round/>
            </a:ln>
          </p:spPr>
          <p:txBody>
            <a:bodyPr rtlCol="0" anchor="ctr"/>
            <a:lstStyle/>
            <a:p>
              <a:endParaRPr lang="en-CR"/>
            </a:p>
          </p:txBody>
        </p:sp>
        <p:sp>
          <p:nvSpPr>
            <p:cNvPr id="340" name="Freeform 339">
              <a:extLst>
                <a:ext uri="{FF2B5EF4-FFF2-40B4-BE49-F238E27FC236}">
                  <a16:creationId xmlns:a16="http://schemas.microsoft.com/office/drawing/2014/main" id="{4D939B42-6332-EBD0-EDBE-0606D79BDED4}"/>
                </a:ext>
              </a:extLst>
            </p:cNvPr>
            <p:cNvSpPr/>
            <p:nvPr/>
          </p:nvSpPr>
          <p:spPr>
            <a:xfrm>
              <a:off x="4533092" y="4882837"/>
              <a:ext cx="166115" cy="167793"/>
            </a:xfrm>
            <a:custGeom>
              <a:avLst/>
              <a:gdLst>
                <a:gd name="connsiteX0" fmla="*/ 166116 w 166115"/>
                <a:gd name="connsiteY0" fmla="*/ 83897 h 167793"/>
                <a:gd name="connsiteX1" fmla="*/ 83058 w 166115"/>
                <a:gd name="connsiteY1" fmla="*/ 167794 h 167793"/>
                <a:gd name="connsiteX2" fmla="*/ 0 w 166115"/>
                <a:gd name="connsiteY2" fmla="*/ 83897 h 167793"/>
                <a:gd name="connsiteX3" fmla="*/ 83058 w 166115"/>
                <a:gd name="connsiteY3" fmla="*/ 0 h 167793"/>
                <a:gd name="connsiteX4" fmla="*/ 166116 w 166115"/>
                <a:gd name="connsiteY4" fmla="*/ 83897 h 1677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6115" h="167793">
                  <a:moveTo>
                    <a:pt x="166116" y="83897"/>
                  </a:moveTo>
                  <a:cubicBezTo>
                    <a:pt x="166116" y="130271"/>
                    <a:pt x="128969" y="167794"/>
                    <a:pt x="83058" y="167794"/>
                  </a:cubicBezTo>
                  <a:cubicBezTo>
                    <a:pt x="37148" y="167794"/>
                    <a:pt x="0" y="130271"/>
                    <a:pt x="0" y="83897"/>
                  </a:cubicBezTo>
                  <a:cubicBezTo>
                    <a:pt x="0" y="37523"/>
                    <a:pt x="37148" y="0"/>
                    <a:pt x="83058" y="0"/>
                  </a:cubicBezTo>
                  <a:cubicBezTo>
                    <a:pt x="128969" y="0"/>
                    <a:pt x="166116" y="37523"/>
                    <a:pt x="166116" y="83897"/>
                  </a:cubicBezTo>
                  <a:close/>
                </a:path>
              </a:pathLst>
            </a:custGeom>
            <a:noFill/>
            <a:ln w="25400" cap="rnd">
              <a:solidFill>
                <a:srgbClr val="005EFF"/>
              </a:solidFill>
              <a:prstDash val="solid"/>
              <a:round/>
            </a:ln>
          </p:spPr>
          <p:txBody>
            <a:bodyPr rtlCol="0" anchor="ctr"/>
            <a:lstStyle/>
            <a:p>
              <a:endParaRPr lang="en-CR"/>
            </a:p>
          </p:txBody>
        </p:sp>
        <p:sp>
          <p:nvSpPr>
            <p:cNvPr id="341" name="Freeform 340">
              <a:extLst>
                <a:ext uri="{FF2B5EF4-FFF2-40B4-BE49-F238E27FC236}">
                  <a16:creationId xmlns:a16="http://schemas.microsoft.com/office/drawing/2014/main" id="{05786452-D7CC-2E70-BE57-14A2878642B6}"/>
                </a:ext>
              </a:extLst>
            </p:cNvPr>
            <p:cNvSpPr/>
            <p:nvPr/>
          </p:nvSpPr>
          <p:spPr>
            <a:xfrm>
              <a:off x="4952002" y="4761994"/>
              <a:ext cx="19050" cy="192424"/>
            </a:xfrm>
            <a:custGeom>
              <a:avLst/>
              <a:gdLst>
                <a:gd name="connsiteX0" fmla="*/ 0 w 19050"/>
                <a:gd name="connsiteY0" fmla="*/ 192424 h 192424"/>
                <a:gd name="connsiteX1" fmla="*/ 0 w 19050"/>
                <a:gd name="connsiteY1" fmla="*/ 0 h 192424"/>
              </a:gdLst>
              <a:ahLst/>
              <a:cxnLst>
                <a:cxn ang="0">
                  <a:pos x="connsiteX0" y="connsiteY0"/>
                </a:cxn>
                <a:cxn ang="0">
                  <a:pos x="connsiteX1" y="connsiteY1"/>
                </a:cxn>
              </a:cxnLst>
              <a:rect l="l" t="t" r="r" b="b"/>
              <a:pathLst>
                <a:path w="19050" h="192424">
                  <a:moveTo>
                    <a:pt x="0" y="192424"/>
                  </a:moveTo>
                  <a:lnTo>
                    <a:pt x="0" y="0"/>
                  </a:lnTo>
                </a:path>
              </a:pathLst>
            </a:custGeom>
            <a:ln w="25400" cap="rnd">
              <a:solidFill>
                <a:srgbClr val="005EFF"/>
              </a:solidFill>
              <a:prstDash val="solid"/>
              <a:round/>
            </a:ln>
          </p:spPr>
          <p:txBody>
            <a:bodyPr rtlCol="0" anchor="ctr"/>
            <a:lstStyle/>
            <a:p>
              <a:endParaRPr lang="en-CR"/>
            </a:p>
          </p:txBody>
        </p:sp>
        <p:sp>
          <p:nvSpPr>
            <p:cNvPr id="342" name="Freeform 341">
              <a:extLst>
                <a:ext uri="{FF2B5EF4-FFF2-40B4-BE49-F238E27FC236}">
                  <a16:creationId xmlns:a16="http://schemas.microsoft.com/office/drawing/2014/main" id="{16BD1F61-9604-B913-1B82-460CAE29FA3C}"/>
                </a:ext>
              </a:extLst>
            </p:cNvPr>
            <p:cNvSpPr/>
            <p:nvPr/>
          </p:nvSpPr>
          <p:spPr>
            <a:xfrm>
              <a:off x="4894852" y="4761994"/>
              <a:ext cx="114300" cy="57727"/>
            </a:xfrm>
            <a:custGeom>
              <a:avLst/>
              <a:gdLst>
                <a:gd name="connsiteX0" fmla="*/ 0 w 114300"/>
                <a:gd name="connsiteY0" fmla="*/ 57727 h 57727"/>
                <a:gd name="connsiteX1" fmla="*/ 57150 w 114300"/>
                <a:gd name="connsiteY1" fmla="*/ 0 h 57727"/>
                <a:gd name="connsiteX2" fmla="*/ 114300 w 114300"/>
                <a:gd name="connsiteY2" fmla="*/ 57727 h 57727"/>
              </a:gdLst>
              <a:ahLst/>
              <a:cxnLst>
                <a:cxn ang="0">
                  <a:pos x="connsiteX0" y="connsiteY0"/>
                </a:cxn>
                <a:cxn ang="0">
                  <a:pos x="connsiteX1" y="connsiteY1"/>
                </a:cxn>
                <a:cxn ang="0">
                  <a:pos x="connsiteX2" y="connsiteY2"/>
                </a:cxn>
              </a:cxnLst>
              <a:rect l="l" t="t" r="r" b="b"/>
              <a:pathLst>
                <a:path w="114300" h="57727">
                  <a:moveTo>
                    <a:pt x="0" y="57727"/>
                  </a:moveTo>
                  <a:lnTo>
                    <a:pt x="57150" y="0"/>
                  </a:lnTo>
                  <a:lnTo>
                    <a:pt x="114300" y="57727"/>
                  </a:lnTo>
                </a:path>
              </a:pathLst>
            </a:custGeom>
            <a:noFill/>
            <a:ln w="25400" cap="rnd">
              <a:solidFill>
                <a:srgbClr val="005EFF"/>
              </a:solidFill>
              <a:prstDash val="solid"/>
              <a:round/>
            </a:ln>
          </p:spPr>
          <p:txBody>
            <a:bodyPr rtlCol="0" anchor="ctr"/>
            <a:lstStyle/>
            <a:p>
              <a:endParaRPr lang="en-CR"/>
            </a:p>
          </p:txBody>
        </p:sp>
        <p:sp>
          <p:nvSpPr>
            <p:cNvPr id="343" name="Freeform 342">
              <a:extLst>
                <a:ext uri="{FF2B5EF4-FFF2-40B4-BE49-F238E27FC236}">
                  <a16:creationId xmlns:a16="http://schemas.microsoft.com/office/drawing/2014/main" id="{55BC25DF-5554-A961-2EF1-7B268E91E31E}"/>
                </a:ext>
              </a:extLst>
            </p:cNvPr>
            <p:cNvSpPr/>
            <p:nvPr/>
          </p:nvSpPr>
          <p:spPr>
            <a:xfrm>
              <a:off x="4799602" y="4761994"/>
              <a:ext cx="19050" cy="192424"/>
            </a:xfrm>
            <a:custGeom>
              <a:avLst/>
              <a:gdLst>
                <a:gd name="connsiteX0" fmla="*/ 0 w 19050"/>
                <a:gd name="connsiteY0" fmla="*/ 0 h 192424"/>
                <a:gd name="connsiteX1" fmla="*/ 0 w 19050"/>
                <a:gd name="connsiteY1" fmla="*/ 192424 h 192424"/>
              </a:gdLst>
              <a:ahLst/>
              <a:cxnLst>
                <a:cxn ang="0">
                  <a:pos x="connsiteX0" y="connsiteY0"/>
                </a:cxn>
                <a:cxn ang="0">
                  <a:pos x="connsiteX1" y="connsiteY1"/>
                </a:cxn>
              </a:cxnLst>
              <a:rect l="l" t="t" r="r" b="b"/>
              <a:pathLst>
                <a:path w="19050" h="192424">
                  <a:moveTo>
                    <a:pt x="0" y="0"/>
                  </a:moveTo>
                  <a:lnTo>
                    <a:pt x="0" y="192424"/>
                  </a:lnTo>
                </a:path>
              </a:pathLst>
            </a:custGeom>
            <a:ln w="25400" cap="rnd">
              <a:solidFill>
                <a:srgbClr val="005EFF"/>
              </a:solidFill>
              <a:prstDash val="solid"/>
              <a:round/>
            </a:ln>
          </p:spPr>
          <p:txBody>
            <a:bodyPr rtlCol="0" anchor="ctr"/>
            <a:lstStyle/>
            <a:p>
              <a:endParaRPr lang="en-CR"/>
            </a:p>
          </p:txBody>
        </p:sp>
        <p:sp>
          <p:nvSpPr>
            <p:cNvPr id="344" name="Freeform 343">
              <a:extLst>
                <a:ext uri="{FF2B5EF4-FFF2-40B4-BE49-F238E27FC236}">
                  <a16:creationId xmlns:a16="http://schemas.microsoft.com/office/drawing/2014/main" id="{0F10AD4F-062E-F885-04B0-21A52B06DB5E}"/>
                </a:ext>
              </a:extLst>
            </p:cNvPr>
            <p:cNvSpPr/>
            <p:nvPr/>
          </p:nvSpPr>
          <p:spPr>
            <a:xfrm>
              <a:off x="4742452" y="4896691"/>
              <a:ext cx="114300" cy="57727"/>
            </a:xfrm>
            <a:custGeom>
              <a:avLst/>
              <a:gdLst>
                <a:gd name="connsiteX0" fmla="*/ 114300 w 114300"/>
                <a:gd name="connsiteY0" fmla="*/ 0 h 57727"/>
                <a:gd name="connsiteX1" fmla="*/ 57150 w 114300"/>
                <a:gd name="connsiteY1" fmla="*/ 57727 h 57727"/>
                <a:gd name="connsiteX2" fmla="*/ 0 w 114300"/>
                <a:gd name="connsiteY2" fmla="*/ 0 h 57727"/>
              </a:gdLst>
              <a:ahLst/>
              <a:cxnLst>
                <a:cxn ang="0">
                  <a:pos x="connsiteX0" y="connsiteY0"/>
                </a:cxn>
                <a:cxn ang="0">
                  <a:pos x="connsiteX1" y="connsiteY1"/>
                </a:cxn>
                <a:cxn ang="0">
                  <a:pos x="connsiteX2" y="connsiteY2"/>
                </a:cxn>
              </a:cxnLst>
              <a:rect l="l" t="t" r="r" b="b"/>
              <a:pathLst>
                <a:path w="114300" h="57727">
                  <a:moveTo>
                    <a:pt x="114300" y="0"/>
                  </a:moveTo>
                  <a:lnTo>
                    <a:pt x="57150" y="57727"/>
                  </a:lnTo>
                  <a:lnTo>
                    <a:pt x="0" y="0"/>
                  </a:lnTo>
                </a:path>
              </a:pathLst>
            </a:custGeom>
            <a:noFill/>
            <a:ln w="25400" cap="rnd">
              <a:solidFill>
                <a:srgbClr val="005EFF"/>
              </a:solidFill>
              <a:prstDash val="solid"/>
              <a:round/>
            </a:ln>
          </p:spPr>
          <p:txBody>
            <a:bodyPr rtlCol="0" anchor="ctr"/>
            <a:lstStyle/>
            <a:p>
              <a:endParaRPr lang="en-CR"/>
            </a:p>
          </p:txBody>
        </p:sp>
      </p:grpSp>
      <p:grpSp>
        <p:nvGrpSpPr>
          <p:cNvPr id="345" name="Graphic 355">
            <a:extLst>
              <a:ext uri="{FF2B5EF4-FFF2-40B4-BE49-F238E27FC236}">
                <a16:creationId xmlns:a16="http://schemas.microsoft.com/office/drawing/2014/main" id="{B7D9232D-2FB0-CCAC-E56B-649C6A9E4360}"/>
              </a:ext>
            </a:extLst>
          </p:cNvPr>
          <p:cNvGrpSpPr/>
          <p:nvPr/>
        </p:nvGrpSpPr>
        <p:grpSpPr>
          <a:xfrm>
            <a:off x="5842954" y="4075329"/>
            <a:ext cx="516064" cy="543645"/>
            <a:chOff x="5676612" y="4544207"/>
            <a:chExt cx="516064" cy="543645"/>
          </a:xfrm>
          <a:noFill/>
        </p:grpSpPr>
        <p:sp>
          <p:nvSpPr>
            <p:cNvPr id="346" name="Freeform 345">
              <a:extLst>
                <a:ext uri="{FF2B5EF4-FFF2-40B4-BE49-F238E27FC236}">
                  <a16:creationId xmlns:a16="http://schemas.microsoft.com/office/drawing/2014/main" id="{C73646A5-0998-1ED1-A137-CFFF8D834FC2}"/>
                </a:ext>
              </a:extLst>
            </p:cNvPr>
            <p:cNvSpPr/>
            <p:nvPr/>
          </p:nvSpPr>
          <p:spPr>
            <a:xfrm>
              <a:off x="5810153" y="4971909"/>
              <a:ext cx="56959" cy="115365"/>
            </a:xfrm>
            <a:custGeom>
              <a:avLst/>
              <a:gdLst>
                <a:gd name="connsiteX0" fmla="*/ 0 w 56959"/>
                <a:gd name="connsiteY0" fmla="*/ 0 h 115365"/>
                <a:gd name="connsiteX1" fmla="*/ 56960 w 56959"/>
                <a:gd name="connsiteY1" fmla="*/ 0 h 115365"/>
                <a:gd name="connsiteX2" fmla="*/ 56960 w 56959"/>
                <a:gd name="connsiteY2" fmla="*/ 115366 h 115365"/>
                <a:gd name="connsiteX3" fmla="*/ 0 w 56959"/>
                <a:gd name="connsiteY3" fmla="*/ 115366 h 115365"/>
              </a:gdLst>
              <a:ahLst/>
              <a:cxnLst>
                <a:cxn ang="0">
                  <a:pos x="connsiteX0" y="connsiteY0"/>
                </a:cxn>
                <a:cxn ang="0">
                  <a:pos x="connsiteX1" y="connsiteY1"/>
                </a:cxn>
                <a:cxn ang="0">
                  <a:pos x="connsiteX2" y="connsiteY2"/>
                </a:cxn>
                <a:cxn ang="0">
                  <a:pos x="connsiteX3" y="connsiteY3"/>
                </a:cxn>
              </a:cxnLst>
              <a:rect l="l" t="t" r="r" b="b"/>
              <a:pathLst>
                <a:path w="56959" h="115365">
                  <a:moveTo>
                    <a:pt x="0" y="0"/>
                  </a:moveTo>
                  <a:lnTo>
                    <a:pt x="56960" y="0"/>
                  </a:lnTo>
                  <a:lnTo>
                    <a:pt x="56960" y="115366"/>
                  </a:lnTo>
                  <a:lnTo>
                    <a:pt x="0" y="115366"/>
                  </a:lnTo>
                  <a:close/>
                </a:path>
              </a:pathLst>
            </a:custGeom>
            <a:noFill/>
            <a:ln w="25400" cap="rnd">
              <a:solidFill>
                <a:srgbClr val="005EFF"/>
              </a:solidFill>
              <a:prstDash val="solid"/>
              <a:round/>
            </a:ln>
          </p:spPr>
          <p:txBody>
            <a:bodyPr rtlCol="0" anchor="ctr"/>
            <a:lstStyle/>
            <a:p>
              <a:endParaRPr lang="en-CR"/>
            </a:p>
          </p:txBody>
        </p:sp>
        <p:sp>
          <p:nvSpPr>
            <p:cNvPr id="347" name="Freeform 346">
              <a:extLst>
                <a:ext uri="{FF2B5EF4-FFF2-40B4-BE49-F238E27FC236}">
                  <a16:creationId xmlns:a16="http://schemas.microsoft.com/office/drawing/2014/main" id="{E4936672-9E47-5066-4422-52CF665D2329}"/>
                </a:ext>
              </a:extLst>
            </p:cNvPr>
            <p:cNvSpPr/>
            <p:nvPr/>
          </p:nvSpPr>
          <p:spPr>
            <a:xfrm>
              <a:off x="5810153" y="4836866"/>
              <a:ext cx="56959" cy="57489"/>
            </a:xfrm>
            <a:custGeom>
              <a:avLst/>
              <a:gdLst>
                <a:gd name="connsiteX0" fmla="*/ 0 w 56959"/>
                <a:gd name="connsiteY0" fmla="*/ 0 h 57489"/>
                <a:gd name="connsiteX1" fmla="*/ 56960 w 56959"/>
                <a:gd name="connsiteY1" fmla="*/ 0 h 57489"/>
                <a:gd name="connsiteX2" fmla="*/ 56960 w 56959"/>
                <a:gd name="connsiteY2" fmla="*/ 57490 h 57489"/>
                <a:gd name="connsiteX3" fmla="*/ 0 w 56959"/>
                <a:gd name="connsiteY3" fmla="*/ 57490 h 57489"/>
              </a:gdLst>
              <a:ahLst/>
              <a:cxnLst>
                <a:cxn ang="0">
                  <a:pos x="connsiteX0" y="connsiteY0"/>
                </a:cxn>
                <a:cxn ang="0">
                  <a:pos x="connsiteX1" y="connsiteY1"/>
                </a:cxn>
                <a:cxn ang="0">
                  <a:pos x="connsiteX2" y="connsiteY2"/>
                </a:cxn>
                <a:cxn ang="0">
                  <a:pos x="connsiteX3" y="connsiteY3"/>
                </a:cxn>
              </a:cxnLst>
              <a:rect l="l" t="t" r="r" b="b"/>
              <a:pathLst>
                <a:path w="56959" h="57489">
                  <a:moveTo>
                    <a:pt x="0" y="0"/>
                  </a:moveTo>
                  <a:lnTo>
                    <a:pt x="56960" y="0"/>
                  </a:lnTo>
                  <a:lnTo>
                    <a:pt x="56960" y="57490"/>
                  </a:lnTo>
                  <a:lnTo>
                    <a:pt x="0" y="57490"/>
                  </a:lnTo>
                  <a:close/>
                </a:path>
              </a:pathLst>
            </a:custGeom>
            <a:noFill/>
            <a:ln w="25400" cap="rnd">
              <a:solidFill>
                <a:srgbClr val="005EFF"/>
              </a:solidFill>
              <a:prstDash val="solid"/>
              <a:round/>
            </a:ln>
          </p:spPr>
          <p:txBody>
            <a:bodyPr rtlCol="0" anchor="ctr"/>
            <a:lstStyle/>
            <a:p>
              <a:endParaRPr lang="en-CR"/>
            </a:p>
          </p:txBody>
        </p:sp>
        <p:sp>
          <p:nvSpPr>
            <p:cNvPr id="348" name="Freeform 347">
              <a:extLst>
                <a:ext uri="{FF2B5EF4-FFF2-40B4-BE49-F238E27FC236}">
                  <a16:creationId xmlns:a16="http://schemas.microsoft.com/office/drawing/2014/main" id="{5D77F539-A83A-7E78-A381-D68AD8790BD9}"/>
                </a:ext>
              </a:extLst>
            </p:cNvPr>
            <p:cNvSpPr/>
            <p:nvPr/>
          </p:nvSpPr>
          <p:spPr>
            <a:xfrm>
              <a:off x="5810153" y="4701822"/>
              <a:ext cx="56959" cy="57489"/>
            </a:xfrm>
            <a:custGeom>
              <a:avLst/>
              <a:gdLst>
                <a:gd name="connsiteX0" fmla="*/ 0 w 56959"/>
                <a:gd name="connsiteY0" fmla="*/ 0 h 57489"/>
                <a:gd name="connsiteX1" fmla="*/ 56960 w 56959"/>
                <a:gd name="connsiteY1" fmla="*/ 0 h 57489"/>
                <a:gd name="connsiteX2" fmla="*/ 56960 w 56959"/>
                <a:gd name="connsiteY2" fmla="*/ 57490 h 57489"/>
                <a:gd name="connsiteX3" fmla="*/ 0 w 56959"/>
                <a:gd name="connsiteY3" fmla="*/ 57490 h 57489"/>
              </a:gdLst>
              <a:ahLst/>
              <a:cxnLst>
                <a:cxn ang="0">
                  <a:pos x="connsiteX0" y="connsiteY0"/>
                </a:cxn>
                <a:cxn ang="0">
                  <a:pos x="connsiteX1" y="connsiteY1"/>
                </a:cxn>
                <a:cxn ang="0">
                  <a:pos x="connsiteX2" y="connsiteY2"/>
                </a:cxn>
                <a:cxn ang="0">
                  <a:pos x="connsiteX3" y="connsiteY3"/>
                </a:cxn>
              </a:cxnLst>
              <a:rect l="l" t="t" r="r" b="b"/>
              <a:pathLst>
                <a:path w="56959" h="57489">
                  <a:moveTo>
                    <a:pt x="0" y="0"/>
                  </a:moveTo>
                  <a:lnTo>
                    <a:pt x="56960" y="0"/>
                  </a:lnTo>
                  <a:lnTo>
                    <a:pt x="56960" y="57490"/>
                  </a:lnTo>
                  <a:lnTo>
                    <a:pt x="0" y="57490"/>
                  </a:lnTo>
                  <a:close/>
                </a:path>
              </a:pathLst>
            </a:custGeom>
            <a:noFill/>
            <a:ln w="25400" cap="rnd">
              <a:solidFill>
                <a:srgbClr val="005EFF"/>
              </a:solidFill>
              <a:prstDash val="solid"/>
              <a:round/>
            </a:ln>
          </p:spPr>
          <p:txBody>
            <a:bodyPr rtlCol="0" anchor="ctr"/>
            <a:lstStyle/>
            <a:p>
              <a:endParaRPr lang="en-CR"/>
            </a:p>
          </p:txBody>
        </p:sp>
        <p:sp>
          <p:nvSpPr>
            <p:cNvPr id="349" name="Freeform 348">
              <a:extLst>
                <a:ext uri="{FF2B5EF4-FFF2-40B4-BE49-F238E27FC236}">
                  <a16:creationId xmlns:a16="http://schemas.microsoft.com/office/drawing/2014/main" id="{ACCFD385-B7CD-1704-A095-80B4DD0FA6A0}"/>
                </a:ext>
              </a:extLst>
            </p:cNvPr>
            <p:cNvSpPr/>
            <p:nvPr/>
          </p:nvSpPr>
          <p:spPr>
            <a:xfrm>
              <a:off x="6096665" y="5015316"/>
              <a:ext cx="19050" cy="71958"/>
            </a:xfrm>
            <a:custGeom>
              <a:avLst/>
              <a:gdLst>
                <a:gd name="connsiteX0" fmla="*/ 0 w 19050"/>
                <a:gd name="connsiteY0" fmla="*/ 71959 h 71958"/>
                <a:gd name="connsiteX1" fmla="*/ 0 w 19050"/>
                <a:gd name="connsiteY1" fmla="*/ 0 h 71958"/>
              </a:gdLst>
              <a:ahLst/>
              <a:cxnLst>
                <a:cxn ang="0">
                  <a:pos x="connsiteX0" y="connsiteY0"/>
                </a:cxn>
                <a:cxn ang="0">
                  <a:pos x="connsiteX1" y="connsiteY1"/>
                </a:cxn>
              </a:cxnLst>
              <a:rect l="l" t="t" r="r" b="b"/>
              <a:pathLst>
                <a:path w="19050" h="71958">
                  <a:moveTo>
                    <a:pt x="0" y="71959"/>
                  </a:moveTo>
                  <a:lnTo>
                    <a:pt x="0" y="0"/>
                  </a:lnTo>
                </a:path>
              </a:pathLst>
            </a:custGeom>
            <a:ln w="25400" cap="rnd">
              <a:solidFill>
                <a:srgbClr val="005EFF"/>
              </a:solidFill>
              <a:prstDash val="solid"/>
              <a:round/>
            </a:ln>
          </p:spPr>
          <p:txBody>
            <a:bodyPr rtlCol="0" anchor="ctr"/>
            <a:lstStyle/>
            <a:p>
              <a:endParaRPr lang="en-CR"/>
            </a:p>
          </p:txBody>
        </p:sp>
        <p:sp>
          <p:nvSpPr>
            <p:cNvPr id="350" name="Freeform 349">
              <a:extLst>
                <a:ext uri="{FF2B5EF4-FFF2-40B4-BE49-F238E27FC236}">
                  <a16:creationId xmlns:a16="http://schemas.microsoft.com/office/drawing/2014/main" id="{D79EC129-44B7-B026-BE49-9B98EEE5DD41}"/>
                </a:ext>
              </a:extLst>
            </p:cNvPr>
            <p:cNvSpPr/>
            <p:nvPr/>
          </p:nvSpPr>
          <p:spPr>
            <a:xfrm>
              <a:off x="6096665" y="4914998"/>
              <a:ext cx="19050" cy="26236"/>
            </a:xfrm>
            <a:custGeom>
              <a:avLst/>
              <a:gdLst>
                <a:gd name="connsiteX0" fmla="*/ 0 w 19050"/>
                <a:gd name="connsiteY0" fmla="*/ 26237 h 26236"/>
                <a:gd name="connsiteX1" fmla="*/ 0 w 19050"/>
                <a:gd name="connsiteY1" fmla="*/ 0 h 26236"/>
              </a:gdLst>
              <a:ahLst/>
              <a:cxnLst>
                <a:cxn ang="0">
                  <a:pos x="connsiteX0" y="connsiteY0"/>
                </a:cxn>
                <a:cxn ang="0">
                  <a:pos x="connsiteX1" y="connsiteY1"/>
                </a:cxn>
              </a:cxnLst>
              <a:rect l="l" t="t" r="r" b="b"/>
              <a:pathLst>
                <a:path w="19050" h="26236">
                  <a:moveTo>
                    <a:pt x="0" y="26237"/>
                  </a:moveTo>
                  <a:lnTo>
                    <a:pt x="0" y="0"/>
                  </a:lnTo>
                </a:path>
              </a:pathLst>
            </a:custGeom>
            <a:ln w="25400" cap="rnd">
              <a:solidFill>
                <a:srgbClr val="005EFF"/>
              </a:solidFill>
              <a:prstDash val="solid"/>
              <a:round/>
            </a:ln>
          </p:spPr>
          <p:txBody>
            <a:bodyPr rtlCol="0" anchor="ctr"/>
            <a:lstStyle/>
            <a:p>
              <a:endParaRPr lang="en-CR"/>
            </a:p>
          </p:txBody>
        </p:sp>
        <p:sp>
          <p:nvSpPr>
            <p:cNvPr id="351" name="Freeform 350">
              <a:extLst>
                <a:ext uri="{FF2B5EF4-FFF2-40B4-BE49-F238E27FC236}">
                  <a16:creationId xmlns:a16="http://schemas.microsoft.com/office/drawing/2014/main" id="{55975B0E-2028-2384-7B0B-CF5649965262}"/>
                </a:ext>
              </a:extLst>
            </p:cNvPr>
            <p:cNvSpPr/>
            <p:nvPr/>
          </p:nvSpPr>
          <p:spPr>
            <a:xfrm>
              <a:off x="6096665" y="4842267"/>
              <a:ext cx="19050" cy="26236"/>
            </a:xfrm>
            <a:custGeom>
              <a:avLst/>
              <a:gdLst>
                <a:gd name="connsiteX0" fmla="*/ 0 w 19050"/>
                <a:gd name="connsiteY0" fmla="*/ 26237 h 26236"/>
                <a:gd name="connsiteX1" fmla="*/ 0 w 19050"/>
                <a:gd name="connsiteY1" fmla="*/ 0 h 26236"/>
              </a:gdLst>
              <a:ahLst/>
              <a:cxnLst>
                <a:cxn ang="0">
                  <a:pos x="connsiteX0" y="connsiteY0"/>
                </a:cxn>
                <a:cxn ang="0">
                  <a:pos x="connsiteX1" y="connsiteY1"/>
                </a:cxn>
              </a:cxnLst>
              <a:rect l="l" t="t" r="r" b="b"/>
              <a:pathLst>
                <a:path w="19050" h="26236">
                  <a:moveTo>
                    <a:pt x="0" y="26237"/>
                  </a:moveTo>
                  <a:lnTo>
                    <a:pt x="0" y="0"/>
                  </a:lnTo>
                </a:path>
              </a:pathLst>
            </a:custGeom>
            <a:ln w="25400" cap="rnd">
              <a:solidFill>
                <a:srgbClr val="005EFF"/>
              </a:solidFill>
              <a:prstDash val="solid"/>
              <a:round/>
            </a:ln>
          </p:spPr>
          <p:txBody>
            <a:bodyPr rtlCol="0" anchor="ctr"/>
            <a:lstStyle/>
            <a:p>
              <a:endParaRPr lang="en-CR"/>
            </a:p>
          </p:txBody>
        </p:sp>
        <p:sp>
          <p:nvSpPr>
            <p:cNvPr id="352" name="Freeform 351">
              <a:extLst>
                <a:ext uri="{FF2B5EF4-FFF2-40B4-BE49-F238E27FC236}">
                  <a16:creationId xmlns:a16="http://schemas.microsoft.com/office/drawing/2014/main" id="{C9838484-6360-079E-491E-E4E458486FFA}"/>
                </a:ext>
              </a:extLst>
            </p:cNvPr>
            <p:cNvSpPr/>
            <p:nvPr/>
          </p:nvSpPr>
          <p:spPr>
            <a:xfrm>
              <a:off x="5676612" y="4544207"/>
              <a:ext cx="324040" cy="543645"/>
            </a:xfrm>
            <a:custGeom>
              <a:avLst/>
              <a:gdLst>
                <a:gd name="connsiteX0" fmla="*/ 14097 w 324040"/>
                <a:gd name="connsiteY0" fmla="*/ 42635 h 543645"/>
                <a:gd name="connsiteX1" fmla="*/ 305181 w 324040"/>
                <a:gd name="connsiteY1" fmla="*/ 193 h 543645"/>
                <a:gd name="connsiteX2" fmla="*/ 324041 w 324040"/>
                <a:gd name="connsiteY2" fmla="*/ 16784 h 543645"/>
                <a:gd name="connsiteX3" fmla="*/ 324041 w 324040"/>
                <a:gd name="connsiteY3" fmla="*/ 543646 h 543645"/>
                <a:gd name="connsiteX4" fmla="*/ 19050 w 324040"/>
                <a:gd name="connsiteY4" fmla="*/ 543646 h 543645"/>
                <a:gd name="connsiteX5" fmla="*/ 0 w 324040"/>
                <a:gd name="connsiteY5" fmla="*/ 524354 h 543645"/>
                <a:gd name="connsiteX6" fmla="*/ 0 w 324040"/>
                <a:gd name="connsiteY6" fmla="*/ 59226 h 543645"/>
                <a:gd name="connsiteX7" fmla="*/ 14097 w 324040"/>
                <a:gd name="connsiteY7" fmla="*/ 42635 h 5436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24040" h="543645">
                  <a:moveTo>
                    <a:pt x="14097" y="42635"/>
                  </a:moveTo>
                  <a:lnTo>
                    <a:pt x="305181" y="193"/>
                  </a:lnTo>
                  <a:cubicBezTo>
                    <a:pt x="315087" y="-1350"/>
                    <a:pt x="324041" y="6559"/>
                    <a:pt x="324041" y="16784"/>
                  </a:cubicBezTo>
                  <a:lnTo>
                    <a:pt x="324041" y="543646"/>
                  </a:lnTo>
                  <a:lnTo>
                    <a:pt x="19050" y="543646"/>
                  </a:lnTo>
                  <a:cubicBezTo>
                    <a:pt x="8573" y="543646"/>
                    <a:pt x="0" y="534965"/>
                    <a:pt x="0" y="524354"/>
                  </a:cubicBezTo>
                  <a:lnTo>
                    <a:pt x="0" y="59226"/>
                  </a:lnTo>
                  <a:cubicBezTo>
                    <a:pt x="0" y="50931"/>
                    <a:pt x="6096" y="43793"/>
                    <a:pt x="14097" y="42635"/>
                  </a:cubicBezTo>
                  <a:close/>
                </a:path>
              </a:pathLst>
            </a:custGeom>
            <a:noFill/>
            <a:ln w="25400" cap="rnd">
              <a:solidFill>
                <a:srgbClr val="0A1264"/>
              </a:solidFill>
              <a:prstDash val="solid"/>
              <a:round/>
            </a:ln>
          </p:spPr>
          <p:txBody>
            <a:bodyPr rtlCol="0" anchor="ctr"/>
            <a:lstStyle/>
            <a:p>
              <a:endParaRPr lang="en-CR"/>
            </a:p>
          </p:txBody>
        </p:sp>
        <p:sp>
          <p:nvSpPr>
            <p:cNvPr id="353" name="Freeform 352">
              <a:extLst>
                <a:ext uri="{FF2B5EF4-FFF2-40B4-BE49-F238E27FC236}">
                  <a16:creationId xmlns:a16="http://schemas.microsoft.com/office/drawing/2014/main" id="{5F1B8F22-F6AC-AC4D-EA80-5604B12F530C}"/>
                </a:ext>
              </a:extLst>
            </p:cNvPr>
            <p:cNvSpPr/>
            <p:nvPr/>
          </p:nvSpPr>
          <p:spPr>
            <a:xfrm>
              <a:off x="6000653" y="4733268"/>
              <a:ext cx="192023" cy="354392"/>
            </a:xfrm>
            <a:custGeom>
              <a:avLst/>
              <a:gdLst>
                <a:gd name="connsiteX0" fmla="*/ 0 w 192023"/>
                <a:gd name="connsiteY0" fmla="*/ 0 h 354392"/>
                <a:gd name="connsiteX1" fmla="*/ 178879 w 192023"/>
                <a:gd name="connsiteY1" fmla="*/ 37619 h 354392"/>
                <a:gd name="connsiteX2" fmla="*/ 192024 w 192023"/>
                <a:gd name="connsiteY2" fmla="*/ 54017 h 354392"/>
                <a:gd name="connsiteX3" fmla="*/ 192024 w 192023"/>
                <a:gd name="connsiteY3" fmla="*/ 335100 h 354392"/>
                <a:gd name="connsiteX4" fmla="*/ 172974 w 192023"/>
                <a:gd name="connsiteY4" fmla="*/ 354392 h 354392"/>
                <a:gd name="connsiteX5" fmla="*/ 0 w 192023"/>
                <a:gd name="connsiteY5" fmla="*/ 354392 h 354392"/>
                <a:gd name="connsiteX6" fmla="*/ 0 w 192023"/>
                <a:gd name="connsiteY6" fmla="*/ 0 h 3543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92023" h="354392">
                  <a:moveTo>
                    <a:pt x="0" y="0"/>
                  </a:moveTo>
                  <a:lnTo>
                    <a:pt x="178879" y="37619"/>
                  </a:lnTo>
                  <a:cubicBezTo>
                    <a:pt x="186499" y="39163"/>
                    <a:pt x="192024" y="46108"/>
                    <a:pt x="192024" y="54017"/>
                  </a:cubicBezTo>
                  <a:lnTo>
                    <a:pt x="192024" y="335100"/>
                  </a:lnTo>
                  <a:cubicBezTo>
                    <a:pt x="192024" y="345711"/>
                    <a:pt x="183451" y="354392"/>
                    <a:pt x="172974" y="354392"/>
                  </a:cubicBezTo>
                  <a:lnTo>
                    <a:pt x="0" y="354392"/>
                  </a:lnTo>
                  <a:lnTo>
                    <a:pt x="0" y="0"/>
                  </a:lnTo>
                  <a:close/>
                </a:path>
              </a:pathLst>
            </a:custGeom>
            <a:noFill/>
            <a:ln w="25400" cap="rnd">
              <a:solidFill>
                <a:srgbClr val="0A1264"/>
              </a:solidFill>
              <a:prstDash val="solid"/>
              <a:round/>
            </a:ln>
          </p:spPr>
          <p:txBody>
            <a:bodyPr rtlCol="0" anchor="ctr"/>
            <a:lstStyle/>
            <a:p>
              <a:endParaRPr lang="en-CR"/>
            </a:p>
          </p:txBody>
        </p:sp>
      </p:grpSp>
      <p:grpSp>
        <p:nvGrpSpPr>
          <p:cNvPr id="354" name="Graphic 357">
            <a:extLst>
              <a:ext uri="{FF2B5EF4-FFF2-40B4-BE49-F238E27FC236}">
                <a16:creationId xmlns:a16="http://schemas.microsoft.com/office/drawing/2014/main" id="{807896A8-CDB7-96FA-4A3D-03AB3BEC6CA9}"/>
              </a:ext>
            </a:extLst>
          </p:cNvPr>
          <p:cNvGrpSpPr/>
          <p:nvPr/>
        </p:nvGrpSpPr>
        <p:grpSpPr>
          <a:xfrm>
            <a:off x="7017861" y="4081424"/>
            <a:ext cx="502501" cy="531455"/>
            <a:chOff x="6748903" y="4553917"/>
            <a:chExt cx="502501" cy="531455"/>
          </a:xfrm>
          <a:noFill/>
        </p:grpSpPr>
        <p:sp>
          <p:nvSpPr>
            <p:cNvPr id="355" name="Freeform 354">
              <a:extLst>
                <a:ext uri="{FF2B5EF4-FFF2-40B4-BE49-F238E27FC236}">
                  <a16:creationId xmlns:a16="http://schemas.microsoft.com/office/drawing/2014/main" id="{49E881C3-ED6F-067A-8140-EED1A2B2D567}"/>
                </a:ext>
              </a:extLst>
            </p:cNvPr>
            <p:cNvSpPr/>
            <p:nvPr/>
          </p:nvSpPr>
          <p:spPr>
            <a:xfrm>
              <a:off x="7000059" y="4827021"/>
              <a:ext cx="19050" cy="222402"/>
            </a:xfrm>
            <a:custGeom>
              <a:avLst/>
              <a:gdLst>
                <a:gd name="connsiteX0" fmla="*/ 0 w 19050"/>
                <a:gd name="connsiteY0" fmla="*/ 0 h 222402"/>
                <a:gd name="connsiteX1" fmla="*/ 0 w 19050"/>
                <a:gd name="connsiteY1" fmla="*/ 222402 h 222402"/>
              </a:gdLst>
              <a:ahLst/>
              <a:cxnLst>
                <a:cxn ang="0">
                  <a:pos x="connsiteX0" y="connsiteY0"/>
                </a:cxn>
                <a:cxn ang="0">
                  <a:pos x="connsiteX1" y="connsiteY1"/>
                </a:cxn>
              </a:cxnLst>
              <a:rect l="l" t="t" r="r" b="b"/>
              <a:pathLst>
                <a:path w="19050" h="222402">
                  <a:moveTo>
                    <a:pt x="0" y="0"/>
                  </a:moveTo>
                  <a:lnTo>
                    <a:pt x="0" y="222402"/>
                  </a:lnTo>
                </a:path>
              </a:pathLst>
            </a:custGeom>
            <a:ln w="25400" cap="rnd">
              <a:solidFill>
                <a:srgbClr val="0A1264"/>
              </a:solidFill>
              <a:prstDash val="solid"/>
              <a:round/>
            </a:ln>
          </p:spPr>
          <p:txBody>
            <a:bodyPr rtlCol="0" anchor="ctr"/>
            <a:lstStyle/>
            <a:p>
              <a:endParaRPr lang="en-CR"/>
            </a:p>
          </p:txBody>
        </p:sp>
        <p:sp>
          <p:nvSpPr>
            <p:cNvPr id="356" name="Freeform 355">
              <a:extLst>
                <a:ext uri="{FF2B5EF4-FFF2-40B4-BE49-F238E27FC236}">
                  <a16:creationId xmlns:a16="http://schemas.microsoft.com/office/drawing/2014/main" id="{5DD95544-3B07-0CDE-C8B2-1F00BF86813B}"/>
                </a:ext>
              </a:extLst>
            </p:cNvPr>
            <p:cNvSpPr/>
            <p:nvPr/>
          </p:nvSpPr>
          <p:spPr>
            <a:xfrm>
              <a:off x="6906904" y="5016081"/>
              <a:ext cx="186690" cy="69291"/>
            </a:xfrm>
            <a:custGeom>
              <a:avLst/>
              <a:gdLst>
                <a:gd name="connsiteX0" fmla="*/ 186690 w 186690"/>
                <a:gd name="connsiteY0" fmla="*/ 34646 h 69291"/>
                <a:gd name="connsiteX1" fmla="*/ 93345 w 186690"/>
                <a:gd name="connsiteY1" fmla="*/ 69291 h 69291"/>
                <a:gd name="connsiteX2" fmla="*/ 0 w 186690"/>
                <a:gd name="connsiteY2" fmla="*/ 34646 h 69291"/>
                <a:gd name="connsiteX3" fmla="*/ 93345 w 186690"/>
                <a:gd name="connsiteY3" fmla="*/ 0 h 69291"/>
                <a:gd name="connsiteX4" fmla="*/ 186690 w 186690"/>
                <a:gd name="connsiteY4" fmla="*/ 34646 h 692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6690" h="69291">
                  <a:moveTo>
                    <a:pt x="186690" y="34646"/>
                  </a:moveTo>
                  <a:cubicBezTo>
                    <a:pt x="186690" y="53831"/>
                    <a:pt x="144780" y="69291"/>
                    <a:pt x="93345" y="69291"/>
                  </a:cubicBezTo>
                  <a:cubicBezTo>
                    <a:pt x="41910" y="69291"/>
                    <a:pt x="0" y="53831"/>
                    <a:pt x="0" y="34646"/>
                  </a:cubicBezTo>
                  <a:cubicBezTo>
                    <a:pt x="0" y="15460"/>
                    <a:pt x="41910" y="0"/>
                    <a:pt x="93345" y="0"/>
                  </a:cubicBezTo>
                  <a:cubicBezTo>
                    <a:pt x="144780" y="0"/>
                    <a:pt x="186690" y="15460"/>
                    <a:pt x="186690" y="34646"/>
                  </a:cubicBezTo>
                  <a:close/>
                </a:path>
              </a:pathLst>
            </a:custGeom>
            <a:noFill/>
            <a:ln w="25400" cap="rnd">
              <a:solidFill>
                <a:srgbClr val="0A1264"/>
              </a:solidFill>
              <a:prstDash val="solid"/>
              <a:round/>
            </a:ln>
          </p:spPr>
          <p:txBody>
            <a:bodyPr rtlCol="0" anchor="ctr"/>
            <a:lstStyle/>
            <a:p>
              <a:endParaRPr lang="en-CR"/>
            </a:p>
          </p:txBody>
        </p:sp>
        <p:sp>
          <p:nvSpPr>
            <p:cNvPr id="357" name="Freeform 356">
              <a:extLst>
                <a:ext uri="{FF2B5EF4-FFF2-40B4-BE49-F238E27FC236}">
                  <a16:creationId xmlns:a16="http://schemas.microsoft.com/office/drawing/2014/main" id="{F607B97A-2DF6-7A9E-5952-DC956089E5A9}"/>
                </a:ext>
              </a:extLst>
            </p:cNvPr>
            <p:cNvSpPr/>
            <p:nvPr/>
          </p:nvSpPr>
          <p:spPr>
            <a:xfrm>
              <a:off x="6748903" y="4640568"/>
              <a:ext cx="502501" cy="186452"/>
            </a:xfrm>
            <a:custGeom>
              <a:avLst/>
              <a:gdLst>
                <a:gd name="connsiteX0" fmla="*/ 498806 w 502501"/>
                <a:gd name="connsiteY0" fmla="*/ 186453 h 186452"/>
                <a:gd name="connsiteX1" fmla="*/ 3506 w 502501"/>
                <a:gd name="connsiteY1" fmla="*/ 186453 h 186452"/>
                <a:gd name="connsiteX2" fmla="*/ 267 w 502501"/>
                <a:gd name="connsiteY2" fmla="*/ 181424 h 186452"/>
                <a:gd name="connsiteX3" fmla="*/ 70752 w 502501"/>
                <a:gd name="connsiteY3" fmla="*/ 2049 h 186452"/>
                <a:gd name="connsiteX4" fmla="*/ 73991 w 502501"/>
                <a:gd name="connsiteY4" fmla="*/ 0 h 186452"/>
                <a:gd name="connsiteX5" fmla="*/ 428511 w 502501"/>
                <a:gd name="connsiteY5" fmla="*/ 0 h 186452"/>
                <a:gd name="connsiteX6" fmla="*/ 431750 w 502501"/>
                <a:gd name="connsiteY6" fmla="*/ 1676 h 186452"/>
                <a:gd name="connsiteX7" fmla="*/ 502235 w 502501"/>
                <a:gd name="connsiteY7" fmla="*/ 181424 h 186452"/>
                <a:gd name="connsiteX8" fmla="*/ 498996 w 502501"/>
                <a:gd name="connsiteY8" fmla="*/ 186267 h 1864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02501" h="186452">
                  <a:moveTo>
                    <a:pt x="498806" y="186453"/>
                  </a:moveTo>
                  <a:lnTo>
                    <a:pt x="3506" y="186453"/>
                  </a:lnTo>
                  <a:cubicBezTo>
                    <a:pt x="1029" y="186453"/>
                    <a:pt x="-685" y="183659"/>
                    <a:pt x="267" y="181424"/>
                  </a:cubicBezTo>
                  <a:lnTo>
                    <a:pt x="70752" y="2049"/>
                  </a:lnTo>
                  <a:cubicBezTo>
                    <a:pt x="71324" y="745"/>
                    <a:pt x="72467" y="0"/>
                    <a:pt x="73991" y="0"/>
                  </a:cubicBezTo>
                  <a:lnTo>
                    <a:pt x="428511" y="0"/>
                  </a:lnTo>
                  <a:cubicBezTo>
                    <a:pt x="429845" y="0"/>
                    <a:pt x="431178" y="559"/>
                    <a:pt x="431750" y="1676"/>
                  </a:cubicBezTo>
                  <a:lnTo>
                    <a:pt x="502235" y="181424"/>
                  </a:lnTo>
                  <a:cubicBezTo>
                    <a:pt x="503187" y="183659"/>
                    <a:pt x="501473" y="186267"/>
                    <a:pt x="498996" y="186267"/>
                  </a:cubicBezTo>
                  <a:close/>
                </a:path>
              </a:pathLst>
            </a:custGeom>
            <a:noFill/>
            <a:ln w="25400" cap="rnd">
              <a:solidFill>
                <a:srgbClr val="005EFF"/>
              </a:solidFill>
              <a:prstDash val="solid"/>
              <a:round/>
            </a:ln>
          </p:spPr>
          <p:txBody>
            <a:bodyPr rtlCol="0" anchor="ctr"/>
            <a:lstStyle/>
            <a:p>
              <a:endParaRPr lang="en-CR"/>
            </a:p>
          </p:txBody>
        </p:sp>
        <p:sp>
          <p:nvSpPr>
            <p:cNvPr id="358" name="Freeform 357">
              <a:extLst>
                <a:ext uri="{FF2B5EF4-FFF2-40B4-BE49-F238E27FC236}">
                  <a16:creationId xmlns:a16="http://schemas.microsoft.com/office/drawing/2014/main" id="{8DD76A8A-103E-B196-52AC-76C1B42EBA81}"/>
                </a:ext>
              </a:extLst>
            </p:cNvPr>
            <p:cNvSpPr/>
            <p:nvPr/>
          </p:nvSpPr>
          <p:spPr>
            <a:xfrm>
              <a:off x="6865947" y="4553917"/>
              <a:ext cx="114490" cy="137873"/>
            </a:xfrm>
            <a:custGeom>
              <a:avLst/>
              <a:gdLst>
                <a:gd name="connsiteX0" fmla="*/ 0 w 114490"/>
                <a:gd name="connsiteY0" fmla="*/ 137874 h 137873"/>
                <a:gd name="connsiteX1" fmla="*/ 0 w 114490"/>
                <a:gd name="connsiteY1" fmla="*/ 69700 h 137873"/>
                <a:gd name="connsiteX2" fmla="*/ 10097 w 114490"/>
                <a:gd name="connsiteY2" fmla="*/ 45858 h 137873"/>
                <a:gd name="connsiteX3" fmla="*/ 46863 w 114490"/>
                <a:gd name="connsiteY3" fmla="*/ 9908 h 137873"/>
                <a:gd name="connsiteX4" fmla="*/ 76962 w 114490"/>
                <a:gd name="connsiteY4" fmla="*/ 409 h 137873"/>
                <a:gd name="connsiteX5" fmla="*/ 114490 w 114490"/>
                <a:gd name="connsiteY5" fmla="*/ 6556 h 1378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4490" h="137873">
                  <a:moveTo>
                    <a:pt x="0" y="137874"/>
                  </a:moveTo>
                  <a:lnTo>
                    <a:pt x="0" y="69700"/>
                  </a:lnTo>
                  <a:cubicBezTo>
                    <a:pt x="0" y="60759"/>
                    <a:pt x="3620" y="52191"/>
                    <a:pt x="10097" y="45858"/>
                  </a:cubicBezTo>
                  <a:lnTo>
                    <a:pt x="46863" y="9908"/>
                  </a:lnTo>
                  <a:cubicBezTo>
                    <a:pt x="54674" y="2272"/>
                    <a:pt x="65913" y="-1268"/>
                    <a:pt x="76962" y="409"/>
                  </a:cubicBezTo>
                  <a:lnTo>
                    <a:pt x="114490" y="6556"/>
                  </a:lnTo>
                </a:path>
              </a:pathLst>
            </a:custGeom>
            <a:noFill/>
            <a:ln w="25400" cap="rnd">
              <a:solidFill>
                <a:srgbClr val="0A1264"/>
              </a:solidFill>
              <a:prstDash val="solid"/>
              <a:round/>
            </a:ln>
          </p:spPr>
          <p:txBody>
            <a:bodyPr rtlCol="0" anchor="ctr"/>
            <a:lstStyle/>
            <a:p>
              <a:endParaRPr lang="en-CR"/>
            </a:p>
          </p:txBody>
        </p:sp>
      </p:grpSp>
      <p:grpSp>
        <p:nvGrpSpPr>
          <p:cNvPr id="359" name="Graphic 359">
            <a:extLst>
              <a:ext uri="{FF2B5EF4-FFF2-40B4-BE49-F238E27FC236}">
                <a16:creationId xmlns:a16="http://schemas.microsoft.com/office/drawing/2014/main" id="{804646C9-C5D8-7ED1-4F02-DE2F3D7730D4}"/>
              </a:ext>
            </a:extLst>
          </p:cNvPr>
          <p:cNvGrpSpPr/>
          <p:nvPr/>
        </p:nvGrpSpPr>
        <p:grpSpPr>
          <a:xfrm>
            <a:off x="8177525" y="4073212"/>
            <a:ext cx="547878" cy="547878"/>
            <a:chOff x="7932238" y="4571377"/>
            <a:chExt cx="547878" cy="547878"/>
          </a:xfrm>
          <a:noFill/>
        </p:grpSpPr>
        <p:sp>
          <p:nvSpPr>
            <p:cNvPr id="360" name="Freeform 359">
              <a:extLst>
                <a:ext uri="{FF2B5EF4-FFF2-40B4-BE49-F238E27FC236}">
                  <a16:creationId xmlns:a16="http://schemas.microsoft.com/office/drawing/2014/main" id="{8FFB49A9-6CA2-22E9-C396-8F361201777E}"/>
                </a:ext>
              </a:extLst>
            </p:cNvPr>
            <p:cNvSpPr/>
            <p:nvPr/>
          </p:nvSpPr>
          <p:spPr>
            <a:xfrm>
              <a:off x="7932238" y="4571377"/>
              <a:ext cx="547878" cy="547878"/>
            </a:xfrm>
            <a:custGeom>
              <a:avLst/>
              <a:gdLst>
                <a:gd name="connsiteX0" fmla="*/ 547878 w 547878"/>
                <a:gd name="connsiteY0" fmla="*/ 273939 h 547878"/>
                <a:gd name="connsiteX1" fmla="*/ 273939 w 547878"/>
                <a:gd name="connsiteY1" fmla="*/ 547878 h 547878"/>
                <a:gd name="connsiteX2" fmla="*/ 0 w 547878"/>
                <a:gd name="connsiteY2" fmla="*/ 273939 h 547878"/>
                <a:gd name="connsiteX3" fmla="*/ 273939 w 547878"/>
                <a:gd name="connsiteY3" fmla="*/ 0 h 547878"/>
                <a:gd name="connsiteX4" fmla="*/ 547878 w 547878"/>
                <a:gd name="connsiteY4" fmla="*/ 273939 h 5478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7878" h="547878">
                  <a:moveTo>
                    <a:pt x="547878" y="273939"/>
                  </a:moveTo>
                  <a:cubicBezTo>
                    <a:pt x="547878" y="425196"/>
                    <a:pt x="425196" y="547878"/>
                    <a:pt x="273939" y="547878"/>
                  </a:cubicBezTo>
                  <a:cubicBezTo>
                    <a:pt x="122682" y="547878"/>
                    <a:pt x="0" y="425196"/>
                    <a:pt x="0" y="273939"/>
                  </a:cubicBezTo>
                  <a:cubicBezTo>
                    <a:pt x="0" y="122682"/>
                    <a:pt x="122682" y="0"/>
                    <a:pt x="273939" y="0"/>
                  </a:cubicBezTo>
                  <a:cubicBezTo>
                    <a:pt x="425196" y="0"/>
                    <a:pt x="547878" y="122682"/>
                    <a:pt x="547878" y="273939"/>
                  </a:cubicBezTo>
                  <a:close/>
                </a:path>
              </a:pathLst>
            </a:custGeom>
            <a:noFill/>
            <a:ln w="25400" cap="rnd">
              <a:solidFill>
                <a:srgbClr val="0A1264"/>
              </a:solidFill>
              <a:prstDash val="solid"/>
              <a:round/>
            </a:ln>
          </p:spPr>
          <p:txBody>
            <a:bodyPr rtlCol="0" anchor="ctr"/>
            <a:lstStyle/>
            <a:p>
              <a:endParaRPr lang="en-CR"/>
            </a:p>
          </p:txBody>
        </p:sp>
        <p:sp>
          <p:nvSpPr>
            <p:cNvPr id="361" name="Freeform 360">
              <a:extLst>
                <a:ext uri="{FF2B5EF4-FFF2-40B4-BE49-F238E27FC236}">
                  <a16:creationId xmlns:a16="http://schemas.microsoft.com/office/drawing/2014/main" id="{0A183504-B324-C3CE-60EC-C12B1B61F302}"/>
                </a:ext>
              </a:extLst>
            </p:cNvPr>
            <p:cNvSpPr/>
            <p:nvPr/>
          </p:nvSpPr>
          <p:spPr>
            <a:xfrm>
              <a:off x="8138550" y="4705489"/>
              <a:ext cx="19050" cy="263842"/>
            </a:xfrm>
            <a:custGeom>
              <a:avLst/>
              <a:gdLst>
                <a:gd name="connsiteX0" fmla="*/ 0 w 19050"/>
                <a:gd name="connsiteY0" fmla="*/ 0 h 263842"/>
                <a:gd name="connsiteX1" fmla="*/ 0 w 19050"/>
                <a:gd name="connsiteY1" fmla="*/ 263843 h 263842"/>
              </a:gdLst>
              <a:ahLst/>
              <a:cxnLst>
                <a:cxn ang="0">
                  <a:pos x="connsiteX0" y="connsiteY0"/>
                </a:cxn>
                <a:cxn ang="0">
                  <a:pos x="connsiteX1" y="connsiteY1"/>
                </a:cxn>
              </a:cxnLst>
              <a:rect l="l" t="t" r="r" b="b"/>
              <a:pathLst>
                <a:path w="19050" h="263842">
                  <a:moveTo>
                    <a:pt x="0" y="0"/>
                  </a:moveTo>
                  <a:lnTo>
                    <a:pt x="0" y="263843"/>
                  </a:lnTo>
                </a:path>
              </a:pathLst>
            </a:custGeom>
            <a:ln w="25400" cap="rnd">
              <a:solidFill>
                <a:srgbClr val="005EFF"/>
              </a:solidFill>
              <a:prstDash val="solid"/>
              <a:round/>
            </a:ln>
          </p:spPr>
          <p:txBody>
            <a:bodyPr rtlCol="0" anchor="ctr"/>
            <a:lstStyle/>
            <a:p>
              <a:endParaRPr lang="en-CR"/>
            </a:p>
          </p:txBody>
        </p:sp>
        <p:sp>
          <p:nvSpPr>
            <p:cNvPr id="362" name="Freeform 361">
              <a:extLst>
                <a:ext uri="{FF2B5EF4-FFF2-40B4-BE49-F238E27FC236}">
                  <a16:creationId xmlns:a16="http://schemas.microsoft.com/office/drawing/2014/main" id="{534F9E91-D0EE-C960-595D-1C5AA8B32029}"/>
                </a:ext>
              </a:extLst>
            </p:cNvPr>
            <p:cNvSpPr/>
            <p:nvPr/>
          </p:nvSpPr>
          <p:spPr>
            <a:xfrm>
              <a:off x="8177793" y="4658626"/>
              <a:ext cx="19050" cy="46863"/>
            </a:xfrm>
            <a:custGeom>
              <a:avLst/>
              <a:gdLst>
                <a:gd name="connsiteX0" fmla="*/ 0 w 19050"/>
                <a:gd name="connsiteY0" fmla="*/ 0 h 46863"/>
                <a:gd name="connsiteX1" fmla="*/ 0 w 19050"/>
                <a:gd name="connsiteY1" fmla="*/ 46863 h 46863"/>
              </a:gdLst>
              <a:ahLst/>
              <a:cxnLst>
                <a:cxn ang="0">
                  <a:pos x="connsiteX0" y="connsiteY0"/>
                </a:cxn>
                <a:cxn ang="0">
                  <a:pos x="connsiteX1" y="connsiteY1"/>
                </a:cxn>
              </a:cxnLst>
              <a:rect l="l" t="t" r="r" b="b"/>
              <a:pathLst>
                <a:path w="19050" h="46863">
                  <a:moveTo>
                    <a:pt x="0" y="0"/>
                  </a:moveTo>
                  <a:lnTo>
                    <a:pt x="0" y="46863"/>
                  </a:lnTo>
                </a:path>
              </a:pathLst>
            </a:custGeom>
            <a:ln w="25400" cap="rnd">
              <a:solidFill>
                <a:srgbClr val="005EFF"/>
              </a:solidFill>
              <a:prstDash val="solid"/>
              <a:round/>
            </a:ln>
          </p:spPr>
          <p:txBody>
            <a:bodyPr rtlCol="0" anchor="ctr"/>
            <a:lstStyle/>
            <a:p>
              <a:endParaRPr lang="en-CR"/>
            </a:p>
          </p:txBody>
        </p:sp>
        <p:sp>
          <p:nvSpPr>
            <p:cNvPr id="363" name="Freeform 362">
              <a:extLst>
                <a:ext uri="{FF2B5EF4-FFF2-40B4-BE49-F238E27FC236}">
                  <a16:creationId xmlns:a16="http://schemas.microsoft.com/office/drawing/2014/main" id="{5EA8AA23-6D9B-46AA-878F-25B0DEB84D69}"/>
                </a:ext>
              </a:extLst>
            </p:cNvPr>
            <p:cNvSpPr/>
            <p:nvPr/>
          </p:nvSpPr>
          <p:spPr>
            <a:xfrm>
              <a:off x="8177793" y="4971999"/>
              <a:ext cx="19050" cy="46291"/>
            </a:xfrm>
            <a:custGeom>
              <a:avLst/>
              <a:gdLst>
                <a:gd name="connsiteX0" fmla="*/ 0 w 19050"/>
                <a:gd name="connsiteY0" fmla="*/ 0 h 46291"/>
                <a:gd name="connsiteX1" fmla="*/ 0 w 19050"/>
                <a:gd name="connsiteY1" fmla="*/ 46291 h 46291"/>
              </a:gdLst>
              <a:ahLst/>
              <a:cxnLst>
                <a:cxn ang="0">
                  <a:pos x="connsiteX0" y="connsiteY0"/>
                </a:cxn>
                <a:cxn ang="0">
                  <a:pos x="connsiteX1" y="connsiteY1"/>
                </a:cxn>
              </a:cxnLst>
              <a:rect l="l" t="t" r="r" b="b"/>
              <a:pathLst>
                <a:path w="19050" h="46291">
                  <a:moveTo>
                    <a:pt x="0" y="0"/>
                  </a:moveTo>
                  <a:lnTo>
                    <a:pt x="0" y="46291"/>
                  </a:lnTo>
                </a:path>
              </a:pathLst>
            </a:custGeom>
            <a:ln w="25400" cap="rnd">
              <a:solidFill>
                <a:srgbClr val="005EFF"/>
              </a:solidFill>
              <a:prstDash val="solid"/>
              <a:round/>
            </a:ln>
          </p:spPr>
          <p:txBody>
            <a:bodyPr rtlCol="0" anchor="ctr"/>
            <a:lstStyle/>
            <a:p>
              <a:endParaRPr lang="en-CR"/>
            </a:p>
          </p:txBody>
        </p:sp>
        <p:sp>
          <p:nvSpPr>
            <p:cNvPr id="364" name="Freeform 363">
              <a:extLst>
                <a:ext uri="{FF2B5EF4-FFF2-40B4-BE49-F238E27FC236}">
                  <a16:creationId xmlns:a16="http://schemas.microsoft.com/office/drawing/2014/main" id="{0C33C946-0B0C-6F14-2DC3-FE56FF6056B3}"/>
                </a:ext>
              </a:extLst>
            </p:cNvPr>
            <p:cNvSpPr/>
            <p:nvPr/>
          </p:nvSpPr>
          <p:spPr>
            <a:xfrm>
              <a:off x="8216083" y="4658626"/>
              <a:ext cx="19050" cy="46863"/>
            </a:xfrm>
            <a:custGeom>
              <a:avLst/>
              <a:gdLst>
                <a:gd name="connsiteX0" fmla="*/ 0 w 19050"/>
                <a:gd name="connsiteY0" fmla="*/ 0 h 46863"/>
                <a:gd name="connsiteX1" fmla="*/ 0 w 19050"/>
                <a:gd name="connsiteY1" fmla="*/ 46863 h 46863"/>
              </a:gdLst>
              <a:ahLst/>
              <a:cxnLst>
                <a:cxn ang="0">
                  <a:pos x="connsiteX0" y="connsiteY0"/>
                </a:cxn>
                <a:cxn ang="0">
                  <a:pos x="connsiteX1" y="connsiteY1"/>
                </a:cxn>
              </a:cxnLst>
              <a:rect l="l" t="t" r="r" b="b"/>
              <a:pathLst>
                <a:path w="19050" h="46863">
                  <a:moveTo>
                    <a:pt x="0" y="0"/>
                  </a:moveTo>
                  <a:lnTo>
                    <a:pt x="0" y="46863"/>
                  </a:lnTo>
                </a:path>
              </a:pathLst>
            </a:custGeom>
            <a:ln w="25400" cap="rnd">
              <a:solidFill>
                <a:srgbClr val="005EFF"/>
              </a:solidFill>
              <a:prstDash val="solid"/>
              <a:round/>
            </a:ln>
          </p:spPr>
          <p:txBody>
            <a:bodyPr rtlCol="0" anchor="ctr"/>
            <a:lstStyle/>
            <a:p>
              <a:endParaRPr lang="en-CR"/>
            </a:p>
          </p:txBody>
        </p:sp>
        <p:sp>
          <p:nvSpPr>
            <p:cNvPr id="365" name="Freeform 364">
              <a:extLst>
                <a:ext uri="{FF2B5EF4-FFF2-40B4-BE49-F238E27FC236}">
                  <a16:creationId xmlns:a16="http://schemas.microsoft.com/office/drawing/2014/main" id="{35C4C885-EDB9-FE2A-54CA-8E339DC4779F}"/>
                </a:ext>
              </a:extLst>
            </p:cNvPr>
            <p:cNvSpPr/>
            <p:nvPr/>
          </p:nvSpPr>
          <p:spPr>
            <a:xfrm>
              <a:off x="8216083" y="4971999"/>
              <a:ext cx="19050" cy="46291"/>
            </a:xfrm>
            <a:custGeom>
              <a:avLst/>
              <a:gdLst>
                <a:gd name="connsiteX0" fmla="*/ 0 w 19050"/>
                <a:gd name="connsiteY0" fmla="*/ 0 h 46291"/>
                <a:gd name="connsiteX1" fmla="*/ 0 w 19050"/>
                <a:gd name="connsiteY1" fmla="*/ 46291 h 46291"/>
              </a:gdLst>
              <a:ahLst/>
              <a:cxnLst>
                <a:cxn ang="0">
                  <a:pos x="connsiteX0" y="connsiteY0"/>
                </a:cxn>
                <a:cxn ang="0">
                  <a:pos x="connsiteX1" y="connsiteY1"/>
                </a:cxn>
              </a:cxnLst>
              <a:rect l="l" t="t" r="r" b="b"/>
              <a:pathLst>
                <a:path w="19050" h="46291">
                  <a:moveTo>
                    <a:pt x="0" y="0"/>
                  </a:moveTo>
                  <a:lnTo>
                    <a:pt x="0" y="46291"/>
                  </a:lnTo>
                </a:path>
              </a:pathLst>
            </a:custGeom>
            <a:ln w="25400" cap="rnd">
              <a:solidFill>
                <a:srgbClr val="005EFF"/>
              </a:solidFill>
              <a:prstDash val="solid"/>
              <a:round/>
            </a:ln>
          </p:spPr>
          <p:txBody>
            <a:bodyPr rtlCol="0" anchor="ctr"/>
            <a:lstStyle/>
            <a:p>
              <a:endParaRPr lang="en-CR"/>
            </a:p>
          </p:txBody>
        </p:sp>
        <p:sp>
          <p:nvSpPr>
            <p:cNvPr id="366" name="Freeform 365">
              <a:extLst>
                <a:ext uri="{FF2B5EF4-FFF2-40B4-BE49-F238E27FC236}">
                  <a16:creationId xmlns:a16="http://schemas.microsoft.com/office/drawing/2014/main" id="{7E15C4DD-7A2D-6588-6DC9-3690C25DA4D5}"/>
                </a:ext>
              </a:extLst>
            </p:cNvPr>
            <p:cNvSpPr/>
            <p:nvPr/>
          </p:nvSpPr>
          <p:spPr>
            <a:xfrm>
              <a:off x="8109594" y="4705489"/>
              <a:ext cx="196102" cy="132016"/>
            </a:xfrm>
            <a:custGeom>
              <a:avLst/>
              <a:gdLst>
                <a:gd name="connsiteX0" fmla="*/ 0 w 196102"/>
                <a:gd name="connsiteY0" fmla="*/ 0 h 132016"/>
                <a:gd name="connsiteX1" fmla="*/ 112395 w 196102"/>
                <a:gd name="connsiteY1" fmla="*/ 0 h 132016"/>
                <a:gd name="connsiteX2" fmla="*/ 119443 w 196102"/>
                <a:gd name="connsiteY2" fmla="*/ 132017 h 132016"/>
              </a:gdLst>
              <a:ahLst/>
              <a:cxnLst>
                <a:cxn ang="0">
                  <a:pos x="connsiteX0" y="connsiteY0"/>
                </a:cxn>
                <a:cxn ang="0">
                  <a:pos x="connsiteX1" y="connsiteY1"/>
                </a:cxn>
                <a:cxn ang="0">
                  <a:pos x="connsiteX2" y="connsiteY2"/>
                </a:cxn>
              </a:cxnLst>
              <a:rect l="l" t="t" r="r" b="b"/>
              <a:pathLst>
                <a:path w="196102" h="132016">
                  <a:moveTo>
                    <a:pt x="0" y="0"/>
                  </a:moveTo>
                  <a:lnTo>
                    <a:pt x="112395" y="0"/>
                  </a:lnTo>
                  <a:cubicBezTo>
                    <a:pt x="230505" y="2477"/>
                    <a:pt x="215075" y="132017"/>
                    <a:pt x="119443" y="132017"/>
                  </a:cubicBezTo>
                </a:path>
              </a:pathLst>
            </a:custGeom>
            <a:noFill/>
            <a:ln w="25400" cap="rnd">
              <a:solidFill>
                <a:srgbClr val="005EFF"/>
              </a:solidFill>
              <a:prstDash val="solid"/>
              <a:round/>
            </a:ln>
          </p:spPr>
          <p:txBody>
            <a:bodyPr rtlCol="0" anchor="ctr"/>
            <a:lstStyle/>
            <a:p>
              <a:endParaRPr lang="en-CR"/>
            </a:p>
          </p:txBody>
        </p:sp>
        <p:sp>
          <p:nvSpPr>
            <p:cNvPr id="367" name="Freeform 366">
              <a:extLst>
                <a:ext uri="{FF2B5EF4-FFF2-40B4-BE49-F238E27FC236}">
                  <a16:creationId xmlns:a16="http://schemas.microsoft.com/office/drawing/2014/main" id="{DB4DF408-B9BE-9E47-3F19-6692EEC4D047}"/>
                </a:ext>
              </a:extLst>
            </p:cNvPr>
            <p:cNvSpPr/>
            <p:nvPr/>
          </p:nvSpPr>
          <p:spPr>
            <a:xfrm>
              <a:off x="8109594" y="4837315"/>
              <a:ext cx="205621" cy="132016"/>
            </a:xfrm>
            <a:custGeom>
              <a:avLst/>
              <a:gdLst>
                <a:gd name="connsiteX0" fmla="*/ 0 w 205621"/>
                <a:gd name="connsiteY0" fmla="*/ 132016 h 132016"/>
                <a:gd name="connsiteX1" fmla="*/ 133350 w 205621"/>
                <a:gd name="connsiteY1" fmla="*/ 132016 h 132016"/>
                <a:gd name="connsiteX2" fmla="*/ 137160 w 205621"/>
                <a:gd name="connsiteY2" fmla="*/ 0 h 132016"/>
                <a:gd name="connsiteX3" fmla="*/ 30289 w 205621"/>
                <a:gd name="connsiteY3" fmla="*/ 0 h 132016"/>
              </a:gdLst>
              <a:ahLst/>
              <a:cxnLst>
                <a:cxn ang="0">
                  <a:pos x="connsiteX0" y="connsiteY0"/>
                </a:cxn>
                <a:cxn ang="0">
                  <a:pos x="connsiteX1" y="connsiteY1"/>
                </a:cxn>
                <a:cxn ang="0">
                  <a:pos x="connsiteX2" y="connsiteY2"/>
                </a:cxn>
                <a:cxn ang="0">
                  <a:pos x="connsiteX3" y="connsiteY3"/>
                </a:cxn>
              </a:cxnLst>
              <a:rect l="l" t="t" r="r" b="b"/>
              <a:pathLst>
                <a:path w="205621" h="132016">
                  <a:moveTo>
                    <a:pt x="0" y="132016"/>
                  </a:moveTo>
                  <a:lnTo>
                    <a:pt x="133350" y="132016"/>
                  </a:lnTo>
                  <a:cubicBezTo>
                    <a:pt x="230696" y="130874"/>
                    <a:pt x="227457" y="953"/>
                    <a:pt x="137160" y="0"/>
                  </a:cubicBezTo>
                  <a:lnTo>
                    <a:pt x="30289" y="0"/>
                  </a:lnTo>
                </a:path>
              </a:pathLst>
            </a:custGeom>
            <a:noFill/>
            <a:ln w="25400" cap="rnd">
              <a:solidFill>
                <a:srgbClr val="005EFF"/>
              </a:solidFill>
              <a:prstDash val="solid"/>
              <a:round/>
            </a:ln>
          </p:spPr>
          <p:txBody>
            <a:bodyPr rtlCol="0" anchor="ctr"/>
            <a:lstStyle/>
            <a:p>
              <a:endParaRPr lang="en-CR"/>
            </a:p>
          </p:txBody>
        </p:sp>
      </p:grpSp>
      <p:grpSp>
        <p:nvGrpSpPr>
          <p:cNvPr id="368" name="Graphic 361">
            <a:extLst>
              <a:ext uri="{FF2B5EF4-FFF2-40B4-BE49-F238E27FC236}">
                <a16:creationId xmlns:a16="http://schemas.microsoft.com/office/drawing/2014/main" id="{769EC9EF-2BDC-3C38-92D4-926B18987EA3}"/>
              </a:ext>
            </a:extLst>
          </p:cNvPr>
          <p:cNvGrpSpPr/>
          <p:nvPr/>
        </p:nvGrpSpPr>
        <p:grpSpPr>
          <a:xfrm>
            <a:off x="9358039" y="4157565"/>
            <a:ext cx="549973" cy="379173"/>
            <a:chOff x="9077860" y="4659461"/>
            <a:chExt cx="549973" cy="379173"/>
          </a:xfrm>
          <a:noFill/>
        </p:grpSpPr>
        <p:sp>
          <p:nvSpPr>
            <p:cNvPr id="369" name="Freeform 368">
              <a:extLst>
                <a:ext uri="{FF2B5EF4-FFF2-40B4-BE49-F238E27FC236}">
                  <a16:creationId xmlns:a16="http://schemas.microsoft.com/office/drawing/2014/main" id="{8D981CDF-0A38-4168-5971-9705B32A836C}"/>
                </a:ext>
              </a:extLst>
            </p:cNvPr>
            <p:cNvSpPr/>
            <p:nvPr/>
          </p:nvSpPr>
          <p:spPr>
            <a:xfrm>
              <a:off x="9078813" y="4725585"/>
              <a:ext cx="298894" cy="18892"/>
            </a:xfrm>
            <a:custGeom>
              <a:avLst/>
              <a:gdLst>
                <a:gd name="connsiteX0" fmla="*/ 0 w 298894"/>
                <a:gd name="connsiteY0" fmla="*/ 0 h 18892"/>
                <a:gd name="connsiteX1" fmla="*/ 298895 w 298894"/>
                <a:gd name="connsiteY1" fmla="*/ 0 h 18892"/>
              </a:gdLst>
              <a:ahLst/>
              <a:cxnLst>
                <a:cxn ang="0">
                  <a:pos x="connsiteX0" y="connsiteY0"/>
                </a:cxn>
                <a:cxn ang="0">
                  <a:pos x="connsiteX1" y="connsiteY1"/>
                </a:cxn>
              </a:cxnLst>
              <a:rect l="l" t="t" r="r" b="b"/>
              <a:pathLst>
                <a:path w="298894" h="18892">
                  <a:moveTo>
                    <a:pt x="0" y="0"/>
                  </a:moveTo>
                  <a:lnTo>
                    <a:pt x="298895" y="0"/>
                  </a:lnTo>
                </a:path>
              </a:pathLst>
            </a:custGeom>
            <a:ln w="25400" cap="rnd">
              <a:solidFill>
                <a:srgbClr val="005EFF"/>
              </a:solidFill>
              <a:prstDash val="solid"/>
              <a:round/>
            </a:ln>
          </p:spPr>
          <p:txBody>
            <a:bodyPr rtlCol="0" anchor="ctr"/>
            <a:lstStyle/>
            <a:p>
              <a:endParaRPr lang="en-CR"/>
            </a:p>
          </p:txBody>
        </p:sp>
        <p:sp>
          <p:nvSpPr>
            <p:cNvPr id="370" name="Freeform 369">
              <a:extLst>
                <a:ext uri="{FF2B5EF4-FFF2-40B4-BE49-F238E27FC236}">
                  <a16:creationId xmlns:a16="http://schemas.microsoft.com/office/drawing/2014/main" id="{01D4A6F2-7D3A-AEBD-F27B-DF9BA0E81693}"/>
                </a:ext>
              </a:extLst>
            </p:cNvPr>
            <p:cNvSpPr/>
            <p:nvPr/>
          </p:nvSpPr>
          <p:spPr>
            <a:xfrm>
              <a:off x="9078813" y="4821559"/>
              <a:ext cx="279463" cy="18892"/>
            </a:xfrm>
            <a:custGeom>
              <a:avLst/>
              <a:gdLst>
                <a:gd name="connsiteX0" fmla="*/ 279464 w 279463"/>
                <a:gd name="connsiteY0" fmla="*/ 0 h 18892"/>
                <a:gd name="connsiteX1" fmla="*/ 0 w 279463"/>
                <a:gd name="connsiteY1" fmla="*/ 0 h 18892"/>
              </a:gdLst>
              <a:ahLst/>
              <a:cxnLst>
                <a:cxn ang="0">
                  <a:pos x="connsiteX0" y="connsiteY0"/>
                </a:cxn>
                <a:cxn ang="0">
                  <a:pos x="connsiteX1" y="connsiteY1"/>
                </a:cxn>
              </a:cxnLst>
              <a:rect l="l" t="t" r="r" b="b"/>
              <a:pathLst>
                <a:path w="279463" h="18892">
                  <a:moveTo>
                    <a:pt x="279464" y="0"/>
                  </a:moveTo>
                  <a:lnTo>
                    <a:pt x="0" y="0"/>
                  </a:lnTo>
                </a:path>
              </a:pathLst>
            </a:custGeom>
            <a:ln w="25400" cap="rnd">
              <a:solidFill>
                <a:srgbClr val="005EFF"/>
              </a:solidFill>
              <a:prstDash val="solid"/>
              <a:round/>
            </a:ln>
          </p:spPr>
          <p:txBody>
            <a:bodyPr rtlCol="0" anchor="ctr"/>
            <a:lstStyle/>
            <a:p>
              <a:endParaRPr lang="en-CR"/>
            </a:p>
          </p:txBody>
        </p:sp>
        <p:sp>
          <p:nvSpPr>
            <p:cNvPr id="371" name="Freeform 370">
              <a:extLst>
                <a:ext uri="{FF2B5EF4-FFF2-40B4-BE49-F238E27FC236}">
                  <a16:creationId xmlns:a16="http://schemas.microsoft.com/office/drawing/2014/main" id="{3E92CDEB-C953-79FC-E7B6-4E5BA95E75CB}"/>
                </a:ext>
              </a:extLst>
            </p:cNvPr>
            <p:cNvSpPr/>
            <p:nvPr/>
          </p:nvSpPr>
          <p:spPr>
            <a:xfrm>
              <a:off x="9077860" y="4659461"/>
              <a:ext cx="549973" cy="379173"/>
            </a:xfrm>
            <a:custGeom>
              <a:avLst/>
              <a:gdLst>
                <a:gd name="connsiteX0" fmla="*/ 530924 w 549973"/>
                <a:gd name="connsiteY0" fmla="*/ 0 h 379173"/>
                <a:gd name="connsiteX1" fmla="*/ 549974 w 549973"/>
                <a:gd name="connsiteY1" fmla="*/ 18893 h 379173"/>
                <a:gd name="connsiteX2" fmla="*/ 549974 w 549973"/>
                <a:gd name="connsiteY2" fmla="*/ 360281 h 379173"/>
                <a:gd name="connsiteX3" fmla="*/ 530924 w 549973"/>
                <a:gd name="connsiteY3" fmla="*/ 379173 h 379173"/>
                <a:gd name="connsiteX4" fmla="*/ 19050 w 549973"/>
                <a:gd name="connsiteY4" fmla="*/ 379173 h 379173"/>
                <a:gd name="connsiteX5" fmla="*/ 0 w 549973"/>
                <a:gd name="connsiteY5" fmla="*/ 360281 h 379173"/>
                <a:gd name="connsiteX6" fmla="*/ 0 w 549973"/>
                <a:gd name="connsiteY6" fmla="*/ 18893 h 379173"/>
                <a:gd name="connsiteX7" fmla="*/ 19050 w 549973"/>
                <a:gd name="connsiteY7" fmla="*/ 0 h 3791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49973" h="379173">
                  <a:moveTo>
                    <a:pt x="530924" y="0"/>
                  </a:moveTo>
                  <a:cubicBezTo>
                    <a:pt x="541445" y="0"/>
                    <a:pt x="549974" y="8458"/>
                    <a:pt x="549974" y="18893"/>
                  </a:cubicBezTo>
                  <a:lnTo>
                    <a:pt x="549974" y="360281"/>
                  </a:lnTo>
                  <a:cubicBezTo>
                    <a:pt x="549974" y="370715"/>
                    <a:pt x="541445" y="379173"/>
                    <a:pt x="530924" y="379173"/>
                  </a:cubicBezTo>
                  <a:lnTo>
                    <a:pt x="19050" y="379173"/>
                  </a:lnTo>
                  <a:cubicBezTo>
                    <a:pt x="8529" y="379173"/>
                    <a:pt x="0" y="370715"/>
                    <a:pt x="0" y="360281"/>
                  </a:cubicBezTo>
                  <a:lnTo>
                    <a:pt x="0" y="18893"/>
                  </a:lnTo>
                  <a:cubicBezTo>
                    <a:pt x="0" y="8458"/>
                    <a:pt x="8529" y="0"/>
                    <a:pt x="19050" y="0"/>
                  </a:cubicBezTo>
                  <a:close/>
                </a:path>
              </a:pathLst>
            </a:custGeom>
            <a:noFill/>
            <a:ln w="25400" cap="rnd">
              <a:solidFill>
                <a:srgbClr val="0A1264"/>
              </a:solidFill>
              <a:prstDash val="solid"/>
              <a:round/>
            </a:ln>
          </p:spPr>
          <p:txBody>
            <a:bodyPr rtlCol="0" anchor="ctr"/>
            <a:lstStyle/>
            <a:p>
              <a:endParaRPr lang="en-CR"/>
            </a:p>
          </p:txBody>
        </p:sp>
        <p:sp>
          <p:nvSpPr>
            <p:cNvPr id="372" name="Freeform 371">
              <a:extLst>
                <a:ext uri="{FF2B5EF4-FFF2-40B4-BE49-F238E27FC236}">
                  <a16:creationId xmlns:a16="http://schemas.microsoft.com/office/drawing/2014/main" id="{AE8CD762-7B77-9391-FB16-B7EEFEA517AC}"/>
                </a:ext>
              </a:extLst>
            </p:cNvPr>
            <p:cNvSpPr/>
            <p:nvPr/>
          </p:nvSpPr>
          <p:spPr>
            <a:xfrm>
              <a:off x="9413140" y="4724829"/>
              <a:ext cx="142493" cy="243902"/>
            </a:xfrm>
            <a:custGeom>
              <a:avLst/>
              <a:gdLst>
                <a:gd name="connsiteX0" fmla="*/ 142494 w 142493"/>
                <a:gd name="connsiteY0" fmla="*/ 243903 h 243902"/>
                <a:gd name="connsiteX1" fmla="*/ 114681 w 142493"/>
                <a:gd name="connsiteY1" fmla="*/ 124502 h 243902"/>
                <a:gd name="connsiteX2" fmla="*/ 141542 w 142493"/>
                <a:gd name="connsiteY2" fmla="*/ 69713 h 243902"/>
                <a:gd name="connsiteX3" fmla="*/ 71247 w 142493"/>
                <a:gd name="connsiteY3" fmla="*/ 0 h 243902"/>
                <a:gd name="connsiteX4" fmla="*/ 952 w 142493"/>
                <a:gd name="connsiteY4" fmla="*/ 69713 h 243902"/>
                <a:gd name="connsiteX5" fmla="*/ 27813 w 142493"/>
                <a:gd name="connsiteY5" fmla="*/ 124502 h 243902"/>
                <a:gd name="connsiteX6" fmla="*/ 0 w 142493"/>
                <a:gd name="connsiteY6" fmla="*/ 243903 h 243902"/>
                <a:gd name="connsiteX7" fmla="*/ 142303 w 142493"/>
                <a:gd name="connsiteY7" fmla="*/ 243903 h 2439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42493" h="243902">
                  <a:moveTo>
                    <a:pt x="142494" y="243903"/>
                  </a:moveTo>
                  <a:lnTo>
                    <a:pt x="114681" y="124502"/>
                  </a:lnTo>
                  <a:cubicBezTo>
                    <a:pt x="131064" y="111655"/>
                    <a:pt x="141542" y="92007"/>
                    <a:pt x="141542" y="69713"/>
                  </a:cubicBezTo>
                  <a:cubicBezTo>
                    <a:pt x="141542" y="31173"/>
                    <a:pt x="110109" y="0"/>
                    <a:pt x="71247" y="0"/>
                  </a:cubicBezTo>
                  <a:cubicBezTo>
                    <a:pt x="32385" y="0"/>
                    <a:pt x="952" y="31173"/>
                    <a:pt x="952" y="69713"/>
                  </a:cubicBezTo>
                  <a:cubicBezTo>
                    <a:pt x="952" y="92007"/>
                    <a:pt x="11430" y="111844"/>
                    <a:pt x="27813" y="124502"/>
                  </a:cubicBezTo>
                  <a:lnTo>
                    <a:pt x="0" y="243903"/>
                  </a:lnTo>
                  <a:lnTo>
                    <a:pt x="142303" y="243903"/>
                  </a:lnTo>
                  <a:close/>
                </a:path>
              </a:pathLst>
            </a:custGeom>
            <a:noFill/>
            <a:ln w="25400" cap="rnd">
              <a:solidFill>
                <a:srgbClr val="005EFF"/>
              </a:solidFill>
              <a:prstDash val="solid"/>
              <a:round/>
            </a:ln>
          </p:spPr>
          <p:txBody>
            <a:bodyPr rtlCol="0" anchor="ctr"/>
            <a:lstStyle/>
            <a:p>
              <a:endParaRPr lang="en-CR"/>
            </a:p>
          </p:txBody>
        </p:sp>
      </p:grpSp>
      <p:grpSp>
        <p:nvGrpSpPr>
          <p:cNvPr id="373" name="Graphic 363">
            <a:extLst>
              <a:ext uri="{FF2B5EF4-FFF2-40B4-BE49-F238E27FC236}">
                <a16:creationId xmlns:a16="http://schemas.microsoft.com/office/drawing/2014/main" id="{ABFB9DE4-E6B5-7B7C-6CB1-C31363FFEC32}"/>
              </a:ext>
            </a:extLst>
          </p:cNvPr>
          <p:cNvGrpSpPr/>
          <p:nvPr/>
        </p:nvGrpSpPr>
        <p:grpSpPr>
          <a:xfrm>
            <a:off x="10546767" y="4067397"/>
            <a:ext cx="549973" cy="559508"/>
            <a:chOff x="10204278" y="4641599"/>
            <a:chExt cx="549973" cy="559508"/>
          </a:xfrm>
          <a:noFill/>
        </p:grpSpPr>
        <p:sp>
          <p:nvSpPr>
            <p:cNvPr id="374" name="Freeform 373">
              <a:extLst>
                <a:ext uri="{FF2B5EF4-FFF2-40B4-BE49-F238E27FC236}">
                  <a16:creationId xmlns:a16="http://schemas.microsoft.com/office/drawing/2014/main" id="{DD1EE2A0-BF4A-014D-2460-C183932F4C35}"/>
                </a:ext>
              </a:extLst>
            </p:cNvPr>
            <p:cNvSpPr/>
            <p:nvPr/>
          </p:nvSpPr>
          <p:spPr>
            <a:xfrm>
              <a:off x="10375728" y="5104740"/>
              <a:ext cx="207835" cy="96367"/>
            </a:xfrm>
            <a:custGeom>
              <a:avLst/>
              <a:gdLst>
                <a:gd name="connsiteX0" fmla="*/ 12002 w 207835"/>
                <a:gd name="connsiteY0" fmla="*/ 0 h 96367"/>
                <a:gd name="connsiteX1" fmla="*/ 0 w 207835"/>
                <a:gd name="connsiteY1" fmla="*/ 85189 h 96367"/>
                <a:gd name="connsiteX2" fmla="*/ 12002 w 207835"/>
                <a:gd name="connsiteY2" fmla="*/ 96367 h 96367"/>
                <a:gd name="connsiteX3" fmla="*/ 195834 w 207835"/>
                <a:gd name="connsiteY3" fmla="*/ 96367 h 96367"/>
                <a:gd name="connsiteX4" fmla="*/ 207836 w 207835"/>
                <a:gd name="connsiteY4" fmla="*/ 85189 h 96367"/>
                <a:gd name="connsiteX5" fmla="*/ 195834 w 207835"/>
                <a:gd name="connsiteY5" fmla="*/ 0 h 963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07835" h="96367">
                  <a:moveTo>
                    <a:pt x="12002" y="0"/>
                  </a:moveTo>
                  <a:lnTo>
                    <a:pt x="0" y="85189"/>
                  </a:lnTo>
                  <a:cubicBezTo>
                    <a:pt x="0" y="91356"/>
                    <a:pt x="5334" y="96367"/>
                    <a:pt x="12002" y="96367"/>
                  </a:cubicBezTo>
                  <a:lnTo>
                    <a:pt x="195834" y="96367"/>
                  </a:lnTo>
                  <a:cubicBezTo>
                    <a:pt x="202501" y="96367"/>
                    <a:pt x="207836" y="91356"/>
                    <a:pt x="207836" y="85189"/>
                  </a:cubicBezTo>
                  <a:lnTo>
                    <a:pt x="195834" y="0"/>
                  </a:lnTo>
                </a:path>
              </a:pathLst>
            </a:custGeom>
            <a:noFill/>
            <a:ln w="25400" cap="rnd">
              <a:solidFill>
                <a:srgbClr val="0A1264"/>
              </a:solidFill>
              <a:prstDash val="solid"/>
              <a:round/>
            </a:ln>
          </p:spPr>
          <p:txBody>
            <a:bodyPr rtlCol="0" anchor="ctr"/>
            <a:lstStyle/>
            <a:p>
              <a:endParaRPr lang="en-CR"/>
            </a:p>
          </p:txBody>
        </p:sp>
        <p:sp>
          <p:nvSpPr>
            <p:cNvPr id="375" name="Freeform 374">
              <a:extLst>
                <a:ext uri="{FF2B5EF4-FFF2-40B4-BE49-F238E27FC236}">
                  <a16:creationId xmlns:a16="http://schemas.microsoft.com/office/drawing/2014/main" id="{C77C7FED-8764-D62B-B5D5-E2DC40085895}"/>
                </a:ext>
              </a:extLst>
            </p:cNvPr>
            <p:cNvSpPr/>
            <p:nvPr/>
          </p:nvSpPr>
          <p:spPr>
            <a:xfrm>
              <a:off x="10206945" y="4970018"/>
              <a:ext cx="544639" cy="19273"/>
            </a:xfrm>
            <a:custGeom>
              <a:avLst/>
              <a:gdLst>
                <a:gd name="connsiteX0" fmla="*/ 0 w 544639"/>
                <a:gd name="connsiteY0" fmla="*/ 0 h 19273"/>
                <a:gd name="connsiteX1" fmla="*/ 544640 w 544639"/>
                <a:gd name="connsiteY1" fmla="*/ 0 h 19273"/>
              </a:gdLst>
              <a:ahLst/>
              <a:cxnLst>
                <a:cxn ang="0">
                  <a:pos x="connsiteX0" y="connsiteY0"/>
                </a:cxn>
                <a:cxn ang="0">
                  <a:pos x="connsiteX1" y="connsiteY1"/>
                </a:cxn>
              </a:cxnLst>
              <a:rect l="l" t="t" r="r" b="b"/>
              <a:pathLst>
                <a:path w="544639" h="19273">
                  <a:moveTo>
                    <a:pt x="0" y="0"/>
                  </a:moveTo>
                  <a:lnTo>
                    <a:pt x="544640" y="0"/>
                  </a:lnTo>
                </a:path>
              </a:pathLst>
            </a:custGeom>
            <a:ln w="25400" cap="rnd">
              <a:solidFill>
                <a:srgbClr val="0A1264"/>
              </a:solidFill>
              <a:prstDash val="solid"/>
              <a:round/>
            </a:ln>
          </p:spPr>
          <p:txBody>
            <a:bodyPr rtlCol="0" anchor="ctr"/>
            <a:lstStyle/>
            <a:p>
              <a:endParaRPr lang="en-CR"/>
            </a:p>
          </p:txBody>
        </p:sp>
        <p:grpSp>
          <p:nvGrpSpPr>
            <p:cNvPr id="376" name="Graphic 363">
              <a:extLst>
                <a:ext uri="{FF2B5EF4-FFF2-40B4-BE49-F238E27FC236}">
                  <a16:creationId xmlns:a16="http://schemas.microsoft.com/office/drawing/2014/main" id="{2EC7F652-BCD4-0863-39C9-58F60D2EB0F9}"/>
                </a:ext>
              </a:extLst>
            </p:cNvPr>
            <p:cNvGrpSpPr/>
            <p:nvPr/>
          </p:nvGrpSpPr>
          <p:grpSpPr>
            <a:xfrm>
              <a:off x="10371347" y="4703466"/>
              <a:ext cx="216217" cy="218753"/>
              <a:chOff x="10371347" y="4703466"/>
              <a:chExt cx="216217" cy="218753"/>
            </a:xfrm>
            <a:noFill/>
          </p:grpSpPr>
          <p:sp>
            <p:nvSpPr>
              <p:cNvPr id="378" name="Freeform 377">
                <a:extLst>
                  <a:ext uri="{FF2B5EF4-FFF2-40B4-BE49-F238E27FC236}">
                    <a16:creationId xmlns:a16="http://schemas.microsoft.com/office/drawing/2014/main" id="{349E2C23-D6AD-2693-C609-646A9DE9FD4B}"/>
                  </a:ext>
                </a:extLst>
              </p:cNvPr>
              <p:cNvSpPr/>
              <p:nvPr/>
            </p:nvSpPr>
            <p:spPr>
              <a:xfrm>
                <a:off x="10395921" y="4727944"/>
                <a:ext cx="167258" cy="169220"/>
              </a:xfrm>
              <a:custGeom>
                <a:avLst/>
                <a:gdLst>
                  <a:gd name="connsiteX0" fmla="*/ 167259 w 167258"/>
                  <a:gd name="connsiteY0" fmla="*/ 84610 h 169220"/>
                  <a:gd name="connsiteX1" fmla="*/ 83629 w 167258"/>
                  <a:gd name="connsiteY1" fmla="*/ 169221 h 169220"/>
                  <a:gd name="connsiteX2" fmla="*/ 0 w 167258"/>
                  <a:gd name="connsiteY2" fmla="*/ 84610 h 169220"/>
                  <a:gd name="connsiteX3" fmla="*/ 83629 w 167258"/>
                  <a:gd name="connsiteY3" fmla="*/ 0 h 169220"/>
                  <a:gd name="connsiteX4" fmla="*/ 167259 w 167258"/>
                  <a:gd name="connsiteY4" fmla="*/ 84610 h 1692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7258" h="169220">
                    <a:moveTo>
                      <a:pt x="167259" y="84610"/>
                    </a:moveTo>
                    <a:cubicBezTo>
                      <a:pt x="167259" y="131445"/>
                      <a:pt x="129731" y="169221"/>
                      <a:pt x="83629" y="169221"/>
                    </a:cubicBezTo>
                    <a:cubicBezTo>
                      <a:pt x="37528" y="169221"/>
                      <a:pt x="0" y="131252"/>
                      <a:pt x="0" y="84610"/>
                    </a:cubicBezTo>
                    <a:cubicBezTo>
                      <a:pt x="0" y="37969"/>
                      <a:pt x="37528" y="0"/>
                      <a:pt x="83629" y="0"/>
                    </a:cubicBezTo>
                    <a:cubicBezTo>
                      <a:pt x="129731" y="0"/>
                      <a:pt x="167259" y="37969"/>
                      <a:pt x="167259" y="84610"/>
                    </a:cubicBezTo>
                    <a:close/>
                  </a:path>
                </a:pathLst>
              </a:custGeom>
              <a:noFill/>
              <a:ln w="25400" cap="rnd">
                <a:solidFill>
                  <a:srgbClr val="005EFF"/>
                </a:solidFill>
                <a:prstDash val="solid"/>
                <a:round/>
              </a:ln>
            </p:spPr>
            <p:txBody>
              <a:bodyPr rtlCol="0" anchor="ctr"/>
              <a:lstStyle/>
              <a:p>
                <a:endParaRPr lang="en-CR"/>
              </a:p>
            </p:txBody>
          </p:sp>
          <p:sp>
            <p:nvSpPr>
              <p:cNvPr id="379" name="Freeform 378">
                <a:extLst>
                  <a:ext uri="{FF2B5EF4-FFF2-40B4-BE49-F238E27FC236}">
                    <a16:creationId xmlns:a16="http://schemas.microsoft.com/office/drawing/2014/main" id="{E9C5A8A5-F2E2-D8E0-F936-EBDE2081D0B2}"/>
                  </a:ext>
                </a:extLst>
              </p:cNvPr>
              <p:cNvSpPr/>
              <p:nvPr/>
            </p:nvSpPr>
            <p:spPr>
              <a:xfrm>
                <a:off x="10479360" y="4703466"/>
                <a:ext cx="19050" cy="24284"/>
              </a:xfrm>
              <a:custGeom>
                <a:avLst/>
                <a:gdLst>
                  <a:gd name="connsiteX0" fmla="*/ 0 w 19050"/>
                  <a:gd name="connsiteY0" fmla="*/ 24285 h 24284"/>
                  <a:gd name="connsiteX1" fmla="*/ 0 w 19050"/>
                  <a:gd name="connsiteY1" fmla="*/ 0 h 24284"/>
                </a:gdLst>
                <a:ahLst/>
                <a:cxnLst>
                  <a:cxn ang="0">
                    <a:pos x="connsiteX0" y="connsiteY0"/>
                  </a:cxn>
                  <a:cxn ang="0">
                    <a:pos x="connsiteX1" y="connsiteY1"/>
                  </a:cxn>
                </a:cxnLst>
                <a:rect l="l" t="t" r="r" b="b"/>
                <a:pathLst>
                  <a:path w="19050" h="24284">
                    <a:moveTo>
                      <a:pt x="0" y="24285"/>
                    </a:moveTo>
                    <a:lnTo>
                      <a:pt x="0" y="0"/>
                    </a:lnTo>
                  </a:path>
                </a:pathLst>
              </a:custGeom>
              <a:ln w="25400" cap="rnd">
                <a:solidFill>
                  <a:srgbClr val="005EFF"/>
                </a:solidFill>
                <a:prstDash val="solid"/>
                <a:round/>
              </a:ln>
            </p:spPr>
            <p:txBody>
              <a:bodyPr rtlCol="0" anchor="ctr"/>
              <a:lstStyle/>
              <a:p>
                <a:endParaRPr lang="en-CR"/>
              </a:p>
            </p:txBody>
          </p:sp>
          <p:sp>
            <p:nvSpPr>
              <p:cNvPr id="380" name="Freeform 379">
                <a:extLst>
                  <a:ext uri="{FF2B5EF4-FFF2-40B4-BE49-F238E27FC236}">
                    <a16:creationId xmlns:a16="http://schemas.microsoft.com/office/drawing/2014/main" id="{F6BD7B10-400D-3961-175F-C522D7F06F39}"/>
                  </a:ext>
                </a:extLst>
              </p:cNvPr>
              <p:cNvSpPr/>
              <p:nvPr/>
            </p:nvSpPr>
            <p:spPr>
              <a:xfrm>
                <a:off x="10479360" y="4897743"/>
                <a:ext cx="19050" cy="24477"/>
              </a:xfrm>
              <a:custGeom>
                <a:avLst/>
                <a:gdLst>
                  <a:gd name="connsiteX0" fmla="*/ 0 w 19050"/>
                  <a:gd name="connsiteY0" fmla="*/ 24477 h 24477"/>
                  <a:gd name="connsiteX1" fmla="*/ 0 w 19050"/>
                  <a:gd name="connsiteY1" fmla="*/ 0 h 24477"/>
                </a:gdLst>
                <a:ahLst/>
                <a:cxnLst>
                  <a:cxn ang="0">
                    <a:pos x="connsiteX0" y="connsiteY0"/>
                  </a:cxn>
                  <a:cxn ang="0">
                    <a:pos x="connsiteX1" y="connsiteY1"/>
                  </a:cxn>
                </a:cxnLst>
                <a:rect l="l" t="t" r="r" b="b"/>
                <a:pathLst>
                  <a:path w="19050" h="24477">
                    <a:moveTo>
                      <a:pt x="0" y="24477"/>
                    </a:moveTo>
                    <a:lnTo>
                      <a:pt x="0" y="0"/>
                    </a:lnTo>
                  </a:path>
                </a:pathLst>
              </a:custGeom>
              <a:ln w="25400" cap="rnd">
                <a:solidFill>
                  <a:srgbClr val="005EFF"/>
                </a:solidFill>
                <a:prstDash val="solid"/>
                <a:round/>
              </a:ln>
            </p:spPr>
            <p:txBody>
              <a:bodyPr rtlCol="0" anchor="ctr"/>
              <a:lstStyle/>
              <a:p>
                <a:endParaRPr lang="en-CR"/>
              </a:p>
            </p:txBody>
          </p:sp>
          <p:sp>
            <p:nvSpPr>
              <p:cNvPr id="381" name="Freeform 380">
                <a:extLst>
                  <a:ext uri="{FF2B5EF4-FFF2-40B4-BE49-F238E27FC236}">
                    <a16:creationId xmlns:a16="http://schemas.microsoft.com/office/drawing/2014/main" id="{59FB33A4-F1AA-6CC0-CEA0-A6FD4F02D8AD}"/>
                  </a:ext>
                </a:extLst>
              </p:cNvPr>
              <p:cNvSpPr/>
              <p:nvPr/>
            </p:nvSpPr>
            <p:spPr>
              <a:xfrm>
                <a:off x="10563371" y="4812747"/>
                <a:ext cx="24193" cy="19273"/>
              </a:xfrm>
              <a:custGeom>
                <a:avLst/>
                <a:gdLst>
                  <a:gd name="connsiteX0" fmla="*/ 0 w 24193"/>
                  <a:gd name="connsiteY0" fmla="*/ 0 h 19273"/>
                  <a:gd name="connsiteX1" fmla="*/ 24194 w 24193"/>
                  <a:gd name="connsiteY1" fmla="*/ 0 h 19273"/>
                </a:gdLst>
                <a:ahLst/>
                <a:cxnLst>
                  <a:cxn ang="0">
                    <a:pos x="connsiteX0" y="connsiteY0"/>
                  </a:cxn>
                  <a:cxn ang="0">
                    <a:pos x="connsiteX1" y="connsiteY1"/>
                  </a:cxn>
                </a:cxnLst>
                <a:rect l="l" t="t" r="r" b="b"/>
                <a:pathLst>
                  <a:path w="24193" h="19273">
                    <a:moveTo>
                      <a:pt x="0" y="0"/>
                    </a:moveTo>
                    <a:lnTo>
                      <a:pt x="24194" y="0"/>
                    </a:lnTo>
                  </a:path>
                </a:pathLst>
              </a:custGeom>
              <a:ln w="25400" cap="rnd">
                <a:solidFill>
                  <a:srgbClr val="005EFF"/>
                </a:solidFill>
                <a:prstDash val="solid"/>
                <a:round/>
              </a:ln>
            </p:spPr>
            <p:txBody>
              <a:bodyPr rtlCol="0" anchor="ctr"/>
              <a:lstStyle/>
              <a:p>
                <a:endParaRPr lang="en-CR"/>
              </a:p>
            </p:txBody>
          </p:sp>
          <p:sp>
            <p:nvSpPr>
              <p:cNvPr id="382" name="Freeform 381">
                <a:extLst>
                  <a:ext uri="{FF2B5EF4-FFF2-40B4-BE49-F238E27FC236}">
                    <a16:creationId xmlns:a16="http://schemas.microsoft.com/office/drawing/2014/main" id="{E19D67BF-AF30-1611-1073-B837BABC2F2D}"/>
                  </a:ext>
                </a:extLst>
              </p:cNvPr>
              <p:cNvSpPr/>
              <p:nvPr/>
            </p:nvSpPr>
            <p:spPr>
              <a:xfrm>
                <a:off x="10371347" y="4812747"/>
                <a:ext cx="24002" cy="19273"/>
              </a:xfrm>
              <a:custGeom>
                <a:avLst/>
                <a:gdLst>
                  <a:gd name="connsiteX0" fmla="*/ 0 w 24002"/>
                  <a:gd name="connsiteY0" fmla="*/ 0 h 19273"/>
                  <a:gd name="connsiteX1" fmla="*/ 24003 w 24002"/>
                  <a:gd name="connsiteY1" fmla="*/ 0 h 19273"/>
                </a:gdLst>
                <a:ahLst/>
                <a:cxnLst>
                  <a:cxn ang="0">
                    <a:pos x="connsiteX0" y="connsiteY0"/>
                  </a:cxn>
                  <a:cxn ang="0">
                    <a:pos x="connsiteX1" y="connsiteY1"/>
                  </a:cxn>
                </a:cxnLst>
                <a:rect l="l" t="t" r="r" b="b"/>
                <a:pathLst>
                  <a:path w="24002" h="19273">
                    <a:moveTo>
                      <a:pt x="0" y="0"/>
                    </a:moveTo>
                    <a:lnTo>
                      <a:pt x="24003" y="0"/>
                    </a:lnTo>
                  </a:path>
                </a:pathLst>
              </a:custGeom>
              <a:ln w="25400" cap="rnd">
                <a:solidFill>
                  <a:srgbClr val="005EFF"/>
                </a:solidFill>
                <a:prstDash val="solid"/>
                <a:round/>
              </a:ln>
            </p:spPr>
            <p:txBody>
              <a:bodyPr rtlCol="0" anchor="ctr"/>
              <a:lstStyle/>
              <a:p>
                <a:endParaRPr lang="en-CR"/>
              </a:p>
            </p:txBody>
          </p:sp>
          <p:sp>
            <p:nvSpPr>
              <p:cNvPr id="383" name="Freeform 382">
                <a:extLst>
                  <a:ext uri="{FF2B5EF4-FFF2-40B4-BE49-F238E27FC236}">
                    <a16:creationId xmlns:a16="http://schemas.microsoft.com/office/drawing/2014/main" id="{9275C8D0-115F-95CF-9FD7-5AD76839DAE6}"/>
                  </a:ext>
                </a:extLst>
              </p:cNvPr>
              <p:cNvSpPr/>
              <p:nvPr/>
            </p:nvSpPr>
            <p:spPr>
              <a:xfrm>
                <a:off x="10521461" y="4718114"/>
                <a:ext cx="12001" cy="21008"/>
              </a:xfrm>
              <a:custGeom>
                <a:avLst/>
                <a:gdLst>
                  <a:gd name="connsiteX0" fmla="*/ 0 w 12001"/>
                  <a:gd name="connsiteY0" fmla="*/ 21008 h 21008"/>
                  <a:gd name="connsiteX1" fmla="*/ 12002 w 12001"/>
                  <a:gd name="connsiteY1" fmla="*/ 0 h 21008"/>
                </a:gdLst>
                <a:ahLst/>
                <a:cxnLst>
                  <a:cxn ang="0">
                    <a:pos x="connsiteX0" y="connsiteY0"/>
                  </a:cxn>
                  <a:cxn ang="0">
                    <a:pos x="connsiteX1" y="connsiteY1"/>
                  </a:cxn>
                </a:cxnLst>
                <a:rect l="l" t="t" r="r" b="b"/>
                <a:pathLst>
                  <a:path w="12001" h="21008">
                    <a:moveTo>
                      <a:pt x="0" y="21008"/>
                    </a:moveTo>
                    <a:lnTo>
                      <a:pt x="12002" y="0"/>
                    </a:lnTo>
                  </a:path>
                </a:pathLst>
              </a:custGeom>
              <a:ln w="25400" cap="rnd">
                <a:solidFill>
                  <a:srgbClr val="005EFF"/>
                </a:solidFill>
                <a:prstDash val="solid"/>
                <a:round/>
              </a:ln>
            </p:spPr>
            <p:txBody>
              <a:bodyPr rtlCol="0" anchor="ctr"/>
              <a:lstStyle/>
              <a:p>
                <a:endParaRPr lang="en-CR"/>
              </a:p>
            </p:txBody>
          </p:sp>
          <p:sp>
            <p:nvSpPr>
              <p:cNvPr id="384" name="Freeform 383">
                <a:extLst>
                  <a:ext uri="{FF2B5EF4-FFF2-40B4-BE49-F238E27FC236}">
                    <a16:creationId xmlns:a16="http://schemas.microsoft.com/office/drawing/2014/main" id="{7D2C55E6-EB38-257F-E9B6-B0772A934BE3}"/>
                  </a:ext>
                </a:extLst>
              </p:cNvPr>
              <p:cNvSpPr/>
              <p:nvPr/>
            </p:nvSpPr>
            <p:spPr>
              <a:xfrm>
                <a:off x="10425449" y="4886371"/>
                <a:ext cx="12001" cy="21200"/>
              </a:xfrm>
              <a:custGeom>
                <a:avLst/>
                <a:gdLst>
                  <a:gd name="connsiteX0" fmla="*/ 0 w 12001"/>
                  <a:gd name="connsiteY0" fmla="*/ 21201 h 21200"/>
                  <a:gd name="connsiteX1" fmla="*/ 12001 w 12001"/>
                  <a:gd name="connsiteY1" fmla="*/ 0 h 21200"/>
                </a:gdLst>
                <a:ahLst/>
                <a:cxnLst>
                  <a:cxn ang="0">
                    <a:pos x="connsiteX0" y="connsiteY0"/>
                  </a:cxn>
                  <a:cxn ang="0">
                    <a:pos x="connsiteX1" y="connsiteY1"/>
                  </a:cxn>
                </a:cxnLst>
                <a:rect l="l" t="t" r="r" b="b"/>
                <a:pathLst>
                  <a:path w="12001" h="21200">
                    <a:moveTo>
                      <a:pt x="0" y="21201"/>
                    </a:moveTo>
                    <a:lnTo>
                      <a:pt x="12001" y="0"/>
                    </a:lnTo>
                  </a:path>
                </a:pathLst>
              </a:custGeom>
              <a:ln w="25400" cap="rnd">
                <a:solidFill>
                  <a:srgbClr val="005EFF"/>
                </a:solidFill>
                <a:prstDash val="solid"/>
                <a:round/>
              </a:ln>
            </p:spPr>
            <p:txBody>
              <a:bodyPr rtlCol="0" anchor="ctr"/>
              <a:lstStyle/>
              <a:p>
                <a:endParaRPr lang="en-CR"/>
              </a:p>
            </p:txBody>
          </p:sp>
          <p:sp>
            <p:nvSpPr>
              <p:cNvPr id="385" name="Freeform 384">
                <a:extLst>
                  <a:ext uri="{FF2B5EF4-FFF2-40B4-BE49-F238E27FC236}">
                    <a16:creationId xmlns:a16="http://schemas.microsoft.com/office/drawing/2014/main" id="{208E5262-9AF8-F118-665D-CAAB17054AE3}"/>
                  </a:ext>
                </a:extLst>
              </p:cNvPr>
              <p:cNvSpPr/>
              <p:nvPr/>
            </p:nvSpPr>
            <p:spPr>
              <a:xfrm>
                <a:off x="10425449" y="4718114"/>
                <a:ext cx="12001" cy="21008"/>
              </a:xfrm>
              <a:custGeom>
                <a:avLst/>
                <a:gdLst>
                  <a:gd name="connsiteX0" fmla="*/ 12001 w 12001"/>
                  <a:gd name="connsiteY0" fmla="*/ 21008 h 21008"/>
                  <a:gd name="connsiteX1" fmla="*/ 0 w 12001"/>
                  <a:gd name="connsiteY1" fmla="*/ 0 h 21008"/>
                </a:gdLst>
                <a:ahLst/>
                <a:cxnLst>
                  <a:cxn ang="0">
                    <a:pos x="connsiteX0" y="connsiteY0"/>
                  </a:cxn>
                  <a:cxn ang="0">
                    <a:pos x="connsiteX1" y="connsiteY1"/>
                  </a:cxn>
                </a:cxnLst>
                <a:rect l="l" t="t" r="r" b="b"/>
                <a:pathLst>
                  <a:path w="12001" h="21008">
                    <a:moveTo>
                      <a:pt x="12001" y="21008"/>
                    </a:moveTo>
                    <a:lnTo>
                      <a:pt x="0" y="0"/>
                    </a:lnTo>
                  </a:path>
                </a:pathLst>
              </a:custGeom>
              <a:ln w="25400" cap="rnd">
                <a:solidFill>
                  <a:srgbClr val="005EFF"/>
                </a:solidFill>
                <a:prstDash val="solid"/>
                <a:round/>
              </a:ln>
            </p:spPr>
            <p:txBody>
              <a:bodyPr rtlCol="0" anchor="ctr"/>
              <a:lstStyle/>
              <a:p>
                <a:endParaRPr lang="en-CR"/>
              </a:p>
            </p:txBody>
          </p:sp>
          <p:sp>
            <p:nvSpPr>
              <p:cNvPr id="386" name="Freeform 385">
                <a:extLst>
                  <a:ext uri="{FF2B5EF4-FFF2-40B4-BE49-F238E27FC236}">
                    <a16:creationId xmlns:a16="http://schemas.microsoft.com/office/drawing/2014/main" id="{246ADDC9-4799-99A5-77FF-2512D5DF96FE}"/>
                  </a:ext>
                </a:extLst>
              </p:cNvPr>
              <p:cNvSpPr/>
              <p:nvPr/>
            </p:nvSpPr>
            <p:spPr>
              <a:xfrm>
                <a:off x="10521461" y="4886371"/>
                <a:ext cx="12001" cy="21200"/>
              </a:xfrm>
              <a:custGeom>
                <a:avLst/>
                <a:gdLst>
                  <a:gd name="connsiteX0" fmla="*/ 12002 w 12001"/>
                  <a:gd name="connsiteY0" fmla="*/ 21201 h 21200"/>
                  <a:gd name="connsiteX1" fmla="*/ 0 w 12001"/>
                  <a:gd name="connsiteY1" fmla="*/ 0 h 21200"/>
                </a:gdLst>
                <a:ahLst/>
                <a:cxnLst>
                  <a:cxn ang="0">
                    <a:pos x="connsiteX0" y="connsiteY0"/>
                  </a:cxn>
                  <a:cxn ang="0">
                    <a:pos x="connsiteX1" y="connsiteY1"/>
                  </a:cxn>
                </a:cxnLst>
                <a:rect l="l" t="t" r="r" b="b"/>
                <a:pathLst>
                  <a:path w="12001" h="21200">
                    <a:moveTo>
                      <a:pt x="12002" y="21201"/>
                    </a:moveTo>
                    <a:lnTo>
                      <a:pt x="0" y="0"/>
                    </a:lnTo>
                  </a:path>
                </a:pathLst>
              </a:custGeom>
              <a:ln w="25400" cap="rnd">
                <a:solidFill>
                  <a:srgbClr val="005EFF"/>
                </a:solidFill>
                <a:prstDash val="solid"/>
                <a:round/>
              </a:ln>
            </p:spPr>
            <p:txBody>
              <a:bodyPr rtlCol="0" anchor="ctr"/>
              <a:lstStyle/>
              <a:p>
                <a:endParaRPr lang="en-CR"/>
              </a:p>
            </p:txBody>
          </p:sp>
          <p:sp>
            <p:nvSpPr>
              <p:cNvPr id="387" name="Freeform 386">
                <a:extLst>
                  <a:ext uri="{FF2B5EF4-FFF2-40B4-BE49-F238E27FC236}">
                    <a16:creationId xmlns:a16="http://schemas.microsoft.com/office/drawing/2014/main" id="{777773F2-9A6F-8B4F-CE33-0C5EF892E2DE}"/>
                  </a:ext>
                </a:extLst>
              </p:cNvPr>
              <p:cNvSpPr/>
              <p:nvPr/>
            </p:nvSpPr>
            <p:spPr>
              <a:xfrm>
                <a:off x="10552131" y="4855341"/>
                <a:ext cx="20954" cy="12142"/>
              </a:xfrm>
              <a:custGeom>
                <a:avLst/>
                <a:gdLst>
                  <a:gd name="connsiteX0" fmla="*/ 0 w 20954"/>
                  <a:gd name="connsiteY0" fmla="*/ 0 h 12142"/>
                  <a:gd name="connsiteX1" fmla="*/ 20955 w 20954"/>
                  <a:gd name="connsiteY1" fmla="*/ 12142 h 12142"/>
                </a:gdLst>
                <a:ahLst/>
                <a:cxnLst>
                  <a:cxn ang="0">
                    <a:pos x="connsiteX0" y="connsiteY0"/>
                  </a:cxn>
                  <a:cxn ang="0">
                    <a:pos x="connsiteX1" y="connsiteY1"/>
                  </a:cxn>
                </a:cxnLst>
                <a:rect l="l" t="t" r="r" b="b"/>
                <a:pathLst>
                  <a:path w="20954" h="12142">
                    <a:moveTo>
                      <a:pt x="0" y="0"/>
                    </a:moveTo>
                    <a:lnTo>
                      <a:pt x="20955" y="12142"/>
                    </a:lnTo>
                  </a:path>
                </a:pathLst>
              </a:custGeom>
              <a:ln w="25400" cap="rnd">
                <a:solidFill>
                  <a:srgbClr val="005EFF"/>
                </a:solidFill>
                <a:prstDash val="solid"/>
                <a:round/>
              </a:ln>
            </p:spPr>
            <p:txBody>
              <a:bodyPr rtlCol="0" anchor="ctr"/>
              <a:lstStyle/>
              <a:p>
                <a:endParaRPr lang="en-CR"/>
              </a:p>
            </p:txBody>
          </p:sp>
          <p:sp>
            <p:nvSpPr>
              <p:cNvPr id="388" name="Freeform 387">
                <a:extLst>
                  <a:ext uri="{FF2B5EF4-FFF2-40B4-BE49-F238E27FC236}">
                    <a16:creationId xmlns:a16="http://schemas.microsoft.com/office/drawing/2014/main" id="{1D47C875-8331-07A7-6BE3-31ECCF972D06}"/>
                  </a:ext>
                </a:extLst>
              </p:cNvPr>
              <p:cNvSpPr/>
              <p:nvPr/>
            </p:nvSpPr>
            <p:spPr>
              <a:xfrm>
                <a:off x="10385825" y="4758203"/>
                <a:ext cx="20955" cy="12142"/>
              </a:xfrm>
              <a:custGeom>
                <a:avLst/>
                <a:gdLst>
                  <a:gd name="connsiteX0" fmla="*/ 0 w 20955"/>
                  <a:gd name="connsiteY0" fmla="*/ 0 h 12142"/>
                  <a:gd name="connsiteX1" fmla="*/ 20955 w 20955"/>
                  <a:gd name="connsiteY1" fmla="*/ 12142 h 12142"/>
                </a:gdLst>
                <a:ahLst/>
                <a:cxnLst>
                  <a:cxn ang="0">
                    <a:pos x="connsiteX0" y="connsiteY0"/>
                  </a:cxn>
                  <a:cxn ang="0">
                    <a:pos x="connsiteX1" y="connsiteY1"/>
                  </a:cxn>
                </a:cxnLst>
                <a:rect l="l" t="t" r="r" b="b"/>
                <a:pathLst>
                  <a:path w="20955" h="12142">
                    <a:moveTo>
                      <a:pt x="0" y="0"/>
                    </a:moveTo>
                    <a:lnTo>
                      <a:pt x="20955" y="12142"/>
                    </a:lnTo>
                  </a:path>
                </a:pathLst>
              </a:custGeom>
              <a:ln w="25400" cap="rnd">
                <a:solidFill>
                  <a:srgbClr val="005EFF"/>
                </a:solidFill>
                <a:prstDash val="solid"/>
                <a:round/>
              </a:ln>
            </p:spPr>
            <p:txBody>
              <a:bodyPr rtlCol="0" anchor="ctr"/>
              <a:lstStyle/>
              <a:p>
                <a:endParaRPr lang="en-CR"/>
              </a:p>
            </p:txBody>
          </p:sp>
          <p:sp>
            <p:nvSpPr>
              <p:cNvPr id="389" name="Freeform 388">
                <a:extLst>
                  <a:ext uri="{FF2B5EF4-FFF2-40B4-BE49-F238E27FC236}">
                    <a16:creationId xmlns:a16="http://schemas.microsoft.com/office/drawing/2014/main" id="{6D4F5A9B-6CF6-808E-BC3F-191B48805EDA}"/>
                  </a:ext>
                </a:extLst>
              </p:cNvPr>
              <p:cNvSpPr/>
              <p:nvPr/>
            </p:nvSpPr>
            <p:spPr>
              <a:xfrm>
                <a:off x="10552131" y="4758203"/>
                <a:ext cx="20954" cy="12142"/>
              </a:xfrm>
              <a:custGeom>
                <a:avLst/>
                <a:gdLst>
                  <a:gd name="connsiteX0" fmla="*/ 0 w 20954"/>
                  <a:gd name="connsiteY0" fmla="*/ 12142 h 12142"/>
                  <a:gd name="connsiteX1" fmla="*/ 20955 w 20954"/>
                  <a:gd name="connsiteY1" fmla="*/ 0 h 12142"/>
                </a:gdLst>
                <a:ahLst/>
                <a:cxnLst>
                  <a:cxn ang="0">
                    <a:pos x="connsiteX0" y="connsiteY0"/>
                  </a:cxn>
                  <a:cxn ang="0">
                    <a:pos x="connsiteX1" y="connsiteY1"/>
                  </a:cxn>
                </a:cxnLst>
                <a:rect l="l" t="t" r="r" b="b"/>
                <a:pathLst>
                  <a:path w="20954" h="12142">
                    <a:moveTo>
                      <a:pt x="0" y="12142"/>
                    </a:moveTo>
                    <a:lnTo>
                      <a:pt x="20955" y="0"/>
                    </a:lnTo>
                  </a:path>
                </a:pathLst>
              </a:custGeom>
              <a:ln w="25400" cap="rnd">
                <a:solidFill>
                  <a:srgbClr val="005EFF"/>
                </a:solidFill>
                <a:prstDash val="solid"/>
                <a:round/>
              </a:ln>
            </p:spPr>
            <p:txBody>
              <a:bodyPr rtlCol="0" anchor="ctr"/>
              <a:lstStyle/>
              <a:p>
                <a:endParaRPr lang="en-CR"/>
              </a:p>
            </p:txBody>
          </p:sp>
          <p:sp>
            <p:nvSpPr>
              <p:cNvPr id="390" name="Freeform 389">
                <a:extLst>
                  <a:ext uri="{FF2B5EF4-FFF2-40B4-BE49-F238E27FC236}">
                    <a16:creationId xmlns:a16="http://schemas.microsoft.com/office/drawing/2014/main" id="{7DC723B0-912A-B3F8-6B20-1B8BBD94C84D}"/>
                  </a:ext>
                </a:extLst>
              </p:cNvPr>
              <p:cNvSpPr/>
              <p:nvPr/>
            </p:nvSpPr>
            <p:spPr>
              <a:xfrm>
                <a:off x="10385825" y="4855341"/>
                <a:ext cx="20955" cy="12142"/>
              </a:xfrm>
              <a:custGeom>
                <a:avLst/>
                <a:gdLst>
                  <a:gd name="connsiteX0" fmla="*/ 0 w 20955"/>
                  <a:gd name="connsiteY0" fmla="*/ 12142 h 12142"/>
                  <a:gd name="connsiteX1" fmla="*/ 20955 w 20955"/>
                  <a:gd name="connsiteY1" fmla="*/ 0 h 12142"/>
                </a:gdLst>
                <a:ahLst/>
                <a:cxnLst>
                  <a:cxn ang="0">
                    <a:pos x="connsiteX0" y="connsiteY0"/>
                  </a:cxn>
                  <a:cxn ang="0">
                    <a:pos x="connsiteX1" y="connsiteY1"/>
                  </a:cxn>
                </a:cxnLst>
                <a:rect l="l" t="t" r="r" b="b"/>
                <a:pathLst>
                  <a:path w="20955" h="12142">
                    <a:moveTo>
                      <a:pt x="0" y="12142"/>
                    </a:moveTo>
                    <a:lnTo>
                      <a:pt x="20955" y="0"/>
                    </a:lnTo>
                  </a:path>
                </a:pathLst>
              </a:custGeom>
              <a:ln w="25400" cap="rnd">
                <a:solidFill>
                  <a:srgbClr val="005EFF"/>
                </a:solidFill>
                <a:prstDash val="solid"/>
                <a:round/>
              </a:ln>
            </p:spPr>
            <p:txBody>
              <a:bodyPr rtlCol="0" anchor="ctr"/>
              <a:lstStyle/>
              <a:p>
                <a:endParaRPr lang="en-CR"/>
              </a:p>
            </p:txBody>
          </p:sp>
        </p:grpSp>
        <p:sp>
          <p:nvSpPr>
            <p:cNvPr id="377" name="Freeform 376">
              <a:extLst>
                <a:ext uri="{FF2B5EF4-FFF2-40B4-BE49-F238E27FC236}">
                  <a16:creationId xmlns:a16="http://schemas.microsoft.com/office/drawing/2014/main" id="{EE653276-025D-DCE3-FAF2-9561C2E09620}"/>
                </a:ext>
              </a:extLst>
            </p:cNvPr>
            <p:cNvSpPr/>
            <p:nvPr/>
          </p:nvSpPr>
          <p:spPr>
            <a:xfrm>
              <a:off x="10204278" y="4641599"/>
              <a:ext cx="549973" cy="405513"/>
            </a:xfrm>
            <a:custGeom>
              <a:avLst/>
              <a:gdLst>
                <a:gd name="connsiteX0" fmla="*/ 530924 w 549973"/>
                <a:gd name="connsiteY0" fmla="*/ 0 h 405513"/>
                <a:gd name="connsiteX1" fmla="*/ 549974 w 549973"/>
                <a:gd name="connsiteY1" fmla="*/ 19273 h 405513"/>
                <a:gd name="connsiteX2" fmla="*/ 549974 w 549973"/>
                <a:gd name="connsiteY2" fmla="*/ 386240 h 405513"/>
                <a:gd name="connsiteX3" fmla="*/ 530924 w 549973"/>
                <a:gd name="connsiteY3" fmla="*/ 405513 h 405513"/>
                <a:gd name="connsiteX4" fmla="*/ 19050 w 549973"/>
                <a:gd name="connsiteY4" fmla="*/ 405513 h 405513"/>
                <a:gd name="connsiteX5" fmla="*/ 0 w 549973"/>
                <a:gd name="connsiteY5" fmla="*/ 386240 h 405513"/>
                <a:gd name="connsiteX6" fmla="*/ 0 w 549973"/>
                <a:gd name="connsiteY6" fmla="*/ 19273 h 405513"/>
                <a:gd name="connsiteX7" fmla="*/ 19050 w 549973"/>
                <a:gd name="connsiteY7" fmla="*/ 0 h 4055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49973" h="405513">
                  <a:moveTo>
                    <a:pt x="530924" y="0"/>
                  </a:moveTo>
                  <a:cubicBezTo>
                    <a:pt x="541445" y="0"/>
                    <a:pt x="549974" y="8629"/>
                    <a:pt x="549974" y="19273"/>
                  </a:cubicBezTo>
                  <a:lnTo>
                    <a:pt x="549974" y="386240"/>
                  </a:lnTo>
                  <a:cubicBezTo>
                    <a:pt x="549974" y="396884"/>
                    <a:pt x="541445" y="405513"/>
                    <a:pt x="530924" y="405513"/>
                  </a:cubicBezTo>
                  <a:lnTo>
                    <a:pt x="19050" y="405513"/>
                  </a:lnTo>
                  <a:cubicBezTo>
                    <a:pt x="8529" y="405513"/>
                    <a:pt x="0" y="396884"/>
                    <a:pt x="0" y="386240"/>
                  </a:cubicBezTo>
                  <a:lnTo>
                    <a:pt x="0" y="19273"/>
                  </a:lnTo>
                  <a:cubicBezTo>
                    <a:pt x="0" y="8629"/>
                    <a:pt x="8529" y="0"/>
                    <a:pt x="19050" y="0"/>
                  </a:cubicBezTo>
                  <a:close/>
                </a:path>
              </a:pathLst>
            </a:custGeom>
            <a:noFill/>
            <a:ln w="25400" cap="rnd">
              <a:solidFill>
                <a:srgbClr val="0A1264"/>
              </a:solidFill>
              <a:prstDash val="solid"/>
              <a:round/>
            </a:ln>
          </p:spPr>
          <p:txBody>
            <a:bodyPr rtlCol="0" anchor="ctr"/>
            <a:lstStyle/>
            <a:p>
              <a:endParaRPr lang="en-CR"/>
            </a:p>
          </p:txBody>
        </p:sp>
      </p:grpSp>
      <p:grpSp>
        <p:nvGrpSpPr>
          <p:cNvPr id="391" name="Graphic 365">
            <a:extLst>
              <a:ext uri="{FF2B5EF4-FFF2-40B4-BE49-F238E27FC236}">
                <a16:creationId xmlns:a16="http://schemas.microsoft.com/office/drawing/2014/main" id="{28790DD7-542F-9D41-107C-E72424667308}"/>
              </a:ext>
            </a:extLst>
          </p:cNvPr>
          <p:cNvGrpSpPr/>
          <p:nvPr/>
        </p:nvGrpSpPr>
        <p:grpSpPr>
          <a:xfrm>
            <a:off x="4684208" y="5018208"/>
            <a:ext cx="519684" cy="594062"/>
            <a:chOff x="4556702" y="5533639"/>
            <a:chExt cx="519684" cy="594062"/>
          </a:xfrm>
          <a:noFill/>
        </p:grpSpPr>
        <p:grpSp>
          <p:nvGrpSpPr>
            <p:cNvPr id="392" name="Graphic 365">
              <a:extLst>
                <a:ext uri="{FF2B5EF4-FFF2-40B4-BE49-F238E27FC236}">
                  <a16:creationId xmlns:a16="http://schemas.microsoft.com/office/drawing/2014/main" id="{E4C029AC-2DB0-81EA-ACA1-E86F70360C55}"/>
                </a:ext>
              </a:extLst>
            </p:cNvPr>
            <p:cNvGrpSpPr/>
            <p:nvPr/>
          </p:nvGrpSpPr>
          <p:grpSpPr>
            <a:xfrm>
              <a:off x="4556702" y="5533639"/>
              <a:ext cx="519684" cy="453439"/>
              <a:chOff x="4556702" y="5533639"/>
              <a:chExt cx="519684" cy="453439"/>
            </a:xfrm>
            <a:noFill/>
          </p:grpSpPr>
          <p:sp>
            <p:nvSpPr>
              <p:cNvPr id="401" name="Freeform 400">
                <a:extLst>
                  <a:ext uri="{FF2B5EF4-FFF2-40B4-BE49-F238E27FC236}">
                    <a16:creationId xmlns:a16="http://schemas.microsoft.com/office/drawing/2014/main" id="{688FE6B6-D7F9-F59A-35B4-43378247A38F}"/>
                  </a:ext>
                </a:extLst>
              </p:cNvPr>
              <p:cNvSpPr/>
              <p:nvPr/>
            </p:nvSpPr>
            <p:spPr>
              <a:xfrm>
                <a:off x="4556702" y="5533639"/>
                <a:ext cx="519684" cy="353185"/>
              </a:xfrm>
              <a:custGeom>
                <a:avLst/>
                <a:gdLst>
                  <a:gd name="connsiteX0" fmla="*/ 16764 w 519684"/>
                  <a:gd name="connsiteY0" fmla="*/ 353185 h 353185"/>
                  <a:gd name="connsiteX1" fmla="*/ 0 w 519684"/>
                  <a:gd name="connsiteY1" fmla="*/ 260967 h 353185"/>
                  <a:gd name="connsiteX2" fmla="*/ 259842 w 519684"/>
                  <a:gd name="connsiteY2" fmla="*/ 0 h 353185"/>
                  <a:gd name="connsiteX3" fmla="*/ 519684 w 519684"/>
                  <a:gd name="connsiteY3" fmla="*/ 260967 h 353185"/>
                  <a:gd name="connsiteX4" fmla="*/ 505016 w 519684"/>
                  <a:gd name="connsiteY4" fmla="*/ 347637 h 35318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19684" h="353185">
                    <a:moveTo>
                      <a:pt x="16764" y="353185"/>
                    </a:moveTo>
                    <a:cubicBezTo>
                      <a:pt x="5905" y="324486"/>
                      <a:pt x="0" y="293492"/>
                      <a:pt x="0" y="260967"/>
                    </a:cubicBezTo>
                    <a:cubicBezTo>
                      <a:pt x="0" y="116899"/>
                      <a:pt x="116396" y="0"/>
                      <a:pt x="259842" y="0"/>
                    </a:cubicBezTo>
                    <a:cubicBezTo>
                      <a:pt x="403289" y="0"/>
                      <a:pt x="519684" y="116899"/>
                      <a:pt x="519684" y="260967"/>
                    </a:cubicBezTo>
                    <a:cubicBezTo>
                      <a:pt x="519684" y="291387"/>
                      <a:pt x="514541" y="320660"/>
                      <a:pt x="505016" y="347637"/>
                    </a:cubicBezTo>
                  </a:path>
                </a:pathLst>
              </a:custGeom>
              <a:noFill/>
              <a:ln w="25400" cap="rnd">
                <a:solidFill>
                  <a:srgbClr val="005EFF"/>
                </a:solidFill>
                <a:prstDash val="solid"/>
                <a:round/>
              </a:ln>
            </p:spPr>
            <p:txBody>
              <a:bodyPr rtlCol="0" anchor="ctr"/>
              <a:lstStyle/>
              <a:p>
                <a:endParaRPr lang="en-CR"/>
              </a:p>
            </p:txBody>
          </p:sp>
          <p:sp>
            <p:nvSpPr>
              <p:cNvPr id="402" name="Freeform 401">
                <a:extLst>
                  <a:ext uri="{FF2B5EF4-FFF2-40B4-BE49-F238E27FC236}">
                    <a16:creationId xmlns:a16="http://schemas.microsoft.com/office/drawing/2014/main" id="{3001BB73-A9F4-3964-BF5C-A14190B3FE23}"/>
                  </a:ext>
                </a:extLst>
              </p:cNvPr>
              <p:cNvSpPr/>
              <p:nvPr/>
            </p:nvSpPr>
            <p:spPr>
              <a:xfrm>
                <a:off x="4818068" y="5533639"/>
                <a:ext cx="148971" cy="453439"/>
              </a:xfrm>
              <a:custGeom>
                <a:avLst/>
                <a:gdLst>
                  <a:gd name="connsiteX0" fmla="*/ 0 w 148971"/>
                  <a:gd name="connsiteY0" fmla="*/ 0 h 453439"/>
                  <a:gd name="connsiteX1" fmla="*/ 148971 w 148971"/>
                  <a:gd name="connsiteY1" fmla="*/ 260967 h 453439"/>
                  <a:gd name="connsiteX2" fmla="*/ 100584 w 148971"/>
                  <a:gd name="connsiteY2" fmla="*/ 453439 h 453439"/>
                </a:gdLst>
                <a:ahLst/>
                <a:cxnLst>
                  <a:cxn ang="0">
                    <a:pos x="connsiteX0" y="connsiteY0"/>
                  </a:cxn>
                  <a:cxn ang="0">
                    <a:pos x="connsiteX1" y="connsiteY1"/>
                  </a:cxn>
                  <a:cxn ang="0">
                    <a:pos x="connsiteX2" y="connsiteY2"/>
                  </a:cxn>
                </a:cxnLst>
                <a:rect l="l" t="t" r="r" b="b"/>
                <a:pathLst>
                  <a:path w="148971" h="453439">
                    <a:moveTo>
                      <a:pt x="0" y="0"/>
                    </a:moveTo>
                    <a:cubicBezTo>
                      <a:pt x="82296" y="0"/>
                      <a:pt x="148971" y="116899"/>
                      <a:pt x="148971" y="260967"/>
                    </a:cubicBezTo>
                    <a:cubicBezTo>
                      <a:pt x="148971" y="337114"/>
                      <a:pt x="130302" y="405799"/>
                      <a:pt x="100584" y="453439"/>
                    </a:cubicBezTo>
                  </a:path>
                </a:pathLst>
              </a:custGeom>
              <a:noFill/>
              <a:ln w="25400" cap="rnd">
                <a:solidFill>
                  <a:srgbClr val="005EFF"/>
                </a:solidFill>
                <a:prstDash val="solid"/>
                <a:round/>
              </a:ln>
            </p:spPr>
            <p:txBody>
              <a:bodyPr rtlCol="0" anchor="ctr"/>
              <a:lstStyle/>
              <a:p>
                <a:endParaRPr lang="en-CR"/>
              </a:p>
            </p:txBody>
          </p:sp>
          <p:sp>
            <p:nvSpPr>
              <p:cNvPr id="403" name="Freeform 402">
                <a:extLst>
                  <a:ext uri="{FF2B5EF4-FFF2-40B4-BE49-F238E27FC236}">
                    <a16:creationId xmlns:a16="http://schemas.microsoft.com/office/drawing/2014/main" id="{9EBE8FCC-3C99-9F09-3E4D-A1ADB6037C15}"/>
                  </a:ext>
                </a:extLst>
              </p:cNvPr>
              <p:cNvSpPr/>
              <p:nvPr/>
            </p:nvSpPr>
            <p:spPr>
              <a:xfrm>
                <a:off x="4666620" y="5533639"/>
                <a:ext cx="148971" cy="336922"/>
              </a:xfrm>
              <a:custGeom>
                <a:avLst/>
                <a:gdLst>
                  <a:gd name="connsiteX0" fmla="*/ 148971 w 148971"/>
                  <a:gd name="connsiteY0" fmla="*/ 0 h 336922"/>
                  <a:gd name="connsiteX1" fmla="*/ 0 w 148971"/>
                  <a:gd name="connsiteY1" fmla="*/ 260967 h 336922"/>
                  <a:gd name="connsiteX2" fmla="*/ 6477 w 148971"/>
                  <a:gd name="connsiteY2" fmla="*/ 336923 h 336922"/>
                </a:gdLst>
                <a:ahLst/>
                <a:cxnLst>
                  <a:cxn ang="0">
                    <a:pos x="connsiteX0" y="connsiteY0"/>
                  </a:cxn>
                  <a:cxn ang="0">
                    <a:pos x="connsiteX1" y="connsiteY1"/>
                  </a:cxn>
                  <a:cxn ang="0">
                    <a:pos x="connsiteX2" y="connsiteY2"/>
                  </a:cxn>
                </a:cxnLst>
                <a:rect l="l" t="t" r="r" b="b"/>
                <a:pathLst>
                  <a:path w="148971" h="336922">
                    <a:moveTo>
                      <a:pt x="148971" y="0"/>
                    </a:moveTo>
                    <a:cubicBezTo>
                      <a:pt x="66675" y="0"/>
                      <a:pt x="0" y="116899"/>
                      <a:pt x="0" y="260967"/>
                    </a:cubicBezTo>
                    <a:cubicBezTo>
                      <a:pt x="0" y="287369"/>
                      <a:pt x="2286" y="312816"/>
                      <a:pt x="6477" y="336923"/>
                    </a:cubicBezTo>
                  </a:path>
                </a:pathLst>
              </a:custGeom>
              <a:noFill/>
              <a:ln w="25400" cap="rnd">
                <a:solidFill>
                  <a:srgbClr val="005EFF"/>
                </a:solidFill>
                <a:prstDash val="solid"/>
                <a:round/>
              </a:ln>
            </p:spPr>
            <p:txBody>
              <a:bodyPr rtlCol="0" anchor="ctr"/>
              <a:lstStyle/>
              <a:p>
                <a:endParaRPr lang="en-CR"/>
              </a:p>
            </p:txBody>
          </p:sp>
          <p:sp>
            <p:nvSpPr>
              <p:cNvPr id="404" name="Freeform 403">
                <a:extLst>
                  <a:ext uri="{FF2B5EF4-FFF2-40B4-BE49-F238E27FC236}">
                    <a16:creationId xmlns:a16="http://schemas.microsoft.com/office/drawing/2014/main" id="{84B5658F-EED8-7B8A-5DEA-F766A93FCB38}"/>
                  </a:ext>
                </a:extLst>
              </p:cNvPr>
              <p:cNvSpPr/>
              <p:nvPr/>
            </p:nvSpPr>
            <p:spPr>
              <a:xfrm>
                <a:off x="4806829" y="5533639"/>
                <a:ext cx="19050" cy="334243"/>
              </a:xfrm>
              <a:custGeom>
                <a:avLst/>
                <a:gdLst>
                  <a:gd name="connsiteX0" fmla="*/ 0 w 19050"/>
                  <a:gd name="connsiteY0" fmla="*/ 0 h 334243"/>
                  <a:gd name="connsiteX1" fmla="*/ 0 w 19050"/>
                  <a:gd name="connsiteY1" fmla="*/ 334244 h 334243"/>
                </a:gdLst>
                <a:ahLst/>
                <a:cxnLst>
                  <a:cxn ang="0">
                    <a:pos x="connsiteX0" y="connsiteY0"/>
                  </a:cxn>
                  <a:cxn ang="0">
                    <a:pos x="connsiteX1" y="connsiteY1"/>
                  </a:cxn>
                </a:cxnLst>
                <a:rect l="l" t="t" r="r" b="b"/>
                <a:pathLst>
                  <a:path w="19050" h="334243">
                    <a:moveTo>
                      <a:pt x="0" y="0"/>
                    </a:moveTo>
                    <a:lnTo>
                      <a:pt x="0" y="334244"/>
                    </a:lnTo>
                  </a:path>
                </a:pathLst>
              </a:custGeom>
              <a:ln w="25400" cap="rnd">
                <a:solidFill>
                  <a:srgbClr val="005EFF"/>
                </a:solidFill>
                <a:prstDash val="solid"/>
                <a:round/>
              </a:ln>
            </p:spPr>
            <p:txBody>
              <a:bodyPr rtlCol="0" anchor="ctr"/>
              <a:lstStyle/>
              <a:p>
                <a:endParaRPr lang="en-CR"/>
              </a:p>
            </p:txBody>
          </p:sp>
          <p:sp>
            <p:nvSpPr>
              <p:cNvPr id="405" name="Freeform 404">
                <a:extLst>
                  <a:ext uri="{FF2B5EF4-FFF2-40B4-BE49-F238E27FC236}">
                    <a16:creationId xmlns:a16="http://schemas.microsoft.com/office/drawing/2014/main" id="{D1D4319E-DBBE-D3F6-BC29-5FD6E8D69277}"/>
                  </a:ext>
                </a:extLst>
              </p:cNvPr>
              <p:cNvSpPr/>
              <p:nvPr/>
            </p:nvSpPr>
            <p:spPr>
              <a:xfrm>
                <a:off x="4556702" y="5805128"/>
                <a:ext cx="519493" cy="19132"/>
              </a:xfrm>
              <a:custGeom>
                <a:avLst/>
                <a:gdLst>
                  <a:gd name="connsiteX0" fmla="*/ 519494 w 519493"/>
                  <a:gd name="connsiteY0" fmla="*/ 0 h 19132"/>
                  <a:gd name="connsiteX1" fmla="*/ 0 w 519493"/>
                  <a:gd name="connsiteY1" fmla="*/ 0 h 19132"/>
                </a:gdLst>
                <a:ahLst/>
                <a:cxnLst>
                  <a:cxn ang="0">
                    <a:pos x="connsiteX0" y="connsiteY0"/>
                  </a:cxn>
                  <a:cxn ang="0">
                    <a:pos x="connsiteX1" y="connsiteY1"/>
                  </a:cxn>
                </a:cxnLst>
                <a:rect l="l" t="t" r="r" b="b"/>
                <a:pathLst>
                  <a:path w="519493" h="19132">
                    <a:moveTo>
                      <a:pt x="519494" y="0"/>
                    </a:moveTo>
                    <a:lnTo>
                      <a:pt x="0" y="0"/>
                    </a:lnTo>
                  </a:path>
                </a:pathLst>
              </a:custGeom>
              <a:ln w="25400" cap="rnd">
                <a:solidFill>
                  <a:srgbClr val="005EFF"/>
                </a:solidFill>
                <a:prstDash val="solid"/>
                <a:round/>
              </a:ln>
            </p:spPr>
            <p:txBody>
              <a:bodyPr rtlCol="0" anchor="ctr"/>
              <a:lstStyle/>
              <a:p>
                <a:endParaRPr lang="en-CR"/>
              </a:p>
            </p:txBody>
          </p:sp>
          <p:sp>
            <p:nvSpPr>
              <p:cNvPr id="406" name="Freeform 405">
                <a:extLst>
                  <a:ext uri="{FF2B5EF4-FFF2-40B4-BE49-F238E27FC236}">
                    <a16:creationId xmlns:a16="http://schemas.microsoft.com/office/drawing/2014/main" id="{575F6A20-37D7-2618-00C0-E30057856EAE}"/>
                  </a:ext>
                </a:extLst>
              </p:cNvPr>
              <p:cNvSpPr/>
              <p:nvPr/>
            </p:nvSpPr>
            <p:spPr>
              <a:xfrm>
                <a:off x="4576514" y="5694543"/>
                <a:ext cx="480250" cy="19132"/>
              </a:xfrm>
              <a:custGeom>
                <a:avLst/>
                <a:gdLst>
                  <a:gd name="connsiteX0" fmla="*/ 480251 w 480250"/>
                  <a:gd name="connsiteY0" fmla="*/ 0 h 19132"/>
                  <a:gd name="connsiteX1" fmla="*/ 0 w 480250"/>
                  <a:gd name="connsiteY1" fmla="*/ 0 h 19132"/>
                </a:gdLst>
                <a:ahLst/>
                <a:cxnLst>
                  <a:cxn ang="0">
                    <a:pos x="connsiteX0" y="connsiteY0"/>
                  </a:cxn>
                  <a:cxn ang="0">
                    <a:pos x="connsiteX1" y="connsiteY1"/>
                  </a:cxn>
                </a:cxnLst>
                <a:rect l="l" t="t" r="r" b="b"/>
                <a:pathLst>
                  <a:path w="480250" h="19132">
                    <a:moveTo>
                      <a:pt x="480251" y="0"/>
                    </a:moveTo>
                    <a:lnTo>
                      <a:pt x="0" y="0"/>
                    </a:lnTo>
                  </a:path>
                </a:pathLst>
              </a:custGeom>
              <a:ln w="25400" cap="rnd">
                <a:solidFill>
                  <a:srgbClr val="005EFF"/>
                </a:solidFill>
                <a:prstDash val="solid"/>
                <a:round/>
              </a:ln>
            </p:spPr>
            <p:txBody>
              <a:bodyPr rtlCol="0" anchor="ctr"/>
              <a:lstStyle/>
              <a:p>
                <a:endParaRPr lang="en-CR"/>
              </a:p>
            </p:txBody>
          </p:sp>
        </p:grpSp>
        <p:grpSp>
          <p:nvGrpSpPr>
            <p:cNvPr id="393" name="Graphic 365">
              <a:extLst>
                <a:ext uri="{FF2B5EF4-FFF2-40B4-BE49-F238E27FC236}">
                  <a16:creationId xmlns:a16="http://schemas.microsoft.com/office/drawing/2014/main" id="{0EA4E877-DE17-907B-AAC0-C08BCD293A5C}"/>
                </a:ext>
              </a:extLst>
            </p:cNvPr>
            <p:cNvGrpSpPr/>
            <p:nvPr/>
          </p:nvGrpSpPr>
          <p:grpSpPr>
            <a:xfrm>
              <a:off x="4564322" y="5915714"/>
              <a:ext cx="503491" cy="211987"/>
              <a:chOff x="4564322" y="5915714"/>
              <a:chExt cx="503491" cy="211987"/>
            </a:xfrm>
            <a:noFill/>
          </p:grpSpPr>
          <p:sp>
            <p:nvSpPr>
              <p:cNvPr id="394" name="Freeform 393">
                <a:extLst>
                  <a:ext uri="{FF2B5EF4-FFF2-40B4-BE49-F238E27FC236}">
                    <a16:creationId xmlns:a16="http://schemas.microsoft.com/office/drawing/2014/main" id="{A27AA809-430F-E8CC-E88A-3B1C813523F7}"/>
                  </a:ext>
                </a:extLst>
              </p:cNvPr>
              <p:cNvSpPr/>
              <p:nvPr/>
            </p:nvSpPr>
            <p:spPr>
              <a:xfrm>
                <a:off x="4564322" y="5965076"/>
                <a:ext cx="59816" cy="60075"/>
              </a:xfrm>
              <a:custGeom>
                <a:avLst/>
                <a:gdLst>
                  <a:gd name="connsiteX0" fmla="*/ 29909 w 59816"/>
                  <a:gd name="connsiteY0" fmla="*/ 60076 h 60075"/>
                  <a:gd name="connsiteX1" fmla="*/ 0 w 59816"/>
                  <a:gd name="connsiteY1" fmla="*/ 30038 h 60075"/>
                  <a:gd name="connsiteX2" fmla="*/ 29909 w 59816"/>
                  <a:gd name="connsiteY2" fmla="*/ 0 h 60075"/>
                  <a:gd name="connsiteX3" fmla="*/ 59817 w 59816"/>
                  <a:gd name="connsiteY3" fmla="*/ 30038 h 60075"/>
                  <a:gd name="connsiteX4" fmla="*/ 29909 w 59816"/>
                  <a:gd name="connsiteY4" fmla="*/ 60076 h 600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816" h="60075">
                    <a:moveTo>
                      <a:pt x="29909" y="60076"/>
                    </a:moveTo>
                    <a:cubicBezTo>
                      <a:pt x="13335" y="60076"/>
                      <a:pt x="0" y="46492"/>
                      <a:pt x="0" y="30038"/>
                    </a:cubicBezTo>
                    <a:cubicBezTo>
                      <a:pt x="0" y="13393"/>
                      <a:pt x="13335" y="0"/>
                      <a:pt x="29909" y="0"/>
                    </a:cubicBezTo>
                    <a:cubicBezTo>
                      <a:pt x="46482" y="0"/>
                      <a:pt x="59817" y="13393"/>
                      <a:pt x="59817" y="30038"/>
                    </a:cubicBezTo>
                    <a:cubicBezTo>
                      <a:pt x="59817" y="46683"/>
                      <a:pt x="46482" y="60076"/>
                      <a:pt x="29909" y="60076"/>
                    </a:cubicBezTo>
                    <a:close/>
                  </a:path>
                </a:pathLst>
              </a:custGeom>
              <a:noFill/>
              <a:ln w="25400" cap="rnd">
                <a:solidFill>
                  <a:srgbClr val="0A1264"/>
                </a:solidFill>
                <a:prstDash val="solid"/>
                <a:round/>
              </a:ln>
            </p:spPr>
            <p:txBody>
              <a:bodyPr rtlCol="0" anchor="ctr"/>
              <a:lstStyle/>
              <a:p>
                <a:endParaRPr lang="en-CR"/>
              </a:p>
            </p:txBody>
          </p:sp>
          <p:sp>
            <p:nvSpPr>
              <p:cNvPr id="395" name="Freeform 394">
                <a:extLst>
                  <a:ext uri="{FF2B5EF4-FFF2-40B4-BE49-F238E27FC236}">
                    <a16:creationId xmlns:a16="http://schemas.microsoft.com/office/drawing/2014/main" id="{73BFA20E-8A96-575B-4DD9-9313CD94437B}"/>
                  </a:ext>
                </a:extLst>
              </p:cNvPr>
              <p:cNvSpPr/>
              <p:nvPr/>
            </p:nvSpPr>
            <p:spPr>
              <a:xfrm>
                <a:off x="4706625" y="5915714"/>
                <a:ext cx="59817" cy="60075"/>
              </a:xfrm>
              <a:custGeom>
                <a:avLst/>
                <a:gdLst>
                  <a:gd name="connsiteX0" fmla="*/ 29908 w 59817"/>
                  <a:gd name="connsiteY0" fmla="*/ 60076 h 60075"/>
                  <a:gd name="connsiteX1" fmla="*/ 0 w 59817"/>
                  <a:gd name="connsiteY1" fmla="*/ 30038 h 60075"/>
                  <a:gd name="connsiteX2" fmla="*/ 29908 w 59817"/>
                  <a:gd name="connsiteY2" fmla="*/ 0 h 60075"/>
                  <a:gd name="connsiteX3" fmla="*/ 59817 w 59817"/>
                  <a:gd name="connsiteY3" fmla="*/ 30038 h 60075"/>
                  <a:gd name="connsiteX4" fmla="*/ 29908 w 59817"/>
                  <a:gd name="connsiteY4" fmla="*/ 60076 h 600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817" h="60075">
                    <a:moveTo>
                      <a:pt x="29908" y="60076"/>
                    </a:moveTo>
                    <a:cubicBezTo>
                      <a:pt x="13335" y="60076"/>
                      <a:pt x="0" y="46492"/>
                      <a:pt x="0" y="30038"/>
                    </a:cubicBezTo>
                    <a:cubicBezTo>
                      <a:pt x="0" y="13393"/>
                      <a:pt x="13335" y="0"/>
                      <a:pt x="29908" y="0"/>
                    </a:cubicBezTo>
                    <a:cubicBezTo>
                      <a:pt x="46482" y="0"/>
                      <a:pt x="59817" y="13393"/>
                      <a:pt x="59817" y="30038"/>
                    </a:cubicBezTo>
                    <a:cubicBezTo>
                      <a:pt x="59817" y="46683"/>
                      <a:pt x="46482" y="60076"/>
                      <a:pt x="29908" y="60076"/>
                    </a:cubicBezTo>
                    <a:close/>
                  </a:path>
                </a:pathLst>
              </a:custGeom>
              <a:noFill/>
              <a:ln w="25400" cap="rnd">
                <a:solidFill>
                  <a:srgbClr val="0A1264"/>
                </a:solidFill>
                <a:prstDash val="solid"/>
                <a:round/>
              </a:ln>
            </p:spPr>
            <p:txBody>
              <a:bodyPr rtlCol="0" anchor="ctr"/>
              <a:lstStyle/>
              <a:p>
                <a:endParaRPr lang="en-CR"/>
              </a:p>
            </p:txBody>
          </p:sp>
          <p:sp>
            <p:nvSpPr>
              <p:cNvPr id="396" name="Freeform 395">
                <a:extLst>
                  <a:ext uri="{FF2B5EF4-FFF2-40B4-BE49-F238E27FC236}">
                    <a16:creationId xmlns:a16="http://schemas.microsoft.com/office/drawing/2014/main" id="{1705C128-E56B-BCA2-9533-17CB1C06A2B1}"/>
                  </a:ext>
                </a:extLst>
              </p:cNvPr>
              <p:cNvSpPr/>
              <p:nvPr/>
            </p:nvSpPr>
            <p:spPr>
              <a:xfrm>
                <a:off x="4866265" y="6067626"/>
                <a:ext cx="59816" cy="60075"/>
              </a:xfrm>
              <a:custGeom>
                <a:avLst/>
                <a:gdLst>
                  <a:gd name="connsiteX0" fmla="*/ 29908 w 59816"/>
                  <a:gd name="connsiteY0" fmla="*/ 60076 h 60075"/>
                  <a:gd name="connsiteX1" fmla="*/ 0 w 59816"/>
                  <a:gd name="connsiteY1" fmla="*/ 30038 h 60075"/>
                  <a:gd name="connsiteX2" fmla="*/ 29908 w 59816"/>
                  <a:gd name="connsiteY2" fmla="*/ 0 h 60075"/>
                  <a:gd name="connsiteX3" fmla="*/ 59817 w 59816"/>
                  <a:gd name="connsiteY3" fmla="*/ 30038 h 60075"/>
                  <a:gd name="connsiteX4" fmla="*/ 29908 w 59816"/>
                  <a:gd name="connsiteY4" fmla="*/ 60076 h 600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816" h="60075">
                    <a:moveTo>
                      <a:pt x="29908" y="60076"/>
                    </a:moveTo>
                    <a:cubicBezTo>
                      <a:pt x="13335" y="60076"/>
                      <a:pt x="0" y="46492"/>
                      <a:pt x="0" y="30038"/>
                    </a:cubicBezTo>
                    <a:cubicBezTo>
                      <a:pt x="0" y="13393"/>
                      <a:pt x="13335" y="0"/>
                      <a:pt x="29908" y="0"/>
                    </a:cubicBezTo>
                    <a:cubicBezTo>
                      <a:pt x="46482" y="0"/>
                      <a:pt x="59817" y="13393"/>
                      <a:pt x="59817" y="30038"/>
                    </a:cubicBezTo>
                    <a:cubicBezTo>
                      <a:pt x="59817" y="46683"/>
                      <a:pt x="46482" y="60076"/>
                      <a:pt x="29908" y="60076"/>
                    </a:cubicBezTo>
                    <a:close/>
                  </a:path>
                </a:pathLst>
              </a:custGeom>
              <a:noFill/>
              <a:ln w="25400" cap="rnd">
                <a:solidFill>
                  <a:srgbClr val="0A1264"/>
                </a:solidFill>
                <a:prstDash val="solid"/>
                <a:round/>
              </a:ln>
            </p:spPr>
            <p:txBody>
              <a:bodyPr rtlCol="0" anchor="ctr"/>
              <a:lstStyle/>
              <a:p>
                <a:endParaRPr lang="en-CR"/>
              </a:p>
            </p:txBody>
          </p:sp>
          <p:sp>
            <p:nvSpPr>
              <p:cNvPr id="397" name="Freeform 396">
                <a:extLst>
                  <a:ext uri="{FF2B5EF4-FFF2-40B4-BE49-F238E27FC236}">
                    <a16:creationId xmlns:a16="http://schemas.microsoft.com/office/drawing/2014/main" id="{FAAB7818-10E1-932C-874B-BF2AD8E04B70}"/>
                  </a:ext>
                </a:extLst>
              </p:cNvPr>
              <p:cNvSpPr/>
              <p:nvPr/>
            </p:nvSpPr>
            <p:spPr>
              <a:xfrm>
                <a:off x="5007997" y="5954553"/>
                <a:ext cx="59816" cy="60075"/>
              </a:xfrm>
              <a:custGeom>
                <a:avLst/>
                <a:gdLst>
                  <a:gd name="connsiteX0" fmla="*/ 29908 w 59816"/>
                  <a:gd name="connsiteY0" fmla="*/ 60076 h 60075"/>
                  <a:gd name="connsiteX1" fmla="*/ 0 w 59816"/>
                  <a:gd name="connsiteY1" fmla="*/ 30038 h 60075"/>
                  <a:gd name="connsiteX2" fmla="*/ 29908 w 59816"/>
                  <a:gd name="connsiteY2" fmla="*/ 0 h 60075"/>
                  <a:gd name="connsiteX3" fmla="*/ 59817 w 59816"/>
                  <a:gd name="connsiteY3" fmla="*/ 30038 h 60075"/>
                  <a:gd name="connsiteX4" fmla="*/ 29908 w 59816"/>
                  <a:gd name="connsiteY4" fmla="*/ 60076 h 600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816" h="60075">
                    <a:moveTo>
                      <a:pt x="29908" y="60076"/>
                    </a:moveTo>
                    <a:cubicBezTo>
                      <a:pt x="13335" y="60076"/>
                      <a:pt x="0" y="46492"/>
                      <a:pt x="0" y="30038"/>
                    </a:cubicBezTo>
                    <a:cubicBezTo>
                      <a:pt x="0" y="13393"/>
                      <a:pt x="13335" y="0"/>
                      <a:pt x="29908" y="0"/>
                    </a:cubicBezTo>
                    <a:cubicBezTo>
                      <a:pt x="46482" y="0"/>
                      <a:pt x="59817" y="13393"/>
                      <a:pt x="59817" y="30038"/>
                    </a:cubicBezTo>
                    <a:cubicBezTo>
                      <a:pt x="59817" y="46683"/>
                      <a:pt x="46482" y="60076"/>
                      <a:pt x="29908" y="60076"/>
                    </a:cubicBezTo>
                    <a:close/>
                  </a:path>
                </a:pathLst>
              </a:custGeom>
              <a:noFill/>
              <a:ln w="25400" cap="rnd">
                <a:solidFill>
                  <a:srgbClr val="0A1264"/>
                </a:solidFill>
                <a:prstDash val="solid"/>
                <a:round/>
              </a:ln>
            </p:spPr>
            <p:txBody>
              <a:bodyPr rtlCol="0" anchor="ctr"/>
              <a:lstStyle/>
              <a:p>
                <a:endParaRPr lang="en-CR"/>
              </a:p>
            </p:txBody>
          </p:sp>
          <p:sp>
            <p:nvSpPr>
              <p:cNvPr id="398" name="Freeform 397">
                <a:extLst>
                  <a:ext uri="{FF2B5EF4-FFF2-40B4-BE49-F238E27FC236}">
                    <a16:creationId xmlns:a16="http://schemas.microsoft.com/office/drawing/2014/main" id="{213FC187-CFA0-6706-FC6F-BE47AF19F7D3}"/>
                  </a:ext>
                </a:extLst>
              </p:cNvPr>
              <p:cNvSpPr/>
              <p:nvPr/>
            </p:nvSpPr>
            <p:spPr>
              <a:xfrm>
                <a:off x="4624139" y="5951492"/>
                <a:ext cx="82295" cy="33099"/>
              </a:xfrm>
              <a:custGeom>
                <a:avLst/>
                <a:gdLst>
                  <a:gd name="connsiteX0" fmla="*/ 82296 w 82295"/>
                  <a:gd name="connsiteY0" fmla="*/ 0 h 33099"/>
                  <a:gd name="connsiteX1" fmla="*/ 0 w 82295"/>
                  <a:gd name="connsiteY1" fmla="*/ 33099 h 33099"/>
                </a:gdLst>
                <a:ahLst/>
                <a:cxnLst>
                  <a:cxn ang="0">
                    <a:pos x="connsiteX0" y="connsiteY0"/>
                  </a:cxn>
                  <a:cxn ang="0">
                    <a:pos x="connsiteX1" y="connsiteY1"/>
                  </a:cxn>
                </a:cxnLst>
                <a:rect l="l" t="t" r="r" b="b"/>
                <a:pathLst>
                  <a:path w="82295" h="33099">
                    <a:moveTo>
                      <a:pt x="82296" y="0"/>
                    </a:moveTo>
                    <a:lnTo>
                      <a:pt x="0" y="33099"/>
                    </a:lnTo>
                  </a:path>
                </a:pathLst>
              </a:custGeom>
              <a:ln w="25400" cap="rnd">
                <a:solidFill>
                  <a:srgbClr val="0A1264"/>
                </a:solidFill>
                <a:prstDash val="solid"/>
                <a:round/>
              </a:ln>
            </p:spPr>
            <p:txBody>
              <a:bodyPr rtlCol="0" anchor="ctr"/>
              <a:lstStyle/>
              <a:p>
                <a:endParaRPr lang="en-CR"/>
              </a:p>
            </p:txBody>
          </p:sp>
          <p:sp>
            <p:nvSpPr>
              <p:cNvPr id="399" name="Freeform 398">
                <a:extLst>
                  <a:ext uri="{FF2B5EF4-FFF2-40B4-BE49-F238E27FC236}">
                    <a16:creationId xmlns:a16="http://schemas.microsoft.com/office/drawing/2014/main" id="{437FF9F6-B2AC-43C1-E869-3C45A48E9195}"/>
                  </a:ext>
                </a:extLst>
              </p:cNvPr>
              <p:cNvSpPr/>
              <p:nvPr/>
            </p:nvSpPr>
            <p:spPr>
              <a:xfrm>
                <a:off x="4760156" y="5963928"/>
                <a:ext cx="110871" cy="114412"/>
              </a:xfrm>
              <a:custGeom>
                <a:avLst/>
                <a:gdLst>
                  <a:gd name="connsiteX0" fmla="*/ 0 w 110871"/>
                  <a:gd name="connsiteY0" fmla="*/ 0 h 114412"/>
                  <a:gd name="connsiteX1" fmla="*/ 110871 w 110871"/>
                  <a:gd name="connsiteY1" fmla="*/ 114412 h 114412"/>
                </a:gdLst>
                <a:ahLst/>
                <a:cxnLst>
                  <a:cxn ang="0">
                    <a:pos x="connsiteX0" y="connsiteY0"/>
                  </a:cxn>
                  <a:cxn ang="0">
                    <a:pos x="connsiteX1" y="connsiteY1"/>
                  </a:cxn>
                </a:cxnLst>
                <a:rect l="l" t="t" r="r" b="b"/>
                <a:pathLst>
                  <a:path w="110871" h="114412">
                    <a:moveTo>
                      <a:pt x="0" y="0"/>
                    </a:moveTo>
                    <a:lnTo>
                      <a:pt x="110871" y="114412"/>
                    </a:lnTo>
                  </a:path>
                </a:pathLst>
              </a:custGeom>
              <a:ln w="25400" cap="rnd">
                <a:solidFill>
                  <a:srgbClr val="0A1264"/>
                </a:solidFill>
                <a:prstDash val="solid"/>
                <a:round/>
              </a:ln>
            </p:spPr>
            <p:txBody>
              <a:bodyPr rtlCol="0" anchor="ctr"/>
              <a:lstStyle/>
              <a:p>
                <a:endParaRPr lang="en-CR"/>
              </a:p>
            </p:txBody>
          </p:sp>
          <p:sp>
            <p:nvSpPr>
              <p:cNvPr id="400" name="Freeform 399">
                <a:extLst>
                  <a:ext uri="{FF2B5EF4-FFF2-40B4-BE49-F238E27FC236}">
                    <a16:creationId xmlns:a16="http://schemas.microsoft.com/office/drawing/2014/main" id="{277CBE13-4304-EC57-8DD3-76B021DA147B}"/>
                  </a:ext>
                </a:extLst>
              </p:cNvPr>
              <p:cNvSpPr/>
              <p:nvPr/>
            </p:nvSpPr>
            <p:spPr>
              <a:xfrm>
                <a:off x="4926082" y="6006784"/>
                <a:ext cx="91821" cy="74807"/>
              </a:xfrm>
              <a:custGeom>
                <a:avLst/>
                <a:gdLst>
                  <a:gd name="connsiteX0" fmla="*/ 0 w 91821"/>
                  <a:gd name="connsiteY0" fmla="*/ 74808 h 74807"/>
                  <a:gd name="connsiteX1" fmla="*/ 91821 w 91821"/>
                  <a:gd name="connsiteY1" fmla="*/ 0 h 74807"/>
                </a:gdLst>
                <a:ahLst/>
                <a:cxnLst>
                  <a:cxn ang="0">
                    <a:pos x="connsiteX0" y="connsiteY0"/>
                  </a:cxn>
                  <a:cxn ang="0">
                    <a:pos x="connsiteX1" y="connsiteY1"/>
                  </a:cxn>
                </a:cxnLst>
                <a:rect l="l" t="t" r="r" b="b"/>
                <a:pathLst>
                  <a:path w="91821" h="74807">
                    <a:moveTo>
                      <a:pt x="0" y="74808"/>
                    </a:moveTo>
                    <a:lnTo>
                      <a:pt x="91821" y="0"/>
                    </a:lnTo>
                  </a:path>
                </a:pathLst>
              </a:custGeom>
              <a:ln w="25400" cap="rnd">
                <a:solidFill>
                  <a:srgbClr val="0A1264"/>
                </a:solidFill>
                <a:prstDash val="solid"/>
                <a:round/>
              </a:ln>
            </p:spPr>
            <p:txBody>
              <a:bodyPr rtlCol="0" anchor="ctr"/>
              <a:lstStyle/>
              <a:p>
                <a:endParaRPr lang="en-CR"/>
              </a:p>
            </p:txBody>
          </p:sp>
        </p:grpSp>
      </p:grpSp>
      <p:grpSp>
        <p:nvGrpSpPr>
          <p:cNvPr id="407" name="Group 406">
            <a:extLst>
              <a:ext uri="{FF2B5EF4-FFF2-40B4-BE49-F238E27FC236}">
                <a16:creationId xmlns:a16="http://schemas.microsoft.com/office/drawing/2014/main" id="{0D0AC250-A997-12E6-C15C-FF6737C5A692}"/>
              </a:ext>
            </a:extLst>
          </p:cNvPr>
          <p:cNvGrpSpPr/>
          <p:nvPr/>
        </p:nvGrpSpPr>
        <p:grpSpPr>
          <a:xfrm>
            <a:off x="5834286" y="5068167"/>
            <a:ext cx="533400" cy="540638"/>
            <a:chOff x="5554834" y="5342490"/>
            <a:chExt cx="533400" cy="540638"/>
          </a:xfrm>
        </p:grpSpPr>
        <p:grpSp>
          <p:nvGrpSpPr>
            <p:cNvPr id="408" name="Graphic 367">
              <a:extLst>
                <a:ext uri="{FF2B5EF4-FFF2-40B4-BE49-F238E27FC236}">
                  <a16:creationId xmlns:a16="http://schemas.microsoft.com/office/drawing/2014/main" id="{A4835073-D368-817F-FC22-25BFFAFE08F7}"/>
                </a:ext>
              </a:extLst>
            </p:cNvPr>
            <p:cNvGrpSpPr/>
            <p:nvPr/>
          </p:nvGrpSpPr>
          <p:grpSpPr>
            <a:xfrm>
              <a:off x="5650084" y="5342490"/>
              <a:ext cx="438150" cy="540638"/>
              <a:chOff x="5726925" y="5367198"/>
              <a:chExt cx="438150" cy="540638"/>
            </a:xfrm>
            <a:noFill/>
          </p:grpSpPr>
          <p:sp>
            <p:nvSpPr>
              <p:cNvPr id="412" name="Freeform 411">
                <a:extLst>
                  <a:ext uri="{FF2B5EF4-FFF2-40B4-BE49-F238E27FC236}">
                    <a16:creationId xmlns:a16="http://schemas.microsoft.com/office/drawing/2014/main" id="{9253E766-2F57-A62E-AF79-2A9C9E0006CC}"/>
                  </a:ext>
                </a:extLst>
              </p:cNvPr>
              <p:cNvSpPr/>
              <p:nvPr/>
            </p:nvSpPr>
            <p:spPr>
              <a:xfrm>
                <a:off x="5955525" y="5428730"/>
                <a:ext cx="19050" cy="133350"/>
              </a:xfrm>
              <a:custGeom>
                <a:avLst/>
                <a:gdLst>
                  <a:gd name="connsiteX0" fmla="*/ 0 w 19050"/>
                  <a:gd name="connsiteY0" fmla="*/ 0 h 133350"/>
                  <a:gd name="connsiteX1" fmla="*/ 0 w 19050"/>
                  <a:gd name="connsiteY1" fmla="*/ 133350 h 133350"/>
                </a:gdLst>
                <a:ahLst/>
                <a:cxnLst>
                  <a:cxn ang="0">
                    <a:pos x="connsiteX0" y="connsiteY0"/>
                  </a:cxn>
                  <a:cxn ang="0">
                    <a:pos x="connsiteX1" y="connsiteY1"/>
                  </a:cxn>
                </a:cxnLst>
                <a:rect l="l" t="t" r="r" b="b"/>
                <a:pathLst>
                  <a:path w="19050" h="133350">
                    <a:moveTo>
                      <a:pt x="0" y="0"/>
                    </a:moveTo>
                    <a:lnTo>
                      <a:pt x="0" y="133350"/>
                    </a:lnTo>
                  </a:path>
                </a:pathLst>
              </a:custGeom>
              <a:ln w="25400" cap="rnd">
                <a:solidFill>
                  <a:srgbClr val="0A1264"/>
                </a:solidFill>
                <a:prstDash val="solid"/>
                <a:round/>
              </a:ln>
            </p:spPr>
            <p:txBody>
              <a:bodyPr rtlCol="0" anchor="ctr"/>
              <a:lstStyle/>
              <a:p>
                <a:endParaRPr lang="en-CR"/>
              </a:p>
            </p:txBody>
          </p:sp>
          <p:sp>
            <p:nvSpPr>
              <p:cNvPr id="413" name="Freeform 412">
                <a:extLst>
                  <a:ext uri="{FF2B5EF4-FFF2-40B4-BE49-F238E27FC236}">
                    <a16:creationId xmlns:a16="http://schemas.microsoft.com/office/drawing/2014/main" id="{E97B6170-FF92-76A7-005E-02426A76F4EF}"/>
                  </a:ext>
                </a:extLst>
              </p:cNvPr>
              <p:cNvSpPr/>
              <p:nvPr/>
            </p:nvSpPr>
            <p:spPr>
              <a:xfrm>
                <a:off x="5784075" y="5485880"/>
                <a:ext cx="76200" cy="76200"/>
              </a:xfrm>
              <a:custGeom>
                <a:avLst/>
                <a:gdLst>
                  <a:gd name="connsiteX0" fmla="*/ 76200 w 76200"/>
                  <a:gd name="connsiteY0" fmla="*/ 38100 h 76200"/>
                  <a:gd name="connsiteX1" fmla="*/ 38100 w 76200"/>
                  <a:gd name="connsiteY1" fmla="*/ 76200 h 76200"/>
                  <a:gd name="connsiteX2" fmla="*/ 0 w 76200"/>
                  <a:gd name="connsiteY2" fmla="*/ 38100 h 76200"/>
                  <a:gd name="connsiteX3" fmla="*/ 38100 w 76200"/>
                  <a:gd name="connsiteY3" fmla="*/ 0 h 76200"/>
                  <a:gd name="connsiteX4" fmla="*/ 76200 w 76200"/>
                  <a:gd name="connsiteY4" fmla="*/ 38100 h 76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200" h="76200">
                    <a:moveTo>
                      <a:pt x="76200" y="38100"/>
                    </a:moveTo>
                    <a:cubicBezTo>
                      <a:pt x="76200" y="59142"/>
                      <a:pt x="59142" y="76200"/>
                      <a:pt x="38100" y="76200"/>
                    </a:cubicBezTo>
                    <a:cubicBezTo>
                      <a:pt x="17058" y="76200"/>
                      <a:pt x="0" y="59142"/>
                      <a:pt x="0" y="38100"/>
                    </a:cubicBezTo>
                    <a:cubicBezTo>
                      <a:pt x="0" y="17058"/>
                      <a:pt x="17058" y="0"/>
                      <a:pt x="38100" y="0"/>
                    </a:cubicBezTo>
                    <a:cubicBezTo>
                      <a:pt x="59142" y="0"/>
                      <a:pt x="76200" y="17058"/>
                      <a:pt x="76200" y="38100"/>
                    </a:cubicBezTo>
                    <a:close/>
                  </a:path>
                </a:pathLst>
              </a:custGeom>
              <a:noFill/>
              <a:ln w="25400" cap="rnd">
                <a:solidFill>
                  <a:srgbClr val="0A1264"/>
                </a:solidFill>
                <a:prstDash val="solid"/>
                <a:round/>
              </a:ln>
            </p:spPr>
            <p:txBody>
              <a:bodyPr rtlCol="0" anchor="ctr"/>
              <a:lstStyle/>
              <a:p>
                <a:endParaRPr lang="en-CR"/>
              </a:p>
            </p:txBody>
          </p:sp>
          <p:sp>
            <p:nvSpPr>
              <p:cNvPr id="414" name="Freeform 413">
                <a:extLst>
                  <a:ext uri="{FF2B5EF4-FFF2-40B4-BE49-F238E27FC236}">
                    <a16:creationId xmlns:a16="http://schemas.microsoft.com/office/drawing/2014/main" id="{24596940-EF1B-8155-7919-E7399844332C}"/>
                  </a:ext>
                </a:extLst>
              </p:cNvPr>
              <p:cNvSpPr/>
              <p:nvPr/>
            </p:nvSpPr>
            <p:spPr>
              <a:xfrm>
                <a:off x="5917425" y="5562080"/>
                <a:ext cx="76200" cy="76200"/>
              </a:xfrm>
              <a:custGeom>
                <a:avLst/>
                <a:gdLst>
                  <a:gd name="connsiteX0" fmla="*/ 76200 w 76200"/>
                  <a:gd name="connsiteY0" fmla="*/ 38100 h 76200"/>
                  <a:gd name="connsiteX1" fmla="*/ 38100 w 76200"/>
                  <a:gd name="connsiteY1" fmla="*/ 76200 h 76200"/>
                  <a:gd name="connsiteX2" fmla="*/ 0 w 76200"/>
                  <a:gd name="connsiteY2" fmla="*/ 38100 h 76200"/>
                  <a:gd name="connsiteX3" fmla="*/ 38100 w 76200"/>
                  <a:gd name="connsiteY3" fmla="*/ 0 h 76200"/>
                  <a:gd name="connsiteX4" fmla="*/ 76200 w 76200"/>
                  <a:gd name="connsiteY4" fmla="*/ 38100 h 76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200" h="76200">
                    <a:moveTo>
                      <a:pt x="76200" y="38100"/>
                    </a:moveTo>
                    <a:cubicBezTo>
                      <a:pt x="76200" y="59142"/>
                      <a:pt x="59142" y="76200"/>
                      <a:pt x="38100" y="76200"/>
                    </a:cubicBezTo>
                    <a:cubicBezTo>
                      <a:pt x="17058" y="76200"/>
                      <a:pt x="0" y="59142"/>
                      <a:pt x="0" y="38100"/>
                    </a:cubicBezTo>
                    <a:cubicBezTo>
                      <a:pt x="0" y="17058"/>
                      <a:pt x="17058" y="0"/>
                      <a:pt x="38100" y="0"/>
                    </a:cubicBezTo>
                    <a:cubicBezTo>
                      <a:pt x="59142" y="0"/>
                      <a:pt x="76200" y="17058"/>
                      <a:pt x="76200" y="38100"/>
                    </a:cubicBezTo>
                    <a:close/>
                  </a:path>
                </a:pathLst>
              </a:custGeom>
              <a:noFill/>
              <a:ln w="25400" cap="rnd">
                <a:solidFill>
                  <a:srgbClr val="0A1264"/>
                </a:solidFill>
                <a:prstDash val="solid"/>
                <a:round/>
              </a:ln>
            </p:spPr>
            <p:txBody>
              <a:bodyPr rtlCol="0" anchor="ctr"/>
              <a:lstStyle/>
              <a:p>
                <a:endParaRPr lang="en-CR"/>
              </a:p>
            </p:txBody>
          </p:sp>
          <p:sp>
            <p:nvSpPr>
              <p:cNvPr id="415" name="Freeform 414">
                <a:extLst>
                  <a:ext uri="{FF2B5EF4-FFF2-40B4-BE49-F238E27FC236}">
                    <a16:creationId xmlns:a16="http://schemas.microsoft.com/office/drawing/2014/main" id="{9D14213E-0B00-1211-0453-5163494B650D}"/>
                  </a:ext>
                </a:extLst>
              </p:cNvPr>
              <p:cNvSpPr/>
              <p:nvPr/>
            </p:nvSpPr>
            <p:spPr>
              <a:xfrm>
                <a:off x="6031725" y="5695430"/>
                <a:ext cx="76200" cy="76200"/>
              </a:xfrm>
              <a:custGeom>
                <a:avLst/>
                <a:gdLst>
                  <a:gd name="connsiteX0" fmla="*/ 76200 w 76200"/>
                  <a:gd name="connsiteY0" fmla="*/ 38100 h 76200"/>
                  <a:gd name="connsiteX1" fmla="*/ 38100 w 76200"/>
                  <a:gd name="connsiteY1" fmla="*/ 76200 h 76200"/>
                  <a:gd name="connsiteX2" fmla="*/ 0 w 76200"/>
                  <a:gd name="connsiteY2" fmla="*/ 38100 h 76200"/>
                  <a:gd name="connsiteX3" fmla="*/ 38100 w 76200"/>
                  <a:gd name="connsiteY3" fmla="*/ 0 h 76200"/>
                  <a:gd name="connsiteX4" fmla="*/ 76200 w 76200"/>
                  <a:gd name="connsiteY4" fmla="*/ 38100 h 76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200" h="76200">
                    <a:moveTo>
                      <a:pt x="76200" y="38100"/>
                    </a:moveTo>
                    <a:cubicBezTo>
                      <a:pt x="76200" y="59142"/>
                      <a:pt x="59142" y="76200"/>
                      <a:pt x="38100" y="76200"/>
                    </a:cubicBezTo>
                    <a:cubicBezTo>
                      <a:pt x="17058" y="76200"/>
                      <a:pt x="0" y="59142"/>
                      <a:pt x="0" y="38100"/>
                    </a:cubicBezTo>
                    <a:cubicBezTo>
                      <a:pt x="0" y="17058"/>
                      <a:pt x="17058" y="0"/>
                      <a:pt x="38100" y="0"/>
                    </a:cubicBezTo>
                    <a:cubicBezTo>
                      <a:pt x="59142" y="0"/>
                      <a:pt x="76200" y="17058"/>
                      <a:pt x="76200" y="38100"/>
                    </a:cubicBezTo>
                    <a:close/>
                  </a:path>
                </a:pathLst>
              </a:custGeom>
              <a:noFill/>
              <a:ln w="25400" cap="rnd">
                <a:solidFill>
                  <a:srgbClr val="0A1264"/>
                </a:solidFill>
                <a:prstDash val="solid"/>
                <a:round/>
              </a:ln>
            </p:spPr>
            <p:txBody>
              <a:bodyPr rtlCol="0" anchor="ctr"/>
              <a:lstStyle/>
              <a:p>
                <a:endParaRPr lang="en-CR"/>
              </a:p>
            </p:txBody>
          </p:sp>
          <p:sp>
            <p:nvSpPr>
              <p:cNvPr id="416" name="Freeform 415">
                <a:extLst>
                  <a:ext uri="{FF2B5EF4-FFF2-40B4-BE49-F238E27FC236}">
                    <a16:creationId xmlns:a16="http://schemas.microsoft.com/office/drawing/2014/main" id="{90AAA66F-0E98-D016-37DE-CF73A75FAE22}"/>
                  </a:ext>
                </a:extLst>
              </p:cNvPr>
              <p:cNvSpPr/>
              <p:nvPr/>
            </p:nvSpPr>
            <p:spPr>
              <a:xfrm>
                <a:off x="5822175" y="5562080"/>
                <a:ext cx="19050" cy="38100"/>
              </a:xfrm>
              <a:custGeom>
                <a:avLst/>
                <a:gdLst>
                  <a:gd name="connsiteX0" fmla="*/ 0 w 19050"/>
                  <a:gd name="connsiteY0" fmla="*/ 0 h 38100"/>
                  <a:gd name="connsiteX1" fmla="*/ 0 w 19050"/>
                  <a:gd name="connsiteY1" fmla="*/ 38100 h 38100"/>
                </a:gdLst>
                <a:ahLst/>
                <a:cxnLst>
                  <a:cxn ang="0">
                    <a:pos x="connsiteX0" y="connsiteY0"/>
                  </a:cxn>
                  <a:cxn ang="0">
                    <a:pos x="connsiteX1" y="connsiteY1"/>
                  </a:cxn>
                </a:cxnLst>
                <a:rect l="l" t="t" r="r" b="b"/>
                <a:pathLst>
                  <a:path w="19050" h="38100">
                    <a:moveTo>
                      <a:pt x="0" y="0"/>
                    </a:moveTo>
                    <a:lnTo>
                      <a:pt x="0" y="38100"/>
                    </a:lnTo>
                  </a:path>
                </a:pathLst>
              </a:custGeom>
              <a:ln w="25400" cap="rnd">
                <a:solidFill>
                  <a:srgbClr val="0A1264"/>
                </a:solidFill>
                <a:prstDash val="solid"/>
                <a:round/>
              </a:ln>
            </p:spPr>
            <p:txBody>
              <a:bodyPr rtlCol="0" anchor="ctr"/>
              <a:lstStyle/>
              <a:p>
                <a:endParaRPr lang="en-CR"/>
              </a:p>
            </p:txBody>
          </p:sp>
          <p:sp>
            <p:nvSpPr>
              <p:cNvPr id="417" name="Freeform 416">
                <a:extLst>
                  <a:ext uri="{FF2B5EF4-FFF2-40B4-BE49-F238E27FC236}">
                    <a16:creationId xmlns:a16="http://schemas.microsoft.com/office/drawing/2014/main" id="{B801CCE1-AFAD-37D0-D02D-9315654165DB}"/>
                  </a:ext>
                </a:extLst>
              </p:cNvPr>
              <p:cNvSpPr/>
              <p:nvPr/>
            </p:nvSpPr>
            <p:spPr>
              <a:xfrm>
                <a:off x="5822175" y="5428730"/>
                <a:ext cx="19050" cy="57150"/>
              </a:xfrm>
              <a:custGeom>
                <a:avLst/>
                <a:gdLst>
                  <a:gd name="connsiteX0" fmla="*/ 0 w 19050"/>
                  <a:gd name="connsiteY0" fmla="*/ 0 h 57150"/>
                  <a:gd name="connsiteX1" fmla="*/ 0 w 19050"/>
                  <a:gd name="connsiteY1" fmla="*/ 57150 h 57150"/>
                </a:gdLst>
                <a:ahLst/>
                <a:cxnLst>
                  <a:cxn ang="0">
                    <a:pos x="connsiteX0" y="connsiteY0"/>
                  </a:cxn>
                  <a:cxn ang="0">
                    <a:pos x="connsiteX1" y="connsiteY1"/>
                  </a:cxn>
                </a:cxnLst>
                <a:rect l="l" t="t" r="r" b="b"/>
                <a:pathLst>
                  <a:path w="19050" h="57150">
                    <a:moveTo>
                      <a:pt x="0" y="0"/>
                    </a:moveTo>
                    <a:lnTo>
                      <a:pt x="0" y="57150"/>
                    </a:lnTo>
                  </a:path>
                </a:pathLst>
              </a:custGeom>
              <a:ln w="25400" cap="rnd">
                <a:solidFill>
                  <a:srgbClr val="0A1264"/>
                </a:solidFill>
                <a:prstDash val="solid"/>
                <a:round/>
              </a:ln>
            </p:spPr>
            <p:txBody>
              <a:bodyPr rtlCol="0" anchor="ctr"/>
              <a:lstStyle/>
              <a:p>
                <a:endParaRPr lang="en-CR"/>
              </a:p>
            </p:txBody>
          </p:sp>
          <p:sp>
            <p:nvSpPr>
              <p:cNvPr id="418" name="Freeform 417">
                <a:extLst>
                  <a:ext uri="{FF2B5EF4-FFF2-40B4-BE49-F238E27FC236}">
                    <a16:creationId xmlns:a16="http://schemas.microsoft.com/office/drawing/2014/main" id="{AC0E5CBD-2A7B-DB69-1EA7-B73EDBC20DD4}"/>
                  </a:ext>
                </a:extLst>
              </p:cNvPr>
              <p:cNvSpPr/>
              <p:nvPr/>
            </p:nvSpPr>
            <p:spPr>
              <a:xfrm>
                <a:off x="6069825" y="5428730"/>
                <a:ext cx="19050" cy="266700"/>
              </a:xfrm>
              <a:custGeom>
                <a:avLst/>
                <a:gdLst>
                  <a:gd name="connsiteX0" fmla="*/ 0 w 19050"/>
                  <a:gd name="connsiteY0" fmla="*/ 0 h 266700"/>
                  <a:gd name="connsiteX1" fmla="*/ 0 w 19050"/>
                  <a:gd name="connsiteY1" fmla="*/ 266700 h 266700"/>
                </a:gdLst>
                <a:ahLst/>
                <a:cxnLst>
                  <a:cxn ang="0">
                    <a:pos x="connsiteX0" y="connsiteY0"/>
                  </a:cxn>
                  <a:cxn ang="0">
                    <a:pos x="connsiteX1" y="connsiteY1"/>
                  </a:cxn>
                </a:cxnLst>
                <a:rect l="l" t="t" r="r" b="b"/>
                <a:pathLst>
                  <a:path w="19050" h="266700">
                    <a:moveTo>
                      <a:pt x="0" y="0"/>
                    </a:moveTo>
                    <a:lnTo>
                      <a:pt x="0" y="266700"/>
                    </a:lnTo>
                  </a:path>
                </a:pathLst>
              </a:custGeom>
              <a:ln w="25400" cap="rnd">
                <a:solidFill>
                  <a:srgbClr val="0A1264"/>
                </a:solidFill>
                <a:prstDash val="solid"/>
                <a:round/>
              </a:ln>
            </p:spPr>
            <p:txBody>
              <a:bodyPr rtlCol="0" anchor="ctr"/>
              <a:lstStyle/>
              <a:p>
                <a:endParaRPr lang="en-CR"/>
              </a:p>
            </p:txBody>
          </p:sp>
          <p:sp>
            <p:nvSpPr>
              <p:cNvPr id="419" name="Freeform 418">
                <a:extLst>
                  <a:ext uri="{FF2B5EF4-FFF2-40B4-BE49-F238E27FC236}">
                    <a16:creationId xmlns:a16="http://schemas.microsoft.com/office/drawing/2014/main" id="{719D05B7-751A-C167-C5D8-6286AF1DF67F}"/>
                  </a:ext>
                </a:extLst>
              </p:cNvPr>
              <p:cNvSpPr/>
              <p:nvPr/>
            </p:nvSpPr>
            <p:spPr>
              <a:xfrm>
                <a:off x="6069825" y="5771630"/>
                <a:ext cx="19050" cy="57150"/>
              </a:xfrm>
              <a:custGeom>
                <a:avLst/>
                <a:gdLst>
                  <a:gd name="connsiteX0" fmla="*/ 0 w 19050"/>
                  <a:gd name="connsiteY0" fmla="*/ 0 h 57150"/>
                  <a:gd name="connsiteX1" fmla="*/ 0 w 19050"/>
                  <a:gd name="connsiteY1" fmla="*/ 57150 h 57150"/>
                </a:gdLst>
                <a:ahLst/>
                <a:cxnLst>
                  <a:cxn ang="0">
                    <a:pos x="connsiteX0" y="connsiteY0"/>
                  </a:cxn>
                  <a:cxn ang="0">
                    <a:pos x="connsiteX1" y="connsiteY1"/>
                  </a:cxn>
                </a:cxnLst>
                <a:rect l="l" t="t" r="r" b="b"/>
                <a:pathLst>
                  <a:path w="19050" h="57150">
                    <a:moveTo>
                      <a:pt x="0" y="0"/>
                    </a:moveTo>
                    <a:lnTo>
                      <a:pt x="0" y="57150"/>
                    </a:lnTo>
                  </a:path>
                </a:pathLst>
              </a:custGeom>
              <a:ln w="25400" cap="rnd">
                <a:solidFill>
                  <a:srgbClr val="0A1264"/>
                </a:solidFill>
                <a:prstDash val="solid"/>
                <a:round/>
              </a:ln>
            </p:spPr>
            <p:txBody>
              <a:bodyPr rtlCol="0" anchor="ctr"/>
              <a:lstStyle/>
              <a:p>
                <a:endParaRPr lang="en-CR"/>
              </a:p>
            </p:txBody>
          </p:sp>
          <p:sp>
            <p:nvSpPr>
              <p:cNvPr id="420" name="Freeform 419">
                <a:extLst>
                  <a:ext uri="{FF2B5EF4-FFF2-40B4-BE49-F238E27FC236}">
                    <a16:creationId xmlns:a16="http://schemas.microsoft.com/office/drawing/2014/main" id="{FD6AD174-692A-01EC-8C26-026597E2A882}"/>
                  </a:ext>
                </a:extLst>
              </p:cNvPr>
              <p:cNvSpPr/>
              <p:nvPr/>
            </p:nvSpPr>
            <p:spPr>
              <a:xfrm>
                <a:off x="5955525" y="5638280"/>
                <a:ext cx="19050" cy="190500"/>
              </a:xfrm>
              <a:custGeom>
                <a:avLst/>
                <a:gdLst>
                  <a:gd name="connsiteX0" fmla="*/ 0 w 19050"/>
                  <a:gd name="connsiteY0" fmla="*/ 0 h 190500"/>
                  <a:gd name="connsiteX1" fmla="*/ 0 w 19050"/>
                  <a:gd name="connsiteY1" fmla="*/ 190500 h 190500"/>
                </a:gdLst>
                <a:ahLst/>
                <a:cxnLst>
                  <a:cxn ang="0">
                    <a:pos x="connsiteX0" y="connsiteY0"/>
                  </a:cxn>
                  <a:cxn ang="0">
                    <a:pos x="connsiteX1" y="connsiteY1"/>
                  </a:cxn>
                </a:cxnLst>
                <a:rect l="l" t="t" r="r" b="b"/>
                <a:pathLst>
                  <a:path w="19050" h="190500">
                    <a:moveTo>
                      <a:pt x="0" y="0"/>
                    </a:moveTo>
                    <a:lnTo>
                      <a:pt x="0" y="190500"/>
                    </a:lnTo>
                  </a:path>
                </a:pathLst>
              </a:custGeom>
              <a:ln w="25400" cap="rnd">
                <a:solidFill>
                  <a:srgbClr val="0A1264"/>
                </a:solidFill>
                <a:prstDash val="solid"/>
                <a:round/>
              </a:ln>
            </p:spPr>
            <p:txBody>
              <a:bodyPr rtlCol="0" anchor="ctr"/>
              <a:lstStyle/>
              <a:p>
                <a:endParaRPr lang="en-CR"/>
              </a:p>
            </p:txBody>
          </p:sp>
          <p:sp>
            <p:nvSpPr>
              <p:cNvPr id="421" name="Freeform 420">
                <a:extLst>
                  <a:ext uri="{FF2B5EF4-FFF2-40B4-BE49-F238E27FC236}">
                    <a16:creationId xmlns:a16="http://schemas.microsoft.com/office/drawing/2014/main" id="{FF302A67-E9C1-542C-1C46-DA1169510A98}"/>
                  </a:ext>
                </a:extLst>
              </p:cNvPr>
              <p:cNvSpPr/>
              <p:nvPr/>
            </p:nvSpPr>
            <p:spPr>
              <a:xfrm>
                <a:off x="5726925" y="5367198"/>
                <a:ext cx="438150" cy="540638"/>
              </a:xfrm>
              <a:custGeom>
                <a:avLst/>
                <a:gdLst>
                  <a:gd name="connsiteX0" fmla="*/ 0 w 438150"/>
                  <a:gd name="connsiteY0" fmla="*/ 252031 h 540638"/>
                  <a:gd name="connsiteX1" fmla="*/ 0 w 438150"/>
                  <a:gd name="connsiteY1" fmla="*/ 19050 h 540638"/>
                  <a:gd name="connsiteX2" fmla="*/ 19050 w 438150"/>
                  <a:gd name="connsiteY2" fmla="*/ 0 h 540638"/>
                  <a:gd name="connsiteX3" fmla="*/ 419100 w 438150"/>
                  <a:gd name="connsiteY3" fmla="*/ 0 h 540638"/>
                  <a:gd name="connsiteX4" fmla="*/ 438150 w 438150"/>
                  <a:gd name="connsiteY4" fmla="*/ 19050 h 540638"/>
                  <a:gd name="connsiteX5" fmla="*/ 438150 w 438150"/>
                  <a:gd name="connsiteY5" fmla="*/ 521589 h 540638"/>
                  <a:gd name="connsiteX6" fmla="*/ 418910 w 438150"/>
                  <a:gd name="connsiteY6" fmla="*/ 540639 h 540638"/>
                  <a:gd name="connsiteX7" fmla="*/ 76200 w 438150"/>
                  <a:gd name="connsiteY7" fmla="*/ 537782 h 5406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38150" h="540638">
                    <a:moveTo>
                      <a:pt x="0" y="252031"/>
                    </a:moveTo>
                    <a:lnTo>
                      <a:pt x="0" y="19050"/>
                    </a:lnTo>
                    <a:cubicBezTo>
                      <a:pt x="0" y="8573"/>
                      <a:pt x="8572" y="0"/>
                      <a:pt x="19050" y="0"/>
                    </a:cubicBezTo>
                    <a:lnTo>
                      <a:pt x="419100" y="0"/>
                    </a:lnTo>
                    <a:cubicBezTo>
                      <a:pt x="429578" y="0"/>
                      <a:pt x="438150" y="8573"/>
                      <a:pt x="438150" y="19050"/>
                    </a:cubicBezTo>
                    <a:lnTo>
                      <a:pt x="438150" y="521589"/>
                    </a:lnTo>
                    <a:cubicBezTo>
                      <a:pt x="438150" y="532257"/>
                      <a:pt x="429578" y="540639"/>
                      <a:pt x="418910" y="540639"/>
                    </a:cubicBezTo>
                    <a:lnTo>
                      <a:pt x="76200" y="537782"/>
                    </a:lnTo>
                  </a:path>
                </a:pathLst>
              </a:custGeom>
              <a:noFill/>
              <a:ln w="25400" cap="rnd">
                <a:solidFill>
                  <a:srgbClr val="0A1264"/>
                </a:solidFill>
                <a:prstDash val="solid"/>
                <a:round/>
              </a:ln>
            </p:spPr>
            <p:txBody>
              <a:bodyPr rtlCol="0" anchor="ctr"/>
              <a:lstStyle/>
              <a:p>
                <a:endParaRPr lang="en-CR"/>
              </a:p>
            </p:txBody>
          </p:sp>
        </p:grpSp>
        <p:grpSp>
          <p:nvGrpSpPr>
            <p:cNvPr id="409" name="Graphic 367">
              <a:extLst>
                <a:ext uri="{FF2B5EF4-FFF2-40B4-BE49-F238E27FC236}">
                  <a16:creationId xmlns:a16="http://schemas.microsoft.com/office/drawing/2014/main" id="{29376151-94C6-BB38-0E25-D20CE88F8ED0}"/>
                </a:ext>
              </a:extLst>
            </p:cNvPr>
            <p:cNvGrpSpPr/>
            <p:nvPr/>
          </p:nvGrpSpPr>
          <p:grpSpPr>
            <a:xfrm>
              <a:off x="5554834" y="5632622"/>
              <a:ext cx="266700" cy="247650"/>
              <a:chOff x="5631675" y="5657330"/>
              <a:chExt cx="266700" cy="247650"/>
            </a:xfrm>
            <a:noFill/>
          </p:grpSpPr>
          <p:sp>
            <p:nvSpPr>
              <p:cNvPr id="410" name="Freeform 409">
                <a:extLst>
                  <a:ext uri="{FF2B5EF4-FFF2-40B4-BE49-F238E27FC236}">
                    <a16:creationId xmlns:a16="http://schemas.microsoft.com/office/drawing/2014/main" id="{AD097B10-86C2-CAE0-4EB0-E74E9064B307}"/>
                  </a:ext>
                </a:extLst>
              </p:cNvPr>
              <p:cNvSpPr/>
              <p:nvPr/>
            </p:nvSpPr>
            <p:spPr>
              <a:xfrm>
                <a:off x="5631675" y="5821731"/>
                <a:ext cx="95250" cy="83248"/>
              </a:xfrm>
              <a:custGeom>
                <a:avLst/>
                <a:gdLst>
                  <a:gd name="connsiteX0" fmla="*/ 95250 w 95250"/>
                  <a:gd name="connsiteY0" fmla="*/ 0 h 83248"/>
                  <a:gd name="connsiteX1" fmla="*/ 0 w 95250"/>
                  <a:gd name="connsiteY1" fmla="*/ 83248 h 83248"/>
                </a:gdLst>
                <a:ahLst/>
                <a:cxnLst>
                  <a:cxn ang="0">
                    <a:pos x="connsiteX0" y="connsiteY0"/>
                  </a:cxn>
                  <a:cxn ang="0">
                    <a:pos x="connsiteX1" y="connsiteY1"/>
                  </a:cxn>
                </a:cxnLst>
                <a:rect l="l" t="t" r="r" b="b"/>
                <a:pathLst>
                  <a:path w="95250" h="83248">
                    <a:moveTo>
                      <a:pt x="95250" y="0"/>
                    </a:moveTo>
                    <a:lnTo>
                      <a:pt x="0" y="83248"/>
                    </a:lnTo>
                  </a:path>
                </a:pathLst>
              </a:custGeom>
              <a:ln w="25400" cap="rnd">
                <a:solidFill>
                  <a:srgbClr val="005EFF"/>
                </a:solidFill>
                <a:prstDash val="solid"/>
                <a:round/>
              </a:ln>
            </p:spPr>
            <p:txBody>
              <a:bodyPr rtlCol="0" anchor="ctr"/>
              <a:lstStyle/>
              <a:p>
                <a:endParaRPr lang="en-CR"/>
              </a:p>
            </p:txBody>
          </p:sp>
          <p:sp>
            <p:nvSpPr>
              <p:cNvPr id="411" name="Freeform 410">
                <a:extLst>
                  <a:ext uri="{FF2B5EF4-FFF2-40B4-BE49-F238E27FC236}">
                    <a16:creationId xmlns:a16="http://schemas.microsoft.com/office/drawing/2014/main" id="{EF75CCC6-8B45-A55B-17B4-7E28704CC958}"/>
                  </a:ext>
                </a:extLst>
              </p:cNvPr>
              <p:cNvSpPr/>
              <p:nvPr/>
            </p:nvSpPr>
            <p:spPr>
              <a:xfrm>
                <a:off x="5707875" y="5657330"/>
                <a:ext cx="190500" cy="190500"/>
              </a:xfrm>
              <a:custGeom>
                <a:avLst/>
                <a:gdLst>
                  <a:gd name="connsiteX0" fmla="*/ 190500 w 190500"/>
                  <a:gd name="connsiteY0" fmla="*/ 95250 h 190500"/>
                  <a:gd name="connsiteX1" fmla="*/ 95250 w 190500"/>
                  <a:gd name="connsiteY1" fmla="*/ 190500 h 190500"/>
                  <a:gd name="connsiteX2" fmla="*/ 0 w 190500"/>
                  <a:gd name="connsiteY2" fmla="*/ 95250 h 190500"/>
                  <a:gd name="connsiteX3" fmla="*/ 95250 w 190500"/>
                  <a:gd name="connsiteY3" fmla="*/ 0 h 190500"/>
                  <a:gd name="connsiteX4" fmla="*/ 190500 w 190500"/>
                  <a:gd name="connsiteY4" fmla="*/ 95250 h 1905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500" h="190500">
                    <a:moveTo>
                      <a:pt x="190500" y="95250"/>
                    </a:moveTo>
                    <a:cubicBezTo>
                      <a:pt x="190500" y="147855"/>
                      <a:pt x="147855" y="190500"/>
                      <a:pt x="95250" y="190500"/>
                    </a:cubicBezTo>
                    <a:cubicBezTo>
                      <a:pt x="42645" y="190500"/>
                      <a:pt x="0" y="147855"/>
                      <a:pt x="0" y="95250"/>
                    </a:cubicBezTo>
                    <a:cubicBezTo>
                      <a:pt x="0" y="42645"/>
                      <a:pt x="42645" y="0"/>
                      <a:pt x="95250" y="0"/>
                    </a:cubicBezTo>
                    <a:cubicBezTo>
                      <a:pt x="147855" y="0"/>
                      <a:pt x="190500" y="42645"/>
                      <a:pt x="190500" y="95250"/>
                    </a:cubicBezTo>
                    <a:close/>
                  </a:path>
                </a:pathLst>
              </a:custGeom>
              <a:noFill/>
              <a:ln w="25400" cap="rnd">
                <a:solidFill>
                  <a:srgbClr val="005EFF"/>
                </a:solidFill>
                <a:prstDash val="solid"/>
                <a:round/>
              </a:ln>
            </p:spPr>
            <p:txBody>
              <a:bodyPr rtlCol="0" anchor="ctr"/>
              <a:lstStyle/>
              <a:p>
                <a:endParaRPr lang="en-CR"/>
              </a:p>
            </p:txBody>
          </p:sp>
        </p:grpSp>
      </p:grpSp>
      <p:sp>
        <p:nvSpPr>
          <p:cNvPr id="425" name="Content Placeholder 6">
            <a:extLst>
              <a:ext uri="{FF2B5EF4-FFF2-40B4-BE49-F238E27FC236}">
                <a16:creationId xmlns:a16="http://schemas.microsoft.com/office/drawing/2014/main" id="{5B698AFD-E7D8-0898-660F-B1E44B0B596C}"/>
              </a:ext>
            </a:extLst>
          </p:cNvPr>
          <p:cNvSpPr txBox="1">
            <a:spLocks/>
          </p:cNvSpPr>
          <p:nvPr/>
        </p:nvSpPr>
        <p:spPr>
          <a:xfrm>
            <a:off x="546100" y="2233830"/>
            <a:ext cx="3273552" cy="1372492"/>
          </a:xfrm>
          <a:prstGeom prst="rect">
            <a:avLst/>
          </a:prstGeom>
        </p:spPr>
        <p:txBody>
          <a:bodyPr vert="horz" lIns="0" tIns="0" rIns="0" bIns="0" rtlCol="0">
            <a:spAutoFit/>
          </a:bodyPr>
          <a:lstStyle>
            <a:lvl1pPr marL="0" indent="0" algn="l" defTabSz="914400" rtl="0" eaLnBrk="1" latinLnBrk="0" hangingPunct="1">
              <a:lnSpc>
                <a:spcPct val="101000"/>
              </a:lnSpc>
              <a:spcBef>
                <a:spcPts val="0"/>
              </a:spcBef>
              <a:spcAft>
                <a:spcPts val="600"/>
              </a:spcAft>
              <a:buFont typeface="GT America Regular"/>
              <a:buNone/>
              <a:defRPr sz="1400" b="0" i="0" kern="1200">
                <a:solidFill>
                  <a:schemeClr val="tx1"/>
                </a:solidFill>
                <a:latin typeface="+mn-lt"/>
                <a:ea typeface="GT America Regular" charset="0"/>
                <a:cs typeface="GT America Regular" charset="0"/>
              </a:defRPr>
            </a:lvl1pPr>
            <a:lvl2pPr marL="285750" indent="-285750" algn="l" defTabSz="914400" rtl="0" eaLnBrk="1" latinLnBrk="0" hangingPunct="1">
              <a:lnSpc>
                <a:spcPct val="101000"/>
              </a:lnSpc>
              <a:spcBef>
                <a:spcPts val="0"/>
              </a:spcBef>
              <a:spcAft>
                <a:spcPts val="600"/>
              </a:spcAft>
              <a:buFont typeface="GT America Regular" charset="0"/>
              <a:buChar char="→"/>
              <a:defRPr sz="1400" b="0" i="0" kern="1200">
                <a:solidFill>
                  <a:schemeClr val="tx1"/>
                </a:solidFill>
                <a:latin typeface="+mn-lt"/>
                <a:ea typeface="GT America Regular"/>
                <a:cs typeface="GT America Regular"/>
              </a:defRPr>
            </a:lvl2pPr>
            <a:lvl3pPr marL="458788" indent="-171450" algn="l" defTabSz="914400" rtl="0" eaLnBrk="1" latinLnBrk="0" hangingPunct="1">
              <a:lnSpc>
                <a:spcPct val="101000"/>
              </a:lnSpc>
              <a:spcBef>
                <a:spcPts val="0"/>
              </a:spcBef>
              <a:spcAft>
                <a:spcPts val="600"/>
              </a:spcAft>
              <a:buClr>
                <a:schemeClr val="accent1"/>
              </a:buClr>
              <a:buFont typeface="GT America Regular" pitchFamily="50" charset="0"/>
              <a:buChar char="•"/>
              <a:defRPr sz="1400" b="0" i="0" kern="1200">
                <a:solidFill>
                  <a:schemeClr val="tx1"/>
                </a:solidFill>
                <a:latin typeface="+mn-lt"/>
                <a:ea typeface="GT America Regular" pitchFamily="2" charset="77"/>
                <a:cs typeface="GT America Regular" pitchFamily="2" charset="77"/>
              </a:defRPr>
            </a:lvl3pPr>
            <a:lvl4pPr marL="628650" indent="-171450" algn="l" defTabSz="914400" rtl="0" eaLnBrk="1" latinLnBrk="0" hangingPunct="1">
              <a:lnSpc>
                <a:spcPct val="101000"/>
              </a:lnSpc>
              <a:spcBef>
                <a:spcPts val="0"/>
              </a:spcBef>
              <a:spcAft>
                <a:spcPts val="600"/>
              </a:spcAft>
              <a:buClrTx/>
              <a:buFont typeface="GT America Regular" pitchFamily="50" charset="0"/>
              <a:buChar char="–"/>
              <a:defRPr sz="1300" b="0" i="0" kern="1200">
                <a:solidFill>
                  <a:schemeClr val="tx1"/>
                </a:solidFill>
                <a:latin typeface="+mn-lt"/>
                <a:ea typeface="GT America Regular" pitchFamily="2" charset="77"/>
                <a:cs typeface="GT America Regular" pitchFamily="2" charset="77"/>
              </a:defRPr>
            </a:lvl4pPr>
            <a:lvl5pPr marL="801688" indent="-171450" algn="l" defTabSz="914400" rtl="0" eaLnBrk="1" latinLnBrk="0" hangingPunct="1">
              <a:lnSpc>
                <a:spcPct val="101000"/>
              </a:lnSpc>
              <a:spcBef>
                <a:spcPts val="0"/>
              </a:spcBef>
              <a:spcAft>
                <a:spcPts val="600"/>
              </a:spcAft>
              <a:buClr>
                <a:schemeClr val="accent1"/>
              </a:buClr>
              <a:buFont typeface="GT America Regular" charset="0"/>
              <a:buChar char="–"/>
              <a:tabLst/>
              <a:defRPr sz="1200" b="0" i="0" kern="1200">
                <a:solidFill>
                  <a:schemeClr val="tx1"/>
                </a:solidFill>
                <a:latin typeface="+mn-lt"/>
                <a:ea typeface="GT America Regular" pitchFamily="2" charset="77"/>
                <a:cs typeface="GT America Regular" pitchFamily="2" charset="77"/>
              </a:defRPr>
            </a:lvl5pPr>
            <a:lvl6pPr marL="971550" indent="-171450" algn="l" defTabSz="914400" rtl="0" eaLnBrk="1" latinLnBrk="0" hangingPunct="1">
              <a:lnSpc>
                <a:spcPct val="101000"/>
              </a:lnSpc>
              <a:spcBef>
                <a:spcPts val="0"/>
              </a:spcBef>
              <a:spcAft>
                <a:spcPts val="600"/>
              </a:spcAft>
              <a:buClrTx/>
              <a:buFont typeface="GT America Regular" pitchFamily="50" charset="0"/>
              <a:buChar char="»"/>
              <a:defRPr sz="1200" b="0" i="0" kern="1200">
                <a:solidFill>
                  <a:schemeClr val="tx1"/>
                </a:solidFill>
                <a:latin typeface="+mn-lt"/>
                <a:ea typeface="GT America Regular" pitchFamily="2" charset="77"/>
                <a:cs typeface="GT America Regular" pitchFamily="2" charset="77"/>
              </a:defRPr>
            </a:lvl6pPr>
            <a:lvl7pPr marL="1144588" indent="-171450" algn="l" defTabSz="914400" rtl="0" eaLnBrk="1" latinLnBrk="0" hangingPunct="1">
              <a:lnSpc>
                <a:spcPct val="101000"/>
              </a:lnSpc>
              <a:spcBef>
                <a:spcPts val="0"/>
              </a:spcBef>
              <a:spcAft>
                <a:spcPts val="600"/>
              </a:spcAft>
              <a:buClr>
                <a:schemeClr val="accent1"/>
              </a:buClr>
              <a:buFont typeface="GT America Regular" charset="0"/>
              <a:buChar char="»"/>
              <a:defRPr sz="1100" kern="1200">
                <a:solidFill>
                  <a:schemeClr val="tx1"/>
                </a:solidFill>
                <a:latin typeface="+mn-lt"/>
                <a:ea typeface="GT America Regular" pitchFamily="2" charset="77"/>
                <a:cs typeface="GT America Regular" pitchFamily="2" charset="77"/>
              </a:defRPr>
            </a:lvl7pPr>
            <a:lvl8pPr marL="1312863" indent="-171450" algn="l" defTabSz="914400" rtl="0" eaLnBrk="1" latinLnBrk="0" hangingPunct="1">
              <a:lnSpc>
                <a:spcPct val="101000"/>
              </a:lnSpc>
              <a:spcBef>
                <a:spcPts val="0"/>
              </a:spcBef>
              <a:spcAft>
                <a:spcPts val="600"/>
              </a:spcAft>
              <a:buClrTx/>
              <a:buFont typeface="GT America Regular" pitchFamily="50" charset="0"/>
              <a:buChar char="›"/>
              <a:defRPr sz="1100" kern="1200">
                <a:solidFill>
                  <a:schemeClr val="tx1"/>
                </a:solidFill>
                <a:latin typeface="+mn-lt"/>
                <a:ea typeface="GT America Regular" pitchFamily="2" charset="77"/>
                <a:cs typeface="GT America Regular" pitchFamily="2" charset="77"/>
              </a:defRPr>
            </a:lvl8pPr>
            <a:lvl9pPr marL="1485900" indent="-171450" algn="l" defTabSz="914400" rtl="0" eaLnBrk="1" latinLnBrk="0" hangingPunct="1">
              <a:lnSpc>
                <a:spcPct val="101000"/>
              </a:lnSpc>
              <a:spcBef>
                <a:spcPts val="0"/>
              </a:spcBef>
              <a:spcAft>
                <a:spcPts val="600"/>
              </a:spcAft>
              <a:buClr>
                <a:schemeClr val="accent1"/>
              </a:buClr>
              <a:buFont typeface="GT America Regular" charset="0"/>
              <a:buChar char="›"/>
              <a:defRPr sz="1100" kern="1200">
                <a:solidFill>
                  <a:schemeClr val="tx1"/>
                </a:solidFill>
                <a:latin typeface="+mn-lt"/>
                <a:ea typeface="GT America Regular" pitchFamily="2" charset="77"/>
                <a:cs typeface="GT America Regular" pitchFamily="2" charset="77"/>
              </a:defRPr>
            </a:lvl9pPr>
          </a:lstStyle>
          <a:p>
            <a:pPr lvl="1"/>
            <a:r>
              <a:rPr lang="en-US" dirty="0"/>
              <a:t>A complete library of icons is available on </a:t>
            </a:r>
            <a:r>
              <a:rPr lang="en-US" dirty="0">
                <a:hlinkClick r:id="rId2"/>
              </a:rPr>
              <a:t>Brand Center</a:t>
            </a:r>
            <a:endParaRPr lang="en-US" dirty="0"/>
          </a:p>
          <a:p>
            <a:pPr lvl="1"/>
            <a:r>
              <a:rPr lang="en-US" dirty="0"/>
              <a:t>On light backgrounds, Moody's Blue and Bright Blue is used. On dark backgrounds, we use solely white for clarity and legibility</a:t>
            </a:r>
          </a:p>
        </p:txBody>
      </p:sp>
      <p:grpSp>
        <p:nvGrpSpPr>
          <p:cNvPr id="8" name="Group 7">
            <a:extLst>
              <a:ext uri="{FF2B5EF4-FFF2-40B4-BE49-F238E27FC236}">
                <a16:creationId xmlns:a16="http://schemas.microsoft.com/office/drawing/2014/main" id="{FFE45F51-9B4D-5A50-BD66-EB82165C9874}"/>
              </a:ext>
            </a:extLst>
          </p:cNvPr>
          <p:cNvGrpSpPr/>
          <p:nvPr/>
        </p:nvGrpSpPr>
        <p:grpSpPr>
          <a:xfrm>
            <a:off x="536588" y="3956278"/>
            <a:ext cx="3252614" cy="224837"/>
            <a:chOff x="536588" y="3956278"/>
            <a:chExt cx="3252614" cy="224837"/>
          </a:xfrm>
        </p:grpSpPr>
        <p:sp>
          <p:nvSpPr>
            <p:cNvPr id="9" name="Text Placeholder 20">
              <a:extLst>
                <a:ext uri="{FF2B5EF4-FFF2-40B4-BE49-F238E27FC236}">
                  <a16:creationId xmlns:a16="http://schemas.microsoft.com/office/drawing/2014/main" id="{2931CF9A-083F-ECCA-69A9-368274B89693}"/>
                </a:ext>
              </a:extLst>
            </p:cNvPr>
            <p:cNvSpPr txBox="1">
              <a:spLocks/>
            </p:cNvSpPr>
            <p:nvPr/>
          </p:nvSpPr>
          <p:spPr>
            <a:xfrm>
              <a:off x="819720" y="3979793"/>
              <a:ext cx="2969482" cy="177806"/>
            </a:xfrm>
            <a:prstGeom prst="rect">
              <a:avLst/>
            </a:prstGeom>
          </p:spPr>
          <p:txBody>
            <a:bodyPr vert="horz" wrap="square" lIns="0" tIns="0" rIns="0" bIns="0" rtlCol="0" anchor="b">
              <a:spAutoFit/>
            </a:bodyPr>
            <a:lstStyle>
              <a:lvl1pPr marL="0" indent="0" algn="l" defTabSz="914400" rtl="0" eaLnBrk="1" latinLnBrk="0" hangingPunct="1">
                <a:lnSpc>
                  <a:spcPct val="101000"/>
                </a:lnSpc>
                <a:spcBef>
                  <a:spcPts val="0"/>
                </a:spcBef>
                <a:spcAft>
                  <a:spcPts val="600"/>
                </a:spcAft>
                <a:buFont typeface="GT America Regular"/>
                <a:buNone/>
                <a:defRPr lang="en-US" sz="2000" b="0" i="0" kern="1200" dirty="0" smtClean="0">
                  <a:solidFill>
                    <a:schemeClr val="tx2"/>
                  </a:solidFill>
                  <a:latin typeface="+mj-lt"/>
                  <a:ea typeface="GT America Regular" charset="0"/>
                  <a:cs typeface="GT America Regular" charset="0"/>
                </a:defRPr>
              </a:lvl1pPr>
              <a:lvl2pPr marL="0" indent="0" algn="l" defTabSz="914400" rtl="0" eaLnBrk="1" latinLnBrk="0" hangingPunct="1">
                <a:lnSpc>
                  <a:spcPct val="101000"/>
                </a:lnSpc>
                <a:spcBef>
                  <a:spcPts val="0"/>
                </a:spcBef>
                <a:spcAft>
                  <a:spcPts val="600"/>
                </a:spcAft>
                <a:buFont typeface="GT America Regular" charset="0"/>
                <a:buNone/>
                <a:defRPr lang="en-US" sz="2000" b="0" i="0" kern="1200" dirty="0" smtClean="0">
                  <a:solidFill>
                    <a:schemeClr val="tx2"/>
                  </a:solidFill>
                  <a:latin typeface="+mj-lt"/>
                  <a:ea typeface="GT America Regular" charset="0"/>
                  <a:cs typeface="GT America Regular" charset="0"/>
                </a:defRPr>
              </a:lvl2pPr>
              <a:lvl3pPr marL="0" indent="0" algn="l" defTabSz="914400" rtl="0" eaLnBrk="1" latinLnBrk="0" hangingPunct="1">
                <a:lnSpc>
                  <a:spcPct val="101000"/>
                </a:lnSpc>
                <a:spcBef>
                  <a:spcPts val="0"/>
                </a:spcBef>
                <a:spcAft>
                  <a:spcPts val="600"/>
                </a:spcAft>
                <a:buClr>
                  <a:schemeClr val="accent1"/>
                </a:buClr>
                <a:buFont typeface="GT America Regular" pitchFamily="50" charset="0"/>
                <a:buNone/>
                <a:defRPr lang="en-US" sz="2000" b="0" i="0" kern="1200" dirty="0" smtClean="0">
                  <a:solidFill>
                    <a:schemeClr val="tx2"/>
                  </a:solidFill>
                  <a:latin typeface="+mj-lt"/>
                  <a:ea typeface="GT America Regular" charset="0"/>
                  <a:cs typeface="GT America Regular" charset="0"/>
                </a:defRPr>
              </a:lvl3pPr>
              <a:lvl4pPr marL="0" indent="0" algn="l" defTabSz="914400" rtl="0" eaLnBrk="1" latinLnBrk="0" hangingPunct="1">
                <a:lnSpc>
                  <a:spcPct val="101000"/>
                </a:lnSpc>
                <a:spcBef>
                  <a:spcPts val="0"/>
                </a:spcBef>
                <a:spcAft>
                  <a:spcPts val="600"/>
                </a:spcAft>
                <a:buClrTx/>
                <a:buFont typeface="GT America Regular" pitchFamily="50" charset="0"/>
                <a:buNone/>
                <a:defRPr lang="en-US" sz="2000" b="0" i="0" kern="1200" dirty="0" smtClean="0">
                  <a:solidFill>
                    <a:schemeClr val="tx2"/>
                  </a:solidFill>
                  <a:latin typeface="+mj-lt"/>
                  <a:ea typeface="GT America Regular" charset="0"/>
                  <a:cs typeface="GT America Regular" charset="0"/>
                </a:defRPr>
              </a:lvl4pPr>
              <a:lvl5pPr marL="0" indent="0" algn="l" defTabSz="914400" rtl="0" eaLnBrk="1" latinLnBrk="0" hangingPunct="1">
                <a:lnSpc>
                  <a:spcPct val="101000"/>
                </a:lnSpc>
                <a:spcBef>
                  <a:spcPts val="0"/>
                </a:spcBef>
                <a:spcAft>
                  <a:spcPts val="600"/>
                </a:spcAft>
                <a:buClr>
                  <a:schemeClr val="accent1"/>
                </a:buClr>
                <a:buFont typeface="GT America Regular" charset="0"/>
                <a:buNone/>
                <a:tabLst/>
                <a:defRPr lang="en-US" sz="2000" b="0" i="0" kern="1200" dirty="0" smtClean="0">
                  <a:solidFill>
                    <a:schemeClr val="tx2"/>
                  </a:solidFill>
                  <a:latin typeface="+mj-lt"/>
                  <a:ea typeface="GT America Regular" charset="0"/>
                  <a:cs typeface="GT America Regular" charset="0"/>
                </a:defRPr>
              </a:lvl5pPr>
              <a:lvl6pPr marL="0" indent="0" algn="l" defTabSz="914400" rtl="0" eaLnBrk="1" latinLnBrk="0" hangingPunct="1">
                <a:lnSpc>
                  <a:spcPct val="101000"/>
                </a:lnSpc>
                <a:spcBef>
                  <a:spcPts val="0"/>
                </a:spcBef>
                <a:spcAft>
                  <a:spcPts val="600"/>
                </a:spcAft>
                <a:buClrTx/>
                <a:buFont typeface="GT America Regular" pitchFamily="50" charset="0"/>
                <a:buNone/>
                <a:defRPr lang="en-US" sz="2000" b="0" i="0" kern="1200" dirty="0" smtClean="0">
                  <a:solidFill>
                    <a:schemeClr val="tx2"/>
                  </a:solidFill>
                  <a:latin typeface="+mj-lt"/>
                  <a:ea typeface="GT America Regular" charset="0"/>
                  <a:cs typeface="GT America Regular" charset="0"/>
                </a:defRPr>
              </a:lvl6pPr>
              <a:lvl7pPr marL="0" indent="0" algn="l" defTabSz="914400" rtl="0" eaLnBrk="1" latinLnBrk="0" hangingPunct="1">
                <a:lnSpc>
                  <a:spcPct val="101000"/>
                </a:lnSpc>
                <a:spcBef>
                  <a:spcPts val="0"/>
                </a:spcBef>
                <a:spcAft>
                  <a:spcPts val="600"/>
                </a:spcAft>
                <a:buClr>
                  <a:schemeClr val="accent1"/>
                </a:buClr>
                <a:buFont typeface="GT America Regular" charset="0"/>
                <a:buNone/>
                <a:defRPr lang="en-US" sz="2000" b="0" i="0" kern="1200" dirty="0" smtClean="0">
                  <a:solidFill>
                    <a:schemeClr val="tx2"/>
                  </a:solidFill>
                  <a:latin typeface="+mj-lt"/>
                  <a:ea typeface="GT America Regular" charset="0"/>
                  <a:cs typeface="GT America Regular" charset="0"/>
                </a:defRPr>
              </a:lvl7pPr>
              <a:lvl8pPr marL="0" indent="0" algn="l" defTabSz="914400" rtl="0" eaLnBrk="1" latinLnBrk="0" hangingPunct="1">
                <a:lnSpc>
                  <a:spcPct val="101000"/>
                </a:lnSpc>
                <a:spcBef>
                  <a:spcPts val="0"/>
                </a:spcBef>
                <a:spcAft>
                  <a:spcPts val="600"/>
                </a:spcAft>
                <a:buClrTx/>
                <a:buFont typeface="GT America Regular" pitchFamily="50" charset="0"/>
                <a:buNone/>
                <a:defRPr lang="en-US" sz="2000" b="0" i="0" kern="1200" dirty="0" smtClean="0">
                  <a:solidFill>
                    <a:schemeClr val="tx2"/>
                  </a:solidFill>
                  <a:latin typeface="+mj-lt"/>
                  <a:ea typeface="GT America Regular" charset="0"/>
                  <a:cs typeface="GT America Regular" charset="0"/>
                </a:defRPr>
              </a:lvl8pPr>
              <a:lvl9pPr marL="0" indent="0" algn="l" defTabSz="914400" rtl="0" eaLnBrk="1" latinLnBrk="0" hangingPunct="1">
                <a:lnSpc>
                  <a:spcPct val="101000"/>
                </a:lnSpc>
                <a:spcBef>
                  <a:spcPts val="0"/>
                </a:spcBef>
                <a:spcAft>
                  <a:spcPts val="600"/>
                </a:spcAft>
                <a:buClr>
                  <a:schemeClr val="accent1"/>
                </a:buClr>
                <a:buFont typeface="GT America Regular" charset="0"/>
                <a:buNone/>
                <a:defRPr lang="en-US" sz="2000" b="0" i="0" kern="1200" dirty="0">
                  <a:solidFill>
                    <a:schemeClr val="tx2"/>
                  </a:solidFill>
                  <a:latin typeface="+mj-lt"/>
                  <a:ea typeface="GT America Regular" charset="0"/>
                  <a:cs typeface="GT America Regular" charset="0"/>
                </a:defRPr>
              </a:lvl9pPr>
            </a:lstStyle>
            <a:p>
              <a:r>
                <a:rPr lang="en-US" sz="1200" b="1" dirty="0">
                  <a:solidFill>
                    <a:schemeClr val="tx1"/>
                  </a:solidFill>
                  <a:latin typeface="+mn-lt"/>
                </a:rPr>
                <a:t>Do not use icons in any other colors</a:t>
              </a:r>
            </a:p>
          </p:txBody>
        </p:sp>
        <p:grpSp>
          <p:nvGrpSpPr>
            <p:cNvPr id="10" name="Group 9">
              <a:extLst>
                <a:ext uri="{FF2B5EF4-FFF2-40B4-BE49-F238E27FC236}">
                  <a16:creationId xmlns:a16="http://schemas.microsoft.com/office/drawing/2014/main" id="{32A92C56-3A2F-E898-76E3-C11D532D1F7C}"/>
                </a:ext>
              </a:extLst>
            </p:cNvPr>
            <p:cNvGrpSpPr/>
            <p:nvPr/>
          </p:nvGrpSpPr>
          <p:grpSpPr>
            <a:xfrm>
              <a:off x="536588" y="3956278"/>
              <a:ext cx="204397" cy="224837"/>
              <a:chOff x="536588" y="4300085"/>
              <a:chExt cx="204397" cy="224837"/>
            </a:xfrm>
          </p:grpSpPr>
          <p:cxnSp>
            <p:nvCxnSpPr>
              <p:cNvPr id="11" name="Straight Connector 10">
                <a:extLst>
                  <a:ext uri="{FF2B5EF4-FFF2-40B4-BE49-F238E27FC236}">
                    <a16:creationId xmlns:a16="http://schemas.microsoft.com/office/drawing/2014/main" id="{73413C23-DBB2-AE59-08EF-B40339A2D50C}"/>
                  </a:ext>
                </a:extLst>
              </p:cNvPr>
              <p:cNvCxnSpPr>
                <a:cxnSpLocks/>
              </p:cNvCxnSpPr>
              <p:nvPr/>
            </p:nvCxnSpPr>
            <p:spPr>
              <a:xfrm rot="2700000">
                <a:off x="638787" y="4310305"/>
                <a:ext cx="0" cy="204397"/>
              </a:xfrm>
              <a:prstGeom prst="line">
                <a:avLst/>
              </a:prstGeom>
              <a:ln w="44450">
                <a:solidFill>
                  <a:srgbClr val="BA0C2F"/>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A4316239-C7A2-EACB-5DC8-058CEDE1B561}"/>
                  </a:ext>
                </a:extLst>
              </p:cNvPr>
              <p:cNvCxnSpPr>
                <a:cxnSpLocks/>
              </p:cNvCxnSpPr>
              <p:nvPr/>
            </p:nvCxnSpPr>
            <p:spPr>
              <a:xfrm rot="2700000">
                <a:off x="526369" y="4412504"/>
                <a:ext cx="224837" cy="0"/>
              </a:xfrm>
              <a:prstGeom prst="line">
                <a:avLst/>
              </a:prstGeom>
              <a:ln w="44450">
                <a:solidFill>
                  <a:srgbClr val="BA0C2F"/>
                </a:solidFill>
              </a:ln>
            </p:spPr>
            <p:style>
              <a:lnRef idx="1">
                <a:schemeClr val="accent1"/>
              </a:lnRef>
              <a:fillRef idx="0">
                <a:schemeClr val="accent1"/>
              </a:fillRef>
              <a:effectRef idx="0">
                <a:schemeClr val="accent1"/>
              </a:effectRef>
              <a:fontRef idx="minor">
                <a:schemeClr val="tx1"/>
              </a:fontRef>
            </p:style>
          </p:cxnSp>
        </p:grpSp>
      </p:grpSp>
    </p:spTree>
    <p:extLst>
      <p:ext uri="{BB962C8B-B14F-4D97-AF65-F5344CB8AC3E}">
        <p14:creationId xmlns:p14="http://schemas.microsoft.com/office/powerpoint/2010/main" val="405166491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571821-B660-2027-A8AC-3E6F44BA126C}"/>
            </a:ext>
          </a:extLst>
        </p:cNvPr>
        <p:cNvGrpSpPr/>
        <p:nvPr/>
      </p:nvGrpSpPr>
      <p:grpSpPr>
        <a:xfrm>
          <a:off x="0" y="0"/>
          <a:ext cx="0" cy="0"/>
          <a:chOff x="0" y="0"/>
          <a:chExt cx="0" cy="0"/>
        </a:xfrm>
      </p:grpSpPr>
      <p:sp>
        <p:nvSpPr>
          <p:cNvPr id="2" name="Footer Placeholder 1">
            <a:extLst>
              <a:ext uri="{FF2B5EF4-FFF2-40B4-BE49-F238E27FC236}">
                <a16:creationId xmlns:a16="http://schemas.microsoft.com/office/drawing/2014/main" id="{7AF258B9-24A7-6968-6BA4-2E5A665FEFA2}"/>
              </a:ext>
            </a:extLst>
          </p:cNvPr>
          <p:cNvSpPr>
            <a:spLocks noGrp="1"/>
          </p:cNvSpPr>
          <p:nvPr>
            <p:ph type="ftr" sz="quarter" idx="11"/>
          </p:nvPr>
        </p:nvSpPr>
        <p:spPr/>
        <p:txBody>
          <a:bodyPr/>
          <a:lstStyle/>
          <a:p>
            <a:r>
              <a:rPr lang="en-US">
                <a:solidFill>
                  <a:schemeClr val="bg1"/>
                </a:solidFill>
              </a:rPr>
              <a:t>See slide 12 for instructions on how to update footer</a:t>
            </a:r>
            <a:endParaRPr lang="en-US" dirty="0">
              <a:solidFill>
                <a:schemeClr val="bg1"/>
              </a:solidFill>
            </a:endParaRPr>
          </a:p>
        </p:txBody>
      </p:sp>
      <p:sp>
        <p:nvSpPr>
          <p:cNvPr id="3" name="Slide Number Placeholder 2">
            <a:extLst>
              <a:ext uri="{FF2B5EF4-FFF2-40B4-BE49-F238E27FC236}">
                <a16:creationId xmlns:a16="http://schemas.microsoft.com/office/drawing/2014/main" id="{C99344AE-49F7-431A-68A7-42BF6D4FACD0}"/>
              </a:ext>
            </a:extLst>
          </p:cNvPr>
          <p:cNvSpPr>
            <a:spLocks noGrp="1"/>
          </p:cNvSpPr>
          <p:nvPr>
            <p:ph type="sldNum" sz="quarter" idx="12"/>
          </p:nvPr>
        </p:nvSpPr>
        <p:spPr/>
        <p:txBody>
          <a:bodyPr/>
          <a:lstStyle/>
          <a:p>
            <a:fld id="{862A5111-985B-C14D-9115-5787026182A8}" type="slidenum">
              <a:rPr lang="en-US" smtClean="0">
                <a:solidFill>
                  <a:schemeClr val="bg1"/>
                </a:solidFill>
              </a:rPr>
              <a:t>17</a:t>
            </a:fld>
            <a:endParaRPr lang="en-US">
              <a:solidFill>
                <a:schemeClr val="bg1"/>
              </a:solidFill>
            </a:endParaRPr>
          </a:p>
        </p:txBody>
      </p:sp>
      <p:sp>
        <p:nvSpPr>
          <p:cNvPr id="4" name="Title 3">
            <a:extLst>
              <a:ext uri="{FF2B5EF4-FFF2-40B4-BE49-F238E27FC236}">
                <a16:creationId xmlns:a16="http://schemas.microsoft.com/office/drawing/2014/main" id="{060AFB48-C2A1-ED02-80F0-20336F510A1F}"/>
              </a:ext>
            </a:extLst>
          </p:cNvPr>
          <p:cNvSpPr>
            <a:spLocks noGrp="1"/>
          </p:cNvSpPr>
          <p:nvPr>
            <p:ph type="title"/>
          </p:nvPr>
        </p:nvSpPr>
        <p:spPr/>
        <p:txBody>
          <a:bodyPr/>
          <a:lstStyle/>
          <a:p>
            <a:r>
              <a:rPr lang="en-US" dirty="0"/>
              <a:t>Instructions</a:t>
            </a:r>
          </a:p>
        </p:txBody>
      </p:sp>
      <p:sp>
        <p:nvSpPr>
          <p:cNvPr id="5" name="Text Placeholder 4">
            <a:extLst>
              <a:ext uri="{FF2B5EF4-FFF2-40B4-BE49-F238E27FC236}">
                <a16:creationId xmlns:a16="http://schemas.microsoft.com/office/drawing/2014/main" id="{CDEC37C0-B425-B917-105D-F125307D1F17}"/>
              </a:ext>
            </a:extLst>
          </p:cNvPr>
          <p:cNvSpPr>
            <a:spLocks noGrp="1"/>
          </p:cNvSpPr>
          <p:nvPr>
            <p:ph type="body" sz="quarter" idx="45"/>
          </p:nvPr>
        </p:nvSpPr>
        <p:spPr/>
        <p:txBody>
          <a:bodyPr/>
          <a:lstStyle/>
          <a:p>
            <a:r>
              <a:rPr lang="en-US" dirty="0"/>
              <a:t>Icons</a:t>
            </a:r>
          </a:p>
        </p:txBody>
      </p:sp>
      <p:sp>
        <p:nvSpPr>
          <p:cNvPr id="11" name="Text Placeholder 10">
            <a:extLst>
              <a:ext uri="{FF2B5EF4-FFF2-40B4-BE49-F238E27FC236}">
                <a16:creationId xmlns:a16="http://schemas.microsoft.com/office/drawing/2014/main" id="{772066F9-79B8-B557-4ED7-C53784782EE0}"/>
              </a:ext>
            </a:extLst>
          </p:cNvPr>
          <p:cNvSpPr>
            <a:spLocks noGrp="1"/>
          </p:cNvSpPr>
          <p:nvPr>
            <p:ph type="body" sz="quarter" idx="46"/>
          </p:nvPr>
        </p:nvSpPr>
        <p:spPr/>
        <p:txBody>
          <a:bodyPr/>
          <a:lstStyle/>
          <a:p>
            <a:endParaRPr lang="en-US"/>
          </a:p>
        </p:txBody>
      </p:sp>
      <p:sp>
        <p:nvSpPr>
          <p:cNvPr id="13" name="Text Placeholder 20">
            <a:extLst>
              <a:ext uri="{FF2B5EF4-FFF2-40B4-BE49-F238E27FC236}">
                <a16:creationId xmlns:a16="http://schemas.microsoft.com/office/drawing/2014/main" id="{C072D45A-D7AD-B4CF-6273-911AE9571B4C}"/>
              </a:ext>
            </a:extLst>
          </p:cNvPr>
          <p:cNvSpPr txBox="1">
            <a:spLocks/>
          </p:cNvSpPr>
          <p:nvPr/>
        </p:nvSpPr>
        <p:spPr>
          <a:xfrm>
            <a:off x="546100" y="1849432"/>
            <a:ext cx="3514069" cy="296867"/>
          </a:xfrm>
          <a:prstGeom prst="rect">
            <a:avLst/>
          </a:prstGeom>
        </p:spPr>
        <p:txBody>
          <a:bodyPr vert="horz" lIns="0" tIns="0" rIns="0" bIns="0" rtlCol="0" anchor="b">
            <a:noAutofit/>
          </a:bodyPr>
          <a:lstStyle>
            <a:lvl1pPr marL="0" indent="0" algn="l" defTabSz="914400" rtl="0" eaLnBrk="1" latinLnBrk="0" hangingPunct="1">
              <a:lnSpc>
                <a:spcPct val="101000"/>
              </a:lnSpc>
              <a:spcBef>
                <a:spcPts val="0"/>
              </a:spcBef>
              <a:spcAft>
                <a:spcPts val="600"/>
              </a:spcAft>
              <a:buFont typeface="GT America Regular"/>
              <a:buNone/>
              <a:defRPr lang="en-US" sz="2000" b="0" i="0" kern="1200" dirty="0" smtClean="0">
                <a:solidFill>
                  <a:schemeClr val="tx2"/>
                </a:solidFill>
                <a:latin typeface="+mj-lt"/>
                <a:ea typeface="GT America Regular" charset="0"/>
                <a:cs typeface="GT America Regular" charset="0"/>
              </a:defRPr>
            </a:lvl1pPr>
            <a:lvl2pPr marL="0" indent="0" algn="l" defTabSz="914400" rtl="0" eaLnBrk="1" latinLnBrk="0" hangingPunct="1">
              <a:lnSpc>
                <a:spcPct val="101000"/>
              </a:lnSpc>
              <a:spcBef>
                <a:spcPts val="0"/>
              </a:spcBef>
              <a:spcAft>
                <a:spcPts val="600"/>
              </a:spcAft>
              <a:buFont typeface="GT America Regular" charset="0"/>
              <a:buNone/>
              <a:defRPr lang="en-US" sz="2000" b="0" i="0" kern="1200" dirty="0" smtClean="0">
                <a:solidFill>
                  <a:schemeClr val="tx2"/>
                </a:solidFill>
                <a:latin typeface="+mj-lt"/>
                <a:ea typeface="GT America Regular" charset="0"/>
                <a:cs typeface="GT America Regular" charset="0"/>
              </a:defRPr>
            </a:lvl2pPr>
            <a:lvl3pPr marL="0" indent="0" algn="l" defTabSz="914400" rtl="0" eaLnBrk="1" latinLnBrk="0" hangingPunct="1">
              <a:lnSpc>
                <a:spcPct val="101000"/>
              </a:lnSpc>
              <a:spcBef>
                <a:spcPts val="0"/>
              </a:spcBef>
              <a:spcAft>
                <a:spcPts val="600"/>
              </a:spcAft>
              <a:buClr>
                <a:schemeClr val="accent1"/>
              </a:buClr>
              <a:buFont typeface="GT America Regular" pitchFamily="50" charset="0"/>
              <a:buNone/>
              <a:defRPr lang="en-US" sz="2000" b="0" i="0" kern="1200" dirty="0" smtClean="0">
                <a:solidFill>
                  <a:schemeClr val="tx2"/>
                </a:solidFill>
                <a:latin typeface="+mj-lt"/>
                <a:ea typeface="GT America Regular" charset="0"/>
                <a:cs typeface="GT America Regular" charset="0"/>
              </a:defRPr>
            </a:lvl3pPr>
            <a:lvl4pPr marL="0" indent="0" algn="l" defTabSz="914400" rtl="0" eaLnBrk="1" latinLnBrk="0" hangingPunct="1">
              <a:lnSpc>
                <a:spcPct val="101000"/>
              </a:lnSpc>
              <a:spcBef>
                <a:spcPts val="0"/>
              </a:spcBef>
              <a:spcAft>
                <a:spcPts val="600"/>
              </a:spcAft>
              <a:buClrTx/>
              <a:buFont typeface="GT America Regular" pitchFamily="50" charset="0"/>
              <a:buNone/>
              <a:defRPr lang="en-US" sz="2000" b="0" i="0" kern="1200" dirty="0" smtClean="0">
                <a:solidFill>
                  <a:schemeClr val="tx2"/>
                </a:solidFill>
                <a:latin typeface="+mj-lt"/>
                <a:ea typeface="GT America Regular" charset="0"/>
                <a:cs typeface="GT America Regular" charset="0"/>
              </a:defRPr>
            </a:lvl4pPr>
            <a:lvl5pPr marL="0" indent="0" algn="l" defTabSz="914400" rtl="0" eaLnBrk="1" latinLnBrk="0" hangingPunct="1">
              <a:lnSpc>
                <a:spcPct val="101000"/>
              </a:lnSpc>
              <a:spcBef>
                <a:spcPts val="0"/>
              </a:spcBef>
              <a:spcAft>
                <a:spcPts val="600"/>
              </a:spcAft>
              <a:buClr>
                <a:schemeClr val="accent1"/>
              </a:buClr>
              <a:buFont typeface="GT America Regular" charset="0"/>
              <a:buNone/>
              <a:tabLst/>
              <a:defRPr lang="en-US" sz="2000" b="0" i="0" kern="1200" dirty="0" smtClean="0">
                <a:solidFill>
                  <a:schemeClr val="tx2"/>
                </a:solidFill>
                <a:latin typeface="+mj-lt"/>
                <a:ea typeface="GT America Regular" charset="0"/>
                <a:cs typeface="GT America Regular" charset="0"/>
              </a:defRPr>
            </a:lvl5pPr>
            <a:lvl6pPr marL="0" indent="0" algn="l" defTabSz="914400" rtl="0" eaLnBrk="1" latinLnBrk="0" hangingPunct="1">
              <a:lnSpc>
                <a:spcPct val="101000"/>
              </a:lnSpc>
              <a:spcBef>
                <a:spcPts val="0"/>
              </a:spcBef>
              <a:spcAft>
                <a:spcPts val="600"/>
              </a:spcAft>
              <a:buClrTx/>
              <a:buFont typeface="GT America Regular" pitchFamily="50" charset="0"/>
              <a:buNone/>
              <a:defRPr lang="en-US" sz="2000" b="0" i="0" kern="1200" dirty="0" smtClean="0">
                <a:solidFill>
                  <a:schemeClr val="tx2"/>
                </a:solidFill>
                <a:latin typeface="+mj-lt"/>
                <a:ea typeface="GT America Regular" charset="0"/>
                <a:cs typeface="GT America Regular" charset="0"/>
              </a:defRPr>
            </a:lvl6pPr>
            <a:lvl7pPr marL="0" indent="0" algn="l" defTabSz="914400" rtl="0" eaLnBrk="1" latinLnBrk="0" hangingPunct="1">
              <a:lnSpc>
                <a:spcPct val="101000"/>
              </a:lnSpc>
              <a:spcBef>
                <a:spcPts val="0"/>
              </a:spcBef>
              <a:spcAft>
                <a:spcPts val="600"/>
              </a:spcAft>
              <a:buClr>
                <a:schemeClr val="accent1"/>
              </a:buClr>
              <a:buFont typeface="GT America Regular" charset="0"/>
              <a:buNone/>
              <a:defRPr lang="en-US" sz="2000" b="0" i="0" kern="1200" dirty="0" smtClean="0">
                <a:solidFill>
                  <a:schemeClr val="tx2"/>
                </a:solidFill>
                <a:latin typeface="+mj-lt"/>
                <a:ea typeface="GT America Regular" charset="0"/>
                <a:cs typeface="GT America Regular" charset="0"/>
              </a:defRPr>
            </a:lvl7pPr>
            <a:lvl8pPr marL="0" indent="0" algn="l" defTabSz="914400" rtl="0" eaLnBrk="1" latinLnBrk="0" hangingPunct="1">
              <a:lnSpc>
                <a:spcPct val="101000"/>
              </a:lnSpc>
              <a:spcBef>
                <a:spcPts val="0"/>
              </a:spcBef>
              <a:spcAft>
                <a:spcPts val="600"/>
              </a:spcAft>
              <a:buClrTx/>
              <a:buFont typeface="GT America Regular" pitchFamily="50" charset="0"/>
              <a:buNone/>
              <a:defRPr lang="en-US" sz="2000" b="0" i="0" kern="1200" dirty="0" smtClean="0">
                <a:solidFill>
                  <a:schemeClr val="tx2"/>
                </a:solidFill>
                <a:latin typeface="+mj-lt"/>
                <a:ea typeface="GT America Regular" charset="0"/>
                <a:cs typeface="GT America Regular" charset="0"/>
              </a:defRPr>
            </a:lvl8pPr>
            <a:lvl9pPr marL="0" indent="0" algn="l" defTabSz="914400" rtl="0" eaLnBrk="1" latinLnBrk="0" hangingPunct="1">
              <a:lnSpc>
                <a:spcPct val="101000"/>
              </a:lnSpc>
              <a:spcBef>
                <a:spcPts val="0"/>
              </a:spcBef>
              <a:spcAft>
                <a:spcPts val="600"/>
              </a:spcAft>
              <a:buClr>
                <a:schemeClr val="accent1"/>
              </a:buClr>
              <a:buFont typeface="GT America Regular" charset="0"/>
              <a:buNone/>
              <a:defRPr lang="en-US" sz="2000" b="0" i="0" kern="1200" dirty="0">
                <a:solidFill>
                  <a:schemeClr val="tx2"/>
                </a:solidFill>
                <a:latin typeface="+mj-lt"/>
                <a:ea typeface="GT America Regular" charset="0"/>
                <a:cs typeface="GT America Regular" charset="0"/>
              </a:defRPr>
            </a:lvl9pPr>
          </a:lstStyle>
          <a:p>
            <a:r>
              <a:rPr lang="en-US" dirty="0"/>
              <a:t>Overview</a:t>
            </a:r>
          </a:p>
        </p:txBody>
      </p:sp>
      <p:grpSp>
        <p:nvGrpSpPr>
          <p:cNvPr id="15" name="Graphic 7">
            <a:extLst>
              <a:ext uri="{FF2B5EF4-FFF2-40B4-BE49-F238E27FC236}">
                <a16:creationId xmlns:a16="http://schemas.microsoft.com/office/drawing/2014/main" id="{21441328-7AB1-843C-5473-A2E0F4F7BB17}"/>
              </a:ext>
            </a:extLst>
          </p:cNvPr>
          <p:cNvGrpSpPr>
            <a:grpSpLocks noChangeAspect="1"/>
          </p:cNvGrpSpPr>
          <p:nvPr/>
        </p:nvGrpSpPr>
        <p:grpSpPr>
          <a:xfrm>
            <a:off x="4717302" y="1192584"/>
            <a:ext cx="453496" cy="516009"/>
            <a:chOff x="4358097" y="1152729"/>
            <a:chExt cx="453496" cy="516009"/>
          </a:xfrm>
          <a:noFill/>
        </p:grpSpPr>
        <p:grpSp>
          <p:nvGrpSpPr>
            <p:cNvPr id="16" name="Graphic 7">
              <a:extLst>
                <a:ext uri="{FF2B5EF4-FFF2-40B4-BE49-F238E27FC236}">
                  <a16:creationId xmlns:a16="http://schemas.microsoft.com/office/drawing/2014/main" id="{5F42C8E8-7BCD-AB96-F2E0-A40039C4587A}"/>
                </a:ext>
              </a:extLst>
            </p:cNvPr>
            <p:cNvGrpSpPr/>
            <p:nvPr/>
          </p:nvGrpSpPr>
          <p:grpSpPr>
            <a:xfrm>
              <a:off x="4587844" y="1434719"/>
              <a:ext cx="171765" cy="98860"/>
              <a:chOff x="4587844" y="1434719"/>
              <a:chExt cx="171765" cy="98860"/>
            </a:xfrm>
          </p:grpSpPr>
          <p:sp>
            <p:nvSpPr>
              <p:cNvPr id="203" name="Freeform 202">
                <a:extLst>
                  <a:ext uri="{FF2B5EF4-FFF2-40B4-BE49-F238E27FC236}">
                    <a16:creationId xmlns:a16="http://schemas.microsoft.com/office/drawing/2014/main" id="{AED002E3-08EA-CD6E-ADD6-9726046FDC0F}"/>
                  </a:ext>
                </a:extLst>
              </p:cNvPr>
              <p:cNvSpPr/>
              <p:nvPr/>
            </p:nvSpPr>
            <p:spPr>
              <a:xfrm>
                <a:off x="4739798" y="1522271"/>
                <a:ext cx="19812" cy="11308"/>
              </a:xfrm>
              <a:custGeom>
                <a:avLst/>
                <a:gdLst>
                  <a:gd name="connsiteX0" fmla="*/ 19812 w 19812"/>
                  <a:gd name="connsiteY0" fmla="*/ 11309 h 11308"/>
                  <a:gd name="connsiteX1" fmla="*/ 0 w 19812"/>
                  <a:gd name="connsiteY1" fmla="*/ 0 h 11308"/>
                </a:gdLst>
                <a:ahLst/>
                <a:cxnLst>
                  <a:cxn ang="0">
                    <a:pos x="connsiteX0" y="connsiteY0"/>
                  </a:cxn>
                  <a:cxn ang="0">
                    <a:pos x="connsiteX1" y="connsiteY1"/>
                  </a:cxn>
                </a:cxnLst>
                <a:rect l="l" t="t" r="r" b="b"/>
                <a:pathLst>
                  <a:path w="19812" h="11308">
                    <a:moveTo>
                      <a:pt x="19812" y="11309"/>
                    </a:moveTo>
                    <a:lnTo>
                      <a:pt x="0" y="0"/>
                    </a:lnTo>
                  </a:path>
                </a:pathLst>
              </a:custGeom>
              <a:ln w="25400" cap="rnd">
                <a:solidFill>
                  <a:schemeClr val="bg1"/>
                </a:solidFill>
                <a:prstDash val="solid"/>
                <a:round/>
              </a:ln>
            </p:spPr>
            <p:txBody>
              <a:bodyPr rtlCol="0" anchor="ctr"/>
              <a:lstStyle/>
              <a:p>
                <a:endParaRPr lang="en-CR"/>
              </a:p>
            </p:txBody>
          </p:sp>
          <p:sp>
            <p:nvSpPr>
              <p:cNvPr id="204" name="Freeform 203">
                <a:extLst>
                  <a:ext uri="{FF2B5EF4-FFF2-40B4-BE49-F238E27FC236}">
                    <a16:creationId xmlns:a16="http://schemas.microsoft.com/office/drawing/2014/main" id="{67EA3F89-70DE-B263-0748-4982C9D66B2B}"/>
                  </a:ext>
                </a:extLst>
              </p:cNvPr>
              <p:cNvSpPr/>
              <p:nvPr/>
            </p:nvSpPr>
            <p:spPr>
              <a:xfrm>
                <a:off x="4629650" y="1458796"/>
                <a:ext cx="66161" cy="38121"/>
              </a:xfrm>
              <a:custGeom>
                <a:avLst/>
                <a:gdLst>
                  <a:gd name="connsiteX0" fmla="*/ 66161 w 66161"/>
                  <a:gd name="connsiteY0" fmla="*/ 38122 h 38121"/>
                  <a:gd name="connsiteX1" fmla="*/ 0 w 66161"/>
                  <a:gd name="connsiteY1" fmla="*/ 0 h 38121"/>
                </a:gdLst>
                <a:ahLst/>
                <a:cxnLst>
                  <a:cxn ang="0">
                    <a:pos x="connsiteX0" y="connsiteY0"/>
                  </a:cxn>
                  <a:cxn ang="0">
                    <a:pos x="connsiteX1" y="connsiteY1"/>
                  </a:cxn>
                </a:cxnLst>
                <a:rect l="l" t="t" r="r" b="b"/>
                <a:pathLst>
                  <a:path w="66161" h="38121">
                    <a:moveTo>
                      <a:pt x="66161" y="38122"/>
                    </a:moveTo>
                    <a:lnTo>
                      <a:pt x="0" y="0"/>
                    </a:lnTo>
                  </a:path>
                </a:pathLst>
              </a:custGeom>
              <a:ln w="25400" cap="rnd">
                <a:solidFill>
                  <a:schemeClr val="bg1"/>
                </a:solidFill>
                <a:prstDash val="solid"/>
                <a:round/>
              </a:ln>
            </p:spPr>
            <p:txBody>
              <a:bodyPr rtlCol="0" anchor="ctr"/>
              <a:lstStyle/>
              <a:p>
                <a:endParaRPr lang="en-CR"/>
              </a:p>
            </p:txBody>
          </p:sp>
          <p:sp>
            <p:nvSpPr>
              <p:cNvPr id="205" name="Freeform 204">
                <a:extLst>
                  <a:ext uri="{FF2B5EF4-FFF2-40B4-BE49-F238E27FC236}">
                    <a16:creationId xmlns:a16="http://schemas.microsoft.com/office/drawing/2014/main" id="{D11EFB3B-E1ED-B14D-3AB5-10858416F098}"/>
                  </a:ext>
                </a:extLst>
              </p:cNvPr>
              <p:cNvSpPr/>
              <p:nvPr/>
            </p:nvSpPr>
            <p:spPr>
              <a:xfrm>
                <a:off x="4587844" y="1434719"/>
                <a:ext cx="171765" cy="98860"/>
              </a:xfrm>
              <a:custGeom>
                <a:avLst/>
                <a:gdLst>
                  <a:gd name="connsiteX0" fmla="*/ 171765 w 171765"/>
                  <a:gd name="connsiteY0" fmla="*/ 98861 h 98860"/>
                  <a:gd name="connsiteX1" fmla="*/ 0 w 171765"/>
                  <a:gd name="connsiteY1" fmla="*/ 0 h 98860"/>
                </a:gdLst>
                <a:ahLst/>
                <a:cxnLst>
                  <a:cxn ang="0">
                    <a:pos x="connsiteX0" y="connsiteY0"/>
                  </a:cxn>
                  <a:cxn ang="0">
                    <a:pos x="connsiteX1" y="connsiteY1"/>
                  </a:cxn>
                </a:cxnLst>
                <a:rect l="l" t="t" r="r" b="b"/>
                <a:pathLst>
                  <a:path w="171765" h="98860">
                    <a:moveTo>
                      <a:pt x="171765" y="98861"/>
                    </a:moveTo>
                    <a:lnTo>
                      <a:pt x="0" y="0"/>
                    </a:lnTo>
                  </a:path>
                </a:pathLst>
              </a:custGeom>
              <a:ln w="25400" cap="rnd">
                <a:solidFill>
                  <a:schemeClr val="bg1"/>
                </a:solidFill>
                <a:prstDash val="solid"/>
                <a:round/>
              </a:ln>
            </p:spPr>
            <p:txBody>
              <a:bodyPr rtlCol="0" anchor="ctr"/>
              <a:lstStyle/>
              <a:p>
                <a:endParaRPr lang="en-CR"/>
              </a:p>
            </p:txBody>
          </p:sp>
        </p:grpSp>
        <p:grpSp>
          <p:nvGrpSpPr>
            <p:cNvPr id="17" name="Graphic 7">
              <a:extLst>
                <a:ext uri="{FF2B5EF4-FFF2-40B4-BE49-F238E27FC236}">
                  <a16:creationId xmlns:a16="http://schemas.microsoft.com/office/drawing/2014/main" id="{89CA6EA5-B72A-1E9B-9ABC-43A01355AE95}"/>
                </a:ext>
              </a:extLst>
            </p:cNvPr>
            <p:cNvGrpSpPr/>
            <p:nvPr/>
          </p:nvGrpSpPr>
          <p:grpSpPr>
            <a:xfrm>
              <a:off x="4358097" y="1153458"/>
              <a:ext cx="423506" cy="515280"/>
              <a:chOff x="4358097" y="1153458"/>
              <a:chExt cx="423506" cy="515280"/>
            </a:xfrm>
            <a:noFill/>
          </p:grpSpPr>
          <p:sp>
            <p:nvSpPr>
              <p:cNvPr id="195" name="Freeform 194">
                <a:extLst>
                  <a:ext uri="{FF2B5EF4-FFF2-40B4-BE49-F238E27FC236}">
                    <a16:creationId xmlns:a16="http://schemas.microsoft.com/office/drawing/2014/main" id="{8A40ECFF-73CB-06B9-CE9D-1B91202ECC06}"/>
                  </a:ext>
                </a:extLst>
              </p:cNvPr>
              <p:cNvSpPr/>
              <p:nvPr/>
            </p:nvSpPr>
            <p:spPr>
              <a:xfrm>
                <a:off x="4700537" y="1153458"/>
                <a:ext cx="81065" cy="81350"/>
              </a:xfrm>
              <a:custGeom>
                <a:avLst/>
                <a:gdLst>
                  <a:gd name="connsiteX0" fmla="*/ 81066 w 81065"/>
                  <a:gd name="connsiteY0" fmla="*/ 40675 h 81350"/>
                  <a:gd name="connsiteX1" fmla="*/ 40533 w 81065"/>
                  <a:gd name="connsiteY1" fmla="*/ 81350 h 81350"/>
                  <a:gd name="connsiteX2" fmla="*/ 0 w 81065"/>
                  <a:gd name="connsiteY2" fmla="*/ 40675 h 81350"/>
                  <a:gd name="connsiteX3" fmla="*/ 40533 w 81065"/>
                  <a:gd name="connsiteY3" fmla="*/ 0 h 81350"/>
                  <a:gd name="connsiteX4" fmla="*/ 81066 w 81065"/>
                  <a:gd name="connsiteY4" fmla="*/ 40675 h 813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1065" h="81350">
                    <a:moveTo>
                      <a:pt x="81066" y="40675"/>
                    </a:moveTo>
                    <a:cubicBezTo>
                      <a:pt x="81066" y="63110"/>
                      <a:pt x="62890" y="81350"/>
                      <a:pt x="40533" y="81350"/>
                    </a:cubicBezTo>
                    <a:cubicBezTo>
                      <a:pt x="18176" y="81350"/>
                      <a:pt x="0" y="63110"/>
                      <a:pt x="0" y="40675"/>
                    </a:cubicBezTo>
                    <a:cubicBezTo>
                      <a:pt x="0" y="18240"/>
                      <a:pt x="18176" y="0"/>
                      <a:pt x="40533" y="0"/>
                    </a:cubicBezTo>
                    <a:cubicBezTo>
                      <a:pt x="62890" y="0"/>
                      <a:pt x="81066" y="18240"/>
                      <a:pt x="81066" y="40675"/>
                    </a:cubicBezTo>
                    <a:close/>
                  </a:path>
                </a:pathLst>
              </a:custGeom>
              <a:noFill/>
              <a:ln w="25400" cap="rnd">
                <a:solidFill>
                  <a:schemeClr val="bg1"/>
                </a:solidFill>
                <a:prstDash val="solid"/>
                <a:round/>
              </a:ln>
            </p:spPr>
            <p:txBody>
              <a:bodyPr rtlCol="0" anchor="ctr"/>
              <a:lstStyle/>
              <a:p>
                <a:endParaRPr lang="en-CR"/>
              </a:p>
            </p:txBody>
          </p:sp>
          <p:sp>
            <p:nvSpPr>
              <p:cNvPr id="196" name="Freeform 195">
                <a:extLst>
                  <a:ext uri="{FF2B5EF4-FFF2-40B4-BE49-F238E27FC236}">
                    <a16:creationId xmlns:a16="http://schemas.microsoft.com/office/drawing/2014/main" id="{05B989F4-63CB-1F4A-4266-EB2C331B93D3}"/>
                  </a:ext>
                </a:extLst>
              </p:cNvPr>
              <p:cNvSpPr/>
              <p:nvPr/>
            </p:nvSpPr>
            <p:spPr>
              <a:xfrm>
                <a:off x="4554763" y="1587388"/>
                <a:ext cx="81066" cy="81350"/>
              </a:xfrm>
              <a:custGeom>
                <a:avLst/>
                <a:gdLst>
                  <a:gd name="connsiteX0" fmla="*/ 81066 w 81066"/>
                  <a:gd name="connsiteY0" fmla="*/ 40675 h 81350"/>
                  <a:gd name="connsiteX1" fmla="*/ 40533 w 81066"/>
                  <a:gd name="connsiteY1" fmla="*/ 81350 h 81350"/>
                  <a:gd name="connsiteX2" fmla="*/ 0 w 81066"/>
                  <a:gd name="connsiteY2" fmla="*/ 40675 h 81350"/>
                  <a:gd name="connsiteX3" fmla="*/ 40533 w 81066"/>
                  <a:gd name="connsiteY3" fmla="*/ 0 h 81350"/>
                  <a:gd name="connsiteX4" fmla="*/ 81066 w 81066"/>
                  <a:gd name="connsiteY4" fmla="*/ 40675 h 813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1066" h="81350">
                    <a:moveTo>
                      <a:pt x="81066" y="40675"/>
                    </a:moveTo>
                    <a:cubicBezTo>
                      <a:pt x="81066" y="63110"/>
                      <a:pt x="62890" y="81350"/>
                      <a:pt x="40533" y="81350"/>
                    </a:cubicBezTo>
                    <a:cubicBezTo>
                      <a:pt x="18176" y="81350"/>
                      <a:pt x="0" y="63110"/>
                      <a:pt x="0" y="40675"/>
                    </a:cubicBezTo>
                    <a:cubicBezTo>
                      <a:pt x="0" y="18240"/>
                      <a:pt x="18176" y="0"/>
                      <a:pt x="40533" y="0"/>
                    </a:cubicBezTo>
                    <a:cubicBezTo>
                      <a:pt x="62890" y="0"/>
                      <a:pt x="81066" y="18240"/>
                      <a:pt x="81066" y="40675"/>
                    </a:cubicBezTo>
                    <a:close/>
                  </a:path>
                </a:pathLst>
              </a:custGeom>
              <a:noFill/>
              <a:ln w="25400" cap="rnd">
                <a:solidFill>
                  <a:schemeClr val="bg1"/>
                </a:solidFill>
                <a:prstDash val="solid"/>
                <a:round/>
              </a:ln>
            </p:spPr>
            <p:txBody>
              <a:bodyPr rtlCol="0" anchor="ctr"/>
              <a:lstStyle/>
              <a:p>
                <a:endParaRPr lang="en-CR"/>
              </a:p>
            </p:txBody>
          </p:sp>
          <p:sp>
            <p:nvSpPr>
              <p:cNvPr id="197" name="Freeform 196">
                <a:extLst>
                  <a:ext uri="{FF2B5EF4-FFF2-40B4-BE49-F238E27FC236}">
                    <a16:creationId xmlns:a16="http://schemas.microsoft.com/office/drawing/2014/main" id="{674DB9FB-66F1-E112-40B2-A171F1ABCD6E}"/>
                  </a:ext>
                </a:extLst>
              </p:cNvPr>
              <p:cNvSpPr/>
              <p:nvPr/>
            </p:nvSpPr>
            <p:spPr>
              <a:xfrm>
                <a:off x="4577847" y="1222588"/>
                <a:ext cx="134867" cy="143366"/>
              </a:xfrm>
              <a:custGeom>
                <a:avLst/>
                <a:gdLst>
                  <a:gd name="connsiteX0" fmla="*/ 0 w 134867"/>
                  <a:gd name="connsiteY0" fmla="*/ 143366 h 143366"/>
                  <a:gd name="connsiteX1" fmla="*/ 134868 w 134867"/>
                  <a:gd name="connsiteY1" fmla="*/ 0 h 143366"/>
                </a:gdLst>
                <a:ahLst/>
                <a:cxnLst>
                  <a:cxn ang="0">
                    <a:pos x="connsiteX0" y="connsiteY0"/>
                  </a:cxn>
                  <a:cxn ang="0">
                    <a:pos x="connsiteX1" y="connsiteY1"/>
                  </a:cxn>
                </a:cxnLst>
                <a:rect l="l" t="t" r="r" b="b"/>
                <a:pathLst>
                  <a:path w="134867" h="143366">
                    <a:moveTo>
                      <a:pt x="0" y="143366"/>
                    </a:moveTo>
                    <a:lnTo>
                      <a:pt x="134868" y="0"/>
                    </a:lnTo>
                  </a:path>
                </a:pathLst>
              </a:custGeom>
              <a:ln w="25400" cap="rnd">
                <a:solidFill>
                  <a:schemeClr val="bg1"/>
                </a:solidFill>
                <a:prstDash val="solid"/>
                <a:round/>
              </a:ln>
            </p:spPr>
            <p:txBody>
              <a:bodyPr rtlCol="0" anchor="ctr"/>
              <a:lstStyle/>
              <a:p>
                <a:endParaRPr lang="en-CR"/>
              </a:p>
            </p:txBody>
          </p:sp>
          <p:sp>
            <p:nvSpPr>
              <p:cNvPr id="198" name="Freeform 197">
                <a:extLst>
                  <a:ext uri="{FF2B5EF4-FFF2-40B4-BE49-F238E27FC236}">
                    <a16:creationId xmlns:a16="http://schemas.microsoft.com/office/drawing/2014/main" id="{30BAD18F-7CB2-974E-413E-8DFF7D672F0A}"/>
                  </a:ext>
                </a:extLst>
              </p:cNvPr>
              <p:cNvSpPr/>
              <p:nvPr/>
            </p:nvSpPr>
            <p:spPr>
              <a:xfrm>
                <a:off x="4552946" y="1461349"/>
                <a:ext cx="32353" cy="127315"/>
              </a:xfrm>
              <a:custGeom>
                <a:avLst/>
                <a:gdLst>
                  <a:gd name="connsiteX0" fmla="*/ 0 w 32353"/>
                  <a:gd name="connsiteY0" fmla="*/ 0 h 127315"/>
                  <a:gd name="connsiteX1" fmla="*/ 32354 w 32353"/>
                  <a:gd name="connsiteY1" fmla="*/ 127315 h 127315"/>
                </a:gdLst>
                <a:ahLst/>
                <a:cxnLst>
                  <a:cxn ang="0">
                    <a:pos x="connsiteX0" y="connsiteY0"/>
                  </a:cxn>
                  <a:cxn ang="0">
                    <a:pos x="connsiteX1" y="connsiteY1"/>
                  </a:cxn>
                </a:cxnLst>
                <a:rect l="l" t="t" r="r" b="b"/>
                <a:pathLst>
                  <a:path w="32353" h="127315">
                    <a:moveTo>
                      <a:pt x="0" y="0"/>
                    </a:moveTo>
                    <a:lnTo>
                      <a:pt x="32354" y="127315"/>
                    </a:lnTo>
                  </a:path>
                </a:pathLst>
              </a:custGeom>
              <a:ln w="25400" cap="rnd">
                <a:solidFill>
                  <a:schemeClr val="bg1"/>
                </a:solidFill>
                <a:prstDash val="solid"/>
                <a:round/>
              </a:ln>
            </p:spPr>
            <p:txBody>
              <a:bodyPr rtlCol="0" anchor="ctr"/>
              <a:lstStyle/>
              <a:p>
                <a:endParaRPr lang="en-CR"/>
              </a:p>
            </p:txBody>
          </p:sp>
          <p:sp>
            <p:nvSpPr>
              <p:cNvPr id="199" name="Freeform 198">
                <a:extLst>
                  <a:ext uri="{FF2B5EF4-FFF2-40B4-BE49-F238E27FC236}">
                    <a16:creationId xmlns:a16="http://schemas.microsoft.com/office/drawing/2014/main" id="{2A86A187-FAEF-A3A9-CE14-63426D10631C}"/>
                  </a:ext>
                </a:extLst>
              </p:cNvPr>
              <p:cNvSpPr/>
              <p:nvPr/>
            </p:nvSpPr>
            <p:spPr>
              <a:xfrm>
                <a:off x="4358097" y="1468280"/>
                <a:ext cx="55619" cy="55814"/>
              </a:xfrm>
              <a:custGeom>
                <a:avLst/>
                <a:gdLst>
                  <a:gd name="connsiteX0" fmla="*/ 55619 w 55619"/>
                  <a:gd name="connsiteY0" fmla="*/ 27907 h 55814"/>
                  <a:gd name="connsiteX1" fmla="*/ 27810 w 55619"/>
                  <a:gd name="connsiteY1" fmla="*/ 55814 h 55814"/>
                  <a:gd name="connsiteX2" fmla="*/ 0 w 55619"/>
                  <a:gd name="connsiteY2" fmla="*/ 27907 h 55814"/>
                  <a:gd name="connsiteX3" fmla="*/ 27810 w 55619"/>
                  <a:gd name="connsiteY3" fmla="*/ 0 h 55814"/>
                  <a:gd name="connsiteX4" fmla="*/ 55619 w 55619"/>
                  <a:gd name="connsiteY4" fmla="*/ 27907 h 558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619" h="55814">
                    <a:moveTo>
                      <a:pt x="55619" y="27907"/>
                    </a:moveTo>
                    <a:cubicBezTo>
                      <a:pt x="55619" y="43229"/>
                      <a:pt x="43259" y="55814"/>
                      <a:pt x="27810" y="55814"/>
                    </a:cubicBezTo>
                    <a:cubicBezTo>
                      <a:pt x="12360" y="55814"/>
                      <a:pt x="0" y="43411"/>
                      <a:pt x="0" y="27907"/>
                    </a:cubicBezTo>
                    <a:cubicBezTo>
                      <a:pt x="0" y="12403"/>
                      <a:pt x="12360" y="0"/>
                      <a:pt x="27810" y="0"/>
                    </a:cubicBezTo>
                    <a:cubicBezTo>
                      <a:pt x="43259" y="0"/>
                      <a:pt x="55619" y="12403"/>
                      <a:pt x="55619" y="27907"/>
                    </a:cubicBezTo>
                    <a:close/>
                  </a:path>
                </a:pathLst>
              </a:custGeom>
              <a:noFill/>
              <a:ln w="25400" cap="rnd">
                <a:solidFill>
                  <a:schemeClr val="bg1"/>
                </a:solidFill>
                <a:prstDash val="solid"/>
                <a:round/>
              </a:ln>
            </p:spPr>
            <p:txBody>
              <a:bodyPr rtlCol="0" anchor="ctr"/>
              <a:lstStyle/>
              <a:p>
                <a:endParaRPr lang="en-CR"/>
              </a:p>
            </p:txBody>
          </p:sp>
          <p:grpSp>
            <p:nvGrpSpPr>
              <p:cNvPr id="200" name="Graphic 7">
                <a:extLst>
                  <a:ext uri="{FF2B5EF4-FFF2-40B4-BE49-F238E27FC236}">
                    <a16:creationId xmlns:a16="http://schemas.microsoft.com/office/drawing/2014/main" id="{FAF46D53-B40E-BC1A-803A-C3EA5E64503B}"/>
                  </a:ext>
                </a:extLst>
              </p:cNvPr>
              <p:cNvGrpSpPr/>
              <p:nvPr/>
            </p:nvGrpSpPr>
            <p:grpSpPr>
              <a:xfrm>
                <a:off x="4410262" y="1434719"/>
                <a:ext cx="79248" cy="48153"/>
                <a:chOff x="4410262" y="1434719"/>
                <a:chExt cx="79248" cy="48153"/>
              </a:xfrm>
            </p:grpSpPr>
            <p:sp>
              <p:nvSpPr>
                <p:cNvPr id="201" name="Freeform 200">
                  <a:extLst>
                    <a:ext uri="{FF2B5EF4-FFF2-40B4-BE49-F238E27FC236}">
                      <a16:creationId xmlns:a16="http://schemas.microsoft.com/office/drawing/2014/main" id="{C75770D2-AFFF-F112-5A6A-1AA17F1902AF}"/>
                    </a:ext>
                  </a:extLst>
                </p:cNvPr>
                <p:cNvSpPr/>
                <p:nvPr/>
              </p:nvSpPr>
              <p:spPr>
                <a:xfrm>
                  <a:off x="4410262" y="1459161"/>
                  <a:ext cx="38715" cy="23712"/>
                </a:xfrm>
                <a:custGeom>
                  <a:avLst/>
                  <a:gdLst>
                    <a:gd name="connsiteX0" fmla="*/ 0 w 38715"/>
                    <a:gd name="connsiteY0" fmla="*/ 23712 h 23712"/>
                    <a:gd name="connsiteX1" fmla="*/ 38715 w 38715"/>
                    <a:gd name="connsiteY1" fmla="*/ 0 h 23712"/>
                  </a:gdLst>
                  <a:ahLst/>
                  <a:cxnLst>
                    <a:cxn ang="0">
                      <a:pos x="connsiteX0" y="connsiteY0"/>
                    </a:cxn>
                    <a:cxn ang="0">
                      <a:pos x="connsiteX1" y="connsiteY1"/>
                    </a:cxn>
                  </a:cxnLst>
                  <a:rect l="l" t="t" r="r" b="b"/>
                  <a:pathLst>
                    <a:path w="38715" h="23712">
                      <a:moveTo>
                        <a:pt x="0" y="23712"/>
                      </a:moveTo>
                      <a:lnTo>
                        <a:pt x="38715" y="0"/>
                      </a:lnTo>
                    </a:path>
                  </a:pathLst>
                </a:custGeom>
                <a:ln w="25400" cap="rnd">
                  <a:solidFill>
                    <a:schemeClr val="bg1"/>
                  </a:solidFill>
                  <a:prstDash val="solid"/>
                  <a:round/>
                </a:ln>
              </p:spPr>
              <p:txBody>
                <a:bodyPr rtlCol="0" anchor="ctr"/>
                <a:lstStyle/>
                <a:p>
                  <a:endParaRPr lang="en-CR"/>
                </a:p>
              </p:txBody>
            </p:sp>
            <p:sp>
              <p:nvSpPr>
                <p:cNvPr id="202" name="Freeform 201">
                  <a:extLst>
                    <a:ext uri="{FF2B5EF4-FFF2-40B4-BE49-F238E27FC236}">
                      <a16:creationId xmlns:a16="http://schemas.microsoft.com/office/drawing/2014/main" id="{DCE899E5-78C7-626E-6644-106B61F6BF43}"/>
                    </a:ext>
                  </a:extLst>
                </p:cNvPr>
                <p:cNvSpPr/>
                <p:nvPr/>
              </p:nvSpPr>
              <p:spPr>
                <a:xfrm>
                  <a:off x="4450614" y="1434719"/>
                  <a:ext cx="38897" cy="23529"/>
                </a:xfrm>
                <a:custGeom>
                  <a:avLst/>
                  <a:gdLst>
                    <a:gd name="connsiteX0" fmla="*/ 0 w 38897"/>
                    <a:gd name="connsiteY0" fmla="*/ 23530 h 23529"/>
                    <a:gd name="connsiteX1" fmla="*/ 38897 w 38897"/>
                    <a:gd name="connsiteY1" fmla="*/ 0 h 23529"/>
                  </a:gdLst>
                  <a:ahLst/>
                  <a:cxnLst>
                    <a:cxn ang="0">
                      <a:pos x="connsiteX0" y="connsiteY0"/>
                    </a:cxn>
                    <a:cxn ang="0">
                      <a:pos x="connsiteX1" y="connsiteY1"/>
                    </a:cxn>
                  </a:cxnLst>
                  <a:rect l="l" t="t" r="r" b="b"/>
                  <a:pathLst>
                    <a:path w="38897" h="23529">
                      <a:moveTo>
                        <a:pt x="0" y="23530"/>
                      </a:moveTo>
                      <a:lnTo>
                        <a:pt x="38897" y="0"/>
                      </a:lnTo>
                    </a:path>
                  </a:pathLst>
                </a:custGeom>
                <a:ln w="25400" cap="rnd">
                  <a:solidFill>
                    <a:schemeClr val="bg1"/>
                  </a:solidFill>
                  <a:prstDash val="solid"/>
                  <a:round/>
                </a:ln>
              </p:spPr>
              <p:txBody>
                <a:bodyPr rtlCol="0" anchor="ctr"/>
                <a:lstStyle/>
                <a:p>
                  <a:endParaRPr lang="en-CR"/>
                </a:p>
              </p:txBody>
            </p:sp>
          </p:grpSp>
        </p:grpSp>
        <p:sp>
          <p:nvSpPr>
            <p:cNvPr id="18" name="Freeform 17">
              <a:extLst>
                <a:ext uri="{FF2B5EF4-FFF2-40B4-BE49-F238E27FC236}">
                  <a16:creationId xmlns:a16="http://schemas.microsoft.com/office/drawing/2014/main" id="{2F8569AD-BBA8-CF94-CF17-4EEA7E907974}"/>
                </a:ext>
              </a:extLst>
            </p:cNvPr>
            <p:cNvSpPr/>
            <p:nvPr/>
          </p:nvSpPr>
          <p:spPr>
            <a:xfrm>
              <a:off x="4390450" y="1152729"/>
              <a:ext cx="55619" cy="55814"/>
            </a:xfrm>
            <a:custGeom>
              <a:avLst/>
              <a:gdLst>
                <a:gd name="connsiteX0" fmla="*/ 55619 w 55619"/>
                <a:gd name="connsiteY0" fmla="*/ 27907 h 55814"/>
                <a:gd name="connsiteX1" fmla="*/ 27810 w 55619"/>
                <a:gd name="connsiteY1" fmla="*/ 55814 h 55814"/>
                <a:gd name="connsiteX2" fmla="*/ 0 w 55619"/>
                <a:gd name="connsiteY2" fmla="*/ 27907 h 55814"/>
                <a:gd name="connsiteX3" fmla="*/ 27810 w 55619"/>
                <a:gd name="connsiteY3" fmla="*/ 0 h 55814"/>
                <a:gd name="connsiteX4" fmla="*/ 55619 w 55619"/>
                <a:gd name="connsiteY4" fmla="*/ 27907 h 558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619" h="55814">
                  <a:moveTo>
                    <a:pt x="55619" y="27907"/>
                  </a:moveTo>
                  <a:cubicBezTo>
                    <a:pt x="55619" y="43229"/>
                    <a:pt x="43259" y="55814"/>
                    <a:pt x="27810" y="55814"/>
                  </a:cubicBezTo>
                  <a:cubicBezTo>
                    <a:pt x="12360" y="55814"/>
                    <a:pt x="0" y="43411"/>
                    <a:pt x="0" y="27907"/>
                  </a:cubicBezTo>
                  <a:cubicBezTo>
                    <a:pt x="0" y="12403"/>
                    <a:pt x="12360" y="0"/>
                    <a:pt x="27810" y="0"/>
                  </a:cubicBezTo>
                  <a:cubicBezTo>
                    <a:pt x="43259" y="0"/>
                    <a:pt x="55619" y="12403"/>
                    <a:pt x="55619" y="27907"/>
                  </a:cubicBezTo>
                  <a:close/>
                </a:path>
              </a:pathLst>
            </a:custGeom>
            <a:noFill/>
            <a:ln w="25400" cap="rnd">
              <a:solidFill>
                <a:schemeClr val="bg1"/>
              </a:solidFill>
              <a:prstDash val="solid"/>
              <a:round/>
            </a:ln>
          </p:spPr>
          <p:txBody>
            <a:bodyPr rtlCol="0" anchor="ctr"/>
            <a:lstStyle/>
            <a:p>
              <a:endParaRPr lang="en-CR"/>
            </a:p>
          </p:txBody>
        </p:sp>
        <p:sp>
          <p:nvSpPr>
            <p:cNvPr id="20" name="Freeform 19">
              <a:extLst>
                <a:ext uri="{FF2B5EF4-FFF2-40B4-BE49-F238E27FC236}">
                  <a16:creationId xmlns:a16="http://schemas.microsoft.com/office/drawing/2014/main" id="{219D6D26-EB19-F972-BA57-AC7690637955}"/>
                </a:ext>
              </a:extLst>
            </p:cNvPr>
            <p:cNvSpPr/>
            <p:nvPr/>
          </p:nvSpPr>
          <p:spPr>
            <a:xfrm>
              <a:off x="4755974" y="1518988"/>
              <a:ext cx="55619" cy="55814"/>
            </a:xfrm>
            <a:custGeom>
              <a:avLst/>
              <a:gdLst>
                <a:gd name="connsiteX0" fmla="*/ 55619 w 55619"/>
                <a:gd name="connsiteY0" fmla="*/ 27907 h 55814"/>
                <a:gd name="connsiteX1" fmla="*/ 27810 w 55619"/>
                <a:gd name="connsiteY1" fmla="*/ 55814 h 55814"/>
                <a:gd name="connsiteX2" fmla="*/ 0 w 55619"/>
                <a:gd name="connsiteY2" fmla="*/ 27907 h 55814"/>
                <a:gd name="connsiteX3" fmla="*/ 27810 w 55619"/>
                <a:gd name="connsiteY3" fmla="*/ 0 h 55814"/>
                <a:gd name="connsiteX4" fmla="*/ 55619 w 55619"/>
                <a:gd name="connsiteY4" fmla="*/ 27907 h 558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619" h="55814">
                  <a:moveTo>
                    <a:pt x="55619" y="27907"/>
                  </a:moveTo>
                  <a:cubicBezTo>
                    <a:pt x="55619" y="43229"/>
                    <a:pt x="43259" y="55814"/>
                    <a:pt x="27810" y="55814"/>
                  </a:cubicBezTo>
                  <a:cubicBezTo>
                    <a:pt x="12360" y="55814"/>
                    <a:pt x="0" y="43411"/>
                    <a:pt x="0" y="27907"/>
                  </a:cubicBezTo>
                  <a:cubicBezTo>
                    <a:pt x="0" y="12403"/>
                    <a:pt x="12360" y="0"/>
                    <a:pt x="27810" y="0"/>
                  </a:cubicBezTo>
                  <a:cubicBezTo>
                    <a:pt x="43259" y="0"/>
                    <a:pt x="55619" y="12403"/>
                    <a:pt x="55619" y="27907"/>
                  </a:cubicBezTo>
                  <a:close/>
                </a:path>
              </a:pathLst>
            </a:custGeom>
            <a:noFill/>
            <a:ln w="25400" cap="rnd">
              <a:solidFill>
                <a:schemeClr val="bg1"/>
              </a:solidFill>
              <a:prstDash val="solid"/>
              <a:round/>
            </a:ln>
          </p:spPr>
          <p:txBody>
            <a:bodyPr rtlCol="0" anchor="ctr"/>
            <a:lstStyle/>
            <a:p>
              <a:endParaRPr lang="en-CR"/>
            </a:p>
          </p:txBody>
        </p:sp>
        <p:grpSp>
          <p:nvGrpSpPr>
            <p:cNvPr id="190" name="Graphic 7">
              <a:extLst>
                <a:ext uri="{FF2B5EF4-FFF2-40B4-BE49-F238E27FC236}">
                  <a16:creationId xmlns:a16="http://schemas.microsoft.com/office/drawing/2014/main" id="{54E9EFDB-B6DF-7BF1-7145-C3021607C23F}"/>
                </a:ext>
              </a:extLst>
            </p:cNvPr>
            <p:cNvGrpSpPr/>
            <p:nvPr/>
          </p:nvGrpSpPr>
          <p:grpSpPr>
            <a:xfrm>
              <a:off x="4430075" y="1205807"/>
              <a:ext cx="82520" cy="151209"/>
              <a:chOff x="4430075" y="1205807"/>
              <a:chExt cx="82520" cy="151209"/>
            </a:xfrm>
          </p:grpSpPr>
          <p:sp>
            <p:nvSpPr>
              <p:cNvPr id="192" name="Freeform 191">
                <a:extLst>
                  <a:ext uri="{FF2B5EF4-FFF2-40B4-BE49-F238E27FC236}">
                    <a16:creationId xmlns:a16="http://schemas.microsoft.com/office/drawing/2014/main" id="{030859DF-1D7A-CAAF-1CD5-2E7149149E78}"/>
                  </a:ext>
                </a:extLst>
              </p:cNvPr>
              <p:cNvSpPr/>
              <p:nvPr/>
            </p:nvSpPr>
            <p:spPr>
              <a:xfrm>
                <a:off x="4430075" y="1205807"/>
                <a:ext cx="10905" cy="19881"/>
              </a:xfrm>
              <a:custGeom>
                <a:avLst/>
                <a:gdLst>
                  <a:gd name="connsiteX0" fmla="*/ 0 w 10905"/>
                  <a:gd name="connsiteY0" fmla="*/ 0 h 19881"/>
                  <a:gd name="connsiteX1" fmla="*/ 10906 w 10905"/>
                  <a:gd name="connsiteY1" fmla="*/ 19882 h 19881"/>
                </a:gdLst>
                <a:ahLst/>
                <a:cxnLst>
                  <a:cxn ang="0">
                    <a:pos x="connsiteX0" y="connsiteY0"/>
                  </a:cxn>
                  <a:cxn ang="0">
                    <a:pos x="connsiteX1" y="connsiteY1"/>
                  </a:cxn>
                </a:cxnLst>
                <a:rect l="l" t="t" r="r" b="b"/>
                <a:pathLst>
                  <a:path w="10905" h="19881">
                    <a:moveTo>
                      <a:pt x="0" y="0"/>
                    </a:moveTo>
                    <a:lnTo>
                      <a:pt x="10906" y="19882"/>
                    </a:lnTo>
                  </a:path>
                </a:pathLst>
              </a:custGeom>
              <a:ln w="25400" cap="rnd">
                <a:solidFill>
                  <a:schemeClr val="bg1"/>
                </a:solidFill>
                <a:prstDash val="solid"/>
                <a:round/>
              </a:ln>
            </p:spPr>
            <p:txBody>
              <a:bodyPr rtlCol="0" anchor="ctr"/>
              <a:lstStyle/>
              <a:p>
                <a:endParaRPr lang="en-CR"/>
              </a:p>
            </p:txBody>
          </p:sp>
          <p:sp>
            <p:nvSpPr>
              <p:cNvPr id="193" name="Freeform 192">
                <a:extLst>
                  <a:ext uri="{FF2B5EF4-FFF2-40B4-BE49-F238E27FC236}">
                    <a16:creationId xmlns:a16="http://schemas.microsoft.com/office/drawing/2014/main" id="{15C3E213-0DE8-A703-9D64-AB9206365D30}"/>
                  </a:ext>
                </a:extLst>
              </p:cNvPr>
              <p:cNvSpPr/>
              <p:nvPr/>
            </p:nvSpPr>
            <p:spPr>
              <a:xfrm>
                <a:off x="4430075" y="1205807"/>
                <a:ext cx="82520" cy="151209"/>
              </a:xfrm>
              <a:custGeom>
                <a:avLst/>
                <a:gdLst>
                  <a:gd name="connsiteX0" fmla="*/ 0 w 82520"/>
                  <a:gd name="connsiteY0" fmla="*/ 0 h 151209"/>
                  <a:gd name="connsiteX1" fmla="*/ 82520 w 82520"/>
                  <a:gd name="connsiteY1" fmla="*/ 151210 h 151209"/>
                </a:gdLst>
                <a:ahLst/>
                <a:cxnLst>
                  <a:cxn ang="0">
                    <a:pos x="connsiteX0" y="connsiteY0"/>
                  </a:cxn>
                  <a:cxn ang="0">
                    <a:pos x="connsiteX1" y="connsiteY1"/>
                  </a:cxn>
                </a:cxnLst>
                <a:rect l="l" t="t" r="r" b="b"/>
                <a:pathLst>
                  <a:path w="82520" h="151209">
                    <a:moveTo>
                      <a:pt x="0" y="0"/>
                    </a:moveTo>
                    <a:lnTo>
                      <a:pt x="82520" y="151210"/>
                    </a:lnTo>
                  </a:path>
                </a:pathLst>
              </a:custGeom>
              <a:ln w="25400" cap="rnd">
                <a:solidFill>
                  <a:schemeClr val="bg1"/>
                </a:solidFill>
                <a:prstDash val="solid"/>
                <a:round/>
              </a:ln>
            </p:spPr>
            <p:txBody>
              <a:bodyPr rtlCol="0" anchor="ctr"/>
              <a:lstStyle/>
              <a:p>
                <a:endParaRPr lang="en-CR"/>
              </a:p>
            </p:txBody>
          </p:sp>
          <p:sp>
            <p:nvSpPr>
              <p:cNvPr id="194" name="Freeform 193">
                <a:extLst>
                  <a:ext uri="{FF2B5EF4-FFF2-40B4-BE49-F238E27FC236}">
                    <a16:creationId xmlns:a16="http://schemas.microsoft.com/office/drawing/2014/main" id="{8D8D8113-DF23-A51F-E075-29BA4E80BBED}"/>
                  </a:ext>
                </a:extLst>
              </p:cNvPr>
              <p:cNvSpPr/>
              <p:nvPr/>
            </p:nvSpPr>
            <p:spPr>
              <a:xfrm>
                <a:off x="4501689" y="1336953"/>
                <a:ext cx="10905" cy="20063"/>
              </a:xfrm>
              <a:custGeom>
                <a:avLst/>
                <a:gdLst>
                  <a:gd name="connsiteX0" fmla="*/ 0 w 10905"/>
                  <a:gd name="connsiteY0" fmla="*/ 0 h 20063"/>
                  <a:gd name="connsiteX1" fmla="*/ 10906 w 10905"/>
                  <a:gd name="connsiteY1" fmla="*/ 20064 h 20063"/>
                </a:gdLst>
                <a:ahLst/>
                <a:cxnLst>
                  <a:cxn ang="0">
                    <a:pos x="connsiteX0" y="connsiteY0"/>
                  </a:cxn>
                  <a:cxn ang="0">
                    <a:pos x="connsiteX1" y="connsiteY1"/>
                  </a:cxn>
                </a:cxnLst>
                <a:rect l="l" t="t" r="r" b="b"/>
                <a:pathLst>
                  <a:path w="10905" h="20063">
                    <a:moveTo>
                      <a:pt x="0" y="0"/>
                    </a:moveTo>
                    <a:lnTo>
                      <a:pt x="10906" y="20064"/>
                    </a:lnTo>
                  </a:path>
                </a:pathLst>
              </a:custGeom>
              <a:ln w="25400" cap="rnd">
                <a:solidFill>
                  <a:schemeClr val="bg1"/>
                </a:solidFill>
                <a:prstDash val="solid"/>
                <a:round/>
              </a:ln>
            </p:spPr>
            <p:txBody>
              <a:bodyPr rtlCol="0" anchor="ctr"/>
              <a:lstStyle/>
              <a:p>
                <a:endParaRPr lang="en-CR"/>
              </a:p>
            </p:txBody>
          </p:sp>
        </p:grpSp>
        <p:sp>
          <p:nvSpPr>
            <p:cNvPr id="191" name="Freeform 190">
              <a:extLst>
                <a:ext uri="{FF2B5EF4-FFF2-40B4-BE49-F238E27FC236}">
                  <a16:creationId xmlns:a16="http://schemas.microsoft.com/office/drawing/2014/main" id="{BDCA1D99-FB15-3E55-C3A1-31F7BAD63E9E}"/>
                </a:ext>
              </a:extLst>
            </p:cNvPr>
            <p:cNvSpPr/>
            <p:nvPr/>
          </p:nvSpPr>
          <p:spPr>
            <a:xfrm>
              <a:off x="4482967" y="1350268"/>
              <a:ext cx="112329" cy="112723"/>
            </a:xfrm>
            <a:custGeom>
              <a:avLst/>
              <a:gdLst>
                <a:gd name="connsiteX0" fmla="*/ 112329 w 112329"/>
                <a:gd name="connsiteY0" fmla="*/ 56362 h 112723"/>
                <a:gd name="connsiteX1" fmla="*/ 56165 w 112329"/>
                <a:gd name="connsiteY1" fmla="*/ 112723 h 112723"/>
                <a:gd name="connsiteX2" fmla="*/ 0 w 112329"/>
                <a:gd name="connsiteY2" fmla="*/ 56362 h 112723"/>
                <a:gd name="connsiteX3" fmla="*/ 56165 w 112329"/>
                <a:gd name="connsiteY3" fmla="*/ 0 h 112723"/>
                <a:gd name="connsiteX4" fmla="*/ 112329 w 112329"/>
                <a:gd name="connsiteY4" fmla="*/ 56362 h 1127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2329" h="112723">
                  <a:moveTo>
                    <a:pt x="112329" y="56362"/>
                  </a:moveTo>
                  <a:cubicBezTo>
                    <a:pt x="112329" y="87552"/>
                    <a:pt x="87246" y="112723"/>
                    <a:pt x="56165" y="112723"/>
                  </a:cubicBezTo>
                  <a:cubicBezTo>
                    <a:pt x="25083" y="112723"/>
                    <a:pt x="0" y="87552"/>
                    <a:pt x="0" y="56362"/>
                  </a:cubicBezTo>
                  <a:cubicBezTo>
                    <a:pt x="0" y="25171"/>
                    <a:pt x="25083" y="0"/>
                    <a:pt x="56165" y="0"/>
                  </a:cubicBezTo>
                  <a:cubicBezTo>
                    <a:pt x="87246" y="0"/>
                    <a:pt x="112329" y="25171"/>
                    <a:pt x="112329" y="56362"/>
                  </a:cubicBezTo>
                  <a:close/>
                </a:path>
              </a:pathLst>
            </a:custGeom>
            <a:noFill/>
            <a:ln w="25400" cap="rnd">
              <a:solidFill>
                <a:schemeClr val="bg1"/>
              </a:solidFill>
              <a:prstDash val="solid"/>
              <a:round/>
            </a:ln>
          </p:spPr>
          <p:txBody>
            <a:bodyPr rtlCol="0" anchor="ctr"/>
            <a:lstStyle/>
            <a:p>
              <a:endParaRPr lang="en-CR"/>
            </a:p>
          </p:txBody>
        </p:sp>
      </p:grpSp>
      <p:grpSp>
        <p:nvGrpSpPr>
          <p:cNvPr id="206" name="Graphic 200">
            <a:extLst>
              <a:ext uri="{FF2B5EF4-FFF2-40B4-BE49-F238E27FC236}">
                <a16:creationId xmlns:a16="http://schemas.microsoft.com/office/drawing/2014/main" id="{ED2B9BB8-7C23-EC2B-7EE9-7C9B62887303}"/>
              </a:ext>
            </a:extLst>
          </p:cNvPr>
          <p:cNvGrpSpPr/>
          <p:nvPr/>
        </p:nvGrpSpPr>
        <p:grpSpPr>
          <a:xfrm>
            <a:off x="5830986" y="1190486"/>
            <a:ext cx="540000" cy="520204"/>
            <a:chOff x="5527713" y="1168975"/>
            <a:chExt cx="518198" cy="520204"/>
          </a:xfrm>
          <a:noFill/>
        </p:grpSpPr>
        <p:sp>
          <p:nvSpPr>
            <p:cNvPr id="207" name="Freeform 206">
              <a:extLst>
                <a:ext uri="{FF2B5EF4-FFF2-40B4-BE49-F238E27FC236}">
                  <a16:creationId xmlns:a16="http://schemas.microsoft.com/office/drawing/2014/main" id="{1DC32895-839E-F6A6-872C-FE4F5CBC059B}"/>
                </a:ext>
              </a:extLst>
            </p:cNvPr>
            <p:cNvSpPr/>
            <p:nvPr/>
          </p:nvSpPr>
          <p:spPr>
            <a:xfrm>
              <a:off x="5649009" y="1619503"/>
              <a:ext cx="18240" cy="69676"/>
            </a:xfrm>
            <a:custGeom>
              <a:avLst/>
              <a:gdLst>
                <a:gd name="connsiteX0" fmla="*/ 0 w 18240"/>
                <a:gd name="connsiteY0" fmla="*/ 0 h 69676"/>
                <a:gd name="connsiteX1" fmla="*/ 0 w 18240"/>
                <a:gd name="connsiteY1" fmla="*/ 69677 h 69676"/>
              </a:gdLst>
              <a:ahLst/>
              <a:cxnLst>
                <a:cxn ang="0">
                  <a:pos x="connsiteX0" y="connsiteY0"/>
                </a:cxn>
                <a:cxn ang="0">
                  <a:pos x="connsiteX1" y="connsiteY1"/>
                </a:cxn>
              </a:cxnLst>
              <a:rect l="l" t="t" r="r" b="b"/>
              <a:pathLst>
                <a:path w="18240" h="69676">
                  <a:moveTo>
                    <a:pt x="0" y="0"/>
                  </a:moveTo>
                  <a:lnTo>
                    <a:pt x="0" y="69677"/>
                  </a:lnTo>
                </a:path>
              </a:pathLst>
            </a:custGeom>
            <a:ln w="25400" cap="rnd">
              <a:solidFill>
                <a:schemeClr val="bg1"/>
              </a:solidFill>
              <a:prstDash val="solid"/>
              <a:round/>
            </a:ln>
          </p:spPr>
          <p:txBody>
            <a:bodyPr rtlCol="0" anchor="ctr"/>
            <a:lstStyle/>
            <a:p>
              <a:endParaRPr lang="en-CR"/>
            </a:p>
          </p:txBody>
        </p:sp>
        <p:sp>
          <p:nvSpPr>
            <p:cNvPr id="208" name="Freeform 207">
              <a:extLst>
                <a:ext uri="{FF2B5EF4-FFF2-40B4-BE49-F238E27FC236}">
                  <a16:creationId xmlns:a16="http://schemas.microsoft.com/office/drawing/2014/main" id="{645C6577-7EA3-2D57-E0C0-6241CF616898}"/>
                </a:ext>
              </a:extLst>
            </p:cNvPr>
            <p:cNvSpPr/>
            <p:nvPr/>
          </p:nvSpPr>
          <p:spPr>
            <a:xfrm>
              <a:off x="5721969" y="1619503"/>
              <a:ext cx="18240" cy="69676"/>
            </a:xfrm>
            <a:custGeom>
              <a:avLst/>
              <a:gdLst>
                <a:gd name="connsiteX0" fmla="*/ 0 w 18240"/>
                <a:gd name="connsiteY0" fmla="*/ 0 h 69676"/>
                <a:gd name="connsiteX1" fmla="*/ 0 w 18240"/>
                <a:gd name="connsiteY1" fmla="*/ 69677 h 69676"/>
              </a:gdLst>
              <a:ahLst/>
              <a:cxnLst>
                <a:cxn ang="0">
                  <a:pos x="connsiteX0" y="connsiteY0"/>
                </a:cxn>
                <a:cxn ang="0">
                  <a:pos x="connsiteX1" y="connsiteY1"/>
                </a:cxn>
              </a:cxnLst>
              <a:rect l="l" t="t" r="r" b="b"/>
              <a:pathLst>
                <a:path w="18240" h="69676">
                  <a:moveTo>
                    <a:pt x="0" y="0"/>
                  </a:moveTo>
                  <a:lnTo>
                    <a:pt x="0" y="69677"/>
                  </a:lnTo>
                </a:path>
              </a:pathLst>
            </a:custGeom>
            <a:ln w="25400" cap="rnd">
              <a:solidFill>
                <a:schemeClr val="bg1"/>
              </a:solidFill>
              <a:prstDash val="solid"/>
              <a:round/>
            </a:ln>
          </p:spPr>
          <p:txBody>
            <a:bodyPr rtlCol="0" anchor="ctr"/>
            <a:lstStyle/>
            <a:p>
              <a:endParaRPr lang="en-CR"/>
            </a:p>
          </p:txBody>
        </p:sp>
        <p:sp>
          <p:nvSpPr>
            <p:cNvPr id="209" name="Freeform 208">
              <a:extLst>
                <a:ext uri="{FF2B5EF4-FFF2-40B4-BE49-F238E27FC236}">
                  <a16:creationId xmlns:a16="http://schemas.microsoft.com/office/drawing/2014/main" id="{2731AB04-5BB4-EEC0-52FA-3F2E9F94737E}"/>
                </a:ext>
              </a:extLst>
            </p:cNvPr>
            <p:cNvSpPr/>
            <p:nvPr/>
          </p:nvSpPr>
          <p:spPr>
            <a:xfrm>
              <a:off x="5794929" y="1619503"/>
              <a:ext cx="18240" cy="69676"/>
            </a:xfrm>
            <a:custGeom>
              <a:avLst/>
              <a:gdLst>
                <a:gd name="connsiteX0" fmla="*/ 0 w 18240"/>
                <a:gd name="connsiteY0" fmla="*/ 0 h 69676"/>
                <a:gd name="connsiteX1" fmla="*/ 0 w 18240"/>
                <a:gd name="connsiteY1" fmla="*/ 69677 h 69676"/>
              </a:gdLst>
              <a:ahLst/>
              <a:cxnLst>
                <a:cxn ang="0">
                  <a:pos x="connsiteX0" y="connsiteY0"/>
                </a:cxn>
                <a:cxn ang="0">
                  <a:pos x="connsiteX1" y="connsiteY1"/>
                </a:cxn>
              </a:cxnLst>
              <a:rect l="l" t="t" r="r" b="b"/>
              <a:pathLst>
                <a:path w="18240" h="69676">
                  <a:moveTo>
                    <a:pt x="0" y="0"/>
                  </a:moveTo>
                  <a:lnTo>
                    <a:pt x="0" y="69677"/>
                  </a:lnTo>
                </a:path>
              </a:pathLst>
            </a:custGeom>
            <a:ln w="25400" cap="rnd">
              <a:solidFill>
                <a:schemeClr val="bg1"/>
              </a:solidFill>
              <a:prstDash val="solid"/>
              <a:round/>
            </a:ln>
          </p:spPr>
          <p:txBody>
            <a:bodyPr rtlCol="0" anchor="ctr"/>
            <a:lstStyle/>
            <a:p>
              <a:endParaRPr lang="en-CR"/>
            </a:p>
          </p:txBody>
        </p:sp>
        <p:sp>
          <p:nvSpPr>
            <p:cNvPr id="210" name="Freeform 209">
              <a:extLst>
                <a:ext uri="{FF2B5EF4-FFF2-40B4-BE49-F238E27FC236}">
                  <a16:creationId xmlns:a16="http://schemas.microsoft.com/office/drawing/2014/main" id="{E195756B-C960-B108-9785-CD87E065725D}"/>
                </a:ext>
              </a:extLst>
            </p:cNvPr>
            <p:cNvSpPr/>
            <p:nvPr/>
          </p:nvSpPr>
          <p:spPr>
            <a:xfrm>
              <a:off x="5867889" y="1619503"/>
              <a:ext cx="18240" cy="69676"/>
            </a:xfrm>
            <a:custGeom>
              <a:avLst/>
              <a:gdLst>
                <a:gd name="connsiteX0" fmla="*/ 0 w 18240"/>
                <a:gd name="connsiteY0" fmla="*/ 0 h 69676"/>
                <a:gd name="connsiteX1" fmla="*/ 0 w 18240"/>
                <a:gd name="connsiteY1" fmla="*/ 69677 h 69676"/>
              </a:gdLst>
              <a:ahLst/>
              <a:cxnLst>
                <a:cxn ang="0">
                  <a:pos x="connsiteX0" y="connsiteY0"/>
                </a:cxn>
                <a:cxn ang="0">
                  <a:pos x="connsiteX1" y="connsiteY1"/>
                </a:cxn>
              </a:cxnLst>
              <a:rect l="l" t="t" r="r" b="b"/>
              <a:pathLst>
                <a:path w="18240" h="69676">
                  <a:moveTo>
                    <a:pt x="0" y="0"/>
                  </a:moveTo>
                  <a:lnTo>
                    <a:pt x="0" y="69677"/>
                  </a:lnTo>
                </a:path>
              </a:pathLst>
            </a:custGeom>
            <a:ln w="25400" cap="rnd">
              <a:solidFill>
                <a:schemeClr val="bg1"/>
              </a:solidFill>
              <a:prstDash val="solid"/>
              <a:round/>
            </a:ln>
          </p:spPr>
          <p:txBody>
            <a:bodyPr rtlCol="0" anchor="ctr"/>
            <a:lstStyle/>
            <a:p>
              <a:endParaRPr lang="en-CR"/>
            </a:p>
          </p:txBody>
        </p:sp>
        <p:sp>
          <p:nvSpPr>
            <p:cNvPr id="211" name="Freeform 210">
              <a:extLst>
                <a:ext uri="{FF2B5EF4-FFF2-40B4-BE49-F238E27FC236}">
                  <a16:creationId xmlns:a16="http://schemas.microsoft.com/office/drawing/2014/main" id="{63E55528-9005-6D5F-2586-0B9974255B53}"/>
                </a:ext>
              </a:extLst>
            </p:cNvPr>
            <p:cNvSpPr/>
            <p:nvPr/>
          </p:nvSpPr>
          <p:spPr>
            <a:xfrm>
              <a:off x="5940849" y="1619503"/>
              <a:ext cx="18240" cy="69676"/>
            </a:xfrm>
            <a:custGeom>
              <a:avLst/>
              <a:gdLst>
                <a:gd name="connsiteX0" fmla="*/ 0 w 18240"/>
                <a:gd name="connsiteY0" fmla="*/ 0 h 69676"/>
                <a:gd name="connsiteX1" fmla="*/ 0 w 18240"/>
                <a:gd name="connsiteY1" fmla="*/ 69677 h 69676"/>
              </a:gdLst>
              <a:ahLst/>
              <a:cxnLst>
                <a:cxn ang="0">
                  <a:pos x="connsiteX0" y="connsiteY0"/>
                </a:cxn>
                <a:cxn ang="0">
                  <a:pos x="connsiteX1" y="connsiteY1"/>
                </a:cxn>
              </a:cxnLst>
              <a:rect l="l" t="t" r="r" b="b"/>
              <a:pathLst>
                <a:path w="18240" h="69676">
                  <a:moveTo>
                    <a:pt x="0" y="0"/>
                  </a:moveTo>
                  <a:lnTo>
                    <a:pt x="0" y="69677"/>
                  </a:lnTo>
                </a:path>
              </a:pathLst>
            </a:custGeom>
            <a:ln w="25400" cap="rnd">
              <a:solidFill>
                <a:schemeClr val="bg1"/>
              </a:solidFill>
              <a:prstDash val="solid"/>
              <a:round/>
            </a:ln>
          </p:spPr>
          <p:txBody>
            <a:bodyPr rtlCol="0" anchor="ctr"/>
            <a:lstStyle/>
            <a:p>
              <a:endParaRPr lang="en-CR"/>
            </a:p>
          </p:txBody>
        </p:sp>
        <p:sp>
          <p:nvSpPr>
            <p:cNvPr id="212" name="Freeform 211">
              <a:extLst>
                <a:ext uri="{FF2B5EF4-FFF2-40B4-BE49-F238E27FC236}">
                  <a16:creationId xmlns:a16="http://schemas.microsoft.com/office/drawing/2014/main" id="{F79E2EF3-36F1-B9E0-945E-D91CE8EF954C}"/>
                </a:ext>
              </a:extLst>
            </p:cNvPr>
            <p:cNvSpPr/>
            <p:nvPr/>
          </p:nvSpPr>
          <p:spPr>
            <a:xfrm>
              <a:off x="5630769" y="1168975"/>
              <a:ext cx="18240" cy="67488"/>
            </a:xfrm>
            <a:custGeom>
              <a:avLst/>
              <a:gdLst>
                <a:gd name="connsiteX0" fmla="*/ 0 w 18240"/>
                <a:gd name="connsiteY0" fmla="*/ 0 h 67488"/>
                <a:gd name="connsiteX1" fmla="*/ 0 w 18240"/>
                <a:gd name="connsiteY1" fmla="*/ 67488 h 67488"/>
              </a:gdLst>
              <a:ahLst/>
              <a:cxnLst>
                <a:cxn ang="0">
                  <a:pos x="connsiteX0" y="connsiteY0"/>
                </a:cxn>
                <a:cxn ang="0">
                  <a:pos x="connsiteX1" y="connsiteY1"/>
                </a:cxn>
              </a:cxnLst>
              <a:rect l="l" t="t" r="r" b="b"/>
              <a:pathLst>
                <a:path w="18240" h="67488">
                  <a:moveTo>
                    <a:pt x="0" y="0"/>
                  </a:moveTo>
                  <a:lnTo>
                    <a:pt x="0" y="67488"/>
                  </a:lnTo>
                </a:path>
              </a:pathLst>
            </a:custGeom>
            <a:ln w="25400" cap="rnd">
              <a:solidFill>
                <a:schemeClr val="bg1"/>
              </a:solidFill>
              <a:prstDash val="solid"/>
              <a:round/>
            </a:ln>
          </p:spPr>
          <p:txBody>
            <a:bodyPr rtlCol="0" anchor="ctr"/>
            <a:lstStyle/>
            <a:p>
              <a:endParaRPr lang="en-CR"/>
            </a:p>
          </p:txBody>
        </p:sp>
        <p:sp>
          <p:nvSpPr>
            <p:cNvPr id="213" name="Freeform 212">
              <a:extLst>
                <a:ext uri="{FF2B5EF4-FFF2-40B4-BE49-F238E27FC236}">
                  <a16:creationId xmlns:a16="http://schemas.microsoft.com/office/drawing/2014/main" id="{BAAE4466-9484-7BDA-9297-02B171B17647}"/>
                </a:ext>
              </a:extLst>
            </p:cNvPr>
            <p:cNvSpPr/>
            <p:nvPr/>
          </p:nvSpPr>
          <p:spPr>
            <a:xfrm>
              <a:off x="5703729" y="1168975"/>
              <a:ext cx="18240" cy="67488"/>
            </a:xfrm>
            <a:custGeom>
              <a:avLst/>
              <a:gdLst>
                <a:gd name="connsiteX0" fmla="*/ 0 w 18240"/>
                <a:gd name="connsiteY0" fmla="*/ 0 h 67488"/>
                <a:gd name="connsiteX1" fmla="*/ 0 w 18240"/>
                <a:gd name="connsiteY1" fmla="*/ 67488 h 67488"/>
              </a:gdLst>
              <a:ahLst/>
              <a:cxnLst>
                <a:cxn ang="0">
                  <a:pos x="connsiteX0" y="connsiteY0"/>
                </a:cxn>
                <a:cxn ang="0">
                  <a:pos x="connsiteX1" y="connsiteY1"/>
                </a:cxn>
              </a:cxnLst>
              <a:rect l="l" t="t" r="r" b="b"/>
              <a:pathLst>
                <a:path w="18240" h="67488">
                  <a:moveTo>
                    <a:pt x="0" y="0"/>
                  </a:moveTo>
                  <a:lnTo>
                    <a:pt x="0" y="67488"/>
                  </a:lnTo>
                </a:path>
              </a:pathLst>
            </a:custGeom>
            <a:ln w="25400" cap="rnd">
              <a:solidFill>
                <a:schemeClr val="bg1"/>
              </a:solidFill>
              <a:prstDash val="solid"/>
              <a:round/>
            </a:ln>
          </p:spPr>
          <p:txBody>
            <a:bodyPr rtlCol="0" anchor="ctr"/>
            <a:lstStyle/>
            <a:p>
              <a:endParaRPr lang="en-CR"/>
            </a:p>
          </p:txBody>
        </p:sp>
        <p:sp>
          <p:nvSpPr>
            <p:cNvPr id="214" name="Freeform 213">
              <a:extLst>
                <a:ext uri="{FF2B5EF4-FFF2-40B4-BE49-F238E27FC236}">
                  <a16:creationId xmlns:a16="http://schemas.microsoft.com/office/drawing/2014/main" id="{4C53ABE9-B11F-4865-D2BD-E3F59C0EE238}"/>
                </a:ext>
              </a:extLst>
            </p:cNvPr>
            <p:cNvSpPr/>
            <p:nvPr/>
          </p:nvSpPr>
          <p:spPr>
            <a:xfrm>
              <a:off x="5776689" y="1168975"/>
              <a:ext cx="18240" cy="67488"/>
            </a:xfrm>
            <a:custGeom>
              <a:avLst/>
              <a:gdLst>
                <a:gd name="connsiteX0" fmla="*/ 0 w 18240"/>
                <a:gd name="connsiteY0" fmla="*/ 0 h 67488"/>
                <a:gd name="connsiteX1" fmla="*/ 0 w 18240"/>
                <a:gd name="connsiteY1" fmla="*/ 67488 h 67488"/>
              </a:gdLst>
              <a:ahLst/>
              <a:cxnLst>
                <a:cxn ang="0">
                  <a:pos x="connsiteX0" y="connsiteY0"/>
                </a:cxn>
                <a:cxn ang="0">
                  <a:pos x="connsiteX1" y="connsiteY1"/>
                </a:cxn>
              </a:cxnLst>
              <a:rect l="l" t="t" r="r" b="b"/>
              <a:pathLst>
                <a:path w="18240" h="67488">
                  <a:moveTo>
                    <a:pt x="0" y="0"/>
                  </a:moveTo>
                  <a:lnTo>
                    <a:pt x="0" y="67488"/>
                  </a:lnTo>
                </a:path>
              </a:pathLst>
            </a:custGeom>
            <a:ln w="25400" cap="rnd">
              <a:solidFill>
                <a:schemeClr val="bg1"/>
              </a:solidFill>
              <a:prstDash val="solid"/>
              <a:round/>
            </a:ln>
          </p:spPr>
          <p:txBody>
            <a:bodyPr rtlCol="0" anchor="ctr"/>
            <a:lstStyle/>
            <a:p>
              <a:endParaRPr lang="en-CR"/>
            </a:p>
          </p:txBody>
        </p:sp>
        <p:sp>
          <p:nvSpPr>
            <p:cNvPr id="215" name="Freeform 214">
              <a:extLst>
                <a:ext uri="{FF2B5EF4-FFF2-40B4-BE49-F238E27FC236}">
                  <a16:creationId xmlns:a16="http://schemas.microsoft.com/office/drawing/2014/main" id="{9B4CA70F-BEDE-5D30-8F0F-42E071F4BB32}"/>
                </a:ext>
              </a:extLst>
            </p:cNvPr>
            <p:cNvSpPr/>
            <p:nvPr/>
          </p:nvSpPr>
          <p:spPr>
            <a:xfrm>
              <a:off x="5849649" y="1168975"/>
              <a:ext cx="18240" cy="67488"/>
            </a:xfrm>
            <a:custGeom>
              <a:avLst/>
              <a:gdLst>
                <a:gd name="connsiteX0" fmla="*/ 0 w 18240"/>
                <a:gd name="connsiteY0" fmla="*/ 0 h 67488"/>
                <a:gd name="connsiteX1" fmla="*/ 0 w 18240"/>
                <a:gd name="connsiteY1" fmla="*/ 67488 h 67488"/>
              </a:gdLst>
              <a:ahLst/>
              <a:cxnLst>
                <a:cxn ang="0">
                  <a:pos x="connsiteX0" y="connsiteY0"/>
                </a:cxn>
                <a:cxn ang="0">
                  <a:pos x="connsiteX1" y="connsiteY1"/>
                </a:cxn>
              </a:cxnLst>
              <a:rect l="l" t="t" r="r" b="b"/>
              <a:pathLst>
                <a:path w="18240" h="67488">
                  <a:moveTo>
                    <a:pt x="0" y="0"/>
                  </a:moveTo>
                  <a:lnTo>
                    <a:pt x="0" y="67488"/>
                  </a:lnTo>
                </a:path>
              </a:pathLst>
            </a:custGeom>
            <a:ln w="25400" cap="rnd">
              <a:solidFill>
                <a:schemeClr val="bg1"/>
              </a:solidFill>
              <a:prstDash val="solid"/>
              <a:round/>
            </a:ln>
          </p:spPr>
          <p:txBody>
            <a:bodyPr rtlCol="0" anchor="ctr"/>
            <a:lstStyle/>
            <a:p>
              <a:endParaRPr lang="en-CR"/>
            </a:p>
          </p:txBody>
        </p:sp>
        <p:sp>
          <p:nvSpPr>
            <p:cNvPr id="216" name="Freeform 215">
              <a:extLst>
                <a:ext uri="{FF2B5EF4-FFF2-40B4-BE49-F238E27FC236}">
                  <a16:creationId xmlns:a16="http://schemas.microsoft.com/office/drawing/2014/main" id="{BBA46897-7DAE-BF45-9396-8440867A280D}"/>
                </a:ext>
              </a:extLst>
            </p:cNvPr>
            <p:cNvSpPr/>
            <p:nvPr/>
          </p:nvSpPr>
          <p:spPr>
            <a:xfrm>
              <a:off x="5922609" y="1168975"/>
              <a:ext cx="18240" cy="67488"/>
            </a:xfrm>
            <a:custGeom>
              <a:avLst/>
              <a:gdLst>
                <a:gd name="connsiteX0" fmla="*/ 0 w 18240"/>
                <a:gd name="connsiteY0" fmla="*/ 0 h 67488"/>
                <a:gd name="connsiteX1" fmla="*/ 0 w 18240"/>
                <a:gd name="connsiteY1" fmla="*/ 67488 h 67488"/>
              </a:gdLst>
              <a:ahLst/>
              <a:cxnLst>
                <a:cxn ang="0">
                  <a:pos x="connsiteX0" y="connsiteY0"/>
                </a:cxn>
                <a:cxn ang="0">
                  <a:pos x="connsiteX1" y="connsiteY1"/>
                </a:cxn>
              </a:cxnLst>
              <a:rect l="l" t="t" r="r" b="b"/>
              <a:pathLst>
                <a:path w="18240" h="67488">
                  <a:moveTo>
                    <a:pt x="0" y="0"/>
                  </a:moveTo>
                  <a:lnTo>
                    <a:pt x="0" y="67488"/>
                  </a:lnTo>
                </a:path>
              </a:pathLst>
            </a:custGeom>
            <a:ln w="25400" cap="rnd">
              <a:solidFill>
                <a:schemeClr val="bg1"/>
              </a:solidFill>
              <a:prstDash val="solid"/>
              <a:round/>
            </a:ln>
          </p:spPr>
          <p:txBody>
            <a:bodyPr rtlCol="0" anchor="ctr"/>
            <a:lstStyle/>
            <a:p>
              <a:endParaRPr lang="en-CR"/>
            </a:p>
          </p:txBody>
        </p:sp>
        <p:sp>
          <p:nvSpPr>
            <p:cNvPr id="217" name="Freeform 216">
              <a:extLst>
                <a:ext uri="{FF2B5EF4-FFF2-40B4-BE49-F238E27FC236}">
                  <a16:creationId xmlns:a16="http://schemas.microsoft.com/office/drawing/2014/main" id="{E1DFE5D4-58CF-9F12-4C25-9CFEEECBD5F6}"/>
                </a:ext>
              </a:extLst>
            </p:cNvPr>
            <p:cNvSpPr/>
            <p:nvPr/>
          </p:nvSpPr>
          <p:spPr>
            <a:xfrm>
              <a:off x="5527713" y="1291183"/>
              <a:ext cx="66576" cy="18240"/>
            </a:xfrm>
            <a:custGeom>
              <a:avLst/>
              <a:gdLst>
                <a:gd name="connsiteX0" fmla="*/ 66576 w 66576"/>
                <a:gd name="connsiteY0" fmla="*/ 0 h 18240"/>
                <a:gd name="connsiteX1" fmla="*/ 0 w 66576"/>
                <a:gd name="connsiteY1" fmla="*/ 0 h 18240"/>
              </a:gdLst>
              <a:ahLst/>
              <a:cxnLst>
                <a:cxn ang="0">
                  <a:pos x="connsiteX0" y="connsiteY0"/>
                </a:cxn>
                <a:cxn ang="0">
                  <a:pos x="connsiteX1" y="connsiteY1"/>
                </a:cxn>
              </a:cxnLst>
              <a:rect l="l" t="t" r="r" b="b"/>
              <a:pathLst>
                <a:path w="66576" h="18240">
                  <a:moveTo>
                    <a:pt x="66576" y="0"/>
                  </a:moveTo>
                  <a:lnTo>
                    <a:pt x="0" y="0"/>
                  </a:lnTo>
                </a:path>
              </a:pathLst>
            </a:custGeom>
            <a:ln w="25400" cap="rnd">
              <a:solidFill>
                <a:schemeClr val="bg1"/>
              </a:solidFill>
              <a:prstDash val="solid"/>
              <a:round/>
            </a:ln>
          </p:spPr>
          <p:txBody>
            <a:bodyPr rtlCol="0" anchor="ctr"/>
            <a:lstStyle/>
            <a:p>
              <a:endParaRPr lang="en-CR"/>
            </a:p>
          </p:txBody>
        </p:sp>
        <p:sp>
          <p:nvSpPr>
            <p:cNvPr id="218" name="Freeform 217">
              <a:extLst>
                <a:ext uri="{FF2B5EF4-FFF2-40B4-BE49-F238E27FC236}">
                  <a16:creationId xmlns:a16="http://schemas.microsoft.com/office/drawing/2014/main" id="{0C9F7E25-249B-902F-957C-4567ACF0423F}"/>
                </a:ext>
              </a:extLst>
            </p:cNvPr>
            <p:cNvSpPr/>
            <p:nvPr/>
          </p:nvSpPr>
          <p:spPr>
            <a:xfrm>
              <a:off x="5527713" y="1364143"/>
              <a:ext cx="66576" cy="18240"/>
            </a:xfrm>
            <a:custGeom>
              <a:avLst/>
              <a:gdLst>
                <a:gd name="connsiteX0" fmla="*/ 66576 w 66576"/>
                <a:gd name="connsiteY0" fmla="*/ 0 h 18240"/>
                <a:gd name="connsiteX1" fmla="*/ 0 w 66576"/>
                <a:gd name="connsiteY1" fmla="*/ 0 h 18240"/>
              </a:gdLst>
              <a:ahLst/>
              <a:cxnLst>
                <a:cxn ang="0">
                  <a:pos x="connsiteX0" y="connsiteY0"/>
                </a:cxn>
                <a:cxn ang="0">
                  <a:pos x="connsiteX1" y="connsiteY1"/>
                </a:cxn>
              </a:cxnLst>
              <a:rect l="l" t="t" r="r" b="b"/>
              <a:pathLst>
                <a:path w="66576" h="18240">
                  <a:moveTo>
                    <a:pt x="66576" y="0"/>
                  </a:moveTo>
                  <a:lnTo>
                    <a:pt x="0" y="0"/>
                  </a:lnTo>
                </a:path>
              </a:pathLst>
            </a:custGeom>
            <a:ln w="25400" cap="rnd">
              <a:solidFill>
                <a:schemeClr val="bg1"/>
              </a:solidFill>
              <a:prstDash val="solid"/>
              <a:round/>
            </a:ln>
          </p:spPr>
          <p:txBody>
            <a:bodyPr rtlCol="0" anchor="ctr"/>
            <a:lstStyle/>
            <a:p>
              <a:endParaRPr lang="en-CR"/>
            </a:p>
          </p:txBody>
        </p:sp>
        <p:sp>
          <p:nvSpPr>
            <p:cNvPr id="219" name="Freeform 218">
              <a:extLst>
                <a:ext uri="{FF2B5EF4-FFF2-40B4-BE49-F238E27FC236}">
                  <a16:creationId xmlns:a16="http://schemas.microsoft.com/office/drawing/2014/main" id="{DB02E4BE-30A2-3DB0-68A2-9926F1EE3DA5}"/>
                </a:ext>
              </a:extLst>
            </p:cNvPr>
            <p:cNvSpPr/>
            <p:nvPr/>
          </p:nvSpPr>
          <p:spPr>
            <a:xfrm>
              <a:off x="5527713" y="1437103"/>
              <a:ext cx="66576" cy="18240"/>
            </a:xfrm>
            <a:custGeom>
              <a:avLst/>
              <a:gdLst>
                <a:gd name="connsiteX0" fmla="*/ 66576 w 66576"/>
                <a:gd name="connsiteY0" fmla="*/ 0 h 18240"/>
                <a:gd name="connsiteX1" fmla="*/ 0 w 66576"/>
                <a:gd name="connsiteY1" fmla="*/ 0 h 18240"/>
              </a:gdLst>
              <a:ahLst/>
              <a:cxnLst>
                <a:cxn ang="0">
                  <a:pos x="connsiteX0" y="connsiteY0"/>
                </a:cxn>
                <a:cxn ang="0">
                  <a:pos x="connsiteX1" y="connsiteY1"/>
                </a:cxn>
              </a:cxnLst>
              <a:rect l="l" t="t" r="r" b="b"/>
              <a:pathLst>
                <a:path w="66576" h="18240">
                  <a:moveTo>
                    <a:pt x="66576" y="0"/>
                  </a:moveTo>
                  <a:lnTo>
                    <a:pt x="0" y="0"/>
                  </a:lnTo>
                </a:path>
              </a:pathLst>
            </a:custGeom>
            <a:ln w="25400" cap="rnd">
              <a:solidFill>
                <a:schemeClr val="bg1"/>
              </a:solidFill>
              <a:prstDash val="solid"/>
              <a:round/>
            </a:ln>
          </p:spPr>
          <p:txBody>
            <a:bodyPr rtlCol="0" anchor="ctr"/>
            <a:lstStyle/>
            <a:p>
              <a:endParaRPr lang="en-CR"/>
            </a:p>
          </p:txBody>
        </p:sp>
        <p:sp>
          <p:nvSpPr>
            <p:cNvPr id="220" name="Freeform 219">
              <a:extLst>
                <a:ext uri="{FF2B5EF4-FFF2-40B4-BE49-F238E27FC236}">
                  <a16:creationId xmlns:a16="http://schemas.microsoft.com/office/drawing/2014/main" id="{5900DE83-28D9-9067-CB6A-128C3EF8B128}"/>
                </a:ext>
              </a:extLst>
            </p:cNvPr>
            <p:cNvSpPr/>
            <p:nvPr/>
          </p:nvSpPr>
          <p:spPr>
            <a:xfrm>
              <a:off x="5527713" y="1510063"/>
              <a:ext cx="66576" cy="18240"/>
            </a:xfrm>
            <a:custGeom>
              <a:avLst/>
              <a:gdLst>
                <a:gd name="connsiteX0" fmla="*/ 66576 w 66576"/>
                <a:gd name="connsiteY0" fmla="*/ 0 h 18240"/>
                <a:gd name="connsiteX1" fmla="*/ 0 w 66576"/>
                <a:gd name="connsiteY1" fmla="*/ 0 h 18240"/>
              </a:gdLst>
              <a:ahLst/>
              <a:cxnLst>
                <a:cxn ang="0">
                  <a:pos x="connsiteX0" y="connsiteY0"/>
                </a:cxn>
                <a:cxn ang="0">
                  <a:pos x="connsiteX1" y="connsiteY1"/>
                </a:cxn>
              </a:cxnLst>
              <a:rect l="l" t="t" r="r" b="b"/>
              <a:pathLst>
                <a:path w="66576" h="18240">
                  <a:moveTo>
                    <a:pt x="66576" y="0"/>
                  </a:moveTo>
                  <a:lnTo>
                    <a:pt x="0" y="0"/>
                  </a:lnTo>
                </a:path>
              </a:pathLst>
            </a:custGeom>
            <a:ln w="25400" cap="rnd">
              <a:solidFill>
                <a:schemeClr val="bg1"/>
              </a:solidFill>
              <a:prstDash val="solid"/>
              <a:round/>
            </a:ln>
          </p:spPr>
          <p:txBody>
            <a:bodyPr rtlCol="0" anchor="ctr"/>
            <a:lstStyle/>
            <a:p>
              <a:endParaRPr lang="en-CR"/>
            </a:p>
          </p:txBody>
        </p:sp>
        <p:sp>
          <p:nvSpPr>
            <p:cNvPr id="221" name="Freeform 220">
              <a:extLst>
                <a:ext uri="{FF2B5EF4-FFF2-40B4-BE49-F238E27FC236}">
                  <a16:creationId xmlns:a16="http://schemas.microsoft.com/office/drawing/2014/main" id="{B1147ED7-5AAF-2FEE-5013-DB4FB104C475}"/>
                </a:ext>
              </a:extLst>
            </p:cNvPr>
            <p:cNvSpPr/>
            <p:nvPr/>
          </p:nvSpPr>
          <p:spPr>
            <a:xfrm>
              <a:off x="5527713" y="1583023"/>
              <a:ext cx="66576" cy="18240"/>
            </a:xfrm>
            <a:custGeom>
              <a:avLst/>
              <a:gdLst>
                <a:gd name="connsiteX0" fmla="*/ 66576 w 66576"/>
                <a:gd name="connsiteY0" fmla="*/ 0 h 18240"/>
                <a:gd name="connsiteX1" fmla="*/ 0 w 66576"/>
                <a:gd name="connsiteY1" fmla="*/ 0 h 18240"/>
              </a:gdLst>
              <a:ahLst/>
              <a:cxnLst>
                <a:cxn ang="0">
                  <a:pos x="connsiteX0" y="connsiteY0"/>
                </a:cxn>
                <a:cxn ang="0">
                  <a:pos x="connsiteX1" y="connsiteY1"/>
                </a:cxn>
              </a:cxnLst>
              <a:rect l="l" t="t" r="r" b="b"/>
              <a:pathLst>
                <a:path w="66576" h="18240">
                  <a:moveTo>
                    <a:pt x="66576" y="0"/>
                  </a:moveTo>
                  <a:lnTo>
                    <a:pt x="0" y="0"/>
                  </a:lnTo>
                </a:path>
              </a:pathLst>
            </a:custGeom>
            <a:ln w="25400" cap="rnd">
              <a:solidFill>
                <a:schemeClr val="bg1"/>
              </a:solidFill>
              <a:prstDash val="solid"/>
              <a:round/>
            </a:ln>
          </p:spPr>
          <p:txBody>
            <a:bodyPr rtlCol="0" anchor="ctr"/>
            <a:lstStyle/>
            <a:p>
              <a:endParaRPr lang="en-CR"/>
            </a:p>
          </p:txBody>
        </p:sp>
        <p:sp>
          <p:nvSpPr>
            <p:cNvPr id="222" name="Freeform 221">
              <a:extLst>
                <a:ext uri="{FF2B5EF4-FFF2-40B4-BE49-F238E27FC236}">
                  <a16:creationId xmlns:a16="http://schemas.microsoft.com/office/drawing/2014/main" id="{BEEEC2B0-56F8-7742-4AE6-FBF587662E77}"/>
                </a:ext>
              </a:extLst>
            </p:cNvPr>
            <p:cNvSpPr/>
            <p:nvPr/>
          </p:nvSpPr>
          <p:spPr>
            <a:xfrm>
              <a:off x="5977329" y="1272943"/>
              <a:ext cx="68582" cy="18240"/>
            </a:xfrm>
            <a:custGeom>
              <a:avLst/>
              <a:gdLst>
                <a:gd name="connsiteX0" fmla="*/ 68582 w 68582"/>
                <a:gd name="connsiteY0" fmla="*/ 0 h 18240"/>
                <a:gd name="connsiteX1" fmla="*/ 0 w 68582"/>
                <a:gd name="connsiteY1" fmla="*/ 0 h 18240"/>
              </a:gdLst>
              <a:ahLst/>
              <a:cxnLst>
                <a:cxn ang="0">
                  <a:pos x="connsiteX0" y="connsiteY0"/>
                </a:cxn>
                <a:cxn ang="0">
                  <a:pos x="connsiteX1" y="connsiteY1"/>
                </a:cxn>
              </a:cxnLst>
              <a:rect l="l" t="t" r="r" b="b"/>
              <a:pathLst>
                <a:path w="68582" h="18240">
                  <a:moveTo>
                    <a:pt x="68582" y="0"/>
                  </a:moveTo>
                  <a:lnTo>
                    <a:pt x="0" y="0"/>
                  </a:lnTo>
                </a:path>
              </a:pathLst>
            </a:custGeom>
            <a:ln w="25400" cap="rnd">
              <a:solidFill>
                <a:schemeClr val="bg1"/>
              </a:solidFill>
              <a:prstDash val="solid"/>
              <a:round/>
            </a:ln>
          </p:spPr>
          <p:txBody>
            <a:bodyPr rtlCol="0" anchor="ctr"/>
            <a:lstStyle/>
            <a:p>
              <a:endParaRPr lang="en-CR"/>
            </a:p>
          </p:txBody>
        </p:sp>
        <p:sp>
          <p:nvSpPr>
            <p:cNvPr id="223" name="Freeform 222">
              <a:extLst>
                <a:ext uri="{FF2B5EF4-FFF2-40B4-BE49-F238E27FC236}">
                  <a16:creationId xmlns:a16="http://schemas.microsoft.com/office/drawing/2014/main" id="{8A91FA46-509F-828B-3688-8BA896CBE4F1}"/>
                </a:ext>
              </a:extLst>
            </p:cNvPr>
            <p:cNvSpPr/>
            <p:nvPr/>
          </p:nvSpPr>
          <p:spPr>
            <a:xfrm>
              <a:off x="5977329" y="1345903"/>
              <a:ext cx="68582" cy="18240"/>
            </a:xfrm>
            <a:custGeom>
              <a:avLst/>
              <a:gdLst>
                <a:gd name="connsiteX0" fmla="*/ 68582 w 68582"/>
                <a:gd name="connsiteY0" fmla="*/ 0 h 18240"/>
                <a:gd name="connsiteX1" fmla="*/ 0 w 68582"/>
                <a:gd name="connsiteY1" fmla="*/ 0 h 18240"/>
              </a:gdLst>
              <a:ahLst/>
              <a:cxnLst>
                <a:cxn ang="0">
                  <a:pos x="connsiteX0" y="connsiteY0"/>
                </a:cxn>
                <a:cxn ang="0">
                  <a:pos x="connsiteX1" y="connsiteY1"/>
                </a:cxn>
              </a:cxnLst>
              <a:rect l="l" t="t" r="r" b="b"/>
              <a:pathLst>
                <a:path w="68582" h="18240">
                  <a:moveTo>
                    <a:pt x="68582" y="0"/>
                  </a:moveTo>
                  <a:lnTo>
                    <a:pt x="0" y="0"/>
                  </a:lnTo>
                </a:path>
              </a:pathLst>
            </a:custGeom>
            <a:ln w="25400" cap="rnd">
              <a:solidFill>
                <a:schemeClr val="bg1"/>
              </a:solidFill>
              <a:prstDash val="solid"/>
              <a:round/>
            </a:ln>
          </p:spPr>
          <p:txBody>
            <a:bodyPr rtlCol="0" anchor="ctr"/>
            <a:lstStyle/>
            <a:p>
              <a:endParaRPr lang="en-CR"/>
            </a:p>
          </p:txBody>
        </p:sp>
        <p:sp>
          <p:nvSpPr>
            <p:cNvPr id="224" name="Freeform 223">
              <a:extLst>
                <a:ext uri="{FF2B5EF4-FFF2-40B4-BE49-F238E27FC236}">
                  <a16:creationId xmlns:a16="http://schemas.microsoft.com/office/drawing/2014/main" id="{FF7F3116-31D2-9E5D-12F5-6FA30E220D36}"/>
                </a:ext>
              </a:extLst>
            </p:cNvPr>
            <p:cNvSpPr/>
            <p:nvPr/>
          </p:nvSpPr>
          <p:spPr>
            <a:xfrm>
              <a:off x="5977329" y="1418863"/>
              <a:ext cx="68582" cy="18240"/>
            </a:xfrm>
            <a:custGeom>
              <a:avLst/>
              <a:gdLst>
                <a:gd name="connsiteX0" fmla="*/ 68582 w 68582"/>
                <a:gd name="connsiteY0" fmla="*/ 0 h 18240"/>
                <a:gd name="connsiteX1" fmla="*/ 0 w 68582"/>
                <a:gd name="connsiteY1" fmla="*/ 0 h 18240"/>
              </a:gdLst>
              <a:ahLst/>
              <a:cxnLst>
                <a:cxn ang="0">
                  <a:pos x="connsiteX0" y="connsiteY0"/>
                </a:cxn>
                <a:cxn ang="0">
                  <a:pos x="connsiteX1" y="connsiteY1"/>
                </a:cxn>
              </a:cxnLst>
              <a:rect l="l" t="t" r="r" b="b"/>
              <a:pathLst>
                <a:path w="68582" h="18240">
                  <a:moveTo>
                    <a:pt x="68582" y="0"/>
                  </a:moveTo>
                  <a:lnTo>
                    <a:pt x="0" y="0"/>
                  </a:lnTo>
                </a:path>
              </a:pathLst>
            </a:custGeom>
            <a:ln w="25400" cap="rnd">
              <a:solidFill>
                <a:schemeClr val="bg1"/>
              </a:solidFill>
              <a:prstDash val="solid"/>
              <a:round/>
            </a:ln>
          </p:spPr>
          <p:txBody>
            <a:bodyPr rtlCol="0" anchor="ctr"/>
            <a:lstStyle/>
            <a:p>
              <a:endParaRPr lang="en-CR"/>
            </a:p>
          </p:txBody>
        </p:sp>
        <p:sp>
          <p:nvSpPr>
            <p:cNvPr id="225" name="Freeform 224">
              <a:extLst>
                <a:ext uri="{FF2B5EF4-FFF2-40B4-BE49-F238E27FC236}">
                  <a16:creationId xmlns:a16="http://schemas.microsoft.com/office/drawing/2014/main" id="{F4EEAB84-ECE2-3D7D-D36A-CA6764652D65}"/>
                </a:ext>
              </a:extLst>
            </p:cNvPr>
            <p:cNvSpPr/>
            <p:nvPr/>
          </p:nvSpPr>
          <p:spPr>
            <a:xfrm>
              <a:off x="5977329" y="1491823"/>
              <a:ext cx="68582" cy="18240"/>
            </a:xfrm>
            <a:custGeom>
              <a:avLst/>
              <a:gdLst>
                <a:gd name="connsiteX0" fmla="*/ 68582 w 68582"/>
                <a:gd name="connsiteY0" fmla="*/ 0 h 18240"/>
                <a:gd name="connsiteX1" fmla="*/ 0 w 68582"/>
                <a:gd name="connsiteY1" fmla="*/ 0 h 18240"/>
              </a:gdLst>
              <a:ahLst/>
              <a:cxnLst>
                <a:cxn ang="0">
                  <a:pos x="connsiteX0" y="connsiteY0"/>
                </a:cxn>
                <a:cxn ang="0">
                  <a:pos x="connsiteX1" y="connsiteY1"/>
                </a:cxn>
              </a:cxnLst>
              <a:rect l="l" t="t" r="r" b="b"/>
              <a:pathLst>
                <a:path w="68582" h="18240">
                  <a:moveTo>
                    <a:pt x="68582" y="0"/>
                  </a:moveTo>
                  <a:lnTo>
                    <a:pt x="0" y="0"/>
                  </a:lnTo>
                </a:path>
              </a:pathLst>
            </a:custGeom>
            <a:ln w="25400" cap="rnd">
              <a:solidFill>
                <a:schemeClr val="bg1"/>
              </a:solidFill>
              <a:prstDash val="solid"/>
              <a:round/>
            </a:ln>
          </p:spPr>
          <p:txBody>
            <a:bodyPr rtlCol="0" anchor="ctr"/>
            <a:lstStyle/>
            <a:p>
              <a:endParaRPr lang="en-CR"/>
            </a:p>
          </p:txBody>
        </p:sp>
        <p:sp>
          <p:nvSpPr>
            <p:cNvPr id="226" name="Freeform 225">
              <a:extLst>
                <a:ext uri="{FF2B5EF4-FFF2-40B4-BE49-F238E27FC236}">
                  <a16:creationId xmlns:a16="http://schemas.microsoft.com/office/drawing/2014/main" id="{5529EB74-192B-3D72-AA29-86580E8EC72F}"/>
                </a:ext>
              </a:extLst>
            </p:cNvPr>
            <p:cNvSpPr/>
            <p:nvPr/>
          </p:nvSpPr>
          <p:spPr>
            <a:xfrm>
              <a:off x="5977329" y="1564783"/>
              <a:ext cx="68582" cy="18240"/>
            </a:xfrm>
            <a:custGeom>
              <a:avLst/>
              <a:gdLst>
                <a:gd name="connsiteX0" fmla="*/ 68582 w 68582"/>
                <a:gd name="connsiteY0" fmla="*/ 0 h 18240"/>
                <a:gd name="connsiteX1" fmla="*/ 0 w 68582"/>
                <a:gd name="connsiteY1" fmla="*/ 0 h 18240"/>
              </a:gdLst>
              <a:ahLst/>
              <a:cxnLst>
                <a:cxn ang="0">
                  <a:pos x="connsiteX0" y="connsiteY0"/>
                </a:cxn>
                <a:cxn ang="0">
                  <a:pos x="connsiteX1" y="connsiteY1"/>
                </a:cxn>
              </a:cxnLst>
              <a:rect l="l" t="t" r="r" b="b"/>
              <a:pathLst>
                <a:path w="68582" h="18240">
                  <a:moveTo>
                    <a:pt x="68582" y="0"/>
                  </a:moveTo>
                  <a:lnTo>
                    <a:pt x="0" y="0"/>
                  </a:lnTo>
                </a:path>
              </a:pathLst>
            </a:custGeom>
            <a:ln w="25400" cap="rnd">
              <a:solidFill>
                <a:schemeClr val="bg1"/>
              </a:solidFill>
              <a:prstDash val="solid"/>
              <a:round/>
            </a:ln>
          </p:spPr>
          <p:txBody>
            <a:bodyPr rtlCol="0" anchor="ctr"/>
            <a:lstStyle/>
            <a:p>
              <a:endParaRPr lang="en-CR"/>
            </a:p>
          </p:txBody>
        </p:sp>
        <p:sp>
          <p:nvSpPr>
            <p:cNvPr id="227" name="Freeform 226">
              <a:extLst>
                <a:ext uri="{FF2B5EF4-FFF2-40B4-BE49-F238E27FC236}">
                  <a16:creationId xmlns:a16="http://schemas.microsoft.com/office/drawing/2014/main" id="{7B7D77AE-7F27-55C4-C055-D278BDE5C405}"/>
                </a:ext>
              </a:extLst>
            </p:cNvPr>
            <p:cNvSpPr/>
            <p:nvPr/>
          </p:nvSpPr>
          <p:spPr>
            <a:xfrm>
              <a:off x="5594289" y="1236463"/>
              <a:ext cx="383040" cy="383040"/>
            </a:xfrm>
            <a:custGeom>
              <a:avLst/>
              <a:gdLst>
                <a:gd name="connsiteX0" fmla="*/ 364800 w 383040"/>
                <a:gd name="connsiteY0" fmla="*/ 0 h 383040"/>
                <a:gd name="connsiteX1" fmla="*/ 383040 w 383040"/>
                <a:gd name="connsiteY1" fmla="*/ 18240 h 383040"/>
                <a:gd name="connsiteX2" fmla="*/ 383040 w 383040"/>
                <a:gd name="connsiteY2" fmla="*/ 364800 h 383040"/>
                <a:gd name="connsiteX3" fmla="*/ 364800 w 383040"/>
                <a:gd name="connsiteY3" fmla="*/ 383040 h 383040"/>
                <a:gd name="connsiteX4" fmla="*/ 18240 w 383040"/>
                <a:gd name="connsiteY4" fmla="*/ 383040 h 383040"/>
                <a:gd name="connsiteX5" fmla="*/ 0 w 383040"/>
                <a:gd name="connsiteY5" fmla="*/ 364800 h 383040"/>
                <a:gd name="connsiteX6" fmla="*/ 0 w 383040"/>
                <a:gd name="connsiteY6" fmla="*/ 18240 h 383040"/>
                <a:gd name="connsiteX7" fmla="*/ 18240 w 383040"/>
                <a:gd name="connsiteY7" fmla="*/ 0 h 3830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83040" h="383040">
                  <a:moveTo>
                    <a:pt x="364800" y="0"/>
                  </a:moveTo>
                  <a:cubicBezTo>
                    <a:pt x="374874" y="0"/>
                    <a:pt x="383040" y="8166"/>
                    <a:pt x="383040" y="18240"/>
                  </a:cubicBezTo>
                  <a:lnTo>
                    <a:pt x="383040" y="364800"/>
                  </a:lnTo>
                  <a:cubicBezTo>
                    <a:pt x="383040" y="374874"/>
                    <a:pt x="374874" y="383040"/>
                    <a:pt x="364800" y="383040"/>
                  </a:cubicBezTo>
                  <a:lnTo>
                    <a:pt x="18240" y="383040"/>
                  </a:lnTo>
                  <a:cubicBezTo>
                    <a:pt x="8166" y="383040"/>
                    <a:pt x="0" y="374874"/>
                    <a:pt x="0" y="364800"/>
                  </a:cubicBezTo>
                  <a:lnTo>
                    <a:pt x="0" y="18240"/>
                  </a:lnTo>
                  <a:cubicBezTo>
                    <a:pt x="0" y="8166"/>
                    <a:pt x="8166" y="0"/>
                    <a:pt x="18240" y="0"/>
                  </a:cubicBezTo>
                  <a:close/>
                </a:path>
              </a:pathLst>
            </a:custGeom>
            <a:noFill/>
            <a:ln w="25400" cap="rnd">
              <a:solidFill>
                <a:schemeClr val="bg1"/>
              </a:solidFill>
              <a:prstDash val="solid"/>
              <a:round/>
            </a:ln>
          </p:spPr>
          <p:txBody>
            <a:bodyPr rtlCol="0" anchor="ctr"/>
            <a:lstStyle/>
            <a:p>
              <a:endParaRPr lang="en-CR"/>
            </a:p>
          </p:txBody>
        </p:sp>
      </p:grpSp>
      <p:grpSp>
        <p:nvGrpSpPr>
          <p:cNvPr id="228" name="Graphic 224">
            <a:extLst>
              <a:ext uri="{FF2B5EF4-FFF2-40B4-BE49-F238E27FC236}">
                <a16:creationId xmlns:a16="http://schemas.microsoft.com/office/drawing/2014/main" id="{5EF9A209-A71F-615E-1A9D-AF86F750F86E}"/>
              </a:ext>
            </a:extLst>
          </p:cNvPr>
          <p:cNvGrpSpPr>
            <a:grpSpLocks noChangeAspect="1"/>
          </p:cNvGrpSpPr>
          <p:nvPr/>
        </p:nvGrpSpPr>
        <p:grpSpPr>
          <a:xfrm>
            <a:off x="6983361" y="1132764"/>
            <a:ext cx="571500" cy="635649"/>
            <a:chOff x="6706849" y="1122344"/>
            <a:chExt cx="553682" cy="615832"/>
          </a:xfrm>
          <a:noFill/>
        </p:grpSpPr>
        <p:sp>
          <p:nvSpPr>
            <p:cNvPr id="229" name="Freeform 228">
              <a:extLst>
                <a:ext uri="{FF2B5EF4-FFF2-40B4-BE49-F238E27FC236}">
                  <a16:creationId xmlns:a16="http://schemas.microsoft.com/office/drawing/2014/main" id="{AFAFE96A-91C8-85F3-1D28-9FFC5C1B9703}"/>
                </a:ext>
              </a:extLst>
            </p:cNvPr>
            <p:cNvSpPr/>
            <p:nvPr/>
          </p:nvSpPr>
          <p:spPr>
            <a:xfrm>
              <a:off x="6706849" y="1480962"/>
              <a:ext cx="71437" cy="23245"/>
            </a:xfrm>
            <a:custGeom>
              <a:avLst/>
              <a:gdLst>
                <a:gd name="connsiteX0" fmla="*/ 71438 w 71437"/>
                <a:gd name="connsiteY0" fmla="*/ 0 h 23245"/>
                <a:gd name="connsiteX1" fmla="*/ 0 w 71437"/>
                <a:gd name="connsiteY1" fmla="*/ 23245 h 23245"/>
              </a:gdLst>
              <a:ahLst/>
              <a:cxnLst>
                <a:cxn ang="0">
                  <a:pos x="connsiteX0" y="connsiteY0"/>
                </a:cxn>
                <a:cxn ang="0">
                  <a:pos x="connsiteX1" y="connsiteY1"/>
                </a:cxn>
              </a:cxnLst>
              <a:rect l="l" t="t" r="r" b="b"/>
              <a:pathLst>
                <a:path w="71437" h="23245">
                  <a:moveTo>
                    <a:pt x="71438" y="0"/>
                  </a:moveTo>
                  <a:lnTo>
                    <a:pt x="0" y="23245"/>
                  </a:lnTo>
                </a:path>
              </a:pathLst>
            </a:custGeom>
            <a:ln w="25400" cap="rnd">
              <a:solidFill>
                <a:schemeClr val="bg1"/>
              </a:solidFill>
              <a:prstDash val="solid"/>
              <a:round/>
            </a:ln>
          </p:spPr>
          <p:txBody>
            <a:bodyPr rtlCol="0" anchor="ctr"/>
            <a:lstStyle/>
            <a:p>
              <a:endParaRPr lang="en-CR"/>
            </a:p>
          </p:txBody>
        </p:sp>
        <p:sp>
          <p:nvSpPr>
            <p:cNvPr id="230" name="Freeform 229">
              <a:extLst>
                <a:ext uri="{FF2B5EF4-FFF2-40B4-BE49-F238E27FC236}">
                  <a16:creationId xmlns:a16="http://schemas.microsoft.com/office/drawing/2014/main" id="{FBF6BCF5-FA02-672D-D6B6-4875F2EA6503}"/>
                </a:ext>
              </a:extLst>
            </p:cNvPr>
            <p:cNvSpPr/>
            <p:nvPr/>
          </p:nvSpPr>
          <p:spPr>
            <a:xfrm>
              <a:off x="6706849" y="1323972"/>
              <a:ext cx="71437" cy="23245"/>
            </a:xfrm>
            <a:custGeom>
              <a:avLst/>
              <a:gdLst>
                <a:gd name="connsiteX0" fmla="*/ 71438 w 71437"/>
                <a:gd name="connsiteY0" fmla="*/ 23245 h 23245"/>
                <a:gd name="connsiteX1" fmla="*/ 0 w 71437"/>
                <a:gd name="connsiteY1" fmla="*/ 0 h 23245"/>
              </a:gdLst>
              <a:ahLst/>
              <a:cxnLst>
                <a:cxn ang="0">
                  <a:pos x="connsiteX0" y="connsiteY0"/>
                </a:cxn>
                <a:cxn ang="0">
                  <a:pos x="connsiteX1" y="connsiteY1"/>
                </a:cxn>
              </a:cxnLst>
              <a:rect l="l" t="t" r="r" b="b"/>
              <a:pathLst>
                <a:path w="71437" h="23245">
                  <a:moveTo>
                    <a:pt x="71438" y="23245"/>
                  </a:moveTo>
                  <a:lnTo>
                    <a:pt x="0" y="0"/>
                  </a:lnTo>
                </a:path>
              </a:pathLst>
            </a:custGeom>
            <a:ln w="25400" cap="rnd">
              <a:solidFill>
                <a:schemeClr val="bg1"/>
              </a:solidFill>
              <a:prstDash val="solid"/>
              <a:round/>
            </a:ln>
          </p:spPr>
          <p:txBody>
            <a:bodyPr rtlCol="0" anchor="ctr"/>
            <a:lstStyle/>
            <a:p>
              <a:endParaRPr lang="en-CR"/>
            </a:p>
          </p:txBody>
        </p:sp>
        <p:sp>
          <p:nvSpPr>
            <p:cNvPr id="231" name="Freeform 230">
              <a:extLst>
                <a:ext uri="{FF2B5EF4-FFF2-40B4-BE49-F238E27FC236}">
                  <a16:creationId xmlns:a16="http://schemas.microsoft.com/office/drawing/2014/main" id="{02E8D976-ACB4-DAAC-BA79-886A346666D8}"/>
                </a:ext>
              </a:extLst>
            </p:cNvPr>
            <p:cNvSpPr/>
            <p:nvPr/>
          </p:nvSpPr>
          <p:spPr>
            <a:xfrm>
              <a:off x="6812577" y="1178099"/>
              <a:ext cx="44207" cy="60808"/>
            </a:xfrm>
            <a:custGeom>
              <a:avLst/>
              <a:gdLst>
                <a:gd name="connsiteX0" fmla="*/ 44207 w 44207"/>
                <a:gd name="connsiteY0" fmla="*/ 60808 h 60808"/>
                <a:gd name="connsiteX1" fmla="*/ 0 w 44207"/>
                <a:gd name="connsiteY1" fmla="*/ 0 h 60808"/>
              </a:gdLst>
              <a:ahLst/>
              <a:cxnLst>
                <a:cxn ang="0">
                  <a:pos x="connsiteX0" y="connsiteY0"/>
                </a:cxn>
                <a:cxn ang="0">
                  <a:pos x="connsiteX1" y="connsiteY1"/>
                </a:cxn>
              </a:cxnLst>
              <a:rect l="l" t="t" r="r" b="b"/>
              <a:pathLst>
                <a:path w="44207" h="60808">
                  <a:moveTo>
                    <a:pt x="44207" y="60808"/>
                  </a:moveTo>
                  <a:lnTo>
                    <a:pt x="0" y="0"/>
                  </a:lnTo>
                </a:path>
              </a:pathLst>
            </a:custGeom>
            <a:ln w="25400" cap="rnd">
              <a:solidFill>
                <a:schemeClr val="bg1"/>
              </a:solidFill>
              <a:prstDash val="solid"/>
              <a:round/>
            </a:ln>
          </p:spPr>
          <p:txBody>
            <a:bodyPr rtlCol="0" anchor="ctr"/>
            <a:lstStyle/>
            <a:p>
              <a:endParaRPr lang="en-CR"/>
            </a:p>
          </p:txBody>
        </p:sp>
        <p:sp>
          <p:nvSpPr>
            <p:cNvPr id="232" name="Freeform 231">
              <a:extLst>
                <a:ext uri="{FF2B5EF4-FFF2-40B4-BE49-F238E27FC236}">
                  <a16:creationId xmlns:a16="http://schemas.microsoft.com/office/drawing/2014/main" id="{0372C090-A97B-40C4-C046-A66EAE0BFA46}"/>
                </a:ext>
              </a:extLst>
            </p:cNvPr>
            <p:cNvSpPr/>
            <p:nvPr/>
          </p:nvSpPr>
          <p:spPr>
            <a:xfrm>
              <a:off x="6983690" y="1122344"/>
              <a:ext cx="16808" cy="75294"/>
            </a:xfrm>
            <a:custGeom>
              <a:avLst/>
              <a:gdLst>
                <a:gd name="connsiteX0" fmla="*/ 0 w 16808"/>
                <a:gd name="connsiteY0" fmla="*/ 75295 h 75294"/>
                <a:gd name="connsiteX1" fmla="*/ 0 w 16808"/>
                <a:gd name="connsiteY1" fmla="*/ 0 h 75294"/>
              </a:gdLst>
              <a:ahLst/>
              <a:cxnLst>
                <a:cxn ang="0">
                  <a:pos x="connsiteX0" y="connsiteY0"/>
                </a:cxn>
                <a:cxn ang="0">
                  <a:pos x="connsiteX1" y="connsiteY1"/>
                </a:cxn>
              </a:cxnLst>
              <a:rect l="l" t="t" r="r" b="b"/>
              <a:pathLst>
                <a:path w="16808" h="75294">
                  <a:moveTo>
                    <a:pt x="0" y="75295"/>
                  </a:moveTo>
                  <a:lnTo>
                    <a:pt x="0" y="0"/>
                  </a:lnTo>
                </a:path>
              </a:pathLst>
            </a:custGeom>
            <a:ln w="25400" cap="rnd">
              <a:solidFill>
                <a:schemeClr val="bg1"/>
              </a:solidFill>
              <a:prstDash val="solid"/>
              <a:round/>
            </a:ln>
          </p:spPr>
          <p:txBody>
            <a:bodyPr rtlCol="0" anchor="ctr"/>
            <a:lstStyle/>
            <a:p>
              <a:endParaRPr lang="en-CR"/>
            </a:p>
          </p:txBody>
        </p:sp>
        <p:sp>
          <p:nvSpPr>
            <p:cNvPr id="233" name="Freeform 232">
              <a:extLst>
                <a:ext uri="{FF2B5EF4-FFF2-40B4-BE49-F238E27FC236}">
                  <a16:creationId xmlns:a16="http://schemas.microsoft.com/office/drawing/2014/main" id="{4ECDCF68-696B-9964-2F21-675D07ECC5A7}"/>
                </a:ext>
              </a:extLst>
            </p:cNvPr>
            <p:cNvSpPr/>
            <p:nvPr/>
          </p:nvSpPr>
          <p:spPr>
            <a:xfrm>
              <a:off x="7110765" y="1178099"/>
              <a:ext cx="44039" cy="60808"/>
            </a:xfrm>
            <a:custGeom>
              <a:avLst/>
              <a:gdLst>
                <a:gd name="connsiteX0" fmla="*/ 0 w 44039"/>
                <a:gd name="connsiteY0" fmla="*/ 60808 h 60808"/>
                <a:gd name="connsiteX1" fmla="*/ 44039 w 44039"/>
                <a:gd name="connsiteY1" fmla="*/ 0 h 60808"/>
              </a:gdLst>
              <a:ahLst/>
              <a:cxnLst>
                <a:cxn ang="0">
                  <a:pos x="connsiteX0" y="connsiteY0"/>
                </a:cxn>
                <a:cxn ang="0">
                  <a:pos x="connsiteX1" y="connsiteY1"/>
                </a:cxn>
              </a:cxnLst>
              <a:rect l="l" t="t" r="r" b="b"/>
              <a:pathLst>
                <a:path w="44039" h="60808">
                  <a:moveTo>
                    <a:pt x="0" y="60808"/>
                  </a:moveTo>
                  <a:lnTo>
                    <a:pt x="44039" y="0"/>
                  </a:lnTo>
                </a:path>
              </a:pathLst>
            </a:custGeom>
            <a:ln w="25400" cap="rnd">
              <a:solidFill>
                <a:schemeClr val="bg1"/>
              </a:solidFill>
              <a:prstDash val="solid"/>
              <a:round/>
            </a:ln>
          </p:spPr>
          <p:txBody>
            <a:bodyPr rtlCol="0" anchor="ctr"/>
            <a:lstStyle/>
            <a:p>
              <a:endParaRPr lang="en-CR"/>
            </a:p>
          </p:txBody>
        </p:sp>
        <p:sp>
          <p:nvSpPr>
            <p:cNvPr id="234" name="Freeform 233">
              <a:extLst>
                <a:ext uri="{FF2B5EF4-FFF2-40B4-BE49-F238E27FC236}">
                  <a16:creationId xmlns:a16="http://schemas.microsoft.com/office/drawing/2014/main" id="{122CFE4F-8CAE-79F4-015A-82AACF159847}"/>
                </a:ext>
              </a:extLst>
            </p:cNvPr>
            <p:cNvSpPr/>
            <p:nvPr/>
          </p:nvSpPr>
          <p:spPr>
            <a:xfrm>
              <a:off x="7189094" y="1323972"/>
              <a:ext cx="71437" cy="23245"/>
            </a:xfrm>
            <a:custGeom>
              <a:avLst/>
              <a:gdLst>
                <a:gd name="connsiteX0" fmla="*/ 0 w 71437"/>
                <a:gd name="connsiteY0" fmla="*/ 23245 h 23245"/>
                <a:gd name="connsiteX1" fmla="*/ 71437 w 71437"/>
                <a:gd name="connsiteY1" fmla="*/ 0 h 23245"/>
              </a:gdLst>
              <a:ahLst/>
              <a:cxnLst>
                <a:cxn ang="0">
                  <a:pos x="connsiteX0" y="connsiteY0"/>
                </a:cxn>
                <a:cxn ang="0">
                  <a:pos x="connsiteX1" y="connsiteY1"/>
                </a:cxn>
              </a:cxnLst>
              <a:rect l="l" t="t" r="r" b="b"/>
              <a:pathLst>
                <a:path w="71437" h="23245">
                  <a:moveTo>
                    <a:pt x="0" y="23245"/>
                  </a:moveTo>
                  <a:lnTo>
                    <a:pt x="71437" y="0"/>
                  </a:lnTo>
                </a:path>
              </a:pathLst>
            </a:custGeom>
            <a:ln w="25400" cap="rnd">
              <a:solidFill>
                <a:schemeClr val="bg1"/>
              </a:solidFill>
              <a:prstDash val="solid"/>
              <a:round/>
            </a:ln>
          </p:spPr>
          <p:txBody>
            <a:bodyPr rtlCol="0" anchor="ctr"/>
            <a:lstStyle/>
            <a:p>
              <a:endParaRPr lang="en-CR"/>
            </a:p>
          </p:txBody>
        </p:sp>
        <p:sp>
          <p:nvSpPr>
            <p:cNvPr id="235" name="Freeform 234">
              <a:extLst>
                <a:ext uri="{FF2B5EF4-FFF2-40B4-BE49-F238E27FC236}">
                  <a16:creationId xmlns:a16="http://schemas.microsoft.com/office/drawing/2014/main" id="{AD1C936F-CEBC-BB29-2743-6D1AF21DF7B8}"/>
                </a:ext>
              </a:extLst>
            </p:cNvPr>
            <p:cNvSpPr/>
            <p:nvPr/>
          </p:nvSpPr>
          <p:spPr>
            <a:xfrm>
              <a:off x="7189094" y="1480962"/>
              <a:ext cx="71437" cy="23245"/>
            </a:xfrm>
            <a:custGeom>
              <a:avLst/>
              <a:gdLst>
                <a:gd name="connsiteX0" fmla="*/ 0 w 71437"/>
                <a:gd name="connsiteY0" fmla="*/ 0 h 23245"/>
                <a:gd name="connsiteX1" fmla="*/ 71437 w 71437"/>
                <a:gd name="connsiteY1" fmla="*/ 23245 h 23245"/>
              </a:gdLst>
              <a:ahLst/>
              <a:cxnLst>
                <a:cxn ang="0">
                  <a:pos x="connsiteX0" y="connsiteY0"/>
                </a:cxn>
                <a:cxn ang="0">
                  <a:pos x="connsiteX1" y="connsiteY1"/>
                </a:cxn>
              </a:cxnLst>
              <a:rect l="l" t="t" r="r" b="b"/>
              <a:pathLst>
                <a:path w="71437" h="23245">
                  <a:moveTo>
                    <a:pt x="0" y="0"/>
                  </a:moveTo>
                  <a:lnTo>
                    <a:pt x="71437" y="23245"/>
                  </a:lnTo>
                </a:path>
              </a:pathLst>
            </a:custGeom>
            <a:ln w="25400" cap="rnd">
              <a:solidFill>
                <a:schemeClr val="bg1"/>
              </a:solidFill>
              <a:prstDash val="solid"/>
              <a:round/>
            </a:ln>
          </p:spPr>
          <p:txBody>
            <a:bodyPr rtlCol="0" anchor="ctr"/>
            <a:lstStyle/>
            <a:p>
              <a:endParaRPr lang="en-CR"/>
            </a:p>
          </p:txBody>
        </p:sp>
        <p:sp>
          <p:nvSpPr>
            <p:cNvPr id="236" name="Freeform 235">
              <a:extLst>
                <a:ext uri="{FF2B5EF4-FFF2-40B4-BE49-F238E27FC236}">
                  <a16:creationId xmlns:a16="http://schemas.microsoft.com/office/drawing/2014/main" id="{34D3CAD8-D1D6-E60C-EDEA-662878D96744}"/>
                </a:ext>
              </a:extLst>
            </p:cNvPr>
            <p:cNvSpPr/>
            <p:nvPr/>
          </p:nvSpPr>
          <p:spPr>
            <a:xfrm>
              <a:off x="6913598" y="1438514"/>
              <a:ext cx="37987" cy="38236"/>
            </a:xfrm>
            <a:custGeom>
              <a:avLst/>
              <a:gdLst>
                <a:gd name="connsiteX0" fmla="*/ 37988 w 37987"/>
                <a:gd name="connsiteY0" fmla="*/ 0 h 38236"/>
                <a:gd name="connsiteX1" fmla="*/ 0 w 37987"/>
                <a:gd name="connsiteY1" fmla="*/ 38237 h 38236"/>
              </a:gdLst>
              <a:ahLst/>
              <a:cxnLst>
                <a:cxn ang="0">
                  <a:pos x="connsiteX0" y="connsiteY0"/>
                </a:cxn>
                <a:cxn ang="0">
                  <a:pos x="connsiteX1" y="connsiteY1"/>
                </a:cxn>
              </a:cxnLst>
              <a:rect l="l" t="t" r="r" b="b"/>
              <a:pathLst>
                <a:path w="37987" h="38236">
                  <a:moveTo>
                    <a:pt x="37988" y="0"/>
                  </a:moveTo>
                  <a:lnTo>
                    <a:pt x="0" y="38237"/>
                  </a:lnTo>
                </a:path>
              </a:pathLst>
            </a:custGeom>
            <a:ln w="25400" cap="rnd">
              <a:solidFill>
                <a:schemeClr val="bg1"/>
              </a:solidFill>
              <a:prstDash val="solid"/>
              <a:round/>
            </a:ln>
          </p:spPr>
          <p:txBody>
            <a:bodyPr rtlCol="0" anchor="ctr"/>
            <a:lstStyle/>
            <a:p>
              <a:endParaRPr lang="en-CR"/>
            </a:p>
          </p:txBody>
        </p:sp>
        <p:sp>
          <p:nvSpPr>
            <p:cNvPr id="237" name="Freeform 236">
              <a:extLst>
                <a:ext uri="{FF2B5EF4-FFF2-40B4-BE49-F238E27FC236}">
                  <a16:creationId xmlns:a16="http://schemas.microsoft.com/office/drawing/2014/main" id="{B294AA10-63E6-3621-AF8F-1F492E99A0FF}"/>
                </a:ext>
              </a:extLst>
            </p:cNvPr>
            <p:cNvSpPr/>
            <p:nvPr/>
          </p:nvSpPr>
          <p:spPr>
            <a:xfrm>
              <a:off x="6834764" y="1270069"/>
              <a:ext cx="288439" cy="468106"/>
            </a:xfrm>
            <a:custGeom>
              <a:avLst/>
              <a:gdLst>
                <a:gd name="connsiteX0" fmla="*/ 89759 w 288439"/>
                <a:gd name="connsiteY0" fmla="*/ 352554 h 468106"/>
                <a:gd name="connsiteX1" fmla="*/ 89759 w 288439"/>
                <a:gd name="connsiteY1" fmla="*/ 434249 h 468106"/>
                <a:gd name="connsiteX2" fmla="*/ 114132 w 288439"/>
                <a:gd name="connsiteY2" fmla="*/ 434249 h 468106"/>
                <a:gd name="connsiteX3" fmla="*/ 147918 w 288439"/>
                <a:gd name="connsiteY3" fmla="*/ 468106 h 468106"/>
                <a:gd name="connsiteX4" fmla="*/ 181703 w 288439"/>
                <a:gd name="connsiteY4" fmla="*/ 434249 h 468106"/>
                <a:gd name="connsiteX5" fmla="*/ 181703 w 288439"/>
                <a:gd name="connsiteY5" fmla="*/ 434249 h 468106"/>
                <a:gd name="connsiteX6" fmla="*/ 203723 w 288439"/>
                <a:gd name="connsiteY6" fmla="*/ 434249 h 468106"/>
                <a:gd name="connsiteX7" fmla="*/ 203723 w 288439"/>
                <a:gd name="connsiteY7" fmla="*/ 352722 h 468106"/>
                <a:gd name="connsiteX8" fmla="*/ 240702 w 288439"/>
                <a:gd name="connsiteY8" fmla="*/ 264457 h 468106"/>
                <a:gd name="connsiteX9" fmla="*/ 288439 w 288439"/>
                <a:gd name="connsiteY9" fmla="*/ 142335 h 468106"/>
                <a:gd name="connsiteX10" fmla="*/ 144220 w 288439"/>
                <a:gd name="connsiteY10" fmla="*/ 0 h 468106"/>
                <a:gd name="connsiteX11" fmla="*/ 0 w 288439"/>
                <a:gd name="connsiteY11" fmla="*/ 142335 h 468106"/>
                <a:gd name="connsiteX12" fmla="*/ 47737 w 288439"/>
                <a:gd name="connsiteY12" fmla="*/ 264626 h 468106"/>
                <a:gd name="connsiteX13" fmla="*/ 47737 w 288439"/>
                <a:gd name="connsiteY13" fmla="*/ 264626 h 468106"/>
                <a:gd name="connsiteX14" fmla="*/ 89927 w 288439"/>
                <a:gd name="connsiteY14" fmla="*/ 352722 h 4681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88439" h="468106">
                  <a:moveTo>
                    <a:pt x="89759" y="352554"/>
                  </a:moveTo>
                  <a:lnTo>
                    <a:pt x="89759" y="434249"/>
                  </a:lnTo>
                  <a:lnTo>
                    <a:pt x="114132" y="434249"/>
                  </a:lnTo>
                  <a:cubicBezTo>
                    <a:pt x="114132" y="452946"/>
                    <a:pt x="129260" y="468106"/>
                    <a:pt x="147918" y="468106"/>
                  </a:cubicBezTo>
                  <a:cubicBezTo>
                    <a:pt x="166575" y="468106"/>
                    <a:pt x="181703" y="452946"/>
                    <a:pt x="181703" y="434249"/>
                  </a:cubicBezTo>
                  <a:lnTo>
                    <a:pt x="181703" y="434249"/>
                  </a:lnTo>
                  <a:lnTo>
                    <a:pt x="203723" y="434249"/>
                  </a:lnTo>
                  <a:lnTo>
                    <a:pt x="203723" y="352722"/>
                  </a:lnTo>
                  <a:cubicBezTo>
                    <a:pt x="203723" y="313475"/>
                    <a:pt x="240702" y="264457"/>
                    <a:pt x="240702" y="264457"/>
                  </a:cubicBezTo>
                  <a:cubicBezTo>
                    <a:pt x="269950" y="230432"/>
                    <a:pt x="288439" y="184278"/>
                    <a:pt x="288439" y="142335"/>
                  </a:cubicBezTo>
                  <a:cubicBezTo>
                    <a:pt x="288439" y="63840"/>
                    <a:pt x="223894" y="0"/>
                    <a:pt x="144220" y="0"/>
                  </a:cubicBezTo>
                  <a:cubicBezTo>
                    <a:pt x="64546" y="0"/>
                    <a:pt x="0" y="63672"/>
                    <a:pt x="0" y="142335"/>
                  </a:cubicBezTo>
                  <a:cubicBezTo>
                    <a:pt x="0" y="184278"/>
                    <a:pt x="18490" y="230600"/>
                    <a:pt x="47737" y="264626"/>
                  </a:cubicBezTo>
                  <a:lnTo>
                    <a:pt x="47737" y="264626"/>
                  </a:lnTo>
                  <a:cubicBezTo>
                    <a:pt x="47737" y="264626"/>
                    <a:pt x="89927" y="313475"/>
                    <a:pt x="89927" y="352722"/>
                  </a:cubicBezTo>
                </a:path>
              </a:pathLst>
            </a:custGeom>
            <a:noFill/>
            <a:ln w="25400" cap="rnd">
              <a:solidFill>
                <a:schemeClr val="bg1"/>
              </a:solidFill>
              <a:prstDash val="solid"/>
              <a:round/>
            </a:ln>
          </p:spPr>
          <p:txBody>
            <a:bodyPr rtlCol="0" anchor="ctr"/>
            <a:lstStyle/>
            <a:p>
              <a:endParaRPr lang="en-CR"/>
            </a:p>
          </p:txBody>
        </p:sp>
        <p:sp>
          <p:nvSpPr>
            <p:cNvPr id="238" name="Freeform 237">
              <a:extLst>
                <a:ext uri="{FF2B5EF4-FFF2-40B4-BE49-F238E27FC236}">
                  <a16:creationId xmlns:a16="http://schemas.microsoft.com/office/drawing/2014/main" id="{BBF56966-0548-E117-1012-766B12BD2AC0}"/>
                </a:ext>
              </a:extLst>
            </p:cNvPr>
            <p:cNvSpPr/>
            <p:nvPr/>
          </p:nvSpPr>
          <p:spPr>
            <a:xfrm>
              <a:off x="6961671" y="1438514"/>
              <a:ext cx="37987" cy="38236"/>
            </a:xfrm>
            <a:custGeom>
              <a:avLst/>
              <a:gdLst>
                <a:gd name="connsiteX0" fmla="*/ 37988 w 37987"/>
                <a:gd name="connsiteY0" fmla="*/ 0 h 38236"/>
                <a:gd name="connsiteX1" fmla="*/ 0 w 37987"/>
                <a:gd name="connsiteY1" fmla="*/ 38237 h 38236"/>
              </a:gdLst>
              <a:ahLst/>
              <a:cxnLst>
                <a:cxn ang="0">
                  <a:pos x="connsiteX0" y="connsiteY0"/>
                </a:cxn>
                <a:cxn ang="0">
                  <a:pos x="connsiteX1" y="connsiteY1"/>
                </a:cxn>
              </a:cxnLst>
              <a:rect l="l" t="t" r="r" b="b"/>
              <a:pathLst>
                <a:path w="37987" h="38236">
                  <a:moveTo>
                    <a:pt x="37988" y="0"/>
                  </a:moveTo>
                  <a:lnTo>
                    <a:pt x="0" y="38237"/>
                  </a:lnTo>
                </a:path>
              </a:pathLst>
            </a:custGeom>
            <a:ln w="25400" cap="rnd">
              <a:solidFill>
                <a:schemeClr val="bg1"/>
              </a:solidFill>
              <a:prstDash val="solid"/>
              <a:round/>
            </a:ln>
          </p:spPr>
          <p:txBody>
            <a:bodyPr rtlCol="0" anchor="ctr"/>
            <a:lstStyle/>
            <a:p>
              <a:endParaRPr lang="en-CR"/>
            </a:p>
          </p:txBody>
        </p:sp>
        <p:sp>
          <p:nvSpPr>
            <p:cNvPr id="239" name="Freeform 238">
              <a:extLst>
                <a:ext uri="{FF2B5EF4-FFF2-40B4-BE49-F238E27FC236}">
                  <a16:creationId xmlns:a16="http://schemas.microsoft.com/office/drawing/2014/main" id="{97E856CE-65F5-EC38-5144-4C1207575AC5}"/>
                </a:ext>
              </a:extLst>
            </p:cNvPr>
            <p:cNvSpPr/>
            <p:nvPr/>
          </p:nvSpPr>
          <p:spPr>
            <a:xfrm>
              <a:off x="7009744" y="1438514"/>
              <a:ext cx="37987" cy="38236"/>
            </a:xfrm>
            <a:custGeom>
              <a:avLst/>
              <a:gdLst>
                <a:gd name="connsiteX0" fmla="*/ 37988 w 37987"/>
                <a:gd name="connsiteY0" fmla="*/ 0 h 38236"/>
                <a:gd name="connsiteX1" fmla="*/ 0 w 37987"/>
                <a:gd name="connsiteY1" fmla="*/ 38237 h 38236"/>
              </a:gdLst>
              <a:ahLst/>
              <a:cxnLst>
                <a:cxn ang="0">
                  <a:pos x="connsiteX0" y="connsiteY0"/>
                </a:cxn>
                <a:cxn ang="0">
                  <a:pos x="connsiteX1" y="connsiteY1"/>
                </a:cxn>
              </a:cxnLst>
              <a:rect l="l" t="t" r="r" b="b"/>
              <a:pathLst>
                <a:path w="37987" h="38236">
                  <a:moveTo>
                    <a:pt x="37988" y="0"/>
                  </a:moveTo>
                  <a:lnTo>
                    <a:pt x="0" y="38237"/>
                  </a:lnTo>
                </a:path>
              </a:pathLst>
            </a:custGeom>
            <a:ln w="25400" cap="rnd">
              <a:solidFill>
                <a:schemeClr val="bg1"/>
              </a:solidFill>
              <a:prstDash val="solid"/>
              <a:round/>
            </a:ln>
          </p:spPr>
          <p:txBody>
            <a:bodyPr rtlCol="0" anchor="ctr"/>
            <a:lstStyle/>
            <a:p>
              <a:endParaRPr lang="en-CR"/>
            </a:p>
          </p:txBody>
        </p:sp>
      </p:grpSp>
      <p:grpSp>
        <p:nvGrpSpPr>
          <p:cNvPr id="240" name="Graphic 226">
            <a:extLst>
              <a:ext uri="{FF2B5EF4-FFF2-40B4-BE49-F238E27FC236}">
                <a16:creationId xmlns:a16="http://schemas.microsoft.com/office/drawing/2014/main" id="{C8169022-89D5-3EDB-FA9F-5FE33CA793EA}"/>
              </a:ext>
            </a:extLst>
          </p:cNvPr>
          <p:cNvGrpSpPr/>
          <p:nvPr/>
        </p:nvGrpSpPr>
        <p:grpSpPr>
          <a:xfrm>
            <a:off x="8176070" y="1207091"/>
            <a:ext cx="550789" cy="486994"/>
            <a:chOff x="7948129" y="1226578"/>
            <a:chExt cx="550789" cy="486994"/>
          </a:xfrm>
          <a:noFill/>
        </p:grpSpPr>
        <p:sp>
          <p:nvSpPr>
            <p:cNvPr id="241" name="Freeform 240">
              <a:extLst>
                <a:ext uri="{FF2B5EF4-FFF2-40B4-BE49-F238E27FC236}">
                  <a16:creationId xmlns:a16="http://schemas.microsoft.com/office/drawing/2014/main" id="{517D9B51-F519-1529-8591-73257B0A278C}"/>
                </a:ext>
              </a:extLst>
            </p:cNvPr>
            <p:cNvSpPr/>
            <p:nvPr/>
          </p:nvSpPr>
          <p:spPr>
            <a:xfrm>
              <a:off x="8351473" y="1427143"/>
              <a:ext cx="147445" cy="76392"/>
            </a:xfrm>
            <a:custGeom>
              <a:avLst/>
              <a:gdLst>
                <a:gd name="connsiteX0" fmla="*/ 147446 w 147445"/>
                <a:gd name="connsiteY0" fmla="*/ 0 h 76392"/>
                <a:gd name="connsiteX1" fmla="*/ 75437 w 147445"/>
                <a:gd name="connsiteY1" fmla="*/ 76392 h 76392"/>
                <a:gd name="connsiteX2" fmla="*/ 0 w 147445"/>
                <a:gd name="connsiteY2" fmla="*/ 3656 h 76392"/>
              </a:gdLst>
              <a:ahLst/>
              <a:cxnLst>
                <a:cxn ang="0">
                  <a:pos x="connsiteX0" y="connsiteY0"/>
                </a:cxn>
                <a:cxn ang="0">
                  <a:pos x="connsiteX1" y="connsiteY1"/>
                </a:cxn>
                <a:cxn ang="0">
                  <a:pos x="connsiteX2" y="connsiteY2"/>
                </a:cxn>
              </a:cxnLst>
              <a:rect l="l" t="t" r="r" b="b"/>
              <a:pathLst>
                <a:path w="147445" h="76392">
                  <a:moveTo>
                    <a:pt x="147446" y="0"/>
                  </a:moveTo>
                  <a:lnTo>
                    <a:pt x="75437" y="76392"/>
                  </a:lnTo>
                  <a:lnTo>
                    <a:pt x="0" y="3656"/>
                  </a:lnTo>
                </a:path>
              </a:pathLst>
            </a:custGeom>
            <a:noFill/>
            <a:ln w="25400" cap="rnd">
              <a:solidFill>
                <a:schemeClr val="bg1"/>
              </a:solidFill>
              <a:prstDash val="solid"/>
              <a:round/>
            </a:ln>
          </p:spPr>
          <p:txBody>
            <a:bodyPr rtlCol="0" anchor="ctr"/>
            <a:lstStyle/>
            <a:p>
              <a:endParaRPr lang="en-CR"/>
            </a:p>
          </p:txBody>
        </p:sp>
        <p:sp>
          <p:nvSpPr>
            <p:cNvPr id="242" name="Freeform 241">
              <a:extLst>
                <a:ext uri="{FF2B5EF4-FFF2-40B4-BE49-F238E27FC236}">
                  <a16:creationId xmlns:a16="http://schemas.microsoft.com/office/drawing/2014/main" id="{E6E3C414-2D27-5A0C-481E-1E365C42A0E0}"/>
                </a:ext>
              </a:extLst>
            </p:cNvPr>
            <p:cNvSpPr/>
            <p:nvPr/>
          </p:nvSpPr>
          <p:spPr>
            <a:xfrm>
              <a:off x="7948129" y="1226578"/>
              <a:ext cx="480581" cy="486994"/>
            </a:xfrm>
            <a:custGeom>
              <a:avLst/>
              <a:gdLst>
                <a:gd name="connsiteX0" fmla="*/ 452874 w 480581"/>
                <a:gd name="connsiteY0" fmla="*/ 360277 h 486994"/>
                <a:gd name="connsiteX1" fmla="*/ 212083 w 480581"/>
                <a:gd name="connsiteY1" fmla="*/ 485160 h 486994"/>
                <a:gd name="connsiteX2" fmla="*/ 1773 w 480581"/>
                <a:gd name="connsiteY2" fmla="*/ 214035 h 486994"/>
                <a:gd name="connsiteX3" fmla="*/ 270376 w 480581"/>
                <a:gd name="connsiteY3" fmla="*/ 1791 h 486994"/>
                <a:gd name="connsiteX4" fmla="*/ 478781 w 480581"/>
                <a:gd name="connsiteY4" fmla="*/ 276765 h 48699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80581" h="486994">
                  <a:moveTo>
                    <a:pt x="452874" y="360277"/>
                  </a:moveTo>
                  <a:cubicBezTo>
                    <a:pt x="406964" y="445136"/>
                    <a:pt x="313048" y="497668"/>
                    <a:pt x="212083" y="485160"/>
                  </a:cubicBezTo>
                  <a:cubicBezTo>
                    <a:pt x="79877" y="468996"/>
                    <a:pt x="-14229" y="347577"/>
                    <a:pt x="1773" y="214035"/>
                  </a:cubicBezTo>
                  <a:cubicBezTo>
                    <a:pt x="17965" y="80685"/>
                    <a:pt x="138170" y="-14373"/>
                    <a:pt x="270376" y="1791"/>
                  </a:cubicBezTo>
                  <a:cubicBezTo>
                    <a:pt x="402392" y="18147"/>
                    <a:pt x="494783" y="143415"/>
                    <a:pt x="478781" y="276765"/>
                  </a:cubicBezTo>
                </a:path>
              </a:pathLst>
            </a:custGeom>
            <a:noFill/>
            <a:ln w="25400" cap="rnd">
              <a:solidFill>
                <a:schemeClr val="bg1"/>
              </a:solidFill>
              <a:prstDash val="solid"/>
              <a:round/>
            </a:ln>
          </p:spPr>
          <p:txBody>
            <a:bodyPr rtlCol="0" anchor="ctr"/>
            <a:lstStyle/>
            <a:p>
              <a:endParaRPr lang="en-CR"/>
            </a:p>
          </p:txBody>
        </p:sp>
        <p:sp>
          <p:nvSpPr>
            <p:cNvPr id="243" name="Freeform 242">
              <a:extLst>
                <a:ext uri="{FF2B5EF4-FFF2-40B4-BE49-F238E27FC236}">
                  <a16:creationId xmlns:a16="http://schemas.microsoft.com/office/drawing/2014/main" id="{B6016A0C-E50B-BEEB-8CBB-367FCE65F947}"/>
                </a:ext>
              </a:extLst>
            </p:cNvPr>
            <p:cNvSpPr/>
            <p:nvPr/>
          </p:nvSpPr>
          <p:spPr>
            <a:xfrm>
              <a:off x="8101729" y="1459855"/>
              <a:ext cx="164590" cy="128539"/>
            </a:xfrm>
            <a:custGeom>
              <a:avLst/>
              <a:gdLst>
                <a:gd name="connsiteX0" fmla="*/ 20574 w 164590"/>
                <a:gd name="connsiteY0" fmla="*/ 0 h 128539"/>
                <a:gd name="connsiteX1" fmla="*/ 0 w 164590"/>
                <a:gd name="connsiteY1" fmla="*/ 19435 h 128539"/>
                <a:gd name="connsiteX2" fmla="*/ 9144 w 164590"/>
                <a:gd name="connsiteY2" fmla="*/ 109104 h 128539"/>
                <a:gd name="connsiteX3" fmla="*/ 29718 w 164590"/>
                <a:gd name="connsiteY3" fmla="*/ 128539 h 128539"/>
                <a:gd name="connsiteX4" fmla="*/ 134873 w 164590"/>
                <a:gd name="connsiteY4" fmla="*/ 128539 h 128539"/>
                <a:gd name="connsiteX5" fmla="*/ 155447 w 164590"/>
                <a:gd name="connsiteY5" fmla="*/ 109104 h 128539"/>
                <a:gd name="connsiteX6" fmla="*/ 164591 w 164590"/>
                <a:gd name="connsiteY6" fmla="*/ 19435 h 128539"/>
                <a:gd name="connsiteX7" fmla="*/ 144017 w 164590"/>
                <a:gd name="connsiteY7" fmla="*/ 0 h 128539"/>
                <a:gd name="connsiteX8" fmla="*/ 20764 w 164590"/>
                <a:gd name="connsiteY8" fmla="*/ 0 h 1285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64590" h="128539">
                  <a:moveTo>
                    <a:pt x="20574" y="0"/>
                  </a:moveTo>
                  <a:cubicBezTo>
                    <a:pt x="9334" y="0"/>
                    <a:pt x="0" y="8659"/>
                    <a:pt x="0" y="19435"/>
                  </a:cubicBezTo>
                  <a:lnTo>
                    <a:pt x="9144" y="109104"/>
                  </a:lnTo>
                  <a:cubicBezTo>
                    <a:pt x="9144" y="119880"/>
                    <a:pt x="18288" y="128539"/>
                    <a:pt x="29718" y="128539"/>
                  </a:cubicBezTo>
                  <a:lnTo>
                    <a:pt x="134873" y="128539"/>
                  </a:lnTo>
                  <a:cubicBezTo>
                    <a:pt x="146112" y="128539"/>
                    <a:pt x="155447" y="119880"/>
                    <a:pt x="155447" y="109104"/>
                  </a:cubicBezTo>
                  <a:lnTo>
                    <a:pt x="164591" y="19435"/>
                  </a:lnTo>
                  <a:cubicBezTo>
                    <a:pt x="164591" y="8659"/>
                    <a:pt x="155447" y="0"/>
                    <a:pt x="144017" y="0"/>
                  </a:cubicBezTo>
                  <a:lnTo>
                    <a:pt x="20764" y="0"/>
                  </a:lnTo>
                  <a:close/>
                </a:path>
              </a:pathLst>
            </a:custGeom>
            <a:noFill/>
            <a:ln w="25400" cap="rnd">
              <a:solidFill>
                <a:schemeClr val="bg1"/>
              </a:solidFill>
              <a:prstDash val="solid"/>
              <a:round/>
            </a:ln>
          </p:spPr>
          <p:txBody>
            <a:bodyPr rtlCol="0" anchor="ctr"/>
            <a:lstStyle/>
            <a:p>
              <a:endParaRPr lang="en-CR"/>
            </a:p>
          </p:txBody>
        </p:sp>
        <p:sp>
          <p:nvSpPr>
            <p:cNvPr id="244" name="Freeform 243">
              <a:extLst>
                <a:ext uri="{FF2B5EF4-FFF2-40B4-BE49-F238E27FC236}">
                  <a16:creationId xmlns:a16="http://schemas.microsoft.com/office/drawing/2014/main" id="{B8E13D76-6EE1-BF62-375C-6400D813021F}"/>
                </a:ext>
              </a:extLst>
            </p:cNvPr>
            <p:cNvSpPr/>
            <p:nvPr/>
          </p:nvSpPr>
          <p:spPr>
            <a:xfrm>
              <a:off x="8141734" y="1373649"/>
              <a:ext cx="84200" cy="86205"/>
            </a:xfrm>
            <a:custGeom>
              <a:avLst/>
              <a:gdLst>
                <a:gd name="connsiteX0" fmla="*/ 0 w 84200"/>
                <a:gd name="connsiteY0" fmla="*/ 86206 h 86205"/>
                <a:gd name="connsiteX1" fmla="*/ 0 w 84200"/>
                <a:gd name="connsiteY1" fmla="*/ 42141 h 86205"/>
                <a:gd name="connsiteX2" fmla="*/ 42100 w 84200"/>
                <a:gd name="connsiteY2" fmla="*/ 0 h 86205"/>
                <a:gd name="connsiteX3" fmla="*/ 84200 w 84200"/>
                <a:gd name="connsiteY3" fmla="*/ 42141 h 86205"/>
                <a:gd name="connsiteX4" fmla="*/ 84200 w 84200"/>
                <a:gd name="connsiteY4" fmla="*/ 86206 h 862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4200" h="86205">
                  <a:moveTo>
                    <a:pt x="0" y="86206"/>
                  </a:moveTo>
                  <a:lnTo>
                    <a:pt x="0" y="42141"/>
                  </a:lnTo>
                  <a:cubicBezTo>
                    <a:pt x="0" y="18858"/>
                    <a:pt x="18859" y="0"/>
                    <a:pt x="42100" y="0"/>
                  </a:cubicBezTo>
                  <a:cubicBezTo>
                    <a:pt x="65341" y="0"/>
                    <a:pt x="84200" y="18858"/>
                    <a:pt x="84200" y="42141"/>
                  </a:cubicBezTo>
                  <a:lnTo>
                    <a:pt x="84200" y="86206"/>
                  </a:lnTo>
                </a:path>
              </a:pathLst>
            </a:custGeom>
            <a:noFill/>
            <a:ln w="25400" cap="rnd">
              <a:solidFill>
                <a:schemeClr val="bg1"/>
              </a:solidFill>
              <a:prstDash val="solid"/>
              <a:round/>
            </a:ln>
          </p:spPr>
          <p:txBody>
            <a:bodyPr rtlCol="0" anchor="ctr"/>
            <a:lstStyle/>
            <a:p>
              <a:endParaRPr lang="en-CR"/>
            </a:p>
          </p:txBody>
        </p:sp>
      </p:grpSp>
      <p:grpSp>
        <p:nvGrpSpPr>
          <p:cNvPr id="245" name="Graphic 250">
            <a:extLst>
              <a:ext uri="{FF2B5EF4-FFF2-40B4-BE49-F238E27FC236}">
                <a16:creationId xmlns:a16="http://schemas.microsoft.com/office/drawing/2014/main" id="{36292330-3E1C-D3EE-B2A5-930C72199632}"/>
              </a:ext>
            </a:extLst>
          </p:cNvPr>
          <p:cNvGrpSpPr/>
          <p:nvPr/>
        </p:nvGrpSpPr>
        <p:grpSpPr>
          <a:xfrm>
            <a:off x="5829131" y="2278123"/>
            <a:ext cx="543710" cy="286004"/>
            <a:chOff x="9134616" y="1404096"/>
            <a:chExt cx="543710" cy="286004"/>
          </a:xfrm>
          <a:noFill/>
        </p:grpSpPr>
        <p:sp>
          <p:nvSpPr>
            <p:cNvPr id="246" name="Freeform 245">
              <a:extLst>
                <a:ext uri="{FF2B5EF4-FFF2-40B4-BE49-F238E27FC236}">
                  <a16:creationId xmlns:a16="http://schemas.microsoft.com/office/drawing/2014/main" id="{7046A9BF-66E7-04B1-CA9D-A0529AEB72D7}"/>
                </a:ext>
              </a:extLst>
            </p:cNvPr>
            <p:cNvSpPr/>
            <p:nvPr/>
          </p:nvSpPr>
          <p:spPr>
            <a:xfrm>
              <a:off x="9457555" y="1573278"/>
              <a:ext cx="51053" cy="41257"/>
            </a:xfrm>
            <a:custGeom>
              <a:avLst/>
              <a:gdLst>
                <a:gd name="connsiteX0" fmla="*/ 51054 w 51053"/>
                <a:gd name="connsiteY0" fmla="*/ 41258 h 41257"/>
                <a:gd name="connsiteX1" fmla="*/ 0 w 51053"/>
                <a:gd name="connsiteY1" fmla="*/ 0 h 41257"/>
              </a:gdLst>
              <a:ahLst/>
              <a:cxnLst>
                <a:cxn ang="0">
                  <a:pos x="connsiteX0" y="connsiteY0"/>
                </a:cxn>
                <a:cxn ang="0">
                  <a:pos x="connsiteX1" y="connsiteY1"/>
                </a:cxn>
              </a:cxnLst>
              <a:rect l="l" t="t" r="r" b="b"/>
              <a:pathLst>
                <a:path w="51053" h="41257">
                  <a:moveTo>
                    <a:pt x="51054" y="41258"/>
                  </a:moveTo>
                  <a:lnTo>
                    <a:pt x="0" y="0"/>
                  </a:lnTo>
                </a:path>
              </a:pathLst>
            </a:custGeom>
            <a:ln w="25400" cap="rnd">
              <a:solidFill>
                <a:schemeClr val="bg1"/>
              </a:solidFill>
              <a:prstDash val="solid"/>
              <a:round/>
            </a:ln>
          </p:spPr>
          <p:txBody>
            <a:bodyPr rtlCol="0" anchor="ctr"/>
            <a:lstStyle/>
            <a:p>
              <a:endParaRPr lang="en-CR"/>
            </a:p>
          </p:txBody>
        </p:sp>
        <p:sp>
          <p:nvSpPr>
            <p:cNvPr id="247" name="Freeform 246">
              <a:extLst>
                <a:ext uri="{FF2B5EF4-FFF2-40B4-BE49-F238E27FC236}">
                  <a16:creationId xmlns:a16="http://schemas.microsoft.com/office/drawing/2014/main" id="{A138F7D1-0CE8-2303-1487-AE47A7D45495}"/>
                </a:ext>
              </a:extLst>
            </p:cNvPr>
            <p:cNvSpPr/>
            <p:nvPr/>
          </p:nvSpPr>
          <p:spPr>
            <a:xfrm>
              <a:off x="9420217" y="1606651"/>
              <a:ext cx="41529" cy="32823"/>
            </a:xfrm>
            <a:custGeom>
              <a:avLst/>
              <a:gdLst>
                <a:gd name="connsiteX0" fmla="*/ 41529 w 41529"/>
                <a:gd name="connsiteY0" fmla="*/ 32823 h 32823"/>
                <a:gd name="connsiteX1" fmla="*/ 0 w 41529"/>
                <a:gd name="connsiteY1" fmla="*/ 0 h 32823"/>
              </a:gdLst>
              <a:ahLst/>
              <a:cxnLst>
                <a:cxn ang="0">
                  <a:pos x="connsiteX0" y="connsiteY0"/>
                </a:cxn>
                <a:cxn ang="0">
                  <a:pos x="connsiteX1" y="connsiteY1"/>
                </a:cxn>
              </a:cxnLst>
              <a:rect l="l" t="t" r="r" b="b"/>
              <a:pathLst>
                <a:path w="41529" h="32823">
                  <a:moveTo>
                    <a:pt x="41529" y="32823"/>
                  </a:moveTo>
                  <a:lnTo>
                    <a:pt x="0" y="0"/>
                  </a:lnTo>
                </a:path>
              </a:pathLst>
            </a:custGeom>
            <a:ln w="25400" cap="rnd">
              <a:solidFill>
                <a:schemeClr val="bg1"/>
              </a:solidFill>
              <a:prstDash val="solid"/>
              <a:round/>
            </a:ln>
          </p:spPr>
          <p:txBody>
            <a:bodyPr rtlCol="0" anchor="ctr"/>
            <a:lstStyle/>
            <a:p>
              <a:endParaRPr lang="en-CR"/>
            </a:p>
          </p:txBody>
        </p:sp>
        <p:sp>
          <p:nvSpPr>
            <p:cNvPr id="248" name="Freeform 247">
              <a:extLst>
                <a:ext uri="{FF2B5EF4-FFF2-40B4-BE49-F238E27FC236}">
                  <a16:creationId xmlns:a16="http://schemas.microsoft.com/office/drawing/2014/main" id="{F8D28192-0B6A-9C84-11AF-79FDEF8BFA6F}"/>
                </a:ext>
              </a:extLst>
            </p:cNvPr>
            <p:cNvSpPr/>
            <p:nvPr/>
          </p:nvSpPr>
          <p:spPr>
            <a:xfrm>
              <a:off x="9234861" y="1552924"/>
              <a:ext cx="174194" cy="137176"/>
            </a:xfrm>
            <a:custGeom>
              <a:avLst/>
              <a:gdLst>
                <a:gd name="connsiteX0" fmla="*/ 0 w 174194"/>
                <a:gd name="connsiteY0" fmla="*/ 0 h 137176"/>
                <a:gd name="connsiteX1" fmla="*/ 133922 w 174194"/>
                <a:gd name="connsiteY1" fmla="*/ 129458 h 137176"/>
                <a:gd name="connsiteX2" fmla="*/ 164973 w 174194"/>
                <a:gd name="connsiteY2" fmla="*/ 97919 h 137176"/>
                <a:gd name="connsiteX3" fmla="*/ 146875 w 174194"/>
                <a:gd name="connsiteY3" fmla="*/ 81049 h 137176"/>
              </a:gdLst>
              <a:ahLst/>
              <a:cxnLst>
                <a:cxn ang="0">
                  <a:pos x="connsiteX0" y="connsiteY0"/>
                </a:cxn>
                <a:cxn ang="0">
                  <a:pos x="connsiteX1" y="connsiteY1"/>
                </a:cxn>
                <a:cxn ang="0">
                  <a:pos x="connsiteX2" y="connsiteY2"/>
                </a:cxn>
                <a:cxn ang="0">
                  <a:pos x="connsiteX3" y="connsiteY3"/>
                </a:cxn>
              </a:cxnLst>
              <a:rect l="l" t="t" r="r" b="b"/>
              <a:pathLst>
                <a:path w="174194" h="137176">
                  <a:moveTo>
                    <a:pt x="0" y="0"/>
                  </a:moveTo>
                  <a:cubicBezTo>
                    <a:pt x="14859" y="40891"/>
                    <a:pt x="133922" y="129458"/>
                    <a:pt x="133922" y="129458"/>
                  </a:cubicBezTo>
                  <a:cubicBezTo>
                    <a:pt x="162687" y="152930"/>
                    <a:pt x="188595" y="117173"/>
                    <a:pt x="164973" y="97919"/>
                  </a:cubicBezTo>
                  <a:lnTo>
                    <a:pt x="146875" y="81049"/>
                  </a:lnTo>
                </a:path>
              </a:pathLst>
            </a:custGeom>
            <a:noFill/>
            <a:ln w="25400" cap="rnd">
              <a:solidFill>
                <a:schemeClr val="bg1"/>
              </a:solidFill>
              <a:prstDash val="solid"/>
              <a:round/>
            </a:ln>
          </p:spPr>
          <p:txBody>
            <a:bodyPr rtlCol="0" anchor="ctr"/>
            <a:lstStyle/>
            <a:p>
              <a:endParaRPr lang="en-CR"/>
            </a:p>
          </p:txBody>
        </p:sp>
        <p:sp>
          <p:nvSpPr>
            <p:cNvPr id="249" name="Freeform 248">
              <a:extLst>
                <a:ext uri="{FF2B5EF4-FFF2-40B4-BE49-F238E27FC236}">
                  <a16:creationId xmlns:a16="http://schemas.microsoft.com/office/drawing/2014/main" id="{D13E6B09-1055-0237-F6DE-48FB5E387D0A}"/>
                </a:ext>
              </a:extLst>
            </p:cNvPr>
            <p:cNvSpPr/>
            <p:nvPr/>
          </p:nvSpPr>
          <p:spPr>
            <a:xfrm>
              <a:off x="9318483" y="1416539"/>
              <a:ext cx="233718" cy="265949"/>
            </a:xfrm>
            <a:custGeom>
              <a:avLst/>
              <a:gdLst>
                <a:gd name="connsiteX0" fmla="*/ 63253 w 233718"/>
                <a:gd name="connsiteY0" fmla="*/ 217434 h 265949"/>
                <a:gd name="connsiteX1" fmla="*/ 112593 w 233718"/>
                <a:gd name="connsiteY1" fmla="*/ 258692 h 265949"/>
                <a:gd name="connsiteX2" fmla="*/ 145168 w 233718"/>
                <a:gd name="connsiteY2" fmla="*/ 224952 h 265949"/>
                <a:gd name="connsiteX3" fmla="*/ 157551 w 233718"/>
                <a:gd name="connsiteY3" fmla="*/ 235037 h 265949"/>
                <a:gd name="connsiteX4" fmla="*/ 190317 w 233718"/>
                <a:gd name="connsiteY4" fmla="*/ 197813 h 265949"/>
                <a:gd name="connsiteX5" fmla="*/ 192222 w 233718"/>
                <a:gd name="connsiteY5" fmla="*/ 199464 h 265949"/>
                <a:gd name="connsiteX6" fmla="*/ 224988 w 233718"/>
                <a:gd name="connsiteY6" fmla="*/ 162240 h 265949"/>
                <a:gd name="connsiteX7" fmla="*/ 103068 w 233718"/>
                <a:gd name="connsiteY7" fmla="*/ 66521 h 265949"/>
                <a:gd name="connsiteX8" fmla="*/ 70492 w 233718"/>
                <a:gd name="connsiteY8" fmla="*/ 72756 h 265949"/>
                <a:gd name="connsiteX9" fmla="*/ 9723 w 233718"/>
                <a:gd name="connsiteY9" fmla="*/ 106496 h 265949"/>
                <a:gd name="connsiteX10" fmla="*/ 81922 w 233718"/>
                <a:gd name="connsiteY10" fmla="*/ 875 h 265949"/>
                <a:gd name="connsiteX11" fmla="*/ 193936 w 233718"/>
                <a:gd name="connsiteY11" fmla="*/ 31498 h 265949"/>
                <a:gd name="connsiteX12" fmla="*/ 223464 w 233718"/>
                <a:gd name="connsiteY12" fmla="*/ 22879 h 2659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33718" h="265949">
                  <a:moveTo>
                    <a:pt x="63253" y="217434"/>
                  </a:moveTo>
                  <a:lnTo>
                    <a:pt x="112593" y="258692"/>
                  </a:lnTo>
                  <a:cubicBezTo>
                    <a:pt x="140977" y="281796"/>
                    <a:pt x="168600" y="244022"/>
                    <a:pt x="145168" y="224952"/>
                  </a:cubicBezTo>
                  <a:lnTo>
                    <a:pt x="157551" y="235037"/>
                  </a:lnTo>
                  <a:cubicBezTo>
                    <a:pt x="182316" y="255208"/>
                    <a:pt x="214891" y="217984"/>
                    <a:pt x="190317" y="197813"/>
                  </a:cubicBezTo>
                  <a:lnTo>
                    <a:pt x="192222" y="199464"/>
                  </a:lnTo>
                  <a:cubicBezTo>
                    <a:pt x="216987" y="219634"/>
                    <a:pt x="249562" y="182410"/>
                    <a:pt x="224988" y="162240"/>
                  </a:cubicBezTo>
                  <a:lnTo>
                    <a:pt x="103068" y="66521"/>
                  </a:lnTo>
                  <a:cubicBezTo>
                    <a:pt x="103068" y="66521"/>
                    <a:pt x="79446" y="75140"/>
                    <a:pt x="70492" y="72756"/>
                  </a:cubicBezTo>
                  <a:cubicBezTo>
                    <a:pt x="70492" y="72756"/>
                    <a:pt x="35440" y="124649"/>
                    <a:pt x="9723" y="106496"/>
                  </a:cubicBezTo>
                  <a:cubicBezTo>
                    <a:pt x="-15995" y="88526"/>
                    <a:pt x="9723" y="11694"/>
                    <a:pt x="81922" y="875"/>
                  </a:cubicBezTo>
                  <a:cubicBezTo>
                    <a:pt x="81922" y="875"/>
                    <a:pt x="114307" y="-8110"/>
                    <a:pt x="193936" y="31498"/>
                  </a:cubicBezTo>
                  <a:lnTo>
                    <a:pt x="223464" y="22879"/>
                  </a:lnTo>
                </a:path>
              </a:pathLst>
            </a:custGeom>
            <a:noFill/>
            <a:ln w="25400" cap="rnd">
              <a:solidFill>
                <a:schemeClr val="bg1"/>
              </a:solidFill>
              <a:prstDash val="solid"/>
              <a:round/>
            </a:ln>
          </p:spPr>
          <p:txBody>
            <a:bodyPr rtlCol="0" anchor="ctr"/>
            <a:lstStyle/>
            <a:p>
              <a:endParaRPr lang="en-CR"/>
            </a:p>
          </p:txBody>
        </p:sp>
        <p:sp>
          <p:nvSpPr>
            <p:cNvPr id="250" name="Freeform 249">
              <a:extLst>
                <a:ext uri="{FF2B5EF4-FFF2-40B4-BE49-F238E27FC236}">
                  <a16:creationId xmlns:a16="http://schemas.microsoft.com/office/drawing/2014/main" id="{92C3511D-6CA3-7E69-0702-629E96C3D549}"/>
                </a:ext>
              </a:extLst>
            </p:cNvPr>
            <p:cNvSpPr/>
            <p:nvPr/>
          </p:nvSpPr>
          <p:spPr>
            <a:xfrm>
              <a:off x="9268198" y="1429884"/>
              <a:ext cx="95821" cy="9168"/>
            </a:xfrm>
            <a:custGeom>
              <a:avLst/>
              <a:gdLst>
                <a:gd name="connsiteX0" fmla="*/ 0 w 95821"/>
                <a:gd name="connsiteY0" fmla="*/ 9168 h 9168"/>
                <a:gd name="connsiteX1" fmla="*/ 95822 w 95821"/>
                <a:gd name="connsiteY1" fmla="*/ 0 h 9168"/>
              </a:gdLst>
              <a:ahLst/>
              <a:cxnLst>
                <a:cxn ang="0">
                  <a:pos x="connsiteX0" y="connsiteY0"/>
                </a:cxn>
                <a:cxn ang="0">
                  <a:pos x="connsiteX1" y="connsiteY1"/>
                </a:cxn>
              </a:cxnLst>
              <a:rect l="l" t="t" r="r" b="b"/>
              <a:pathLst>
                <a:path w="95821" h="9168">
                  <a:moveTo>
                    <a:pt x="0" y="9168"/>
                  </a:moveTo>
                  <a:cubicBezTo>
                    <a:pt x="0" y="9168"/>
                    <a:pt x="4191" y="1834"/>
                    <a:pt x="95822" y="0"/>
                  </a:cubicBezTo>
                </a:path>
              </a:pathLst>
            </a:custGeom>
            <a:noFill/>
            <a:ln w="25400" cap="rnd">
              <a:solidFill>
                <a:schemeClr val="bg1"/>
              </a:solidFill>
              <a:prstDash val="solid"/>
              <a:round/>
            </a:ln>
          </p:spPr>
          <p:txBody>
            <a:bodyPr rtlCol="0" anchor="ctr"/>
            <a:lstStyle/>
            <a:p>
              <a:endParaRPr lang="en-CR"/>
            </a:p>
          </p:txBody>
        </p:sp>
        <p:sp>
          <p:nvSpPr>
            <p:cNvPr id="251" name="Freeform 250">
              <a:extLst>
                <a:ext uri="{FF2B5EF4-FFF2-40B4-BE49-F238E27FC236}">
                  <a16:creationId xmlns:a16="http://schemas.microsoft.com/office/drawing/2014/main" id="{90866038-2781-BF2B-23D3-0A577A636679}"/>
                </a:ext>
              </a:extLst>
            </p:cNvPr>
            <p:cNvSpPr/>
            <p:nvPr/>
          </p:nvSpPr>
          <p:spPr>
            <a:xfrm>
              <a:off x="9551090" y="1583547"/>
              <a:ext cx="34671" cy="8735"/>
            </a:xfrm>
            <a:custGeom>
              <a:avLst/>
              <a:gdLst>
                <a:gd name="connsiteX0" fmla="*/ 0 w 34671"/>
                <a:gd name="connsiteY0" fmla="*/ 7518 h 8735"/>
                <a:gd name="connsiteX1" fmla="*/ 34671 w 34671"/>
                <a:gd name="connsiteY1" fmla="*/ 0 h 8735"/>
              </a:gdLst>
              <a:ahLst/>
              <a:cxnLst>
                <a:cxn ang="0">
                  <a:pos x="connsiteX0" y="connsiteY0"/>
                </a:cxn>
                <a:cxn ang="0">
                  <a:pos x="connsiteX1" y="connsiteY1"/>
                </a:cxn>
              </a:cxnLst>
              <a:rect l="l" t="t" r="r" b="b"/>
              <a:pathLst>
                <a:path w="34671" h="8735">
                  <a:moveTo>
                    <a:pt x="0" y="7518"/>
                  </a:moveTo>
                  <a:cubicBezTo>
                    <a:pt x="0" y="7518"/>
                    <a:pt x="22670" y="13203"/>
                    <a:pt x="34671" y="0"/>
                  </a:cubicBezTo>
                </a:path>
              </a:pathLst>
            </a:custGeom>
            <a:noFill/>
            <a:ln w="25400" cap="rnd">
              <a:solidFill>
                <a:schemeClr val="bg1"/>
              </a:solidFill>
              <a:prstDash val="solid"/>
              <a:round/>
            </a:ln>
          </p:spPr>
          <p:txBody>
            <a:bodyPr rtlCol="0" anchor="ctr"/>
            <a:lstStyle/>
            <a:p>
              <a:endParaRPr lang="en-CR"/>
            </a:p>
          </p:txBody>
        </p:sp>
        <p:sp>
          <p:nvSpPr>
            <p:cNvPr id="252" name="Freeform 251">
              <a:extLst>
                <a:ext uri="{FF2B5EF4-FFF2-40B4-BE49-F238E27FC236}">
                  <a16:creationId xmlns:a16="http://schemas.microsoft.com/office/drawing/2014/main" id="{71964BF4-1EC0-69E6-7DF5-AEF9498FF5F5}"/>
                </a:ext>
              </a:extLst>
            </p:cNvPr>
            <p:cNvSpPr/>
            <p:nvPr/>
          </p:nvSpPr>
          <p:spPr>
            <a:xfrm rot="-4451400">
              <a:off x="9110237" y="1458710"/>
              <a:ext cx="185927" cy="86550"/>
            </a:xfrm>
            <a:custGeom>
              <a:avLst/>
              <a:gdLst>
                <a:gd name="connsiteX0" fmla="*/ 166878 w 185927"/>
                <a:gd name="connsiteY0" fmla="*/ 0 h 86550"/>
                <a:gd name="connsiteX1" fmla="*/ 185928 w 185927"/>
                <a:gd name="connsiteY1" fmla="*/ 18337 h 86550"/>
                <a:gd name="connsiteX2" fmla="*/ 185928 w 185927"/>
                <a:gd name="connsiteY2" fmla="*/ 68213 h 86550"/>
                <a:gd name="connsiteX3" fmla="*/ 166878 w 185927"/>
                <a:gd name="connsiteY3" fmla="*/ 86550 h 86550"/>
                <a:gd name="connsiteX4" fmla="*/ 19050 w 185927"/>
                <a:gd name="connsiteY4" fmla="*/ 86550 h 86550"/>
                <a:gd name="connsiteX5" fmla="*/ 0 w 185927"/>
                <a:gd name="connsiteY5" fmla="*/ 68213 h 86550"/>
                <a:gd name="connsiteX6" fmla="*/ 0 w 185927"/>
                <a:gd name="connsiteY6" fmla="*/ 18337 h 86550"/>
                <a:gd name="connsiteX7" fmla="*/ 19050 w 185927"/>
                <a:gd name="connsiteY7" fmla="*/ 0 h 865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5927" h="86550">
                  <a:moveTo>
                    <a:pt x="166878" y="0"/>
                  </a:moveTo>
                  <a:cubicBezTo>
                    <a:pt x="177399" y="0"/>
                    <a:pt x="185928" y="8210"/>
                    <a:pt x="185928" y="18337"/>
                  </a:cubicBezTo>
                  <a:lnTo>
                    <a:pt x="185928" y="68213"/>
                  </a:lnTo>
                  <a:cubicBezTo>
                    <a:pt x="185928" y="78340"/>
                    <a:pt x="177399" y="86550"/>
                    <a:pt x="166878" y="86550"/>
                  </a:cubicBezTo>
                  <a:lnTo>
                    <a:pt x="19050" y="86550"/>
                  </a:lnTo>
                  <a:cubicBezTo>
                    <a:pt x="8529" y="86550"/>
                    <a:pt x="0" y="78340"/>
                    <a:pt x="0" y="68213"/>
                  </a:cubicBezTo>
                  <a:lnTo>
                    <a:pt x="0" y="18337"/>
                  </a:lnTo>
                  <a:cubicBezTo>
                    <a:pt x="0" y="8210"/>
                    <a:pt x="8529" y="0"/>
                    <a:pt x="19050" y="0"/>
                  </a:cubicBezTo>
                  <a:close/>
                </a:path>
              </a:pathLst>
            </a:custGeom>
            <a:noFill/>
            <a:ln w="25400" cap="rnd">
              <a:solidFill>
                <a:schemeClr val="bg1"/>
              </a:solidFill>
              <a:prstDash val="solid"/>
              <a:round/>
            </a:ln>
          </p:spPr>
          <p:txBody>
            <a:bodyPr rtlCol="0" anchor="ctr"/>
            <a:lstStyle/>
            <a:p>
              <a:endParaRPr lang="en-CR"/>
            </a:p>
          </p:txBody>
        </p:sp>
        <p:sp>
          <p:nvSpPr>
            <p:cNvPr id="253" name="Freeform 252">
              <a:extLst>
                <a:ext uri="{FF2B5EF4-FFF2-40B4-BE49-F238E27FC236}">
                  <a16:creationId xmlns:a16="http://schemas.microsoft.com/office/drawing/2014/main" id="{AA097F4A-262B-B239-9386-D5CC5A631479}"/>
                </a:ext>
              </a:extLst>
            </p:cNvPr>
            <p:cNvSpPr/>
            <p:nvPr/>
          </p:nvSpPr>
          <p:spPr>
            <a:xfrm rot="-948600">
              <a:off x="9564783" y="1416914"/>
              <a:ext cx="89915" cy="178967"/>
            </a:xfrm>
            <a:custGeom>
              <a:avLst/>
              <a:gdLst>
                <a:gd name="connsiteX0" fmla="*/ 70866 w 89915"/>
                <a:gd name="connsiteY0" fmla="*/ 0 h 178967"/>
                <a:gd name="connsiteX1" fmla="*/ 89916 w 89915"/>
                <a:gd name="connsiteY1" fmla="*/ 18337 h 178967"/>
                <a:gd name="connsiteX2" fmla="*/ 89916 w 89915"/>
                <a:gd name="connsiteY2" fmla="*/ 160631 h 178967"/>
                <a:gd name="connsiteX3" fmla="*/ 70866 w 89915"/>
                <a:gd name="connsiteY3" fmla="*/ 178968 h 178967"/>
                <a:gd name="connsiteX4" fmla="*/ 19050 w 89915"/>
                <a:gd name="connsiteY4" fmla="*/ 178968 h 178967"/>
                <a:gd name="connsiteX5" fmla="*/ 0 w 89915"/>
                <a:gd name="connsiteY5" fmla="*/ 160631 h 178967"/>
                <a:gd name="connsiteX6" fmla="*/ 0 w 89915"/>
                <a:gd name="connsiteY6" fmla="*/ 18337 h 178967"/>
                <a:gd name="connsiteX7" fmla="*/ 19050 w 89915"/>
                <a:gd name="connsiteY7" fmla="*/ 0 h 1789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9915" h="178967">
                  <a:moveTo>
                    <a:pt x="70866" y="0"/>
                  </a:moveTo>
                  <a:cubicBezTo>
                    <a:pt x="81387" y="0"/>
                    <a:pt x="89916" y="8210"/>
                    <a:pt x="89916" y="18337"/>
                  </a:cubicBezTo>
                  <a:lnTo>
                    <a:pt x="89916" y="160631"/>
                  </a:lnTo>
                  <a:cubicBezTo>
                    <a:pt x="89916" y="170758"/>
                    <a:pt x="81387" y="178968"/>
                    <a:pt x="70866" y="178968"/>
                  </a:cubicBezTo>
                  <a:lnTo>
                    <a:pt x="19050" y="178968"/>
                  </a:lnTo>
                  <a:cubicBezTo>
                    <a:pt x="8529" y="178968"/>
                    <a:pt x="0" y="170758"/>
                    <a:pt x="0" y="160631"/>
                  </a:cubicBezTo>
                  <a:lnTo>
                    <a:pt x="0" y="18337"/>
                  </a:lnTo>
                  <a:cubicBezTo>
                    <a:pt x="0" y="8210"/>
                    <a:pt x="8529" y="0"/>
                    <a:pt x="19050" y="0"/>
                  </a:cubicBezTo>
                  <a:close/>
                </a:path>
              </a:pathLst>
            </a:custGeom>
            <a:noFill/>
            <a:ln w="25400" cap="rnd">
              <a:solidFill>
                <a:schemeClr val="bg1"/>
              </a:solidFill>
              <a:prstDash val="solid"/>
              <a:round/>
            </a:ln>
          </p:spPr>
          <p:txBody>
            <a:bodyPr rtlCol="0" anchor="ctr"/>
            <a:lstStyle/>
            <a:p>
              <a:endParaRPr lang="en-CR"/>
            </a:p>
          </p:txBody>
        </p:sp>
      </p:grpSp>
      <p:grpSp>
        <p:nvGrpSpPr>
          <p:cNvPr id="254" name="Graphic 270">
            <a:extLst>
              <a:ext uri="{FF2B5EF4-FFF2-40B4-BE49-F238E27FC236}">
                <a16:creationId xmlns:a16="http://schemas.microsoft.com/office/drawing/2014/main" id="{A495768E-3115-8AA1-64E7-7B96A0FF71F2}"/>
              </a:ext>
            </a:extLst>
          </p:cNvPr>
          <p:cNvGrpSpPr/>
          <p:nvPr/>
        </p:nvGrpSpPr>
        <p:grpSpPr>
          <a:xfrm>
            <a:off x="9360726" y="1175602"/>
            <a:ext cx="544598" cy="549973"/>
            <a:chOff x="5970587" y="3303587"/>
            <a:chExt cx="544598" cy="549973"/>
          </a:xfrm>
          <a:noFill/>
        </p:grpSpPr>
        <p:sp>
          <p:nvSpPr>
            <p:cNvPr id="255" name="Freeform 254">
              <a:extLst>
                <a:ext uri="{FF2B5EF4-FFF2-40B4-BE49-F238E27FC236}">
                  <a16:creationId xmlns:a16="http://schemas.microsoft.com/office/drawing/2014/main" id="{E7F16580-B0E9-B5E1-E588-F28B10460818}"/>
                </a:ext>
              </a:extLst>
            </p:cNvPr>
            <p:cNvSpPr/>
            <p:nvPr/>
          </p:nvSpPr>
          <p:spPr>
            <a:xfrm>
              <a:off x="6161278" y="3303587"/>
              <a:ext cx="188023" cy="187832"/>
            </a:xfrm>
            <a:custGeom>
              <a:avLst/>
              <a:gdLst>
                <a:gd name="connsiteX0" fmla="*/ 88964 w 188023"/>
                <a:gd name="connsiteY0" fmla="*/ 187833 h 187832"/>
                <a:gd name="connsiteX1" fmla="*/ 0 w 188023"/>
                <a:gd name="connsiteY1" fmla="*/ 93917 h 187832"/>
                <a:gd name="connsiteX2" fmla="*/ 93916 w 188023"/>
                <a:gd name="connsiteY2" fmla="*/ 0 h 187832"/>
                <a:gd name="connsiteX3" fmla="*/ 188023 w 188023"/>
                <a:gd name="connsiteY3" fmla="*/ 94107 h 187832"/>
                <a:gd name="connsiteX4" fmla="*/ 168402 w 188023"/>
                <a:gd name="connsiteY4" fmla="*/ 152972 h 1878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8023" h="187832">
                  <a:moveTo>
                    <a:pt x="88964" y="187833"/>
                  </a:moveTo>
                  <a:cubicBezTo>
                    <a:pt x="39815" y="184785"/>
                    <a:pt x="0" y="143828"/>
                    <a:pt x="0" y="93917"/>
                  </a:cubicBezTo>
                  <a:cubicBezTo>
                    <a:pt x="0" y="44006"/>
                    <a:pt x="42101" y="0"/>
                    <a:pt x="93916" y="0"/>
                  </a:cubicBezTo>
                  <a:cubicBezTo>
                    <a:pt x="145733" y="0"/>
                    <a:pt x="188023" y="42101"/>
                    <a:pt x="188023" y="94107"/>
                  </a:cubicBezTo>
                  <a:cubicBezTo>
                    <a:pt x="188023" y="115824"/>
                    <a:pt x="180785" y="136970"/>
                    <a:pt x="168402" y="152972"/>
                  </a:cubicBezTo>
                </a:path>
              </a:pathLst>
            </a:custGeom>
            <a:noFill/>
            <a:ln w="25400" cap="rnd">
              <a:solidFill>
                <a:schemeClr val="bg1"/>
              </a:solidFill>
              <a:prstDash val="solid"/>
              <a:round/>
            </a:ln>
          </p:spPr>
          <p:txBody>
            <a:bodyPr rtlCol="0" anchor="ctr"/>
            <a:lstStyle/>
            <a:p>
              <a:endParaRPr lang="en-CR"/>
            </a:p>
          </p:txBody>
        </p:sp>
        <p:sp>
          <p:nvSpPr>
            <p:cNvPr id="256" name="Freeform 255">
              <a:extLst>
                <a:ext uri="{FF2B5EF4-FFF2-40B4-BE49-F238E27FC236}">
                  <a16:creationId xmlns:a16="http://schemas.microsoft.com/office/drawing/2014/main" id="{9DDCAAA6-ED27-9CCB-C630-7BA1ECDAEC5D}"/>
                </a:ext>
              </a:extLst>
            </p:cNvPr>
            <p:cNvSpPr/>
            <p:nvPr/>
          </p:nvSpPr>
          <p:spPr>
            <a:xfrm>
              <a:off x="6229477" y="3456178"/>
              <a:ext cx="188213" cy="188213"/>
            </a:xfrm>
            <a:custGeom>
              <a:avLst/>
              <a:gdLst>
                <a:gd name="connsiteX0" fmla="*/ 188214 w 188213"/>
                <a:gd name="connsiteY0" fmla="*/ 94107 h 188213"/>
                <a:gd name="connsiteX1" fmla="*/ 94107 w 188213"/>
                <a:gd name="connsiteY1" fmla="*/ 188214 h 188213"/>
                <a:gd name="connsiteX2" fmla="*/ 0 w 188213"/>
                <a:gd name="connsiteY2" fmla="*/ 94107 h 188213"/>
                <a:gd name="connsiteX3" fmla="*/ 94107 w 188213"/>
                <a:gd name="connsiteY3" fmla="*/ 0 h 188213"/>
                <a:gd name="connsiteX4" fmla="*/ 188214 w 188213"/>
                <a:gd name="connsiteY4" fmla="*/ 94107 h 18821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8213" h="188213">
                  <a:moveTo>
                    <a:pt x="188214" y="94107"/>
                  </a:moveTo>
                  <a:cubicBezTo>
                    <a:pt x="188214" y="146114"/>
                    <a:pt x="146114" y="188214"/>
                    <a:pt x="94107" y="188214"/>
                  </a:cubicBezTo>
                  <a:cubicBezTo>
                    <a:pt x="42100" y="188214"/>
                    <a:pt x="0" y="146114"/>
                    <a:pt x="0" y="94107"/>
                  </a:cubicBezTo>
                  <a:cubicBezTo>
                    <a:pt x="0" y="42101"/>
                    <a:pt x="42100" y="0"/>
                    <a:pt x="94107" y="0"/>
                  </a:cubicBezTo>
                  <a:cubicBezTo>
                    <a:pt x="146114" y="0"/>
                    <a:pt x="188214" y="42101"/>
                    <a:pt x="188214" y="94107"/>
                  </a:cubicBezTo>
                  <a:close/>
                </a:path>
              </a:pathLst>
            </a:custGeom>
            <a:noFill/>
            <a:ln w="25400" cap="rnd">
              <a:solidFill>
                <a:schemeClr val="bg1"/>
              </a:solidFill>
              <a:prstDash val="solid"/>
              <a:round/>
            </a:ln>
          </p:spPr>
          <p:txBody>
            <a:bodyPr rtlCol="0" anchor="ctr"/>
            <a:lstStyle/>
            <a:p>
              <a:endParaRPr lang="en-CR"/>
            </a:p>
          </p:txBody>
        </p:sp>
        <p:sp>
          <p:nvSpPr>
            <p:cNvPr id="257" name="Freeform 256">
              <a:extLst>
                <a:ext uri="{FF2B5EF4-FFF2-40B4-BE49-F238E27FC236}">
                  <a16:creationId xmlns:a16="http://schemas.microsoft.com/office/drawing/2014/main" id="{E7008065-0681-7F4E-9B03-70016C72F789}"/>
                </a:ext>
              </a:extLst>
            </p:cNvPr>
            <p:cNvSpPr/>
            <p:nvPr/>
          </p:nvSpPr>
          <p:spPr>
            <a:xfrm>
              <a:off x="6065837" y="3702340"/>
              <a:ext cx="307375" cy="111015"/>
            </a:xfrm>
            <a:custGeom>
              <a:avLst/>
              <a:gdLst>
                <a:gd name="connsiteX0" fmla="*/ 0 w 307375"/>
                <a:gd name="connsiteY0" fmla="*/ 7965 h 111015"/>
                <a:gd name="connsiteX1" fmla="*/ 155448 w 307375"/>
                <a:gd name="connsiteY1" fmla="*/ 7393 h 111015"/>
                <a:gd name="connsiteX2" fmla="*/ 286322 w 307375"/>
                <a:gd name="connsiteY2" fmla="*/ 48732 h 111015"/>
                <a:gd name="connsiteX3" fmla="*/ 269748 w 307375"/>
                <a:gd name="connsiteY3" fmla="*/ 109501 h 111015"/>
                <a:gd name="connsiteX4" fmla="*/ 132207 w 307375"/>
                <a:gd name="connsiteY4" fmla="*/ 66258 h 11101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7375" h="111015">
                  <a:moveTo>
                    <a:pt x="0" y="7965"/>
                  </a:moveTo>
                  <a:cubicBezTo>
                    <a:pt x="50102" y="535"/>
                    <a:pt x="115443" y="-5180"/>
                    <a:pt x="155448" y="7393"/>
                  </a:cubicBezTo>
                  <a:lnTo>
                    <a:pt x="286322" y="48732"/>
                  </a:lnTo>
                  <a:cubicBezTo>
                    <a:pt x="323660" y="60543"/>
                    <a:pt x="307086" y="121312"/>
                    <a:pt x="269748" y="109501"/>
                  </a:cubicBezTo>
                  <a:lnTo>
                    <a:pt x="132207" y="66258"/>
                  </a:lnTo>
                </a:path>
              </a:pathLst>
            </a:custGeom>
            <a:noFill/>
            <a:ln w="25400" cap="rnd">
              <a:solidFill>
                <a:schemeClr val="bg1"/>
              </a:solidFill>
              <a:prstDash val="solid"/>
              <a:round/>
            </a:ln>
          </p:spPr>
          <p:txBody>
            <a:bodyPr rtlCol="0" anchor="ctr"/>
            <a:lstStyle/>
            <a:p>
              <a:endParaRPr lang="en-CR"/>
            </a:p>
          </p:txBody>
        </p:sp>
        <p:sp>
          <p:nvSpPr>
            <p:cNvPr id="258" name="Freeform 257">
              <a:extLst>
                <a:ext uri="{FF2B5EF4-FFF2-40B4-BE49-F238E27FC236}">
                  <a16:creationId xmlns:a16="http://schemas.microsoft.com/office/drawing/2014/main" id="{A0A41355-899F-C74A-A6C4-214917D1010B}"/>
                </a:ext>
              </a:extLst>
            </p:cNvPr>
            <p:cNvSpPr/>
            <p:nvPr/>
          </p:nvSpPr>
          <p:spPr>
            <a:xfrm>
              <a:off x="6065646" y="3715243"/>
              <a:ext cx="449539" cy="136984"/>
            </a:xfrm>
            <a:custGeom>
              <a:avLst/>
              <a:gdLst>
                <a:gd name="connsiteX0" fmla="*/ 305181 w 449539"/>
                <a:gd name="connsiteY0" fmla="*/ 53355 h 136984"/>
                <a:gd name="connsiteX1" fmla="*/ 407099 w 449539"/>
                <a:gd name="connsiteY1" fmla="*/ 3444 h 136984"/>
                <a:gd name="connsiteX2" fmla="*/ 432245 w 449539"/>
                <a:gd name="connsiteY2" fmla="*/ 60784 h 136984"/>
                <a:gd name="connsiteX3" fmla="*/ 228028 w 449539"/>
                <a:gd name="connsiteY3" fmla="*/ 136984 h 136984"/>
                <a:gd name="connsiteX4" fmla="*/ 71819 w 449539"/>
                <a:gd name="connsiteY4" fmla="*/ 98503 h 136984"/>
                <a:gd name="connsiteX5" fmla="*/ 0 w 449539"/>
                <a:gd name="connsiteY5" fmla="*/ 104790 h 1369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49539" h="136984">
                  <a:moveTo>
                    <a:pt x="305181" y="53355"/>
                  </a:moveTo>
                  <a:lnTo>
                    <a:pt x="407099" y="3444"/>
                  </a:lnTo>
                  <a:cubicBezTo>
                    <a:pt x="444056" y="-14654"/>
                    <a:pt x="467297" y="43639"/>
                    <a:pt x="432245" y="60784"/>
                  </a:cubicBezTo>
                  <a:cubicBezTo>
                    <a:pt x="277368" y="136603"/>
                    <a:pt x="289560" y="136984"/>
                    <a:pt x="228028" y="136984"/>
                  </a:cubicBezTo>
                  <a:cubicBezTo>
                    <a:pt x="192405" y="136984"/>
                    <a:pt x="139446" y="130888"/>
                    <a:pt x="71819" y="98503"/>
                  </a:cubicBezTo>
                  <a:cubicBezTo>
                    <a:pt x="57722" y="91836"/>
                    <a:pt x="28004" y="96789"/>
                    <a:pt x="0" y="104790"/>
                  </a:cubicBezTo>
                </a:path>
              </a:pathLst>
            </a:custGeom>
            <a:noFill/>
            <a:ln w="25400" cap="rnd">
              <a:solidFill>
                <a:schemeClr val="bg1"/>
              </a:solidFill>
              <a:prstDash val="solid"/>
              <a:round/>
            </a:ln>
          </p:spPr>
          <p:txBody>
            <a:bodyPr rtlCol="0" anchor="ctr"/>
            <a:lstStyle/>
            <a:p>
              <a:endParaRPr lang="en-CR"/>
            </a:p>
          </p:txBody>
        </p:sp>
        <p:sp>
          <p:nvSpPr>
            <p:cNvPr id="259" name="Freeform 258">
              <a:extLst>
                <a:ext uri="{FF2B5EF4-FFF2-40B4-BE49-F238E27FC236}">
                  <a16:creationId xmlns:a16="http://schemas.microsoft.com/office/drawing/2014/main" id="{056C9B24-779C-28D9-E1AC-8A0BB32A2D4C}"/>
                </a:ext>
              </a:extLst>
            </p:cNvPr>
            <p:cNvSpPr/>
            <p:nvPr/>
          </p:nvSpPr>
          <p:spPr>
            <a:xfrm>
              <a:off x="5970587" y="3682111"/>
              <a:ext cx="95250" cy="171450"/>
            </a:xfrm>
            <a:custGeom>
              <a:avLst/>
              <a:gdLst>
                <a:gd name="connsiteX0" fmla="*/ 76200 w 95250"/>
                <a:gd name="connsiteY0" fmla="*/ 0 h 171450"/>
                <a:gd name="connsiteX1" fmla="*/ 95250 w 95250"/>
                <a:gd name="connsiteY1" fmla="*/ 19050 h 171450"/>
                <a:gd name="connsiteX2" fmla="*/ 95250 w 95250"/>
                <a:gd name="connsiteY2" fmla="*/ 152400 h 171450"/>
                <a:gd name="connsiteX3" fmla="*/ 76200 w 95250"/>
                <a:gd name="connsiteY3" fmla="*/ 171450 h 171450"/>
                <a:gd name="connsiteX4" fmla="*/ 19050 w 95250"/>
                <a:gd name="connsiteY4" fmla="*/ 171450 h 171450"/>
                <a:gd name="connsiteX5" fmla="*/ 0 w 95250"/>
                <a:gd name="connsiteY5" fmla="*/ 152400 h 171450"/>
                <a:gd name="connsiteX6" fmla="*/ 0 w 95250"/>
                <a:gd name="connsiteY6" fmla="*/ 19050 h 171450"/>
                <a:gd name="connsiteX7" fmla="*/ 19050 w 95250"/>
                <a:gd name="connsiteY7" fmla="*/ 0 h 1714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5250" h="171450">
                  <a:moveTo>
                    <a:pt x="76200" y="0"/>
                  </a:moveTo>
                  <a:cubicBezTo>
                    <a:pt x="86721" y="0"/>
                    <a:pt x="95250" y="8529"/>
                    <a:pt x="95250" y="19050"/>
                  </a:cubicBezTo>
                  <a:lnTo>
                    <a:pt x="95250" y="152400"/>
                  </a:lnTo>
                  <a:cubicBezTo>
                    <a:pt x="95250" y="162921"/>
                    <a:pt x="86721" y="171450"/>
                    <a:pt x="76200" y="171450"/>
                  </a:cubicBezTo>
                  <a:lnTo>
                    <a:pt x="19050" y="171450"/>
                  </a:lnTo>
                  <a:cubicBezTo>
                    <a:pt x="8529" y="171450"/>
                    <a:pt x="0" y="162921"/>
                    <a:pt x="0" y="152400"/>
                  </a:cubicBezTo>
                  <a:lnTo>
                    <a:pt x="0" y="19050"/>
                  </a:lnTo>
                  <a:cubicBezTo>
                    <a:pt x="0" y="8529"/>
                    <a:pt x="8529" y="0"/>
                    <a:pt x="19050" y="0"/>
                  </a:cubicBezTo>
                  <a:close/>
                </a:path>
              </a:pathLst>
            </a:custGeom>
            <a:noFill/>
            <a:ln w="25400" cap="rnd">
              <a:solidFill>
                <a:schemeClr val="bg1"/>
              </a:solidFill>
              <a:prstDash val="solid"/>
              <a:round/>
            </a:ln>
          </p:spPr>
          <p:txBody>
            <a:bodyPr rtlCol="0" anchor="ctr"/>
            <a:lstStyle/>
            <a:p>
              <a:endParaRPr lang="en-CR"/>
            </a:p>
          </p:txBody>
        </p:sp>
      </p:grpSp>
      <p:grpSp>
        <p:nvGrpSpPr>
          <p:cNvPr id="260" name="Graphic 278">
            <a:extLst>
              <a:ext uri="{FF2B5EF4-FFF2-40B4-BE49-F238E27FC236}">
                <a16:creationId xmlns:a16="http://schemas.microsoft.com/office/drawing/2014/main" id="{7DAF2E44-B88F-0405-9CB9-EC34C4C4891F}"/>
              </a:ext>
            </a:extLst>
          </p:cNvPr>
          <p:cNvGrpSpPr/>
          <p:nvPr/>
        </p:nvGrpSpPr>
        <p:grpSpPr>
          <a:xfrm>
            <a:off x="10547052" y="1220130"/>
            <a:ext cx="549402" cy="460916"/>
            <a:chOff x="5970587" y="3322587"/>
            <a:chExt cx="549402" cy="460916"/>
          </a:xfrm>
          <a:noFill/>
        </p:grpSpPr>
        <p:sp>
          <p:nvSpPr>
            <p:cNvPr id="261" name="Freeform 260">
              <a:extLst>
                <a:ext uri="{FF2B5EF4-FFF2-40B4-BE49-F238E27FC236}">
                  <a16:creationId xmlns:a16="http://schemas.microsoft.com/office/drawing/2014/main" id="{CB2A52BF-916B-7F6C-132D-A770390FDE2F}"/>
                </a:ext>
              </a:extLst>
            </p:cNvPr>
            <p:cNvSpPr/>
            <p:nvPr/>
          </p:nvSpPr>
          <p:spPr>
            <a:xfrm>
              <a:off x="5970587" y="3322587"/>
              <a:ext cx="407860" cy="408332"/>
            </a:xfrm>
            <a:custGeom>
              <a:avLst/>
              <a:gdLst>
                <a:gd name="connsiteX0" fmla="*/ 112205 w 407860"/>
                <a:gd name="connsiteY0" fmla="*/ 299748 h 408332"/>
                <a:gd name="connsiteX1" fmla="*/ 0 w 407860"/>
                <a:gd name="connsiteY1" fmla="*/ 151108 h 408332"/>
                <a:gd name="connsiteX2" fmla="*/ 133160 w 407860"/>
                <a:gd name="connsiteY2" fmla="*/ 0 h 408332"/>
                <a:gd name="connsiteX3" fmla="*/ 271272 w 407860"/>
                <a:gd name="connsiteY3" fmla="*/ 0 h 408332"/>
                <a:gd name="connsiteX4" fmla="*/ 407861 w 407860"/>
                <a:gd name="connsiteY4" fmla="*/ 152626 h 408332"/>
                <a:gd name="connsiteX5" fmla="*/ 271272 w 407860"/>
                <a:gd name="connsiteY5" fmla="*/ 304873 h 408332"/>
                <a:gd name="connsiteX6" fmla="*/ 227838 w 407860"/>
                <a:gd name="connsiteY6" fmla="*/ 304873 h 408332"/>
                <a:gd name="connsiteX7" fmla="*/ 112205 w 407860"/>
                <a:gd name="connsiteY7" fmla="*/ 408333 h 408332"/>
                <a:gd name="connsiteX8" fmla="*/ 112205 w 407860"/>
                <a:gd name="connsiteY8" fmla="*/ 299748 h 4083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07860" h="408332">
                  <a:moveTo>
                    <a:pt x="112205" y="299748"/>
                  </a:moveTo>
                  <a:cubicBezTo>
                    <a:pt x="39434" y="287219"/>
                    <a:pt x="0" y="225712"/>
                    <a:pt x="0" y="151108"/>
                  </a:cubicBezTo>
                  <a:cubicBezTo>
                    <a:pt x="0" y="67201"/>
                    <a:pt x="57722" y="0"/>
                    <a:pt x="133160" y="0"/>
                  </a:cubicBezTo>
                  <a:lnTo>
                    <a:pt x="271272" y="0"/>
                  </a:lnTo>
                  <a:cubicBezTo>
                    <a:pt x="346710" y="0"/>
                    <a:pt x="407861" y="68720"/>
                    <a:pt x="407861" y="152626"/>
                  </a:cubicBezTo>
                  <a:cubicBezTo>
                    <a:pt x="407861" y="236533"/>
                    <a:pt x="346710" y="304873"/>
                    <a:pt x="271272" y="304873"/>
                  </a:cubicBezTo>
                  <a:lnTo>
                    <a:pt x="227838" y="304873"/>
                  </a:lnTo>
                  <a:lnTo>
                    <a:pt x="112205" y="408333"/>
                  </a:lnTo>
                  <a:lnTo>
                    <a:pt x="112205" y="299748"/>
                  </a:lnTo>
                  <a:close/>
                </a:path>
              </a:pathLst>
            </a:custGeom>
            <a:noFill/>
            <a:ln w="25400" cap="rnd">
              <a:solidFill>
                <a:schemeClr val="bg1"/>
              </a:solidFill>
              <a:prstDash val="solid"/>
              <a:round/>
            </a:ln>
          </p:spPr>
          <p:txBody>
            <a:bodyPr rtlCol="0" anchor="ctr"/>
            <a:lstStyle/>
            <a:p>
              <a:endParaRPr lang="en-CR"/>
            </a:p>
          </p:txBody>
        </p:sp>
        <p:sp>
          <p:nvSpPr>
            <p:cNvPr id="262" name="Freeform 261">
              <a:extLst>
                <a:ext uri="{FF2B5EF4-FFF2-40B4-BE49-F238E27FC236}">
                  <a16:creationId xmlns:a16="http://schemas.microsoft.com/office/drawing/2014/main" id="{35C0ED46-333E-FCD0-C207-D86D0C0F9383}"/>
                </a:ext>
              </a:extLst>
            </p:cNvPr>
            <p:cNvSpPr/>
            <p:nvPr/>
          </p:nvSpPr>
          <p:spPr>
            <a:xfrm>
              <a:off x="6242050" y="3502170"/>
              <a:ext cx="277939" cy="281333"/>
            </a:xfrm>
            <a:custGeom>
              <a:avLst/>
              <a:gdLst>
                <a:gd name="connsiteX0" fmla="*/ 0 w 277939"/>
                <a:gd name="connsiteY0" fmla="*/ 162688 h 281333"/>
                <a:gd name="connsiteX1" fmla="*/ 83820 w 277939"/>
                <a:gd name="connsiteY1" fmla="*/ 219258 h 281333"/>
                <a:gd name="connsiteX2" fmla="*/ 121349 w 277939"/>
                <a:gd name="connsiteY2" fmla="*/ 219258 h 281333"/>
                <a:gd name="connsiteX3" fmla="*/ 183642 w 277939"/>
                <a:gd name="connsiteY3" fmla="*/ 281334 h 281333"/>
                <a:gd name="connsiteX4" fmla="*/ 183642 w 277939"/>
                <a:gd name="connsiteY4" fmla="*/ 213753 h 281333"/>
                <a:gd name="connsiteX5" fmla="*/ 277940 w 277939"/>
                <a:gd name="connsiteY5" fmla="*/ 106307 h 281333"/>
                <a:gd name="connsiteX6" fmla="*/ 181356 w 277939"/>
                <a:gd name="connsiteY6" fmla="*/ 0 h 2813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77939" h="281333">
                  <a:moveTo>
                    <a:pt x="0" y="162688"/>
                  </a:moveTo>
                  <a:cubicBezTo>
                    <a:pt x="16764" y="194010"/>
                    <a:pt x="48006" y="219258"/>
                    <a:pt x="83820" y="219258"/>
                  </a:cubicBezTo>
                  <a:lnTo>
                    <a:pt x="121349" y="219258"/>
                  </a:lnTo>
                  <a:lnTo>
                    <a:pt x="183642" y="281334"/>
                  </a:lnTo>
                  <a:lnTo>
                    <a:pt x="183642" y="213753"/>
                  </a:lnTo>
                  <a:cubicBezTo>
                    <a:pt x="232220" y="211855"/>
                    <a:pt x="277940" y="164586"/>
                    <a:pt x="277940" y="106307"/>
                  </a:cubicBezTo>
                  <a:cubicBezTo>
                    <a:pt x="277940" y="48028"/>
                    <a:pt x="234887" y="0"/>
                    <a:pt x="181356" y="0"/>
                  </a:cubicBezTo>
                </a:path>
              </a:pathLst>
            </a:custGeom>
            <a:noFill/>
            <a:ln w="25400" cap="rnd">
              <a:solidFill>
                <a:schemeClr val="bg1"/>
              </a:solidFill>
              <a:prstDash val="solid"/>
              <a:round/>
            </a:ln>
          </p:spPr>
          <p:txBody>
            <a:bodyPr rtlCol="0" anchor="ctr"/>
            <a:lstStyle/>
            <a:p>
              <a:endParaRPr lang="en-CR"/>
            </a:p>
          </p:txBody>
        </p:sp>
        <p:sp>
          <p:nvSpPr>
            <p:cNvPr id="263" name="Freeform 262">
              <a:extLst>
                <a:ext uri="{FF2B5EF4-FFF2-40B4-BE49-F238E27FC236}">
                  <a16:creationId xmlns:a16="http://schemas.microsoft.com/office/drawing/2014/main" id="{6EFEECE2-0103-844A-BCDC-D6EEFB36E9E9}"/>
                </a:ext>
              </a:extLst>
            </p:cNvPr>
            <p:cNvSpPr/>
            <p:nvPr/>
          </p:nvSpPr>
          <p:spPr>
            <a:xfrm>
              <a:off x="6082601" y="3418263"/>
              <a:ext cx="190500" cy="18983"/>
            </a:xfrm>
            <a:custGeom>
              <a:avLst/>
              <a:gdLst>
                <a:gd name="connsiteX0" fmla="*/ 0 w 190500"/>
                <a:gd name="connsiteY0" fmla="*/ 0 h 18983"/>
                <a:gd name="connsiteX1" fmla="*/ 190500 w 190500"/>
                <a:gd name="connsiteY1" fmla="*/ 0 h 18983"/>
              </a:gdLst>
              <a:ahLst/>
              <a:cxnLst>
                <a:cxn ang="0">
                  <a:pos x="connsiteX0" y="connsiteY0"/>
                </a:cxn>
                <a:cxn ang="0">
                  <a:pos x="connsiteX1" y="connsiteY1"/>
                </a:cxn>
              </a:cxnLst>
              <a:rect l="l" t="t" r="r" b="b"/>
              <a:pathLst>
                <a:path w="190500" h="18983">
                  <a:moveTo>
                    <a:pt x="0" y="0"/>
                  </a:moveTo>
                  <a:lnTo>
                    <a:pt x="190500" y="0"/>
                  </a:lnTo>
                </a:path>
              </a:pathLst>
            </a:custGeom>
            <a:ln w="25400" cap="rnd">
              <a:solidFill>
                <a:schemeClr val="bg1"/>
              </a:solidFill>
              <a:prstDash val="solid"/>
              <a:round/>
            </a:ln>
          </p:spPr>
          <p:txBody>
            <a:bodyPr rtlCol="0" anchor="ctr"/>
            <a:lstStyle/>
            <a:p>
              <a:endParaRPr lang="en-CR"/>
            </a:p>
          </p:txBody>
        </p:sp>
        <p:sp>
          <p:nvSpPr>
            <p:cNvPr id="264" name="Freeform 263">
              <a:extLst>
                <a:ext uri="{FF2B5EF4-FFF2-40B4-BE49-F238E27FC236}">
                  <a16:creationId xmlns:a16="http://schemas.microsoft.com/office/drawing/2014/main" id="{9F55CB2A-0658-C2D7-0890-B6D1C9D0AD25}"/>
                </a:ext>
              </a:extLst>
            </p:cNvPr>
            <p:cNvSpPr/>
            <p:nvPr/>
          </p:nvSpPr>
          <p:spPr>
            <a:xfrm>
              <a:off x="6082601" y="3475213"/>
              <a:ext cx="190500" cy="18983"/>
            </a:xfrm>
            <a:custGeom>
              <a:avLst/>
              <a:gdLst>
                <a:gd name="connsiteX0" fmla="*/ 0 w 190500"/>
                <a:gd name="connsiteY0" fmla="*/ 0 h 18983"/>
                <a:gd name="connsiteX1" fmla="*/ 190500 w 190500"/>
                <a:gd name="connsiteY1" fmla="*/ 0 h 18983"/>
              </a:gdLst>
              <a:ahLst/>
              <a:cxnLst>
                <a:cxn ang="0">
                  <a:pos x="connsiteX0" y="connsiteY0"/>
                </a:cxn>
                <a:cxn ang="0">
                  <a:pos x="connsiteX1" y="connsiteY1"/>
                </a:cxn>
              </a:cxnLst>
              <a:rect l="l" t="t" r="r" b="b"/>
              <a:pathLst>
                <a:path w="190500" h="18983">
                  <a:moveTo>
                    <a:pt x="0" y="0"/>
                  </a:moveTo>
                  <a:lnTo>
                    <a:pt x="190500" y="0"/>
                  </a:lnTo>
                </a:path>
              </a:pathLst>
            </a:custGeom>
            <a:ln w="25400" cap="rnd">
              <a:solidFill>
                <a:schemeClr val="bg1"/>
              </a:solidFill>
              <a:prstDash val="solid"/>
              <a:round/>
            </a:ln>
          </p:spPr>
          <p:txBody>
            <a:bodyPr rtlCol="0" anchor="ctr"/>
            <a:lstStyle/>
            <a:p>
              <a:endParaRPr lang="en-CR"/>
            </a:p>
          </p:txBody>
        </p:sp>
        <p:sp>
          <p:nvSpPr>
            <p:cNvPr id="265" name="Freeform 264">
              <a:extLst>
                <a:ext uri="{FF2B5EF4-FFF2-40B4-BE49-F238E27FC236}">
                  <a16:creationId xmlns:a16="http://schemas.microsoft.com/office/drawing/2014/main" id="{7D503E5E-E327-F53A-4A94-092CCCA01A67}"/>
                </a:ext>
              </a:extLst>
            </p:cNvPr>
            <p:cNvSpPr/>
            <p:nvPr/>
          </p:nvSpPr>
          <p:spPr>
            <a:xfrm>
              <a:off x="6082601" y="3532164"/>
              <a:ext cx="95440" cy="18983"/>
            </a:xfrm>
            <a:custGeom>
              <a:avLst/>
              <a:gdLst>
                <a:gd name="connsiteX0" fmla="*/ 0 w 95440"/>
                <a:gd name="connsiteY0" fmla="*/ 0 h 18983"/>
                <a:gd name="connsiteX1" fmla="*/ 95441 w 95440"/>
                <a:gd name="connsiteY1" fmla="*/ 0 h 18983"/>
              </a:gdLst>
              <a:ahLst/>
              <a:cxnLst>
                <a:cxn ang="0">
                  <a:pos x="connsiteX0" y="connsiteY0"/>
                </a:cxn>
                <a:cxn ang="0">
                  <a:pos x="connsiteX1" y="connsiteY1"/>
                </a:cxn>
              </a:cxnLst>
              <a:rect l="l" t="t" r="r" b="b"/>
              <a:pathLst>
                <a:path w="95440" h="18983">
                  <a:moveTo>
                    <a:pt x="0" y="0"/>
                  </a:moveTo>
                  <a:lnTo>
                    <a:pt x="95441" y="0"/>
                  </a:lnTo>
                </a:path>
              </a:pathLst>
            </a:custGeom>
            <a:ln w="25400" cap="rnd">
              <a:solidFill>
                <a:schemeClr val="bg1"/>
              </a:solidFill>
              <a:prstDash val="solid"/>
              <a:round/>
            </a:ln>
          </p:spPr>
          <p:txBody>
            <a:bodyPr rtlCol="0" anchor="ctr"/>
            <a:lstStyle/>
            <a:p>
              <a:endParaRPr lang="en-CR"/>
            </a:p>
          </p:txBody>
        </p:sp>
      </p:grpSp>
      <p:grpSp>
        <p:nvGrpSpPr>
          <p:cNvPr id="266" name="Graphic 300">
            <a:extLst>
              <a:ext uri="{FF2B5EF4-FFF2-40B4-BE49-F238E27FC236}">
                <a16:creationId xmlns:a16="http://schemas.microsoft.com/office/drawing/2014/main" id="{44D670D1-8990-6572-5FF9-CFE48314093F}"/>
              </a:ext>
            </a:extLst>
          </p:cNvPr>
          <p:cNvGrpSpPr/>
          <p:nvPr/>
        </p:nvGrpSpPr>
        <p:grpSpPr>
          <a:xfrm>
            <a:off x="4672302" y="2238079"/>
            <a:ext cx="543496" cy="366093"/>
            <a:chOff x="4516627" y="2549074"/>
            <a:chExt cx="543496" cy="366093"/>
          </a:xfrm>
          <a:noFill/>
        </p:grpSpPr>
        <p:sp>
          <p:nvSpPr>
            <p:cNvPr id="267" name="Freeform 266">
              <a:extLst>
                <a:ext uri="{FF2B5EF4-FFF2-40B4-BE49-F238E27FC236}">
                  <a16:creationId xmlns:a16="http://schemas.microsoft.com/office/drawing/2014/main" id="{FA3A3B84-4CD2-1084-2BCA-A91F317D1E8C}"/>
                </a:ext>
              </a:extLst>
            </p:cNvPr>
            <p:cNvSpPr/>
            <p:nvPr/>
          </p:nvSpPr>
          <p:spPr>
            <a:xfrm>
              <a:off x="4516627" y="2549074"/>
              <a:ext cx="240220" cy="365908"/>
            </a:xfrm>
            <a:custGeom>
              <a:avLst/>
              <a:gdLst>
                <a:gd name="connsiteX0" fmla="*/ 240030 w 240220"/>
                <a:gd name="connsiteY0" fmla="*/ 258103 h 365908"/>
                <a:gd name="connsiteX1" fmla="*/ 196025 w 240220"/>
                <a:gd name="connsiteY1" fmla="*/ 225631 h 365908"/>
                <a:gd name="connsiteX2" fmla="*/ 196025 w 240220"/>
                <a:gd name="connsiteY2" fmla="*/ 207076 h 365908"/>
                <a:gd name="connsiteX3" fmla="*/ 223076 w 240220"/>
                <a:gd name="connsiteY3" fmla="*/ 156791 h 365908"/>
                <a:gd name="connsiteX4" fmla="*/ 228791 w 240220"/>
                <a:gd name="connsiteY4" fmla="*/ 113372 h 365908"/>
                <a:gd name="connsiteX5" fmla="*/ 228791 w 240220"/>
                <a:gd name="connsiteY5" fmla="*/ 71994 h 365908"/>
                <a:gd name="connsiteX6" fmla="*/ 152210 w 240220"/>
                <a:gd name="connsiteY6" fmla="*/ 0 h 365908"/>
                <a:gd name="connsiteX7" fmla="*/ 75438 w 240220"/>
                <a:gd name="connsiteY7" fmla="*/ 71994 h 365908"/>
                <a:gd name="connsiteX8" fmla="*/ 75438 w 240220"/>
                <a:gd name="connsiteY8" fmla="*/ 113372 h 365908"/>
                <a:gd name="connsiteX9" fmla="*/ 81153 w 240220"/>
                <a:gd name="connsiteY9" fmla="*/ 156791 h 365908"/>
                <a:gd name="connsiteX10" fmla="*/ 108204 w 240220"/>
                <a:gd name="connsiteY10" fmla="*/ 207076 h 365908"/>
                <a:gd name="connsiteX11" fmla="*/ 108204 w 240220"/>
                <a:gd name="connsiteY11" fmla="*/ 225631 h 365908"/>
                <a:gd name="connsiteX12" fmla="*/ 11621 w 240220"/>
                <a:gd name="connsiteY12" fmla="*/ 289461 h 365908"/>
                <a:gd name="connsiteX13" fmla="*/ 0 w 240220"/>
                <a:gd name="connsiteY13" fmla="*/ 306532 h 365908"/>
                <a:gd name="connsiteX14" fmla="*/ 0 w 240220"/>
                <a:gd name="connsiteY14" fmla="*/ 347353 h 365908"/>
                <a:gd name="connsiteX15" fmla="*/ 19050 w 240220"/>
                <a:gd name="connsiteY15" fmla="*/ 365908 h 365908"/>
                <a:gd name="connsiteX16" fmla="*/ 240221 w 240220"/>
                <a:gd name="connsiteY16" fmla="*/ 365908 h 3659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40220" h="365908">
                  <a:moveTo>
                    <a:pt x="240030" y="258103"/>
                  </a:moveTo>
                  <a:cubicBezTo>
                    <a:pt x="219647" y="247155"/>
                    <a:pt x="205169" y="234723"/>
                    <a:pt x="196025" y="225631"/>
                  </a:cubicBezTo>
                  <a:lnTo>
                    <a:pt x="196025" y="207076"/>
                  </a:lnTo>
                  <a:cubicBezTo>
                    <a:pt x="208026" y="194644"/>
                    <a:pt x="217551" y="177202"/>
                    <a:pt x="223076" y="156791"/>
                  </a:cubicBezTo>
                  <a:cubicBezTo>
                    <a:pt x="236601" y="147143"/>
                    <a:pt x="239840" y="127289"/>
                    <a:pt x="228791" y="113372"/>
                  </a:cubicBezTo>
                  <a:lnTo>
                    <a:pt x="228791" y="71994"/>
                  </a:lnTo>
                  <a:cubicBezTo>
                    <a:pt x="228791" y="29317"/>
                    <a:pt x="205550" y="0"/>
                    <a:pt x="152210" y="0"/>
                  </a:cubicBezTo>
                  <a:cubicBezTo>
                    <a:pt x="98870" y="0"/>
                    <a:pt x="75438" y="29317"/>
                    <a:pt x="75438" y="71994"/>
                  </a:cubicBezTo>
                  <a:lnTo>
                    <a:pt x="75438" y="113372"/>
                  </a:lnTo>
                  <a:cubicBezTo>
                    <a:pt x="64389" y="127289"/>
                    <a:pt x="67628" y="147143"/>
                    <a:pt x="81153" y="156791"/>
                  </a:cubicBezTo>
                  <a:cubicBezTo>
                    <a:pt x="86678" y="177202"/>
                    <a:pt x="96203" y="194644"/>
                    <a:pt x="108204" y="207076"/>
                  </a:cubicBezTo>
                  <a:lnTo>
                    <a:pt x="108204" y="225631"/>
                  </a:lnTo>
                  <a:cubicBezTo>
                    <a:pt x="103251" y="241960"/>
                    <a:pt x="63627" y="267566"/>
                    <a:pt x="11621" y="289461"/>
                  </a:cubicBezTo>
                  <a:cubicBezTo>
                    <a:pt x="4572" y="292430"/>
                    <a:pt x="0" y="299110"/>
                    <a:pt x="0" y="306532"/>
                  </a:cubicBezTo>
                  <a:lnTo>
                    <a:pt x="0" y="347353"/>
                  </a:lnTo>
                  <a:cubicBezTo>
                    <a:pt x="0" y="357559"/>
                    <a:pt x="8573" y="365908"/>
                    <a:pt x="19050" y="365908"/>
                  </a:cubicBezTo>
                  <a:lnTo>
                    <a:pt x="240221" y="365908"/>
                  </a:lnTo>
                </a:path>
              </a:pathLst>
            </a:custGeom>
            <a:noFill/>
            <a:ln w="25400" cap="rnd">
              <a:solidFill>
                <a:schemeClr val="bg1"/>
              </a:solidFill>
              <a:prstDash val="solid"/>
              <a:round/>
            </a:ln>
          </p:spPr>
          <p:txBody>
            <a:bodyPr rtlCol="0" anchor="ctr"/>
            <a:lstStyle/>
            <a:p>
              <a:endParaRPr lang="en-CR"/>
            </a:p>
          </p:txBody>
        </p:sp>
        <p:grpSp>
          <p:nvGrpSpPr>
            <p:cNvPr id="268" name="Graphic 300">
              <a:extLst>
                <a:ext uri="{FF2B5EF4-FFF2-40B4-BE49-F238E27FC236}">
                  <a16:creationId xmlns:a16="http://schemas.microsoft.com/office/drawing/2014/main" id="{4BAB64C6-DC41-6BB8-1717-C70A01062953}"/>
                </a:ext>
              </a:extLst>
            </p:cNvPr>
            <p:cNvGrpSpPr/>
            <p:nvPr/>
          </p:nvGrpSpPr>
          <p:grpSpPr>
            <a:xfrm>
              <a:off x="4797043" y="2590079"/>
              <a:ext cx="263080" cy="325089"/>
              <a:chOff x="4797043" y="2590079"/>
              <a:chExt cx="263080" cy="325089"/>
            </a:xfrm>
            <a:noFill/>
          </p:grpSpPr>
          <p:sp>
            <p:nvSpPr>
              <p:cNvPr id="269" name="Freeform 268">
                <a:extLst>
                  <a:ext uri="{FF2B5EF4-FFF2-40B4-BE49-F238E27FC236}">
                    <a16:creationId xmlns:a16="http://schemas.microsoft.com/office/drawing/2014/main" id="{2E6B1122-0D4B-AA8D-C48E-7955419D92BF}"/>
                  </a:ext>
                </a:extLst>
              </p:cNvPr>
              <p:cNvSpPr/>
              <p:nvPr/>
            </p:nvSpPr>
            <p:spPr>
              <a:xfrm>
                <a:off x="4865623" y="2590079"/>
                <a:ext cx="194500" cy="325089"/>
              </a:xfrm>
              <a:custGeom>
                <a:avLst/>
                <a:gdLst>
                  <a:gd name="connsiteX0" fmla="*/ 62865 w 194500"/>
                  <a:gd name="connsiteY0" fmla="*/ 325090 h 325089"/>
                  <a:gd name="connsiteX1" fmla="*/ 175451 w 194500"/>
                  <a:gd name="connsiteY1" fmla="*/ 325090 h 325089"/>
                  <a:gd name="connsiteX2" fmla="*/ 194501 w 194500"/>
                  <a:gd name="connsiteY2" fmla="*/ 306535 h 325089"/>
                  <a:gd name="connsiteX3" fmla="*/ 194501 w 194500"/>
                  <a:gd name="connsiteY3" fmla="*/ 276846 h 325089"/>
                  <a:gd name="connsiteX4" fmla="*/ 178499 w 194500"/>
                  <a:gd name="connsiteY4" fmla="*/ 258662 h 325089"/>
                  <a:gd name="connsiteX5" fmla="*/ 95631 w 194500"/>
                  <a:gd name="connsiteY5" fmla="*/ 245302 h 325089"/>
                  <a:gd name="connsiteX6" fmla="*/ 95631 w 194500"/>
                  <a:gd name="connsiteY6" fmla="*/ 202440 h 325089"/>
                  <a:gd name="connsiteX7" fmla="*/ 172022 w 194500"/>
                  <a:gd name="connsiteY7" fmla="*/ 185369 h 325089"/>
                  <a:gd name="connsiteX8" fmla="*/ 141923 w 194500"/>
                  <a:gd name="connsiteY8" fmla="*/ 85913 h 325089"/>
                  <a:gd name="connsiteX9" fmla="*/ 0 w 194500"/>
                  <a:gd name="connsiteY9" fmla="*/ 18929 h 3250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94500" h="325089">
                    <a:moveTo>
                      <a:pt x="62865" y="325090"/>
                    </a:moveTo>
                    <a:lnTo>
                      <a:pt x="175451" y="325090"/>
                    </a:lnTo>
                    <a:cubicBezTo>
                      <a:pt x="185928" y="325090"/>
                      <a:pt x="194501" y="316740"/>
                      <a:pt x="194501" y="306535"/>
                    </a:cubicBezTo>
                    <a:lnTo>
                      <a:pt x="194501" y="276846"/>
                    </a:lnTo>
                    <a:cubicBezTo>
                      <a:pt x="194501" y="267754"/>
                      <a:pt x="187643" y="260147"/>
                      <a:pt x="178499" y="258662"/>
                    </a:cubicBezTo>
                    <a:lnTo>
                      <a:pt x="95631" y="245302"/>
                    </a:lnTo>
                    <a:lnTo>
                      <a:pt x="95631" y="202440"/>
                    </a:lnTo>
                    <a:cubicBezTo>
                      <a:pt x="150304" y="202440"/>
                      <a:pt x="172022" y="185369"/>
                      <a:pt x="172022" y="185369"/>
                    </a:cubicBezTo>
                    <a:cubicBezTo>
                      <a:pt x="153543" y="167371"/>
                      <a:pt x="141923" y="85913"/>
                      <a:pt x="141923" y="85913"/>
                    </a:cubicBezTo>
                    <a:cubicBezTo>
                      <a:pt x="133541" y="9652"/>
                      <a:pt x="55245" y="-24119"/>
                      <a:pt x="0" y="18929"/>
                    </a:cubicBezTo>
                  </a:path>
                </a:pathLst>
              </a:custGeom>
              <a:noFill/>
              <a:ln w="25400" cap="rnd">
                <a:solidFill>
                  <a:schemeClr val="bg1"/>
                </a:solidFill>
                <a:prstDash val="solid"/>
                <a:round/>
              </a:ln>
            </p:spPr>
            <p:txBody>
              <a:bodyPr rtlCol="0" anchor="ctr"/>
              <a:lstStyle/>
              <a:p>
                <a:endParaRPr lang="en-CR"/>
              </a:p>
            </p:txBody>
          </p:sp>
          <p:sp>
            <p:nvSpPr>
              <p:cNvPr id="270" name="Freeform 269">
                <a:extLst>
                  <a:ext uri="{FF2B5EF4-FFF2-40B4-BE49-F238E27FC236}">
                    <a16:creationId xmlns:a16="http://schemas.microsoft.com/office/drawing/2014/main" id="{C1D9146E-146E-AD6A-3507-0B93AD030F4C}"/>
                  </a:ext>
                </a:extLst>
              </p:cNvPr>
              <p:cNvSpPr/>
              <p:nvPr/>
            </p:nvSpPr>
            <p:spPr>
              <a:xfrm>
                <a:off x="4797043" y="2591272"/>
                <a:ext cx="176403" cy="240026"/>
              </a:xfrm>
              <a:custGeom>
                <a:avLst/>
                <a:gdLst>
                  <a:gd name="connsiteX0" fmla="*/ 76391 w 176403"/>
                  <a:gd name="connsiteY0" fmla="*/ 240027 h 240026"/>
                  <a:gd name="connsiteX1" fmla="*/ 76391 w 176403"/>
                  <a:gd name="connsiteY1" fmla="*/ 201247 h 240026"/>
                  <a:gd name="connsiteX2" fmla="*/ 0 w 176403"/>
                  <a:gd name="connsiteY2" fmla="*/ 184176 h 240026"/>
                  <a:gd name="connsiteX3" fmla="*/ 30099 w 176403"/>
                  <a:gd name="connsiteY3" fmla="*/ 84720 h 240026"/>
                  <a:gd name="connsiteX4" fmla="*/ 176403 w 176403"/>
                  <a:gd name="connsiteY4" fmla="*/ 18478 h 2400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6403" h="240026">
                    <a:moveTo>
                      <a:pt x="76391" y="240027"/>
                    </a:moveTo>
                    <a:lnTo>
                      <a:pt x="76391" y="201247"/>
                    </a:lnTo>
                    <a:cubicBezTo>
                      <a:pt x="21717" y="201247"/>
                      <a:pt x="0" y="184176"/>
                      <a:pt x="0" y="184176"/>
                    </a:cubicBezTo>
                    <a:cubicBezTo>
                      <a:pt x="18859" y="165621"/>
                      <a:pt x="30099" y="84720"/>
                      <a:pt x="30099" y="84720"/>
                    </a:cubicBezTo>
                    <a:cubicBezTo>
                      <a:pt x="37338" y="12169"/>
                      <a:pt x="121349" y="-24756"/>
                      <a:pt x="176403" y="18478"/>
                    </a:cubicBezTo>
                  </a:path>
                </a:pathLst>
              </a:custGeom>
              <a:noFill/>
              <a:ln w="25400" cap="rnd">
                <a:solidFill>
                  <a:schemeClr val="bg1"/>
                </a:solidFill>
                <a:prstDash val="solid"/>
                <a:round/>
              </a:ln>
            </p:spPr>
            <p:txBody>
              <a:bodyPr rtlCol="0" anchor="ctr"/>
              <a:lstStyle/>
              <a:p>
                <a:endParaRPr lang="en-CR"/>
              </a:p>
            </p:txBody>
          </p:sp>
          <p:sp>
            <p:nvSpPr>
              <p:cNvPr id="271" name="Freeform 270">
                <a:extLst>
                  <a:ext uri="{FF2B5EF4-FFF2-40B4-BE49-F238E27FC236}">
                    <a16:creationId xmlns:a16="http://schemas.microsoft.com/office/drawing/2014/main" id="{76C8DC30-44C0-EC42-BB06-37AA5018A633}"/>
                  </a:ext>
                </a:extLst>
              </p:cNvPr>
              <p:cNvSpPr/>
              <p:nvPr/>
            </p:nvSpPr>
            <p:spPr>
              <a:xfrm>
                <a:off x="4807521" y="2915168"/>
                <a:ext cx="120967" cy="18555"/>
              </a:xfrm>
              <a:custGeom>
                <a:avLst/>
                <a:gdLst>
                  <a:gd name="connsiteX0" fmla="*/ 120967 w 120967"/>
                  <a:gd name="connsiteY0" fmla="*/ 0 h 18555"/>
                  <a:gd name="connsiteX1" fmla="*/ 0 w 120967"/>
                  <a:gd name="connsiteY1" fmla="*/ 0 h 18555"/>
                </a:gdLst>
                <a:ahLst/>
                <a:cxnLst>
                  <a:cxn ang="0">
                    <a:pos x="connsiteX0" y="connsiteY0"/>
                  </a:cxn>
                  <a:cxn ang="0">
                    <a:pos x="connsiteX1" y="connsiteY1"/>
                  </a:cxn>
                </a:cxnLst>
                <a:rect l="l" t="t" r="r" b="b"/>
                <a:pathLst>
                  <a:path w="120967" h="18555">
                    <a:moveTo>
                      <a:pt x="120967" y="0"/>
                    </a:moveTo>
                    <a:lnTo>
                      <a:pt x="0" y="0"/>
                    </a:lnTo>
                  </a:path>
                </a:pathLst>
              </a:custGeom>
              <a:noFill/>
              <a:ln w="25400" cap="rnd">
                <a:solidFill>
                  <a:schemeClr val="bg1"/>
                </a:solidFill>
                <a:prstDash val="solid"/>
                <a:round/>
              </a:ln>
            </p:spPr>
            <p:txBody>
              <a:bodyPr rtlCol="0" anchor="ctr"/>
              <a:lstStyle/>
              <a:p>
                <a:endParaRPr lang="en-CR"/>
              </a:p>
            </p:txBody>
          </p:sp>
        </p:grpSp>
      </p:grpSp>
      <p:grpSp>
        <p:nvGrpSpPr>
          <p:cNvPr id="272" name="Graphic 308">
            <a:extLst>
              <a:ext uri="{FF2B5EF4-FFF2-40B4-BE49-F238E27FC236}">
                <a16:creationId xmlns:a16="http://schemas.microsoft.com/office/drawing/2014/main" id="{6BD256E3-436B-630E-AA99-F37DB09EBEFE}"/>
              </a:ext>
            </a:extLst>
          </p:cNvPr>
          <p:cNvGrpSpPr/>
          <p:nvPr/>
        </p:nvGrpSpPr>
        <p:grpSpPr>
          <a:xfrm>
            <a:off x="7011956" y="2156807"/>
            <a:ext cx="514310" cy="528637"/>
            <a:chOff x="6656451" y="2465109"/>
            <a:chExt cx="514310" cy="528637"/>
          </a:xfrm>
          <a:noFill/>
        </p:grpSpPr>
        <p:sp>
          <p:nvSpPr>
            <p:cNvPr id="273" name="Freeform 272">
              <a:extLst>
                <a:ext uri="{FF2B5EF4-FFF2-40B4-BE49-F238E27FC236}">
                  <a16:creationId xmlns:a16="http://schemas.microsoft.com/office/drawing/2014/main" id="{4E6F0626-F612-CD32-623E-874C42063A52}"/>
                </a:ext>
              </a:extLst>
            </p:cNvPr>
            <p:cNvSpPr/>
            <p:nvPr/>
          </p:nvSpPr>
          <p:spPr>
            <a:xfrm>
              <a:off x="6899720" y="2724761"/>
              <a:ext cx="26010" cy="268985"/>
            </a:xfrm>
            <a:custGeom>
              <a:avLst/>
              <a:gdLst>
                <a:gd name="connsiteX0" fmla="*/ 0 w 26010"/>
                <a:gd name="connsiteY0" fmla="*/ 0 h 268985"/>
                <a:gd name="connsiteX1" fmla="*/ 19812 w 26010"/>
                <a:gd name="connsiteY1" fmla="*/ 113348 h 268985"/>
                <a:gd name="connsiteX2" fmla="*/ 10096 w 26010"/>
                <a:gd name="connsiteY2" fmla="*/ 268986 h 268985"/>
              </a:gdLst>
              <a:ahLst/>
              <a:cxnLst>
                <a:cxn ang="0">
                  <a:pos x="connsiteX0" y="connsiteY0"/>
                </a:cxn>
                <a:cxn ang="0">
                  <a:pos x="connsiteX1" y="connsiteY1"/>
                </a:cxn>
                <a:cxn ang="0">
                  <a:pos x="connsiteX2" y="connsiteY2"/>
                </a:cxn>
              </a:cxnLst>
              <a:rect l="l" t="t" r="r" b="b"/>
              <a:pathLst>
                <a:path w="26010" h="268985">
                  <a:moveTo>
                    <a:pt x="0" y="0"/>
                  </a:moveTo>
                  <a:cubicBezTo>
                    <a:pt x="0" y="0"/>
                    <a:pt x="1524" y="54864"/>
                    <a:pt x="19812" y="113348"/>
                  </a:cubicBezTo>
                  <a:cubicBezTo>
                    <a:pt x="38100" y="171831"/>
                    <a:pt x="10096" y="268986"/>
                    <a:pt x="10096" y="268986"/>
                  </a:cubicBezTo>
                </a:path>
              </a:pathLst>
            </a:custGeom>
            <a:noFill/>
            <a:ln w="25400" cap="rnd">
              <a:solidFill>
                <a:schemeClr val="bg1"/>
              </a:solidFill>
              <a:prstDash val="solid"/>
              <a:round/>
            </a:ln>
          </p:spPr>
          <p:txBody>
            <a:bodyPr rtlCol="0" anchor="ctr"/>
            <a:lstStyle/>
            <a:p>
              <a:endParaRPr lang="en-CR"/>
            </a:p>
          </p:txBody>
        </p:sp>
        <p:sp>
          <p:nvSpPr>
            <p:cNvPr id="274" name="Freeform 273">
              <a:extLst>
                <a:ext uri="{FF2B5EF4-FFF2-40B4-BE49-F238E27FC236}">
                  <a16:creationId xmlns:a16="http://schemas.microsoft.com/office/drawing/2014/main" id="{A9A5CBF7-FAC7-6DF2-4861-EF13B4BB0069}"/>
                </a:ext>
              </a:extLst>
            </p:cNvPr>
            <p:cNvSpPr/>
            <p:nvPr/>
          </p:nvSpPr>
          <p:spPr>
            <a:xfrm>
              <a:off x="6768465" y="2680755"/>
              <a:ext cx="131254" cy="43815"/>
            </a:xfrm>
            <a:custGeom>
              <a:avLst/>
              <a:gdLst>
                <a:gd name="connsiteX0" fmla="*/ 0 w 131254"/>
                <a:gd name="connsiteY0" fmla="*/ 0 h 43815"/>
                <a:gd name="connsiteX1" fmla="*/ 131255 w 131254"/>
                <a:gd name="connsiteY1" fmla="*/ 43815 h 43815"/>
              </a:gdLst>
              <a:ahLst/>
              <a:cxnLst>
                <a:cxn ang="0">
                  <a:pos x="connsiteX0" y="connsiteY0"/>
                </a:cxn>
                <a:cxn ang="0">
                  <a:pos x="connsiteX1" y="connsiteY1"/>
                </a:cxn>
              </a:cxnLst>
              <a:rect l="l" t="t" r="r" b="b"/>
              <a:pathLst>
                <a:path w="131254" h="43815">
                  <a:moveTo>
                    <a:pt x="0" y="0"/>
                  </a:moveTo>
                  <a:cubicBezTo>
                    <a:pt x="0" y="0"/>
                    <a:pt x="99441" y="6096"/>
                    <a:pt x="131255" y="43815"/>
                  </a:cubicBezTo>
                </a:path>
              </a:pathLst>
            </a:custGeom>
            <a:noFill/>
            <a:ln w="25400" cap="rnd">
              <a:solidFill>
                <a:schemeClr val="bg1"/>
              </a:solidFill>
              <a:prstDash val="solid"/>
              <a:round/>
            </a:ln>
          </p:spPr>
          <p:txBody>
            <a:bodyPr rtlCol="0" anchor="ctr"/>
            <a:lstStyle/>
            <a:p>
              <a:endParaRPr lang="en-CR"/>
            </a:p>
          </p:txBody>
        </p:sp>
        <p:sp>
          <p:nvSpPr>
            <p:cNvPr id="275" name="Freeform 274">
              <a:extLst>
                <a:ext uri="{FF2B5EF4-FFF2-40B4-BE49-F238E27FC236}">
                  <a16:creationId xmlns:a16="http://schemas.microsoft.com/office/drawing/2014/main" id="{CF432D36-12F4-61E1-E2C7-7955B959431A}"/>
                </a:ext>
              </a:extLst>
            </p:cNvPr>
            <p:cNvSpPr/>
            <p:nvPr/>
          </p:nvSpPr>
          <p:spPr>
            <a:xfrm>
              <a:off x="6899720" y="2569884"/>
              <a:ext cx="192785" cy="154876"/>
            </a:xfrm>
            <a:custGeom>
              <a:avLst/>
              <a:gdLst>
                <a:gd name="connsiteX0" fmla="*/ 192786 w 192785"/>
                <a:gd name="connsiteY0" fmla="*/ 0 h 154876"/>
                <a:gd name="connsiteX1" fmla="*/ 85534 w 192785"/>
                <a:gd name="connsiteY1" fmla="*/ 63437 h 154876"/>
                <a:gd name="connsiteX2" fmla="*/ 0 w 192785"/>
                <a:gd name="connsiteY2" fmla="*/ 154877 h 154876"/>
              </a:gdLst>
              <a:ahLst/>
              <a:cxnLst>
                <a:cxn ang="0">
                  <a:pos x="connsiteX0" y="connsiteY0"/>
                </a:cxn>
                <a:cxn ang="0">
                  <a:pos x="connsiteX1" y="connsiteY1"/>
                </a:cxn>
                <a:cxn ang="0">
                  <a:pos x="connsiteX2" y="connsiteY2"/>
                </a:cxn>
              </a:cxnLst>
              <a:rect l="l" t="t" r="r" b="b"/>
              <a:pathLst>
                <a:path w="192785" h="154876">
                  <a:moveTo>
                    <a:pt x="192786" y="0"/>
                  </a:moveTo>
                  <a:cubicBezTo>
                    <a:pt x="192786" y="0"/>
                    <a:pt x="141542" y="42863"/>
                    <a:pt x="85534" y="63437"/>
                  </a:cubicBezTo>
                  <a:cubicBezTo>
                    <a:pt x="29527" y="84201"/>
                    <a:pt x="0" y="154877"/>
                    <a:pt x="0" y="154877"/>
                  </a:cubicBezTo>
                </a:path>
              </a:pathLst>
            </a:custGeom>
            <a:noFill/>
            <a:ln w="25400" cap="rnd">
              <a:solidFill>
                <a:schemeClr val="bg1"/>
              </a:solidFill>
              <a:prstDash val="solid"/>
              <a:round/>
            </a:ln>
          </p:spPr>
          <p:txBody>
            <a:bodyPr rtlCol="0" anchor="ctr"/>
            <a:lstStyle/>
            <a:p>
              <a:endParaRPr lang="en-CR"/>
            </a:p>
          </p:txBody>
        </p:sp>
        <p:sp>
          <p:nvSpPr>
            <p:cNvPr id="276" name="Freeform 275">
              <a:extLst>
                <a:ext uri="{FF2B5EF4-FFF2-40B4-BE49-F238E27FC236}">
                  <a16:creationId xmlns:a16="http://schemas.microsoft.com/office/drawing/2014/main" id="{A9898050-7881-C40B-B14B-5D3469F3358C}"/>
                </a:ext>
              </a:extLst>
            </p:cNvPr>
            <p:cNvSpPr/>
            <p:nvPr/>
          </p:nvSpPr>
          <p:spPr>
            <a:xfrm>
              <a:off x="6899720" y="2724761"/>
              <a:ext cx="26010" cy="268985"/>
            </a:xfrm>
            <a:custGeom>
              <a:avLst/>
              <a:gdLst>
                <a:gd name="connsiteX0" fmla="*/ 0 w 26010"/>
                <a:gd name="connsiteY0" fmla="*/ 0 h 268985"/>
                <a:gd name="connsiteX1" fmla="*/ 19812 w 26010"/>
                <a:gd name="connsiteY1" fmla="*/ 113348 h 268985"/>
                <a:gd name="connsiteX2" fmla="*/ 10096 w 26010"/>
                <a:gd name="connsiteY2" fmla="*/ 268986 h 268985"/>
              </a:gdLst>
              <a:ahLst/>
              <a:cxnLst>
                <a:cxn ang="0">
                  <a:pos x="connsiteX0" y="connsiteY0"/>
                </a:cxn>
                <a:cxn ang="0">
                  <a:pos x="connsiteX1" y="connsiteY1"/>
                </a:cxn>
                <a:cxn ang="0">
                  <a:pos x="connsiteX2" y="connsiteY2"/>
                </a:cxn>
              </a:cxnLst>
              <a:rect l="l" t="t" r="r" b="b"/>
              <a:pathLst>
                <a:path w="26010" h="268985">
                  <a:moveTo>
                    <a:pt x="0" y="0"/>
                  </a:moveTo>
                  <a:cubicBezTo>
                    <a:pt x="0" y="0"/>
                    <a:pt x="1524" y="54864"/>
                    <a:pt x="19812" y="113348"/>
                  </a:cubicBezTo>
                  <a:cubicBezTo>
                    <a:pt x="38100" y="171831"/>
                    <a:pt x="10096" y="268986"/>
                    <a:pt x="10096" y="268986"/>
                  </a:cubicBezTo>
                </a:path>
              </a:pathLst>
            </a:custGeom>
            <a:noFill/>
            <a:ln w="25400" cap="rnd">
              <a:solidFill>
                <a:schemeClr val="bg1"/>
              </a:solidFill>
              <a:prstDash val="solid"/>
              <a:round/>
            </a:ln>
          </p:spPr>
          <p:txBody>
            <a:bodyPr rtlCol="0" anchor="ctr"/>
            <a:lstStyle/>
            <a:p>
              <a:endParaRPr lang="en-CR"/>
            </a:p>
          </p:txBody>
        </p:sp>
        <p:sp>
          <p:nvSpPr>
            <p:cNvPr id="277" name="Freeform 276">
              <a:extLst>
                <a:ext uri="{FF2B5EF4-FFF2-40B4-BE49-F238E27FC236}">
                  <a16:creationId xmlns:a16="http://schemas.microsoft.com/office/drawing/2014/main" id="{28263CF4-5732-73C6-210B-5D7AA104CD5F}"/>
                </a:ext>
              </a:extLst>
            </p:cNvPr>
            <p:cNvSpPr/>
            <p:nvPr/>
          </p:nvSpPr>
          <p:spPr>
            <a:xfrm>
              <a:off x="6656451" y="2605745"/>
              <a:ext cx="243268" cy="168198"/>
            </a:xfrm>
            <a:custGeom>
              <a:avLst/>
              <a:gdLst>
                <a:gd name="connsiteX0" fmla="*/ 239268 w 243268"/>
                <a:gd name="connsiteY0" fmla="*/ 71962 h 168198"/>
                <a:gd name="connsiteX1" fmla="*/ 0 w 243268"/>
                <a:gd name="connsiteY1" fmla="*/ 6430 h 168198"/>
                <a:gd name="connsiteX2" fmla="*/ 243269 w 243268"/>
                <a:gd name="connsiteY2" fmla="*/ 119016 h 168198"/>
                <a:gd name="connsiteX3" fmla="*/ 239268 w 243268"/>
                <a:gd name="connsiteY3" fmla="*/ 72153 h 168198"/>
              </a:gdLst>
              <a:ahLst/>
              <a:cxnLst>
                <a:cxn ang="0">
                  <a:pos x="connsiteX0" y="connsiteY0"/>
                </a:cxn>
                <a:cxn ang="0">
                  <a:pos x="connsiteX1" y="connsiteY1"/>
                </a:cxn>
                <a:cxn ang="0">
                  <a:pos x="connsiteX2" y="connsiteY2"/>
                </a:cxn>
                <a:cxn ang="0">
                  <a:pos x="connsiteX3" y="connsiteY3"/>
                </a:cxn>
              </a:cxnLst>
              <a:rect l="l" t="t" r="r" b="b"/>
              <a:pathLst>
                <a:path w="243268" h="168198">
                  <a:moveTo>
                    <a:pt x="239268" y="71962"/>
                  </a:moveTo>
                  <a:cubicBezTo>
                    <a:pt x="205169" y="-30336"/>
                    <a:pt x="0" y="6430"/>
                    <a:pt x="0" y="6430"/>
                  </a:cubicBezTo>
                  <a:cubicBezTo>
                    <a:pt x="0" y="6430"/>
                    <a:pt x="69152" y="276178"/>
                    <a:pt x="243269" y="119016"/>
                  </a:cubicBezTo>
                  <a:cubicBezTo>
                    <a:pt x="243269" y="119016"/>
                    <a:pt x="237554" y="99966"/>
                    <a:pt x="239268" y="72153"/>
                  </a:cubicBezTo>
                  <a:close/>
                </a:path>
              </a:pathLst>
            </a:custGeom>
            <a:noFill/>
            <a:ln w="25400" cap="rnd">
              <a:solidFill>
                <a:schemeClr val="bg1"/>
              </a:solidFill>
              <a:prstDash val="solid"/>
              <a:round/>
            </a:ln>
          </p:spPr>
          <p:txBody>
            <a:bodyPr rtlCol="0" anchor="ctr"/>
            <a:lstStyle/>
            <a:p>
              <a:endParaRPr lang="en-CR"/>
            </a:p>
          </p:txBody>
        </p:sp>
        <p:sp>
          <p:nvSpPr>
            <p:cNvPr id="278" name="Freeform 277">
              <a:extLst>
                <a:ext uri="{FF2B5EF4-FFF2-40B4-BE49-F238E27FC236}">
                  <a16:creationId xmlns:a16="http://schemas.microsoft.com/office/drawing/2014/main" id="{5E1605D9-0739-8BF1-1D45-5AFC02E37D24}"/>
                </a:ext>
              </a:extLst>
            </p:cNvPr>
            <p:cNvSpPr/>
            <p:nvPr/>
          </p:nvSpPr>
          <p:spPr>
            <a:xfrm>
              <a:off x="6895398" y="2465109"/>
              <a:ext cx="275363" cy="295469"/>
            </a:xfrm>
            <a:custGeom>
              <a:avLst/>
              <a:gdLst>
                <a:gd name="connsiteX0" fmla="*/ 273307 w 275363"/>
                <a:gd name="connsiteY0" fmla="*/ 0 h 295469"/>
                <a:gd name="connsiteX1" fmla="*/ 321 w 275363"/>
                <a:gd name="connsiteY1" fmla="*/ 212598 h 295469"/>
                <a:gd name="connsiteX2" fmla="*/ 4321 w 275363"/>
                <a:gd name="connsiteY2" fmla="*/ 259461 h 295469"/>
                <a:gd name="connsiteX3" fmla="*/ 273307 w 275363"/>
                <a:gd name="connsiteY3" fmla="*/ 0 h 295469"/>
              </a:gdLst>
              <a:ahLst/>
              <a:cxnLst>
                <a:cxn ang="0">
                  <a:pos x="connsiteX0" y="connsiteY0"/>
                </a:cxn>
                <a:cxn ang="0">
                  <a:pos x="connsiteX1" y="connsiteY1"/>
                </a:cxn>
                <a:cxn ang="0">
                  <a:pos x="connsiteX2" y="connsiteY2"/>
                </a:cxn>
                <a:cxn ang="0">
                  <a:pos x="connsiteX3" y="connsiteY3"/>
                </a:cxn>
              </a:cxnLst>
              <a:rect l="l" t="t" r="r" b="b"/>
              <a:pathLst>
                <a:path w="275363" h="295469">
                  <a:moveTo>
                    <a:pt x="273307" y="0"/>
                  </a:moveTo>
                  <a:cubicBezTo>
                    <a:pt x="45660" y="41720"/>
                    <a:pt x="4131" y="149924"/>
                    <a:pt x="321" y="212598"/>
                  </a:cubicBezTo>
                  <a:cubicBezTo>
                    <a:pt x="-1394" y="240602"/>
                    <a:pt x="4321" y="259461"/>
                    <a:pt x="4321" y="259461"/>
                  </a:cubicBezTo>
                  <a:cubicBezTo>
                    <a:pt x="316741" y="418338"/>
                    <a:pt x="273307" y="0"/>
                    <a:pt x="273307" y="0"/>
                  </a:cubicBezTo>
                  <a:close/>
                </a:path>
              </a:pathLst>
            </a:custGeom>
            <a:noFill/>
            <a:ln w="25400" cap="rnd">
              <a:solidFill>
                <a:schemeClr val="bg1"/>
              </a:solidFill>
              <a:prstDash val="solid"/>
              <a:round/>
            </a:ln>
          </p:spPr>
          <p:txBody>
            <a:bodyPr rtlCol="0" anchor="ctr"/>
            <a:lstStyle/>
            <a:p>
              <a:endParaRPr lang="en-CR"/>
            </a:p>
          </p:txBody>
        </p:sp>
        <p:sp>
          <p:nvSpPr>
            <p:cNvPr id="279" name="Freeform 278">
              <a:extLst>
                <a:ext uri="{FF2B5EF4-FFF2-40B4-BE49-F238E27FC236}">
                  <a16:creationId xmlns:a16="http://schemas.microsoft.com/office/drawing/2014/main" id="{594AACE3-E897-4502-94AD-70FEC2243BC5}"/>
                </a:ext>
              </a:extLst>
            </p:cNvPr>
            <p:cNvSpPr/>
            <p:nvPr/>
          </p:nvSpPr>
          <p:spPr>
            <a:xfrm>
              <a:off x="6656451" y="2605745"/>
              <a:ext cx="243268" cy="168198"/>
            </a:xfrm>
            <a:custGeom>
              <a:avLst/>
              <a:gdLst>
                <a:gd name="connsiteX0" fmla="*/ 239268 w 243268"/>
                <a:gd name="connsiteY0" fmla="*/ 71962 h 168198"/>
                <a:gd name="connsiteX1" fmla="*/ 0 w 243268"/>
                <a:gd name="connsiteY1" fmla="*/ 6430 h 168198"/>
                <a:gd name="connsiteX2" fmla="*/ 243269 w 243268"/>
                <a:gd name="connsiteY2" fmla="*/ 119016 h 168198"/>
                <a:gd name="connsiteX3" fmla="*/ 239268 w 243268"/>
                <a:gd name="connsiteY3" fmla="*/ 72153 h 168198"/>
              </a:gdLst>
              <a:ahLst/>
              <a:cxnLst>
                <a:cxn ang="0">
                  <a:pos x="connsiteX0" y="connsiteY0"/>
                </a:cxn>
                <a:cxn ang="0">
                  <a:pos x="connsiteX1" y="connsiteY1"/>
                </a:cxn>
                <a:cxn ang="0">
                  <a:pos x="connsiteX2" y="connsiteY2"/>
                </a:cxn>
                <a:cxn ang="0">
                  <a:pos x="connsiteX3" y="connsiteY3"/>
                </a:cxn>
              </a:cxnLst>
              <a:rect l="l" t="t" r="r" b="b"/>
              <a:pathLst>
                <a:path w="243268" h="168198">
                  <a:moveTo>
                    <a:pt x="239268" y="71962"/>
                  </a:moveTo>
                  <a:cubicBezTo>
                    <a:pt x="205169" y="-30336"/>
                    <a:pt x="0" y="6430"/>
                    <a:pt x="0" y="6430"/>
                  </a:cubicBezTo>
                  <a:cubicBezTo>
                    <a:pt x="0" y="6430"/>
                    <a:pt x="69152" y="276178"/>
                    <a:pt x="243269" y="119016"/>
                  </a:cubicBezTo>
                  <a:cubicBezTo>
                    <a:pt x="243269" y="119016"/>
                    <a:pt x="237554" y="99966"/>
                    <a:pt x="239268" y="72153"/>
                  </a:cubicBezTo>
                  <a:close/>
                </a:path>
              </a:pathLst>
            </a:custGeom>
            <a:noFill/>
            <a:ln w="25400" cap="rnd">
              <a:solidFill>
                <a:schemeClr val="bg1"/>
              </a:solidFill>
              <a:prstDash val="solid"/>
              <a:round/>
            </a:ln>
          </p:spPr>
          <p:txBody>
            <a:bodyPr rtlCol="0" anchor="ctr"/>
            <a:lstStyle/>
            <a:p>
              <a:endParaRPr lang="en-CR"/>
            </a:p>
          </p:txBody>
        </p:sp>
        <p:sp>
          <p:nvSpPr>
            <p:cNvPr id="280" name="Freeform 279">
              <a:extLst>
                <a:ext uri="{FF2B5EF4-FFF2-40B4-BE49-F238E27FC236}">
                  <a16:creationId xmlns:a16="http://schemas.microsoft.com/office/drawing/2014/main" id="{36101F06-A2A3-D6AB-7CE8-12C53E89B369}"/>
                </a:ext>
              </a:extLst>
            </p:cNvPr>
            <p:cNvSpPr/>
            <p:nvPr/>
          </p:nvSpPr>
          <p:spPr>
            <a:xfrm>
              <a:off x="6895398" y="2465109"/>
              <a:ext cx="275363" cy="295469"/>
            </a:xfrm>
            <a:custGeom>
              <a:avLst/>
              <a:gdLst>
                <a:gd name="connsiteX0" fmla="*/ 273307 w 275363"/>
                <a:gd name="connsiteY0" fmla="*/ 0 h 295469"/>
                <a:gd name="connsiteX1" fmla="*/ 321 w 275363"/>
                <a:gd name="connsiteY1" fmla="*/ 212598 h 295469"/>
                <a:gd name="connsiteX2" fmla="*/ 4321 w 275363"/>
                <a:gd name="connsiteY2" fmla="*/ 259461 h 295469"/>
                <a:gd name="connsiteX3" fmla="*/ 273307 w 275363"/>
                <a:gd name="connsiteY3" fmla="*/ 0 h 295469"/>
              </a:gdLst>
              <a:ahLst/>
              <a:cxnLst>
                <a:cxn ang="0">
                  <a:pos x="connsiteX0" y="connsiteY0"/>
                </a:cxn>
                <a:cxn ang="0">
                  <a:pos x="connsiteX1" y="connsiteY1"/>
                </a:cxn>
                <a:cxn ang="0">
                  <a:pos x="connsiteX2" y="connsiteY2"/>
                </a:cxn>
                <a:cxn ang="0">
                  <a:pos x="connsiteX3" y="connsiteY3"/>
                </a:cxn>
              </a:cxnLst>
              <a:rect l="l" t="t" r="r" b="b"/>
              <a:pathLst>
                <a:path w="275363" h="295469">
                  <a:moveTo>
                    <a:pt x="273307" y="0"/>
                  </a:moveTo>
                  <a:cubicBezTo>
                    <a:pt x="45660" y="41720"/>
                    <a:pt x="4131" y="149924"/>
                    <a:pt x="321" y="212598"/>
                  </a:cubicBezTo>
                  <a:cubicBezTo>
                    <a:pt x="-1394" y="240602"/>
                    <a:pt x="4321" y="259461"/>
                    <a:pt x="4321" y="259461"/>
                  </a:cubicBezTo>
                  <a:cubicBezTo>
                    <a:pt x="316741" y="418338"/>
                    <a:pt x="273307" y="0"/>
                    <a:pt x="273307" y="0"/>
                  </a:cubicBezTo>
                  <a:close/>
                </a:path>
              </a:pathLst>
            </a:custGeom>
            <a:noFill/>
            <a:ln w="25400" cap="rnd">
              <a:solidFill>
                <a:schemeClr val="bg1"/>
              </a:solidFill>
              <a:prstDash val="solid"/>
              <a:round/>
            </a:ln>
          </p:spPr>
          <p:txBody>
            <a:bodyPr rtlCol="0" anchor="ctr"/>
            <a:lstStyle/>
            <a:p>
              <a:endParaRPr lang="en-CR"/>
            </a:p>
          </p:txBody>
        </p:sp>
      </p:grpSp>
      <p:grpSp>
        <p:nvGrpSpPr>
          <p:cNvPr id="281" name="Graphic 319">
            <a:extLst>
              <a:ext uri="{FF2B5EF4-FFF2-40B4-BE49-F238E27FC236}">
                <a16:creationId xmlns:a16="http://schemas.microsoft.com/office/drawing/2014/main" id="{A29890BE-D393-D0A3-2912-420E57072B8B}"/>
              </a:ext>
            </a:extLst>
          </p:cNvPr>
          <p:cNvGrpSpPr/>
          <p:nvPr/>
        </p:nvGrpSpPr>
        <p:grpSpPr>
          <a:xfrm>
            <a:off x="8175239" y="2186678"/>
            <a:ext cx="552450" cy="468895"/>
            <a:chOff x="7942824" y="2620747"/>
            <a:chExt cx="552450" cy="468895"/>
          </a:xfrm>
          <a:noFill/>
        </p:grpSpPr>
        <p:sp>
          <p:nvSpPr>
            <p:cNvPr id="282" name="Freeform 281">
              <a:extLst>
                <a:ext uri="{FF2B5EF4-FFF2-40B4-BE49-F238E27FC236}">
                  <a16:creationId xmlns:a16="http://schemas.microsoft.com/office/drawing/2014/main" id="{C26C65F9-2BA0-1CB7-4F20-EF8A5D45BEE9}"/>
                </a:ext>
              </a:extLst>
            </p:cNvPr>
            <p:cNvSpPr/>
            <p:nvPr/>
          </p:nvSpPr>
          <p:spPr>
            <a:xfrm>
              <a:off x="8020358" y="2808005"/>
              <a:ext cx="208407" cy="205458"/>
            </a:xfrm>
            <a:custGeom>
              <a:avLst/>
              <a:gdLst>
                <a:gd name="connsiteX0" fmla="*/ 180404 w 208407"/>
                <a:gd name="connsiteY0" fmla="*/ 155735 h 205458"/>
                <a:gd name="connsiteX1" fmla="*/ 130111 w 208407"/>
                <a:gd name="connsiteY1" fmla="*/ 126465 h 205458"/>
                <a:gd name="connsiteX2" fmla="*/ 130111 w 208407"/>
                <a:gd name="connsiteY2" fmla="*/ 116145 h 205458"/>
                <a:gd name="connsiteX3" fmla="*/ 145733 w 208407"/>
                <a:gd name="connsiteY3" fmla="*/ 88000 h 205458"/>
                <a:gd name="connsiteX4" fmla="*/ 148971 w 208407"/>
                <a:gd name="connsiteY4" fmla="*/ 63608 h 205458"/>
                <a:gd name="connsiteX5" fmla="*/ 148971 w 208407"/>
                <a:gd name="connsiteY5" fmla="*/ 40341 h 205458"/>
                <a:gd name="connsiteX6" fmla="*/ 104394 w 208407"/>
                <a:gd name="connsiteY6" fmla="*/ 0 h 205458"/>
                <a:gd name="connsiteX7" fmla="*/ 59817 w 208407"/>
                <a:gd name="connsiteY7" fmla="*/ 40341 h 205458"/>
                <a:gd name="connsiteX8" fmla="*/ 59817 w 208407"/>
                <a:gd name="connsiteY8" fmla="*/ 63608 h 205458"/>
                <a:gd name="connsiteX9" fmla="*/ 63056 w 208407"/>
                <a:gd name="connsiteY9" fmla="*/ 88000 h 205458"/>
                <a:gd name="connsiteX10" fmla="*/ 78676 w 208407"/>
                <a:gd name="connsiteY10" fmla="*/ 116333 h 205458"/>
                <a:gd name="connsiteX11" fmla="*/ 78676 w 208407"/>
                <a:gd name="connsiteY11" fmla="*/ 126652 h 205458"/>
                <a:gd name="connsiteX12" fmla="*/ 28384 w 208407"/>
                <a:gd name="connsiteY12" fmla="*/ 155923 h 205458"/>
                <a:gd name="connsiteX13" fmla="*/ 0 w 208407"/>
                <a:gd name="connsiteY13" fmla="*/ 198141 h 205458"/>
                <a:gd name="connsiteX14" fmla="*/ 0 w 208407"/>
                <a:gd name="connsiteY14" fmla="*/ 198141 h 205458"/>
                <a:gd name="connsiteX15" fmla="*/ 7429 w 208407"/>
                <a:gd name="connsiteY15" fmla="*/ 205458 h 205458"/>
                <a:gd name="connsiteX16" fmla="*/ 200978 w 208407"/>
                <a:gd name="connsiteY16" fmla="*/ 205458 h 205458"/>
                <a:gd name="connsiteX17" fmla="*/ 208407 w 208407"/>
                <a:gd name="connsiteY17" fmla="*/ 198141 h 205458"/>
                <a:gd name="connsiteX18" fmla="*/ 208407 w 208407"/>
                <a:gd name="connsiteY18" fmla="*/ 198141 h 205458"/>
                <a:gd name="connsiteX19" fmla="*/ 180023 w 208407"/>
                <a:gd name="connsiteY19" fmla="*/ 155923 h 2054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208407" h="205458">
                  <a:moveTo>
                    <a:pt x="180404" y="155735"/>
                  </a:moveTo>
                  <a:cubicBezTo>
                    <a:pt x="154877" y="145228"/>
                    <a:pt x="132398" y="134158"/>
                    <a:pt x="130111" y="126465"/>
                  </a:cubicBezTo>
                  <a:lnTo>
                    <a:pt x="130111" y="116145"/>
                  </a:lnTo>
                  <a:cubicBezTo>
                    <a:pt x="137160" y="109202"/>
                    <a:pt x="142494" y="99446"/>
                    <a:pt x="145733" y="88000"/>
                  </a:cubicBezTo>
                  <a:cubicBezTo>
                    <a:pt x="153543" y="82559"/>
                    <a:pt x="155448" y="71488"/>
                    <a:pt x="148971" y="63608"/>
                  </a:cubicBezTo>
                  <a:lnTo>
                    <a:pt x="148971" y="40341"/>
                  </a:lnTo>
                  <a:cubicBezTo>
                    <a:pt x="148971" y="16324"/>
                    <a:pt x="135446" y="0"/>
                    <a:pt x="104394" y="0"/>
                  </a:cubicBezTo>
                  <a:cubicBezTo>
                    <a:pt x="73343" y="0"/>
                    <a:pt x="59817" y="16324"/>
                    <a:pt x="59817" y="40341"/>
                  </a:cubicBezTo>
                  <a:lnTo>
                    <a:pt x="59817" y="63608"/>
                  </a:lnTo>
                  <a:cubicBezTo>
                    <a:pt x="53340" y="71488"/>
                    <a:pt x="55435" y="82559"/>
                    <a:pt x="63056" y="88000"/>
                  </a:cubicBezTo>
                  <a:cubicBezTo>
                    <a:pt x="66294" y="99446"/>
                    <a:pt x="71819" y="109202"/>
                    <a:pt x="78676" y="116333"/>
                  </a:cubicBezTo>
                  <a:lnTo>
                    <a:pt x="78676" y="126652"/>
                  </a:lnTo>
                  <a:cubicBezTo>
                    <a:pt x="76200" y="134158"/>
                    <a:pt x="53721" y="145416"/>
                    <a:pt x="28384" y="155923"/>
                  </a:cubicBezTo>
                  <a:cubicBezTo>
                    <a:pt x="11239" y="163053"/>
                    <a:pt x="0" y="179752"/>
                    <a:pt x="0" y="198141"/>
                  </a:cubicBezTo>
                  <a:lnTo>
                    <a:pt x="0" y="198141"/>
                  </a:lnTo>
                  <a:cubicBezTo>
                    <a:pt x="0" y="202081"/>
                    <a:pt x="3238" y="205458"/>
                    <a:pt x="7429" y="205458"/>
                  </a:cubicBezTo>
                  <a:lnTo>
                    <a:pt x="200978" y="205458"/>
                  </a:lnTo>
                  <a:cubicBezTo>
                    <a:pt x="204978" y="205458"/>
                    <a:pt x="208407" y="202268"/>
                    <a:pt x="208407" y="198141"/>
                  </a:cubicBezTo>
                  <a:lnTo>
                    <a:pt x="208407" y="198141"/>
                  </a:lnTo>
                  <a:cubicBezTo>
                    <a:pt x="208407" y="179752"/>
                    <a:pt x="197358" y="163053"/>
                    <a:pt x="180023" y="155923"/>
                  </a:cubicBezTo>
                  <a:close/>
                </a:path>
              </a:pathLst>
            </a:custGeom>
            <a:noFill/>
            <a:ln w="25400" cap="rnd">
              <a:solidFill>
                <a:schemeClr val="bg1"/>
              </a:solidFill>
              <a:prstDash val="solid"/>
              <a:round/>
            </a:ln>
          </p:spPr>
          <p:txBody>
            <a:bodyPr rtlCol="0" anchor="ctr"/>
            <a:lstStyle/>
            <a:p>
              <a:endParaRPr lang="en-CR"/>
            </a:p>
          </p:txBody>
        </p:sp>
        <p:sp>
          <p:nvSpPr>
            <p:cNvPr id="283" name="Freeform 282">
              <a:extLst>
                <a:ext uri="{FF2B5EF4-FFF2-40B4-BE49-F238E27FC236}">
                  <a16:creationId xmlns:a16="http://schemas.microsoft.com/office/drawing/2014/main" id="{F27733D7-7292-2C28-0CF1-8ACE942D14BF}"/>
                </a:ext>
              </a:extLst>
            </p:cNvPr>
            <p:cNvSpPr/>
            <p:nvPr/>
          </p:nvSpPr>
          <p:spPr>
            <a:xfrm>
              <a:off x="8165800" y="2620747"/>
              <a:ext cx="106943" cy="149168"/>
            </a:xfrm>
            <a:custGeom>
              <a:avLst/>
              <a:gdLst>
                <a:gd name="connsiteX0" fmla="*/ 101255 w 106943"/>
                <a:gd name="connsiteY0" fmla="*/ 7130 h 149168"/>
                <a:gd name="connsiteX1" fmla="*/ 85253 w 106943"/>
                <a:gd name="connsiteY1" fmla="*/ 0 h 149168"/>
                <a:gd name="connsiteX2" fmla="*/ 21436 w 106943"/>
                <a:gd name="connsiteY2" fmla="*/ 0 h 149168"/>
                <a:gd name="connsiteX3" fmla="*/ 5434 w 106943"/>
                <a:gd name="connsiteY3" fmla="*/ 7130 h 149168"/>
                <a:gd name="connsiteX4" fmla="*/ 100 w 106943"/>
                <a:gd name="connsiteY4" fmla="*/ 23829 h 149168"/>
                <a:gd name="connsiteX5" fmla="*/ 12863 w 106943"/>
                <a:gd name="connsiteY5" fmla="*/ 130405 h 149168"/>
                <a:gd name="connsiteX6" fmla="*/ 34199 w 106943"/>
                <a:gd name="connsiteY6" fmla="*/ 149168 h 149168"/>
                <a:gd name="connsiteX7" fmla="*/ 72680 w 106943"/>
                <a:gd name="connsiteY7" fmla="*/ 149168 h 149168"/>
                <a:gd name="connsiteX8" fmla="*/ 94016 w 106943"/>
                <a:gd name="connsiteY8" fmla="*/ 130405 h 149168"/>
                <a:gd name="connsiteX9" fmla="*/ 106779 w 106943"/>
                <a:gd name="connsiteY9" fmla="*/ 23829 h 149168"/>
                <a:gd name="connsiteX10" fmla="*/ 101446 w 106943"/>
                <a:gd name="connsiteY10" fmla="*/ 7130 h 1491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6943" h="149168">
                  <a:moveTo>
                    <a:pt x="101255" y="7130"/>
                  </a:moveTo>
                  <a:cubicBezTo>
                    <a:pt x="97254" y="2627"/>
                    <a:pt x="91349" y="0"/>
                    <a:pt x="85253" y="0"/>
                  </a:cubicBezTo>
                  <a:lnTo>
                    <a:pt x="21436" y="0"/>
                  </a:lnTo>
                  <a:cubicBezTo>
                    <a:pt x="15340" y="0"/>
                    <a:pt x="9434" y="2627"/>
                    <a:pt x="5434" y="7130"/>
                  </a:cubicBezTo>
                  <a:cubicBezTo>
                    <a:pt x="1433" y="11633"/>
                    <a:pt x="-472" y="17638"/>
                    <a:pt x="100" y="23829"/>
                  </a:cubicBezTo>
                  <a:lnTo>
                    <a:pt x="12863" y="130405"/>
                  </a:lnTo>
                  <a:cubicBezTo>
                    <a:pt x="14197" y="141100"/>
                    <a:pt x="23341" y="149168"/>
                    <a:pt x="34199" y="149168"/>
                  </a:cubicBezTo>
                  <a:lnTo>
                    <a:pt x="72680" y="149168"/>
                  </a:lnTo>
                  <a:cubicBezTo>
                    <a:pt x="83539" y="149168"/>
                    <a:pt x="92683" y="141100"/>
                    <a:pt x="94016" y="130405"/>
                  </a:cubicBezTo>
                  <a:lnTo>
                    <a:pt x="106779" y="23829"/>
                  </a:lnTo>
                  <a:cubicBezTo>
                    <a:pt x="107542" y="17825"/>
                    <a:pt x="105637" y="11821"/>
                    <a:pt x="101446" y="7130"/>
                  </a:cubicBezTo>
                  <a:close/>
                </a:path>
              </a:pathLst>
            </a:custGeom>
            <a:noFill/>
            <a:ln w="25400" cap="rnd">
              <a:solidFill>
                <a:schemeClr val="bg1"/>
              </a:solidFill>
              <a:prstDash val="solid"/>
              <a:round/>
            </a:ln>
          </p:spPr>
          <p:txBody>
            <a:bodyPr rtlCol="0" anchor="ctr"/>
            <a:lstStyle/>
            <a:p>
              <a:endParaRPr lang="en-CR"/>
            </a:p>
          </p:txBody>
        </p:sp>
        <p:sp>
          <p:nvSpPr>
            <p:cNvPr id="284" name="Freeform 283">
              <a:extLst>
                <a:ext uri="{FF2B5EF4-FFF2-40B4-BE49-F238E27FC236}">
                  <a16:creationId xmlns:a16="http://schemas.microsoft.com/office/drawing/2014/main" id="{227E84BF-5C2F-308E-14C2-90327EF0D862}"/>
                </a:ext>
              </a:extLst>
            </p:cNvPr>
            <p:cNvSpPr/>
            <p:nvPr/>
          </p:nvSpPr>
          <p:spPr>
            <a:xfrm>
              <a:off x="8165800" y="2620747"/>
              <a:ext cx="106943" cy="149168"/>
            </a:xfrm>
            <a:custGeom>
              <a:avLst/>
              <a:gdLst>
                <a:gd name="connsiteX0" fmla="*/ 101255 w 106943"/>
                <a:gd name="connsiteY0" fmla="*/ 7130 h 149168"/>
                <a:gd name="connsiteX1" fmla="*/ 85253 w 106943"/>
                <a:gd name="connsiteY1" fmla="*/ 0 h 149168"/>
                <a:gd name="connsiteX2" fmla="*/ 21436 w 106943"/>
                <a:gd name="connsiteY2" fmla="*/ 0 h 149168"/>
                <a:gd name="connsiteX3" fmla="*/ 5434 w 106943"/>
                <a:gd name="connsiteY3" fmla="*/ 7130 h 149168"/>
                <a:gd name="connsiteX4" fmla="*/ 100 w 106943"/>
                <a:gd name="connsiteY4" fmla="*/ 23829 h 149168"/>
                <a:gd name="connsiteX5" fmla="*/ 12863 w 106943"/>
                <a:gd name="connsiteY5" fmla="*/ 130405 h 149168"/>
                <a:gd name="connsiteX6" fmla="*/ 34199 w 106943"/>
                <a:gd name="connsiteY6" fmla="*/ 149168 h 149168"/>
                <a:gd name="connsiteX7" fmla="*/ 72680 w 106943"/>
                <a:gd name="connsiteY7" fmla="*/ 149168 h 149168"/>
                <a:gd name="connsiteX8" fmla="*/ 94016 w 106943"/>
                <a:gd name="connsiteY8" fmla="*/ 130405 h 149168"/>
                <a:gd name="connsiteX9" fmla="*/ 106779 w 106943"/>
                <a:gd name="connsiteY9" fmla="*/ 23829 h 149168"/>
                <a:gd name="connsiteX10" fmla="*/ 101446 w 106943"/>
                <a:gd name="connsiteY10" fmla="*/ 7130 h 1491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6943" h="149168">
                  <a:moveTo>
                    <a:pt x="101255" y="7130"/>
                  </a:moveTo>
                  <a:cubicBezTo>
                    <a:pt x="97254" y="2627"/>
                    <a:pt x="91349" y="0"/>
                    <a:pt x="85253" y="0"/>
                  </a:cubicBezTo>
                  <a:lnTo>
                    <a:pt x="21436" y="0"/>
                  </a:lnTo>
                  <a:cubicBezTo>
                    <a:pt x="15340" y="0"/>
                    <a:pt x="9434" y="2627"/>
                    <a:pt x="5434" y="7130"/>
                  </a:cubicBezTo>
                  <a:cubicBezTo>
                    <a:pt x="1433" y="11633"/>
                    <a:pt x="-472" y="17638"/>
                    <a:pt x="100" y="23829"/>
                  </a:cubicBezTo>
                  <a:lnTo>
                    <a:pt x="12863" y="130405"/>
                  </a:lnTo>
                  <a:cubicBezTo>
                    <a:pt x="14197" y="141100"/>
                    <a:pt x="23341" y="149168"/>
                    <a:pt x="34199" y="149168"/>
                  </a:cubicBezTo>
                  <a:lnTo>
                    <a:pt x="72680" y="149168"/>
                  </a:lnTo>
                  <a:cubicBezTo>
                    <a:pt x="83539" y="149168"/>
                    <a:pt x="92683" y="141100"/>
                    <a:pt x="94016" y="130405"/>
                  </a:cubicBezTo>
                  <a:lnTo>
                    <a:pt x="106779" y="23829"/>
                  </a:lnTo>
                  <a:cubicBezTo>
                    <a:pt x="107542" y="17825"/>
                    <a:pt x="105637" y="11821"/>
                    <a:pt x="101446" y="7130"/>
                  </a:cubicBezTo>
                  <a:close/>
                </a:path>
              </a:pathLst>
            </a:custGeom>
            <a:noFill/>
            <a:ln w="25400" cap="rnd">
              <a:solidFill>
                <a:schemeClr val="bg1"/>
              </a:solidFill>
              <a:prstDash val="solid"/>
              <a:round/>
            </a:ln>
          </p:spPr>
          <p:txBody>
            <a:bodyPr rtlCol="0" anchor="ctr"/>
            <a:lstStyle/>
            <a:p>
              <a:endParaRPr lang="en-CR"/>
            </a:p>
          </p:txBody>
        </p:sp>
        <p:sp>
          <p:nvSpPr>
            <p:cNvPr id="285" name="Freeform 284">
              <a:extLst>
                <a:ext uri="{FF2B5EF4-FFF2-40B4-BE49-F238E27FC236}">
                  <a16:creationId xmlns:a16="http://schemas.microsoft.com/office/drawing/2014/main" id="{D13E97C6-FA1D-51B8-FE04-B8712ABCFF00}"/>
                </a:ext>
              </a:extLst>
            </p:cNvPr>
            <p:cNvSpPr/>
            <p:nvPr/>
          </p:nvSpPr>
          <p:spPr>
            <a:xfrm>
              <a:off x="7942824" y="2714376"/>
              <a:ext cx="552450" cy="375266"/>
            </a:xfrm>
            <a:custGeom>
              <a:avLst/>
              <a:gdLst>
                <a:gd name="connsiteX0" fmla="*/ 321183 w 552450"/>
                <a:gd name="connsiteY0" fmla="*/ 0 h 375266"/>
                <a:gd name="connsiteX1" fmla="*/ 533400 w 552450"/>
                <a:gd name="connsiteY1" fmla="*/ 0 h 375266"/>
                <a:gd name="connsiteX2" fmla="*/ 552450 w 552450"/>
                <a:gd name="connsiteY2" fmla="*/ 18763 h 375266"/>
                <a:gd name="connsiteX3" fmla="*/ 552450 w 552450"/>
                <a:gd name="connsiteY3" fmla="*/ 356503 h 375266"/>
                <a:gd name="connsiteX4" fmla="*/ 533400 w 552450"/>
                <a:gd name="connsiteY4" fmla="*/ 375266 h 375266"/>
                <a:gd name="connsiteX5" fmla="*/ 19050 w 552450"/>
                <a:gd name="connsiteY5" fmla="*/ 375266 h 375266"/>
                <a:gd name="connsiteX6" fmla="*/ 0 w 552450"/>
                <a:gd name="connsiteY6" fmla="*/ 356503 h 375266"/>
                <a:gd name="connsiteX7" fmla="*/ 0 w 552450"/>
                <a:gd name="connsiteY7" fmla="*/ 18763 h 375266"/>
                <a:gd name="connsiteX8" fmla="*/ 19050 w 552450"/>
                <a:gd name="connsiteY8" fmla="*/ 0 h 375266"/>
                <a:gd name="connsiteX9" fmla="*/ 231458 w 552450"/>
                <a:gd name="connsiteY9" fmla="*/ 0 h 3752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52450" h="375266">
                  <a:moveTo>
                    <a:pt x="321183" y="0"/>
                  </a:moveTo>
                  <a:lnTo>
                    <a:pt x="533400" y="0"/>
                  </a:lnTo>
                  <a:cubicBezTo>
                    <a:pt x="543878" y="0"/>
                    <a:pt x="552450" y="8443"/>
                    <a:pt x="552450" y="18763"/>
                  </a:cubicBezTo>
                  <a:lnTo>
                    <a:pt x="552450" y="356503"/>
                  </a:lnTo>
                  <a:cubicBezTo>
                    <a:pt x="552450" y="366823"/>
                    <a:pt x="543878" y="375266"/>
                    <a:pt x="533400" y="375266"/>
                  </a:cubicBezTo>
                  <a:lnTo>
                    <a:pt x="19050" y="375266"/>
                  </a:lnTo>
                  <a:cubicBezTo>
                    <a:pt x="8573" y="375266"/>
                    <a:pt x="0" y="366823"/>
                    <a:pt x="0" y="356503"/>
                  </a:cubicBezTo>
                  <a:lnTo>
                    <a:pt x="0" y="18763"/>
                  </a:lnTo>
                  <a:cubicBezTo>
                    <a:pt x="0" y="8443"/>
                    <a:pt x="8573" y="0"/>
                    <a:pt x="19050" y="0"/>
                  </a:cubicBezTo>
                  <a:lnTo>
                    <a:pt x="231458" y="0"/>
                  </a:lnTo>
                </a:path>
              </a:pathLst>
            </a:custGeom>
            <a:noFill/>
            <a:ln w="25400" cap="rnd">
              <a:solidFill>
                <a:schemeClr val="bg1"/>
              </a:solidFill>
              <a:prstDash val="solid"/>
              <a:round/>
            </a:ln>
          </p:spPr>
          <p:txBody>
            <a:bodyPr rtlCol="0" anchor="ctr"/>
            <a:lstStyle/>
            <a:p>
              <a:endParaRPr lang="en-CR"/>
            </a:p>
          </p:txBody>
        </p:sp>
        <p:sp>
          <p:nvSpPr>
            <p:cNvPr id="286" name="Freeform 285">
              <a:extLst>
                <a:ext uri="{FF2B5EF4-FFF2-40B4-BE49-F238E27FC236}">
                  <a16:creationId xmlns:a16="http://schemas.microsoft.com/office/drawing/2014/main" id="{CF1D8A23-1A8D-2A64-2B89-990A5C4C28C6}"/>
                </a:ext>
              </a:extLst>
            </p:cNvPr>
            <p:cNvSpPr/>
            <p:nvPr/>
          </p:nvSpPr>
          <p:spPr>
            <a:xfrm>
              <a:off x="8285915" y="2864482"/>
              <a:ext cx="133350" cy="18763"/>
            </a:xfrm>
            <a:custGeom>
              <a:avLst/>
              <a:gdLst>
                <a:gd name="connsiteX0" fmla="*/ 0 w 133350"/>
                <a:gd name="connsiteY0" fmla="*/ 0 h 18763"/>
                <a:gd name="connsiteX1" fmla="*/ 133350 w 133350"/>
                <a:gd name="connsiteY1" fmla="*/ 0 h 18763"/>
              </a:gdLst>
              <a:ahLst/>
              <a:cxnLst>
                <a:cxn ang="0">
                  <a:pos x="connsiteX0" y="connsiteY0"/>
                </a:cxn>
                <a:cxn ang="0">
                  <a:pos x="connsiteX1" y="connsiteY1"/>
                </a:cxn>
              </a:cxnLst>
              <a:rect l="l" t="t" r="r" b="b"/>
              <a:pathLst>
                <a:path w="133350" h="18763">
                  <a:moveTo>
                    <a:pt x="0" y="0"/>
                  </a:moveTo>
                  <a:lnTo>
                    <a:pt x="133350" y="0"/>
                  </a:lnTo>
                </a:path>
              </a:pathLst>
            </a:custGeom>
            <a:ln w="25400" cap="rnd">
              <a:solidFill>
                <a:schemeClr val="bg1"/>
              </a:solidFill>
              <a:prstDash val="solid"/>
              <a:round/>
            </a:ln>
          </p:spPr>
          <p:txBody>
            <a:bodyPr rtlCol="0" anchor="ctr"/>
            <a:lstStyle/>
            <a:p>
              <a:endParaRPr lang="en-CR"/>
            </a:p>
          </p:txBody>
        </p:sp>
        <p:sp>
          <p:nvSpPr>
            <p:cNvPr id="287" name="Freeform 286">
              <a:extLst>
                <a:ext uri="{FF2B5EF4-FFF2-40B4-BE49-F238E27FC236}">
                  <a16:creationId xmlns:a16="http://schemas.microsoft.com/office/drawing/2014/main" id="{4B966F1A-3F22-E1B6-C52E-4B2902CC9157}"/>
                </a:ext>
              </a:extLst>
            </p:cNvPr>
            <p:cNvSpPr/>
            <p:nvPr/>
          </p:nvSpPr>
          <p:spPr>
            <a:xfrm>
              <a:off x="8285915" y="2920772"/>
              <a:ext cx="133350" cy="18763"/>
            </a:xfrm>
            <a:custGeom>
              <a:avLst/>
              <a:gdLst>
                <a:gd name="connsiteX0" fmla="*/ 0 w 133350"/>
                <a:gd name="connsiteY0" fmla="*/ 0 h 18763"/>
                <a:gd name="connsiteX1" fmla="*/ 133350 w 133350"/>
                <a:gd name="connsiteY1" fmla="*/ 0 h 18763"/>
              </a:gdLst>
              <a:ahLst/>
              <a:cxnLst>
                <a:cxn ang="0">
                  <a:pos x="connsiteX0" y="connsiteY0"/>
                </a:cxn>
                <a:cxn ang="0">
                  <a:pos x="connsiteX1" y="connsiteY1"/>
                </a:cxn>
              </a:cxnLst>
              <a:rect l="l" t="t" r="r" b="b"/>
              <a:pathLst>
                <a:path w="133350" h="18763">
                  <a:moveTo>
                    <a:pt x="0" y="0"/>
                  </a:moveTo>
                  <a:lnTo>
                    <a:pt x="133350" y="0"/>
                  </a:lnTo>
                </a:path>
              </a:pathLst>
            </a:custGeom>
            <a:ln w="25400" cap="rnd">
              <a:solidFill>
                <a:schemeClr val="bg1"/>
              </a:solidFill>
              <a:prstDash val="solid"/>
              <a:round/>
            </a:ln>
          </p:spPr>
          <p:txBody>
            <a:bodyPr rtlCol="0" anchor="ctr"/>
            <a:lstStyle/>
            <a:p>
              <a:endParaRPr lang="en-CR"/>
            </a:p>
          </p:txBody>
        </p:sp>
      </p:grpSp>
      <p:grpSp>
        <p:nvGrpSpPr>
          <p:cNvPr id="288" name="Graphic 321">
            <a:extLst>
              <a:ext uri="{FF2B5EF4-FFF2-40B4-BE49-F238E27FC236}">
                <a16:creationId xmlns:a16="http://schemas.microsoft.com/office/drawing/2014/main" id="{598D5B75-0BF0-BD78-0F6B-8CB871E233B4}"/>
              </a:ext>
            </a:extLst>
          </p:cNvPr>
          <p:cNvGrpSpPr/>
          <p:nvPr/>
        </p:nvGrpSpPr>
        <p:grpSpPr>
          <a:xfrm>
            <a:off x="9365384" y="2197056"/>
            <a:ext cx="535282" cy="448139"/>
            <a:chOff x="9147425" y="2660118"/>
            <a:chExt cx="535282" cy="448139"/>
          </a:xfrm>
          <a:noFill/>
        </p:grpSpPr>
        <p:sp>
          <p:nvSpPr>
            <p:cNvPr id="289" name="Freeform 288">
              <a:extLst>
                <a:ext uri="{FF2B5EF4-FFF2-40B4-BE49-F238E27FC236}">
                  <a16:creationId xmlns:a16="http://schemas.microsoft.com/office/drawing/2014/main" id="{EAB005EF-518B-51B6-AE3E-4DB262C97329}"/>
                </a:ext>
              </a:extLst>
            </p:cNvPr>
            <p:cNvSpPr/>
            <p:nvPr/>
          </p:nvSpPr>
          <p:spPr>
            <a:xfrm>
              <a:off x="9216305" y="2977145"/>
              <a:ext cx="399288" cy="18703"/>
            </a:xfrm>
            <a:custGeom>
              <a:avLst/>
              <a:gdLst>
                <a:gd name="connsiteX0" fmla="*/ 0 w 399288"/>
                <a:gd name="connsiteY0" fmla="*/ 0 h 18703"/>
                <a:gd name="connsiteX1" fmla="*/ 399288 w 399288"/>
                <a:gd name="connsiteY1" fmla="*/ 0 h 18703"/>
              </a:gdLst>
              <a:ahLst/>
              <a:cxnLst>
                <a:cxn ang="0">
                  <a:pos x="connsiteX0" y="connsiteY0"/>
                </a:cxn>
                <a:cxn ang="0">
                  <a:pos x="connsiteX1" y="connsiteY1"/>
                </a:cxn>
              </a:cxnLst>
              <a:rect l="l" t="t" r="r" b="b"/>
              <a:pathLst>
                <a:path w="399288" h="18703">
                  <a:moveTo>
                    <a:pt x="0" y="0"/>
                  </a:moveTo>
                  <a:lnTo>
                    <a:pt x="399288" y="0"/>
                  </a:lnTo>
                </a:path>
              </a:pathLst>
            </a:custGeom>
            <a:ln w="25400" cap="rnd">
              <a:solidFill>
                <a:schemeClr val="bg1"/>
              </a:solidFill>
              <a:prstDash val="solid"/>
              <a:round/>
            </a:ln>
          </p:spPr>
          <p:txBody>
            <a:bodyPr rtlCol="0" anchor="ctr"/>
            <a:lstStyle/>
            <a:p>
              <a:endParaRPr lang="en-CR"/>
            </a:p>
          </p:txBody>
        </p:sp>
        <p:sp>
          <p:nvSpPr>
            <p:cNvPr id="290" name="Freeform 289">
              <a:extLst>
                <a:ext uri="{FF2B5EF4-FFF2-40B4-BE49-F238E27FC236}">
                  <a16:creationId xmlns:a16="http://schemas.microsoft.com/office/drawing/2014/main" id="{1B9E5561-75A3-F1EC-AC5F-59853AE56CAA}"/>
                </a:ext>
              </a:extLst>
            </p:cNvPr>
            <p:cNvSpPr/>
            <p:nvPr/>
          </p:nvSpPr>
          <p:spPr>
            <a:xfrm>
              <a:off x="9147425" y="2660118"/>
              <a:ext cx="535282" cy="144205"/>
            </a:xfrm>
            <a:custGeom>
              <a:avLst/>
              <a:gdLst>
                <a:gd name="connsiteX0" fmla="*/ 63737 w 535282"/>
                <a:gd name="connsiteY0" fmla="*/ 7668 h 144205"/>
                <a:gd name="connsiteX1" fmla="*/ 3920 w 535282"/>
                <a:gd name="connsiteY1" fmla="*/ 86598 h 144205"/>
                <a:gd name="connsiteX2" fmla="*/ 110 w 535282"/>
                <a:gd name="connsiteY2" fmla="*/ 98942 h 144205"/>
                <a:gd name="connsiteX3" fmla="*/ 106980 w 535282"/>
                <a:gd name="connsiteY3" fmla="*/ 92022 h 144205"/>
                <a:gd name="connsiteX4" fmla="*/ 214041 w 535282"/>
                <a:gd name="connsiteY4" fmla="*/ 92022 h 144205"/>
                <a:gd name="connsiteX5" fmla="*/ 321293 w 535282"/>
                <a:gd name="connsiteY5" fmla="*/ 92022 h 144205"/>
                <a:gd name="connsiteX6" fmla="*/ 428354 w 535282"/>
                <a:gd name="connsiteY6" fmla="*/ 92022 h 144205"/>
                <a:gd name="connsiteX7" fmla="*/ 535224 w 535282"/>
                <a:gd name="connsiteY7" fmla="*/ 98755 h 144205"/>
                <a:gd name="connsiteX8" fmla="*/ 531605 w 535282"/>
                <a:gd name="connsiteY8" fmla="*/ 86598 h 144205"/>
                <a:gd name="connsiteX9" fmla="*/ 474264 w 535282"/>
                <a:gd name="connsiteY9" fmla="*/ 7856 h 144205"/>
                <a:gd name="connsiteX10" fmla="*/ 458834 w 535282"/>
                <a:gd name="connsiteY10" fmla="*/ 0 h 144205"/>
                <a:gd name="connsiteX11" fmla="*/ 78977 w 535282"/>
                <a:gd name="connsiteY11" fmla="*/ 0 h 144205"/>
                <a:gd name="connsiteX12" fmla="*/ 63737 w 535282"/>
                <a:gd name="connsiteY12" fmla="*/ 7481 h 1442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35282" h="144205">
                  <a:moveTo>
                    <a:pt x="63737" y="7668"/>
                  </a:moveTo>
                  <a:lnTo>
                    <a:pt x="3920" y="86598"/>
                  </a:lnTo>
                  <a:cubicBezTo>
                    <a:pt x="1253" y="90152"/>
                    <a:pt x="-462" y="94640"/>
                    <a:pt x="110" y="98942"/>
                  </a:cubicBezTo>
                  <a:cubicBezTo>
                    <a:pt x="6968" y="161412"/>
                    <a:pt x="106980" y="159168"/>
                    <a:pt x="106980" y="92022"/>
                  </a:cubicBezTo>
                  <a:cubicBezTo>
                    <a:pt x="106980" y="161599"/>
                    <a:pt x="214041" y="161599"/>
                    <a:pt x="214041" y="92022"/>
                  </a:cubicBezTo>
                  <a:cubicBezTo>
                    <a:pt x="214041" y="161599"/>
                    <a:pt x="321293" y="161599"/>
                    <a:pt x="321293" y="92022"/>
                  </a:cubicBezTo>
                  <a:cubicBezTo>
                    <a:pt x="321293" y="161599"/>
                    <a:pt x="428354" y="161599"/>
                    <a:pt x="428354" y="92022"/>
                  </a:cubicBezTo>
                  <a:cubicBezTo>
                    <a:pt x="428354" y="159168"/>
                    <a:pt x="528557" y="161599"/>
                    <a:pt x="535224" y="98755"/>
                  </a:cubicBezTo>
                  <a:cubicBezTo>
                    <a:pt x="535605" y="94453"/>
                    <a:pt x="534081" y="90152"/>
                    <a:pt x="531605" y="86598"/>
                  </a:cubicBezTo>
                  <a:lnTo>
                    <a:pt x="474264" y="7856"/>
                  </a:lnTo>
                  <a:cubicBezTo>
                    <a:pt x="470645" y="2993"/>
                    <a:pt x="464930" y="0"/>
                    <a:pt x="458834" y="0"/>
                  </a:cubicBezTo>
                  <a:lnTo>
                    <a:pt x="78977" y="0"/>
                  </a:lnTo>
                  <a:cubicBezTo>
                    <a:pt x="72881" y="0"/>
                    <a:pt x="67356" y="2806"/>
                    <a:pt x="63737" y="7481"/>
                  </a:cubicBezTo>
                  <a:close/>
                </a:path>
              </a:pathLst>
            </a:custGeom>
            <a:noFill/>
            <a:ln w="25400" cap="rnd">
              <a:solidFill>
                <a:schemeClr val="bg1"/>
              </a:solidFill>
              <a:prstDash val="solid"/>
              <a:round/>
            </a:ln>
          </p:spPr>
          <p:txBody>
            <a:bodyPr rtlCol="0" anchor="ctr"/>
            <a:lstStyle/>
            <a:p>
              <a:endParaRPr lang="en-CR"/>
            </a:p>
          </p:txBody>
        </p:sp>
        <p:sp>
          <p:nvSpPr>
            <p:cNvPr id="291" name="Freeform 290">
              <a:extLst>
                <a:ext uri="{FF2B5EF4-FFF2-40B4-BE49-F238E27FC236}">
                  <a16:creationId xmlns:a16="http://schemas.microsoft.com/office/drawing/2014/main" id="{AC14C0BE-881E-692A-E7CB-4507887883A6}"/>
                </a:ext>
              </a:extLst>
            </p:cNvPr>
            <p:cNvSpPr/>
            <p:nvPr/>
          </p:nvSpPr>
          <p:spPr>
            <a:xfrm>
              <a:off x="9215353" y="2804323"/>
              <a:ext cx="400049" cy="303934"/>
            </a:xfrm>
            <a:custGeom>
              <a:avLst/>
              <a:gdLst>
                <a:gd name="connsiteX0" fmla="*/ 400050 w 400049"/>
                <a:gd name="connsiteY0" fmla="*/ 0 h 303934"/>
                <a:gd name="connsiteX1" fmla="*/ 400050 w 400049"/>
                <a:gd name="connsiteY1" fmla="*/ 285231 h 303934"/>
                <a:gd name="connsiteX2" fmla="*/ 381000 w 400049"/>
                <a:gd name="connsiteY2" fmla="*/ 303934 h 303934"/>
                <a:gd name="connsiteX3" fmla="*/ 19050 w 400049"/>
                <a:gd name="connsiteY3" fmla="*/ 303934 h 303934"/>
                <a:gd name="connsiteX4" fmla="*/ 0 w 400049"/>
                <a:gd name="connsiteY4" fmla="*/ 285231 h 303934"/>
                <a:gd name="connsiteX5" fmla="*/ 0 w 400049"/>
                <a:gd name="connsiteY5" fmla="*/ 0 h 3039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00049" h="303934">
                  <a:moveTo>
                    <a:pt x="400050" y="0"/>
                  </a:moveTo>
                  <a:lnTo>
                    <a:pt x="400050" y="285231"/>
                  </a:lnTo>
                  <a:cubicBezTo>
                    <a:pt x="400050" y="295518"/>
                    <a:pt x="391478" y="303934"/>
                    <a:pt x="381000" y="303934"/>
                  </a:cubicBezTo>
                  <a:lnTo>
                    <a:pt x="19050" y="303934"/>
                  </a:lnTo>
                  <a:cubicBezTo>
                    <a:pt x="8572" y="303934"/>
                    <a:pt x="0" y="295518"/>
                    <a:pt x="0" y="285231"/>
                  </a:cubicBezTo>
                  <a:lnTo>
                    <a:pt x="0" y="0"/>
                  </a:lnTo>
                </a:path>
              </a:pathLst>
            </a:custGeom>
            <a:noFill/>
            <a:ln w="25400" cap="rnd">
              <a:solidFill>
                <a:schemeClr val="bg1"/>
              </a:solidFill>
              <a:prstDash val="solid"/>
              <a:round/>
            </a:ln>
          </p:spPr>
          <p:txBody>
            <a:bodyPr rtlCol="0" anchor="ctr"/>
            <a:lstStyle/>
            <a:p>
              <a:endParaRPr lang="en-CR"/>
            </a:p>
          </p:txBody>
        </p:sp>
      </p:grpSp>
      <p:grpSp>
        <p:nvGrpSpPr>
          <p:cNvPr id="292" name="Group 291">
            <a:extLst>
              <a:ext uri="{FF2B5EF4-FFF2-40B4-BE49-F238E27FC236}">
                <a16:creationId xmlns:a16="http://schemas.microsoft.com/office/drawing/2014/main" id="{1FC6180C-364B-F388-E92D-F5C6C4C42E58}"/>
              </a:ext>
            </a:extLst>
          </p:cNvPr>
          <p:cNvGrpSpPr/>
          <p:nvPr/>
        </p:nvGrpSpPr>
        <p:grpSpPr>
          <a:xfrm>
            <a:off x="10546330" y="2165753"/>
            <a:ext cx="550847" cy="510745"/>
            <a:chOff x="10152864" y="2495800"/>
            <a:chExt cx="550847" cy="510745"/>
          </a:xfrm>
        </p:grpSpPr>
        <p:sp>
          <p:nvSpPr>
            <p:cNvPr id="293" name="Freeform 292">
              <a:extLst>
                <a:ext uri="{FF2B5EF4-FFF2-40B4-BE49-F238E27FC236}">
                  <a16:creationId xmlns:a16="http://schemas.microsoft.com/office/drawing/2014/main" id="{E4B2220F-F39E-9121-81E7-5CB8C2A6489B}"/>
                </a:ext>
              </a:extLst>
            </p:cNvPr>
            <p:cNvSpPr/>
            <p:nvPr/>
          </p:nvSpPr>
          <p:spPr>
            <a:xfrm>
              <a:off x="10152864" y="2495800"/>
              <a:ext cx="550847" cy="510745"/>
            </a:xfrm>
            <a:custGeom>
              <a:avLst/>
              <a:gdLst>
                <a:gd name="connsiteX0" fmla="*/ 542927 w 550847"/>
                <a:gd name="connsiteY0" fmla="*/ 420150 h 510745"/>
                <a:gd name="connsiteX1" fmla="*/ 326899 w 550847"/>
                <a:gd name="connsiteY1" fmla="*/ 30686 h 510745"/>
                <a:gd name="connsiteX2" fmla="*/ 223839 w 550847"/>
                <a:gd name="connsiteY2" fmla="*/ 30686 h 510745"/>
                <a:gd name="connsiteX3" fmla="*/ 7812 w 550847"/>
                <a:gd name="connsiteY3" fmla="*/ 420150 h 510745"/>
                <a:gd name="connsiteX4" fmla="*/ 59247 w 550847"/>
                <a:gd name="connsiteY4" fmla="*/ 510746 h 510745"/>
                <a:gd name="connsiteX5" fmla="*/ 491491 w 550847"/>
                <a:gd name="connsiteY5" fmla="*/ 510746 h 510745"/>
                <a:gd name="connsiteX6" fmla="*/ 543117 w 550847"/>
                <a:gd name="connsiteY6" fmla="*/ 420150 h 5107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50847" h="510745">
                  <a:moveTo>
                    <a:pt x="542927" y="420150"/>
                  </a:moveTo>
                  <a:lnTo>
                    <a:pt x="326899" y="30686"/>
                  </a:lnTo>
                  <a:cubicBezTo>
                    <a:pt x="304230" y="-10229"/>
                    <a:pt x="246508" y="-10229"/>
                    <a:pt x="223839" y="30686"/>
                  </a:cubicBezTo>
                  <a:lnTo>
                    <a:pt x="7812" y="420150"/>
                  </a:lnTo>
                  <a:cubicBezTo>
                    <a:pt x="-14667" y="460480"/>
                    <a:pt x="14098" y="510746"/>
                    <a:pt x="59247" y="510746"/>
                  </a:cubicBezTo>
                  <a:lnTo>
                    <a:pt x="491491" y="510746"/>
                  </a:lnTo>
                  <a:cubicBezTo>
                    <a:pt x="536831" y="510746"/>
                    <a:pt x="565406" y="460480"/>
                    <a:pt x="543117" y="420150"/>
                  </a:cubicBezTo>
                  <a:close/>
                </a:path>
              </a:pathLst>
            </a:custGeom>
            <a:noFill/>
            <a:ln w="25400" cap="rnd">
              <a:solidFill>
                <a:schemeClr val="bg1"/>
              </a:solidFill>
              <a:prstDash val="solid"/>
              <a:round/>
            </a:ln>
          </p:spPr>
          <p:txBody>
            <a:bodyPr rtlCol="0" anchor="ctr"/>
            <a:lstStyle/>
            <a:p>
              <a:endParaRPr lang="en-CR"/>
            </a:p>
          </p:txBody>
        </p:sp>
        <p:sp>
          <p:nvSpPr>
            <p:cNvPr id="294" name="Freeform 293">
              <a:extLst>
                <a:ext uri="{FF2B5EF4-FFF2-40B4-BE49-F238E27FC236}">
                  <a16:creationId xmlns:a16="http://schemas.microsoft.com/office/drawing/2014/main" id="{DD893550-AE2D-6DC7-EA9C-6BF4B8BE5536}"/>
                </a:ext>
              </a:extLst>
            </p:cNvPr>
            <p:cNvSpPr/>
            <p:nvPr/>
          </p:nvSpPr>
          <p:spPr>
            <a:xfrm>
              <a:off x="10428328" y="2646501"/>
              <a:ext cx="19050" cy="176320"/>
            </a:xfrm>
            <a:custGeom>
              <a:avLst/>
              <a:gdLst>
                <a:gd name="connsiteX0" fmla="*/ 0 w 19050"/>
                <a:gd name="connsiteY0" fmla="*/ 0 h 176320"/>
                <a:gd name="connsiteX1" fmla="*/ 0 w 19050"/>
                <a:gd name="connsiteY1" fmla="*/ 176321 h 176320"/>
              </a:gdLst>
              <a:ahLst/>
              <a:cxnLst>
                <a:cxn ang="0">
                  <a:pos x="connsiteX0" y="connsiteY0"/>
                </a:cxn>
                <a:cxn ang="0">
                  <a:pos x="connsiteX1" y="connsiteY1"/>
                </a:cxn>
              </a:cxnLst>
              <a:rect l="l" t="t" r="r" b="b"/>
              <a:pathLst>
                <a:path w="19050" h="176320">
                  <a:moveTo>
                    <a:pt x="0" y="0"/>
                  </a:moveTo>
                  <a:lnTo>
                    <a:pt x="0" y="176321"/>
                  </a:lnTo>
                </a:path>
              </a:pathLst>
            </a:custGeom>
            <a:ln w="25400" cap="rnd">
              <a:solidFill>
                <a:schemeClr val="bg1"/>
              </a:solidFill>
              <a:prstDash val="solid"/>
              <a:round/>
            </a:ln>
          </p:spPr>
          <p:txBody>
            <a:bodyPr rtlCol="0" anchor="ctr"/>
            <a:lstStyle/>
            <a:p>
              <a:endParaRPr lang="en-CR"/>
            </a:p>
          </p:txBody>
        </p:sp>
        <p:sp>
          <p:nvSpPr>
            <p:cNvPr id="295" name="Freeform 294">
              <a:extLst>
                <a:ext uri="{FF2B5EF4-FFF2-40B4-BE49-F238E27FC236}">
                  <a16:creationId xmlns:a16="http://schemas.microsoft.com/office/drawing/2014/main" id="{1CB5B123-BC5A-03D5-8869-B6D22BF43B28}"/>
                </a:ext>
              </a:extLst>
            </p:cNvPr>
            <p:cNvSpPr/>
            <p:nvPr/>
          </p:nvSpPr>
          <p:spPr>
            <a:xfrm>
              <a:off x="10428328" y="2899780"/>
              <a:ext cx="19050" cy="6234"/>
            </a:xfrm>
            <a:custGeom>
              <a:avLst/>
              <a:gdLst>
                <a:gd name="connsiteX0" fmla="*/ 0 w 19050"/>
                <a:gd name="connsiteY0" fmla="*/ 0 h 6234"/>
                <a:gd name="connsiteX1" fmla="*/ 0 w 19050"/>
                <a:gd name="connsiteY1" fmla="*/ 6235 h 6234"/>
              </a:gdLst>
              <a:ahLst/>
              <a:cxnLst>
                <a:cxn ang="0">
                  <a:pos x="connsiteX0" y="connsiteY0"/>
                </a:cxn>
                <a:cxn ang="0">
                  <a:pos x="connsiteX1" y="connsiteY1"/>
                </a:cxn>
              </a:cxnLst>
              <a:rect l="l" t="t" r="r" b="b"/>
              <a:pathLst>
                <a:path w="19050" h="6234">
                  <a:moveTo>
                    <a:pt x="0" y="0"/>
                  </a:moveTo>
                  <a:lnTo>
                    <a:pt x="0" y="6235"/>
                  </a:lnTo>
                </a:path>
              </a:pathLst>
            </a:custGeom>
            <a:ln w="25400" cap="rnd">
              <a:solidFill>
                <a:schemeClr val="bg1"/>
              </a:solidFill>
              <a:prstDash val="solid"/>
              <a:round/>
            </a:ln>
          </p:spPr>
          <p:txBody>
            <a:bodyPr rtlCol="0" anchor="ctr"/>
            <a:lstStyle/>
            <a:p>
              <a:endParaRPr lang="en-CR"/>
            </a:p>
          </p:txBody>
        </p:sp>
      </p:grpSp>
      <p:grpSp>
        <p:nvGrpSpPr>
          <p:cNvPr id="296" name="Graphic 341">
            <a:extLst>
              <a:ext uri="{FF2B5EF4-FFF2-40B4-BE49-F238E27FC236}">
                <a16:creationId xmlns:a16="http://schemas.microsoft.com/office/drawing/2014/main" id="{343ADCD1-FBD3-1234-B385-E1F8446CF76C}"/>
              </a:ext>
            </a:extLst>
          </p:cNvPr>
          <p:cNvGrpSpPr/>
          <p:nvPr/>
        </p:nvGrpSpPr>
        <p:grpSpPr>
          <a:xfrm>
            <a:off x="4677350" y="3124882"/>
            <a:ext cx="533400" cy="533400"/>
            <a:chOff x="4336868" y="3357101"/>
            <a:chExt cx="533400" cy="533400"/>
          </a:xfrm>
          <a:noFill/>
        </p:grpSpPr>
        <p:grpSp>
          <p:nvGrpSpPr>
            <p:cNvPr id="297" name="Graphic 341">
              <a:extLst>
                <a:ext uri="{FF2B5EF4-FFF2-40B4-BE49-F238E27FC236}">
                  <a16:creationId xmlns:a16="http://schemas.microsoft.com/office/drawing/2014/main" id="{1CE52A52-08F2-E45F-A69B-481357392DF6}"/>
                </a:ext>
              </a:extLst>
            </p:cNvPr>
            <p:cNvGrpSpPr/>
            <p:nvPr/>
          </p:nvGrpSpPr>
          <p:grpSpPr>
            <a:xfrm>
              <a:off x="4336868" y="3357101"/>
              <a:ext cx="533400" cy="533400"/>
              <a:chOff x="4336868" y="3357101"/>
              <a:chExt cx="533400" cy="533400"/>
            </a:xfrm>
            <a:noFill/>
          </p:grpSpPr>
          <p:sp>
            <p:nvSpPr>
              <p:cNvPr id="299" name="Freeform 298">
                <a:extLst>
                  <a:ext uri="{FF2B5EF4-FFF2-40B4-BE49-F238E27FC236}">
                    <a16:creationId xmlns:a16="http://schemas.microsoft.com/office/drawing/2014/main" id="{24656CC4-8652-3B4F-0B1E-1FE64EBF168B}"/>
                  </a:ext>
                </a:extLst>
              </p:cNvPr>
              <p:cNvSpPr/>
              <p:nvPr/>
            </p:nvSpPr>
            <p:spPr>
              <a:xfrm>
                <a:off x="4565468" y="3585701"/>
                <a:ext cx="76200" cy="76200"/>
              </a:xfrm>
              <a:custGeom>
                <a:avLst/>
                <a:gdLst>
                  <a:gd name="connsiteX0" fmla="*/ 76200 w 76200"/>
                  <a:gd name="connsiteY0" fmla="*/ 38100 h 76200"/>
                  <a:gd name="connsiteX1" fmla="*/ 38100 w 76200"/>
                  <a:gd name="connsiteY1" fmla="*/ 76200 h 76200"/>
                  <a:gd name="connsiteX2" fmla="*/ 0 w 76200"/>
                  <a:gd name="connsiteY2" fmla="*/ 38100 h 76200"/>
                  <a:gd name="connsiteX3" fmla="*/ 38100 w 76200"/>
                  <a:gd name="connsiteY3" fmla="*/ 0 h 76200"/>
                  <a:gd name="connsiteX4" fmla="*/ 76200 w 76200"/>
                  <a:gd name="connsiteY4" fmla="*/ 38100 h 76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200" h="76200">
                    <a:moveTo>
                      <a:pt x="76200" y="38100"/>
                    </a:moveTo>
                    <a:cubicBezTo>
                      <a:pt x="76200" y="59142"/>
                      <a:pt x="59142" y="76200"/>
                      <a:pt x="38100" y="76200"/>
                    </a:cubicBezTo>
                    <a:cubicBezTo>
                      <a:pt x="17058" y="76200"/>
                      <a:pt x="0" y="59142"/>
                      <a:pt x="0" y="38100"/>
                    </a:cubicBezTo>
                    <a:cubicBezTo>
                      <a:pt x="0" y="17058"/>
                      <a:pt x="17058" y="0"/>
                      <a:pt x="38100" y="0"/>
                    </a:cubicBezTo>
                    <a:cubicBezTo>
                      <a:pt x="59142" y="0"/>
                      <a:pt x="76200" y="17058"/>
                      <a:pt x="76200" y="38100"/>
                    </a:cubicBezTo>
                    <a:close/>
                  </a:path>
                </a:pathLst>
              </a:custGeom>
              <a:noFill/>
              <a:ln w="25400" cap="rnd">
                <a:solidFill>
                  <a:schemeClr val="bg1"/>
                </a:solidFill>
                <a:prstDash val="solid"/>
                <a:round/>
              </a:ln>
            </p:spPr>
            <p:txBody>
              <a:bodyPr rtlCol="0" anchor="ctr"/>
              <a:lstStyle/>
              <a:p>
                <a:endParaRPr lang="en-CR"/>
              </a:p>
            </p:txBody>
          </p:sp>
          <p:sp>
            <p:nvSpPr>
              <p:cNvPr id="300" name="Freeform 299">
                <a:extLst>
                  <a:ext uri="{FF2B5EF4-FFF2-40B4-BE49-F238E27FC236}">
                    <a16:creationId xmlns:a16="http://schemas.microsoft.com/office/drawing/2014/main" id="{D4AC7026-F3AC-5FF9-402C-B7A337F68A60}"/>
                  </a:ext>
                </a:extLst>
              </p:cNvPr>
              <p:cNvSpPr/>
              <p:nvPr/>
            </p:nvSpPr>
            <p:spPr>
              <a:xfrm>
                <a:off x="4622618" y="3451780"/>
                <a:ext cx="77533" cy="133921"/>
              </a:xfrm>
              <a:custGeom>
                <a:avLst/>
                <a:gdLst>
                  <a:gd name="connsiteX0" fmla="*/ 77533 w 77533"/>
                  <a:gd name="connsiteY0" fmla="*/ 0 h 133921"/>
                  <a:gd name="connsiteX1" fmla="*/ 0 w 77533"/>
                  <a:gd name="connsiteY1" fmla="*/ 133922 h 133921"/>
                </a:gdLst>
                <a:ahLst/>
                <a:cxnLst>
                  <a:cxn ang="0">
                    <a:pos x="connsiteX0" y="connsiteY0"/>
                  </a:cxn>
                  <a:cxn ang="0">
                    <a:pos x="connsiteX1" y="connsiteY1"/>
                  </a:cxn>
                </a:cxnLst>
                <a:rect l="l" t="t" r="r" b="b"/>
                <a:pathLst>
                  <a:path w="77533" h="133921">
                    <a:moveTo>
                      <a:pt x="77533" y="0"/>
                    </a:moveTo>
                    <a:lnTo>
                      <a:pt x="0" y="133922"/>
                    </a:lnTo>
                  </a:path>
                </a:pathLst>
              </a:custGeom>
              <a:ln w="25400" cap="rnd">
                <a:solidFill>
                  <a:schemeClr val="bg1"/>
                </a:solidFill>
                <a:prstDash val="solid"/>
                <a:round/>
              </a:ln>
            </p:spPr>
            <p:txBody>
              <a:bodyPr rtlCol="0" anchor="ctr"/>
              <a:lstStyle/>
              <a:p>
                <a:endParaRPr lang="en-CR"/>
              </a:p>
            </p:txBody>
          </p:sp>
          <p:sp>
            <p:nvSpPr>
              <p:cNvPr id="301" name="Freeform 300">
                <a:extLst>
                  <a:ext uri="{FF2B5EF4-FFF2-40B4-BE49-F238E27FC236}">
                    <a16:creationId xmlns:a16="http://schemas.microsoft.com/office/drawing/2014/main" id="{6DF72AAF-E31A-DC1A-5C19-249E749587E1}"/>
                  </a:ext>
                </a:extLst>
              </p:cNvPr>
              <p:cNvSpPr/>
              <p:nvPr/>
            </p:nvSpPr>
            <p:spPr>
              <a:xfrm>
                <a:off x="4336868" y="3357101"/>
                <a:ext cx="533400" cy="533400"/>
              </a:xfrm>
              <a:custGeom>
                <a:avLst/>
                <a:gdLst>
                  <a:gd name="connsiteX0" fmla="*/ 266700 w 533400"/>
                  <a:gd name="connsiteY0" fmla="*/ 533400 h 533400"/>
                  <a:gd name="connsiteX1" fmla="*/ 0 w 533400"/>
                  <a:gd name="connsiteY1" fmla="*/ 266700 h 533400"/>
                  <a:gd name="connsiteX2" fmla="*/ 266700 w 533400"/>
                  <a:gd name="connsiteY2" fmla="*/ 0 h 533400"/>
                  <a:gd name="connsiteX3" fmla="*/ 533400 w 533400"/>
                  <a:gd name="connsiteY3" fmla="*/ 266700 h 533400"/>
                </a:gdLst>
                <a:ahLst/>
                <a:cxnLst>
                  <a:cxn ang="0">
                    <a:pos x="connsiteX0" y="connsiteY0"/>
                  </a:cxn>
                  <a:cxn ang="0">
                    <a:pos x="connsiteX1" y="connsiteY1"/>
                  </a:cxn>
                  <a:cxn ang="0">
                    <a:pos x="connsiteX2" y="connsiteY2"/>
                  </a:cxn>
                  <a:cxn ang="0">
                    <a:pos x="connsiteX3" y="connsiteY3"/>
                  </a:cxn>
                </a:cxnLst>
                <a:rect l="l" t="t" r="r" b="b"/>
                <a:pathLst>
                  <a:path w="533400" h="533400">
                    <a:moveTo>
                      <a:pt x="266700" y="533400"/>
                    </a:moveTo>
                    <a:cubicBezTo>
                      <a:pt x="119444" y="533400"/>
                      <a:pt x="0" y="413957"/>
                      <a:pt x="0" y="266700"/>
                    </a:cubicBezTo>
                    <a:cubicBezTo>
                      <a:pt x="0" y="119444"/>
                      <a:pt x="119444" y="0"/>
                      <a:pt x="266700" y="0"/>
                    </a:cubicBezTo>
                    <a:cubicBezTo>
                      <a:pt x="413957" y="0"/>
                      <a:pt x="533400" y="119444"/>
                      <a:pt x="533400" y="266700"/>
                    </a:cubicBezTo>
                  </a:path>
                </a:pathLst>
              </a:custGeom>
              <a:noFill/>
              <a:ln w="25400" cap="rnd">
                <a:solidFill>
                  <a:schemeClr val="bg1"/>
                </a:solidFill>
                <a:prstDash val="solid"/>
                <a:round/>
              </a:ln>
            </p:spPr>
            <p:txBody>
              <a:bodyPr rtlCol="0" anchor="ctr"/>
              <a:lstStyle/>
              <a:p>
                <a:endParaRPr lang="en-CR"/>
              </a:p>
            </p:txBody>
          </p:sp>
          <p:sp>
            <p:nvSpPr>
              <p:cNvPr id="302" name="Freeform 301">
                <a:extLst>
                  <a:ext uri="{FF2B5EF4-FFF2-40B4-BE49-F238E27FC236}">
                    <a16:creationId xmlns:a16="http://schemas.microsoft.com/office/drawing/2014/main" id="{7220347E-3750-05EE-219F-ACCAEB755EE2}"/>
                  </a:ext>
                </a:extLst>
              </p:cNvPr>
              <p:cNvSpPr/>
              <p:nvPr/>
            </p:nvSpPr>
            <p:spPr>
              <a:xfrm>
                <a:off x="4394018" y="3414251"/>
                <a:ext cx="209550" cy="415670"/>
              </a:xfrm>
              <a:custGeom>
                <a:avLst/>
                <a:gdLst>
                  <a:gd name="connsiteX0" fmla="*/ 209550 w 209550"/>
                  <a:gd name="connsiteY0" fmla="*/ 0 h 415670"/>
                  <a:gd name="connsiteX1" fmla="*/ 0 w 209550"/>
                  <a:gd name="connsiteY1" fmla="*/ 209550 h 415670"/>
                  <a:gd name="connsiteX2" fmla="*/ 171450 w 209550"/>
                  <a:gd name="connsiteY2" fmla="*/ 415671 h 415670"/>
                </a:gdLst>
                <a:ahLst/>
                <a:cxnLst>
                  <a:cxn ang="0">
                    <a:pos x="connsiteX0" y="connsiteY0"/>
                  </a:cxn>
                  <a:cxn ang="0">
                    <a:pos x="connsiteX1" y="connsiteY1"/>
                  </a:cxn>
                  <a:cxn ang="0">
                    <a:pos x="connsiteX2" y="connsiteY2"/>
                  </a:cxn>
                </a:cxnLst>
                <a:rect l="l" t="t" r="r" b="b"/>
                <a:pathLst>
                  <a:path w="209550" h="415670">
                    <a:moveTo>
                      <a:pt x="209550" y="0"/>
                    </a:moveTo>
                    <a:cubicBezTo>
                      <a:pt x="93726" y="0"/>
                      <a:pt x="0" y="93726"/>
                      <a:pt x="0" y="209550"/>
                    </a:cubicBezTo>
                    <a:cubicBezTo>
                      <a:pt x="0" y="312230"/>
                      <a:pt x="73914" y="397764"/>
                      <a:pt x="171450" y="415671"/>
                    </a:cubicBezTo>
                  </a:path>
                </a:pathLst>
              </a:custGeom>
              <a:noFill/>
              <a:ln w="25400" cap="rnd">
                <a:solidFill>
                  <a:schemeClr val="bg1"/>
                </a:solidFill>
                <a:prstDash val="solid"/>
                <a:round/>
              </a:ln>
            </p:spPr>
            <p:txBody>
              <a:bodyPr rtlCol="0" anchor="ctr"/>
              <a:lstStyle/>
              <a:p>
                <a:endParaRPr lang="en-CR"/>
              </a:p>
            </p:txBody>
          </p:sp>
        </p:grpSp>
        <p:sp>
          <p:nvSpPr>
            <p:cNvPr id="298" name="Freeform 297">
              <a:extLst>
                <a:ext uri="{FF2B5EF4-FFF2-40B4-BE49-F238E27FC236}">
                  <a16:creationId xmlns:a16="http://schemas.microsoft.com/office/drawing/2014/main" id="{03D87498-E3D6-254D-43B0-1D06BA7D1098}"/>
                </a:ext>
              </a:extLst>
            </p:cNvPr>
            <p:cNvSpPr/>
            <p:nvPr/>
          </p:nvSpPr>
          <p:spPr>
            <a:xfrm>
              <a:off x="4660718" y="3680951"/>
              <a:ext cx="209550" cy="209550"/>
            </a:xfrm>
            <a:custGeom>
              <a:avLst/>
              <a:gdLst>
                <a:gd name="connsiteX0" fmla="*/ 209550 w 209550"/>
                <a:gd name="connsiteY0" fmla="*/ 104775 h 209550"/>
                <a:gd name="connsiteX1" fmla="*/ 104775 w 209550"/>
                <a:gd name="connsiteY1" fmla="*/ 209550 h 209550"/>
                <a:gd name="connsiteX2" fmla="*/ 0 w 209550"/>
                <a:gd name="connsiteY2" fmla="*/ 104775 h 209550"/>
                <a:gd name="connsiteX3" fmla="*/ 104775 w 209550"/>
                <a:gd name="connsiteY3" fmla="*/ 0 h 209550"/>
                <a:gd name="connsiteX4" fmla="*/ 209550 w 209550"/>
                <a:gd name="connsiteY4" fmla="*/ 104775 h 2095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9550" h="209550">
                  <a:moveTo>
                    <a:pt x="209550" y="104775"/>
                  </a:moveTo>
                  <a:cubicBezTo>
                    <a:pt x="209550" y="162641"/>
                    <a:pt x="162641" y="209550"/>
                    <a:pt x="104775" y="209550"/>
                  </a:cubicBezTo>
                  <a:cubicBezTo>
                    <a:pt x="46909" y="209550"/>
                    <a:pt x="0" y="162641"/>
                    <a:pt x="0" y="104775"/>
                  </a:cubicBezTo>
                  <a:cubicBezTo>
                    <a:pt x="0" y="46909"/>
                    <a:pt x="46909" y="0"/>
                    <a:pt x="104775" y="0"/>
                  </a:cubicBezTo>
                  <a:cubicBezTo>
                    <a:pt x="162641" y="0"/>
                    <a:pt x="209550" y="46909"/>
                    <a:pt x="209550" y="104775"/>
                  </a:cubicBezTo>
                  <a:close/>
                </a:path>
              </a:pathLst>
            </a:custGeom>
            <a:noFill/>
            <a:ln w="25400" cap="rnd">
              <a:solidFill>
                <a:schemeClr val="bg1"/>
              </a:solidFill>
              <a:prstDash val="solid"/>
              <a:round/>
            </a:ln>
          </p:spPr>
          <p:txBody>
            <a:bodyPr rtlCol="0" anchor="ctr"/>
            <a:lstStyle/>
            <a:p>
              <a:endParaRPr lang="en-CR"/>
            </a:p>
          </p:txBody>
        </p:sp>
      </p:grpSp>
      <p:grpSp>
        <p:nvGrpSpPr>
          <p:cNvPr id="303" name="Graphic 343">
            <a:extLst>
              <a:ext uri="{FF2B5EF4-FFF2-40B4-BE49-F238E27FC236}">
                <a16:creationId xmlns:a16="http://schemas.microsoft.com/office/drawing/2014/main" id="{F62C12DC-11E1-549B-1DDD-0DF01DF91CE6}"/>
              </a:ext>
            </a:extLst>
          </p:cNvPr>
          <p:cNvGrpSpPr/>
          <p:nvPr/>
        </p:nvGrpSpPr>
        <p:grpSpPr>
          <a:xfrm>
            <a:off x="5834286" y="3124882"/>
            <a:ext cx="533400" cy="533400"/>
            <a:chOff x="5669964" y="3669782"/>
            <a:chExt cx="549973" cy="548449"/>
          </a:xfrm>
          <a:noFill/>
        </p:grpSpPr>
        <p:sp>
          <p:nvSpPr>
            <p:cNvPr id="304" name="Freeform 303">
              <a:extLst>
                <a:ext uri="{FF2B5EF4-FFF2-40B4-BE49-F238E27FC236}">
                  <a16:creationId xmlns:a16="http://schemas.microsoft.com/office/drawing/2014/main" id="{15CBED7A-A9A1-8D70-E793-73F98279954F}"/>
                </a:ext>
              </a:extLst>
            </p:cNvPr>
            <p:cNvSpPr/>
            <p:nvPr/>
          </p:nvSpPr>
          <p:spPr>
            <a:xfrm>
              <a:off x="5813793" y="3886382"/>
              <a:ext cx="190687" cy="190687"/>
            </a:xfrm>
            <a:custGeom>
              <a:avLst/>
              <a:gdLst>
                <a:gd name="connsiteX0" fmla="*/ 85152 w 190687"/>
                <a:gd name="connsiteY0" fmla="*/ 190118 h 190687"/>
                <a:gd name="connsiteX1" fmla="*/ 190118 w 190687"/>
                <a:gd name="connsiteY1" fmla="*/ 105535 h 190687"/>
                <a:gd name="connsiteX2" fmla="*/ 105535 w 190687"/>
                <a:gd name="connsiteY2" fmla="*/ 570 h 190687"/>
                <a:gd name="connsiteX3" fmla="*/ 570 w 190687"/>
                <a:gd name="connsiteY3" fmla="*/ 85152 h 190687"/>
                <a:gd name="connsiteX4" fmla="*/ 85152 w 190687"/>
                <a:gd name="connsiteY4" fmla="*/ 190118 h 19068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687" h="190687">
                  <a:moveTo>
                    <a:pt x="85152" y="190118"/>
                  </a:moveTo>
                  <a:cubicBezTo>
                    <a:pt x="137540" y="195832"/>
                    <a:pt x="184593" y="157923"/>
                    <a:pt x="190118" y="105535"/>
                  </a:cubicBezTo>
                  <a:cubicBezTo>
                    <a:pt x="195832" y="53148"/>
                    <a:pt x="157923" y="6094"/>
                    <a:pt x="105535" y="570"/>
                  </a:cubicBezTo>
                  <a:cubicBezTo>
                    <a:pt x="53148" y="-5145"/>
                    <a:pt x="6094" y="32764"/>
                    <a:pt x="570" y="85152"/>
                  </a:cubicBezTo>
                  <a:cubicBezTo>
                    <a:pt x="-5145" y="137540"/>
                    <a:pt x="32765" y="184593"/>
                    <a:pt x="85152" y="190118"/>
                  </a:cubicBezTo>
                  <a:close/>
                </a:path>
              </a:pathLst>
            </a:custGeom>
            <a:noFill/>
            <a:ln w="25400" cap="rnd">
              <a:solidFill>
                <a:schemeClr val="bg1"/>
              </a:solidFill>
              <a:prstDash val="solid"/>
              <a:round/>
            </a:ln>
          </p:spPr>
          <p:txBody>
            <a:bodyPr rtlCol="0" anchor="ctr"/>
            <a:lstStyle/>
            <a:p>
              <a:endParaRPr lang="en-CR"/>
            </a:p>
          </p:txBody>
        </p:sp>
        <p:sp>
          <p:nvSpPr>
            <p:cNvPr id="305" name="Freeform 304">
              <a:extLst>
                <a:ext uri="{FF2B5EF4-FFF2-40B4-BE49-F238E27FC236}">
                  <a16:creationId xmlns:a16="http://schemas.microsoft.com/office/drawing/2014/main" id="{D9A8B9E1-6322-937E-CECA-D2A7DE4C261C}"/>
                </a:ext>
              </a:extLst>
            </p:cNvPr>
            <p:cNvSpPr/>
            <p:nvPr/>
          </p:nvSpPr>
          <p:spPr>
            <a:xfrm>
              <a:off x="5969430" y="4055545"/>
              <a:ext cx="129159" cy="162686"/>
            </a:xfrm>
            <a:custGeom>
              <a:avLst/>
              <a:gdLst>
                <a:gd name="connsiteX0" fmla="*/ 0 w 129159"/>
                <a:gd name="connsiteY0" fmla="*/ 0 h 162686"/>
                <a:gd name="connsiteX1" fmla="*/ 129159 w 129159"/>
                <a:gd name="connsiteY1" fmla="*/ 162687 h 162686"/>
              </a:gdLst>
              <a:ahLst/>
              <a:cxnLst>
                <a:cxn ang="0">
                  <a:pos x="connsiteX0" y="connsiteY0"/>
                </a:cxn>
                <a:cxn ang="0">
                  <a:pos x="connsiteX1" y="connsiteY1"/>
                </a:cxn>
              </a:cxnLst>
              <a:rect l="l" t="t" r="r" b="b"/>
              <a:pathLst>
                <a:path w="129159" h="162686">
                  <a:moveTo>
                    <a:pt x="0" y="0"/>
                  </a:moveTo>
                  <a:lnTo>
                    <a:pt x="129159" y="162687"/>
                  </a:lnTo>
                </a:path>
              </a:pathLst>
            </a:custGeom>
            <a:ln w="25400" cap="rnd">
              <a:solidFill>
                <a:schemeClr val="bg1"/>
              </a:solidFill>
              <a:prstDash val="solid"/>
              <a:round/>
            </a:ln>
          </p:spPr>
          <p:txBody>
            <a:bodyPr rtlCol="0" anchor="ctr"/>
            <a:lstStyle/>
            <a:p>
              <a:endParaRPr lang="en-CR"/>
            </a:p>
          </p:txBody>
        </p:sp>
        <p:sp>
          <p:nvSpPr>
            <p:cNvPr id="306" name="Freeform 305">
              <a:extLst>
                <a:ext uri="{FF2B5EF4-FFF2-40B4-BE49-F238E27FC236}">
                  <a16:creationId xmlns:a16="http://schemas.microsoft.com/office/drawing/2014/main" id="{E7D2E199-CBBF-5A24-4D5A-F9C0E2694AA1}"/>
                </a:ext>
              </a:extLst>
            </p:cNvPr>
            <p:cNvSpPr/>
            <p:nvPr/>
          </p:nvSpPr>
          <p:spPr>
            <a:xfrm>
              <a:off x="5669964" y="3669782"/>
              <a:ext cx="549783" cy="478155"/>
            </a:xfrm>
            <a:custGeom>
              <a:avLst/>
              <a:gdLst>
                <a:gd name="connsiteX0" fmla="*/ 452819 w 549783"/>
                <a:gd name="connsiteY0" fmla="*/ 478155 h 478155"/>
                <a:gd name="connsiteX1" fmla="*/ 530733 w 549783"/>
                <a:gd name="connsiteY1" fmla="*/ 478155 h 478155"/>
                <a:gd name="connsiteX2" fmla="*/ 549783 w 549783"/>
                <a:gd name="connsiteY2" fmla="*/ 459105 h 478155"/>
                <a:gd name="connsiteX3" fmla="*/ 549783 w 549783"/>
                <a:gd name="connsiteY3" fmla="*/ 76391 h 478155"/>
                <a:gd name="connsiteX4" fmla="*/ 530733 w 549783"/>
                <a:gd name="connsiteY4" fmla="*/ 57341 h 478155"/>
                <a:gd name="connsiteX5" fmla="*/ 142494 w 549783"/>
                <a:gd name="connsiteY5" fmla="*/ 57341 h 478155"/>
                <a:gd name="connsiteX6" fmla="*/ 108014 w 549783"/>
                <a:gd name="connsiteY6" fmla="*/ 0 h 478155"/>
                <a:gd name="connsiteX7" fmla="*/ 19050 w 549783"/>
                <a:gd name="connsiteY7" fmla="*/ 0 h 478155"/>
                <a:gd name="connsiteX8" fmla="*/ 0 w 549783"/>
                <a:gd name="connsiteY8" fmla="*/ 19050 h 478155"/>
                <a:gd name="connsiteX9" fmla="*/ 0 w 549783"/>
                <a:gd name="connsiteY9" fmla="*/ 459105 h 478155"/>
                <a:gd name="connsiteX10" fmla="*/ 19050 w 549783"/>
                <a:gd name="connsiteY10" fmla="*/ 478155 h 478155"/>
                <a:gd name="connsiteX11" fmla="*/ 287084 w 549783"/>
                <a:gd name="connsiteY11" fmla="*/ 478155 h 4781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49783" h="478155">
                  <a:moveTo>
                    <a:pt x="452819" y="478155"/>
                  </a:moveTo>
                  <a:lnTo>
                    <a:pt x="530733" y="478155"/>
                  </a:lnTo>
                  <a:cubicBezTo>
                    <a:pt x="541211" y="478155"/>
                    <a:pt x="549783" y="469583"/>
                    <a:pt x="549783" y="459105"/>
                  </a:cubicBezTo>
                  <a:lnTo>
                    <a:pt x="549783" y="76391"/>
                  </a:lnTo>
                  <a:cubicBezTo>
                    <a:pt x="549783" y="65913"/>
                    <a:pt x="541211" y="57341"/>
                    <a:pt x="530733" y="57341"/>
                  </a:cubicBezTo>
                  <a:lnTo>
                    <a:pt x="142494" y="57341"/>
                  </a:lnTo>
                  <a:cubicBezTo>
                    <a:pt x="142494" y="57341"/>
                    <a:pt x="120587" y="0"/>
                    <a:pt x="108014" y="0"/>
                  </a:cubicBezTo>
                  <a:lnTo>
                    <a:pt x="19050" y="0"/>
                  </a:lnTo>
                  <a:cubicBezTo>
                    <a:pt x="8573" y="0"/>
                    <a:pt x="0" y="8573"/>
                    <a:pt x="0" y="19050"/>
                  </a:cubicBezTo>
                  <a:lnTo>
                    <a:pt x="0" y="459105"/>
                  </a:lnTo>
                  <a:cubicBezTo>
                    <a:pt x="0" y="469583"/>
                    <a:pt x="8573" y="478155"/>
                    <a:pt x="19050" y="478155"/>
                  </a:cubicBezTo>
                  <a:lnTo>
                    <a:pt x="287084" y="478155"/>
                  </a:lnTo>
                </a:path>
              </a:pathLst>
            </a:custGeom>
            <a:noFill/>
            <a:ln w="25400" cap="rnd">
              <a:solidFill>
                <a:schemeClr val="bg1"/>
              </a:solidFill>
              <a:prstDash val="solid"/>
              <a:round/>
            </a:ln>
          </p:spPr>
          <p:txBody>
            <a:bodyPr rtlCol="0" anchor="ctr"/>
            <a:lstStyle/>
            <a:p>
              <a:endParaRPr lang="en-CR"/>
            </a:p>
          </p:txBody>
        </p:sp>
        <p:sp>
          <p:nvSpPr>
            <p:cNvPr id="307" name="Freeform 306">
              <a:extLst>
                <a:ext uri="{FF2B5EF4-FFF2-40B4-BE49-F238E27FC236}">
                  <a16:creationId xmlns:a16="http://schemas.microsoft.com/office/drawing/2014/main" id="{771B4A7E-A495-2DB3-64D0-359D2D0D187D}"/>
                </a:ext>
              </a:extLst>
            </p:cNvPr>
            <p:cNvSpPr/>
            <p:nvPr/>
          </p:nvSpPr>
          <p:spPr>
            <a:xfrm>
              <a:off x="5669964" y="3803894"/>
              <a:ext cx="549973" cy="19050"/>
            </a:xfrm>
            <a:custGeom>
              <a:avLst/>
              <a:gdLst>
                <a:gd name="connsiteX0" fmla="*/ 549974 w 549973"/>
                <a:gd name="connsiteY0" fmla="*/ 0 h 19050"/>
                <a:gd name="connsiteX1" fmla="*/ 0 w 549973"/>
                <a:gd name="connsiteY1" fmla="*/ 0 h 19050"/>
              </a:gdLst>
              <a:ahLst/>
              <a:cxnLst>
                <a:cxn ang="0">
                  <a:pos x="connsiteX0" y="connsiteY0"/>
                </a:cxn>
                <a:cxn ang="0">
                  <a:pos x="connsiteX1" y="connsiteY1"/>
                </a:cxn>
              </a:cxnLst>
              <a:rect l="l" t="t" r="r" b="b"/>
              <a:pathLst>
                <a:path w="549973" h="19050">
                  <a:moveTo>
                    <a:pt x="549974" y="0"/>
                  </a:moveTo>
                  <a:lnTo>
                    <a:pt x="0" y="0"/>
                  </a:lnTo>
                </a:path>
              </a:pathLst>
            </a:custGeom>
            <a:ln w="25400" cap="rnd">
              <a:solidFill>
                <a:schemeClr val="bg1"/>
              </a:solidFill>
              <a:prstDash val="solid"/>
              <a:round/>
            </a:ln>
          </p:spPr>
          <p:txBody>
            <a:bodyPr rtlCol="0" anchor="ctr"/>
            <a:lstStyle/>
            <a:p>
              <a:endParaRPr lang="en-CR"/>
            </a:p>
          </p:txBody>
        </p:sp>
      </p:grpSp>
      <p:grpSp>
        <p:nvGrpSpPr>
          <p:cNvPr id="308" name="Graphic 345">
            <a:extLst>
              <a:ext uri="{FF2B5EF4-FFF2-40B4-BE49-F238E27FC236}">
                <a16:creationId xmlns:a16="http://schemas.microsoft.com/office/drawing/2014/main" id="{201A679D-FA33-392B-7E8A-A49EE4004F4A}"/>
              </a:ext>
            </a:extLst>
          </p:cNvPr>
          <p:cNvGrpSpPr/>
          <p:nvPr/>
        </p:nvGrpSpPr>
        <p:grpSpPr>
          <a:xfrm>
            <a:off x="6996786" y="3128660"/>
            <a:ext cx="544651" cy="525845"/>
            <a:chOff x="6742630" y="3638487"/>
            <a:chExt cx="544651" cy="525845"/>
          </a:xfrm>
          <a:noFill/>
        </p:grpSpPr>
        <p:sp>
          <p:nvSpPr>
            <p:cNvPr id="309" name="Freeform 308">
              <a:extLst>
                <a:ext uri="{FF2B5EF4-FFF2-40B4-BE49-F238E27FC236}">
                  <a16:creationId xmlns:a16="http://schemas.microsoft.com/office/drawing/2014/main" id="{31CDA0F5-8792-5A65-F6F1-6589FDDA0CA4}"/>
                </a:ext>
              </a:extLst>
            </p:cNvPr>
            <p:cNvSpPr/>
            <p:nvPr/>
          </p:nvSpPr>
          <p:spPr>
            <a:xfrm>
              <a:off x="6846833" y="3638487"/>
              <a:ext cx="439864" cy="77347"/>
            </a:xfrm>
            <a:custGeom>
              <a:avLst/>
              <a:gdLst>
                <a:gd name="connsiteX0" fmla="*/ 439865 w 439864"/>
                <a:gd name="connsiteY0" fmla="*/ 77347 h 77347"/>
                <a:gd name="connsiteX1" fmla="*/ 0 w 439864"/>
                <a:gd name="connsiteY1" fmla="*/ 77347 h 77347"/>
                <a:gd name="connsiteX2" fmla="*/ 72009 w 439864"/>
                <a:gd name="connsiteY2" fmla="*/ 0 h 77347"/>
                <a:gd name="connsiteX3" fmla="*/ 368618 w 439864"/>
                <a:gd name="connsiteY3" fmla="*/ 195 h 77347"/>
                <a:gd name="connsiteX4" fmla="*/ 439865 w 439864"/>
                <a:gd name="connsiteY4" fmla="*/ 77347 h 7734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39864" h="77347">
                  <a:moveTo>
                    <a:pt x="439865" y="77347"/>
                  </a:moveTo>
                  <a:lnTo>
                    <a:pt x="0" y="77347"/>
                  </a:lnTo>
                  <a:lnTo>
                    <a:pt x="72009" y="0"/>
                  </a:lnTo>
                  <a:lnTo>
                    <a:pt x="368618" y="195"/>
                  </a:lnTo>
                  <a:lnTo>
                    <a:pt x="439865" y="77347"/>
                  </a:lnTo>
                  <a:close/>
                </a:path>
              </a:pathLst>
            </a:custGeom>
            <a:noFill/>
            <a:ln w="25400" cap="rnd">
              <a:solidFill>
                <a:schemeClr val="bg1"/>
              </a:solidFill>
              <a:prstDash val="solid"/>
              <a:round/>
            </a:ln>
          </p:spPr>
          <p:txBody>
            <a:bodyPr rtlCol="0" anchor="ctr"/>
            <a:lstStyle/>
            <a:p>
              <a:endParaRPr lang="en-CR"/>
            </a:p>
          </p:txBody>
        </p:sp>
        <p:sp>
          <p:nvSpPr>
            <p:cNvPr id="310" name="Freeform 309">
              <a:extLst>
                <a:ext uri="{FF2B5EF4-FFF2-40B4-BE49-F238E27FC236}">
                  <a16:creationId xmlns:a16="http://schemas.microsoft.com/office/drawing/2014/main" id="{DEE011E7-A2FC-2535-EC9F-1FF621B96CAB}"/>
                </a:ext>
              </a:extLst>
            </p:cNvPr>
            <p:cNvSpPr/>
            <p:nvPr/>
          </p:nvSpPr>
          <p:spPr>
            <a:xfrm>
              <a:off x="6846833" y="3765126"/>
              <a:ext cx="439864" cy="48122"/>
            </a:xfrm>
            <a:custGeom>
              <a:avLst/>
              <a:gdLst>
                <a:gd name="connsiteX0" fmla="*/ 48006 w 439864"/>
                <a:gd name="connsiteY0" fmla="*/ 0 h 48122"/>
                <a:gd name="connsiteX1" fmla="*/ 0 w 439864"/>
                <a:gd name="connsiteY1" fmla="*/ 48123 h 48122"/>
                <a:gd name="connsiteX2" fmla="*/ 439865 w 439864"/>
                <a:gd name="connsiteY2" fmla="*/ 48123 h 48122"/>
                <a:gd name="connsiteX3" fmla="*/ 392240 w 439864"/>
                <a:gd name="connsiteY3" fmla="*/ 0 h 48122"/>
              </a:gdLst>
              <a:ahLst/>
              <a:cxnLst>
                <a:cxn ang="0">
                  <a:pos x="connsiteX0" y="connsiteY0"/>
                </a:cxn>
                <a:cxn ang="0">
                  <a:pos x="connsiteX1" y="connsiteY1"/>
                </a:cxn>
                <a:cxn ang="0">
                  <a:pos x="connsiteX2" y="connsiteY2"/>
                </a:cxn>
                <a:cxn ang="0">
                  <a:pos x="connsiteX3" y="connsiteY3"/>
                </a:cxn>
              </a:cxnLst>
              <a:rect l="l" t="t" r="r" b="b"/>
              <a:pathLst>
                <a:path w="439864" h="48122">
                  <a:moveTo>
                    <a:pt x="48006" y="0"/>
                  </a:moveTo>
                  <a:lnTo>
                    <a:pt x="0" y="48123"/>
                  </a:lnTo>
                  <a:lnTo>
                    <a:pt x="439865" y="48123"/>
                  </a:lnTo>
                  <a:lnTo>
                    <a:pt x="392240" y="0"/>
                  </a:lnTo>
                </a:path>
              </a:pathLst>
            </a:custGeom>
            <a:noFill/>
            <a:ln w="25400" cap="rnd">
              <a:solidFill>
                <a:schemeClr val="bg1"/>
              </a:solidFill>
              <a:prstDash val="solid"/>
              <a:round/>
            </a:ln>
          </p:spPr>
          <p:txBody>
            <a:bodyPr rtlCol="0" anchor="ctr"/>
            <a:lstStyle/>
            <a:p>
              <a:endParaRPr lang="en-CR"/>
            </a:p>
          </p:txBody>
        </p:sp>
        <p:sp>
          <p:nvSpPr>
            <p:cNvPr id="311" name="Freeform 310">
              <a:extLst>
                <a:ext uri="{FF2B5EF4-FFF2-40B4-BE49-F238E27FC236}">
                  <a16:creationId xmlns:a16="http://schemas.microsoft.com/office/drawing/2014/main" id="{AD726ED1-F601-6C4A-47DD-C9D4396ECA4B}"/>
                </a:ext>
              </a:extLst>
            </p:cNvPr>
            <p:cNvSpPr/>
            <p:nvPr/>
          </p:nvSpPr>
          <p:spPr>
            <a:xfrm>
              <a:off x="6846833" y="3862541"/>
              <a:ext cx="439864" cy="48122"/>
            </a:xfrm>
            <a:custGeom>
              <a:avLst/>
              <a:gdLst>
                <a:gd name="connsiteX0" fmla="*/ 48006 w 439864"/>
                <a:gd name="connsiteY0" fmla="*/ 0 h 48122"/>
                <a:gd name="connsiteX1" fmla="*/ 0 w 439864"/>
                <a:gd name="connsiteY1" fmla="*/ 48123 h 48122"/>
                <a:gd name="connsiteX2" fmla="*/ 439865 w 439864"/>
                <a:gd name="connsiteY2" fmla="*/ 48123 h 48122"/>
                <a:gd name="connsiteX3" fmla="*/ 392240 w 439864"/>
                <a:gd name="connsiteY3" fmla="*/ 0 h 48122"/>
              </a:gdLst>
              <a:ahLst/>
              <a:cxnLst>
                <a:cxn ang="0">
                  <a:pos x="connsiteX0" y="connsiteY0"/>
                </a:cxn>
                <a:cxn ang="0">
                  <a:pos x="connsiteX1" y="connsiteY1"/>
                </a:cxn>
                <a:cxn ang="0">
                  <a:pos x="connsiteX2" y="connsiteY2"/>
                </a:cxn>
                <a:cxn ang="0">
                  <a:pos x="connsiteX3" y="connsiteY3"/>
                </a:cxn>
              </a:cxnLst>
              <a:rect l="l" t="t" r="r" b="b"/>
              <a:pathLst>
                <a:path w="439864" h="48122">
                  <a:moveTo>
                    <a:pt x="48006" y="0"/>
                  </a:moveTo>
                  <a:lnTo>
                    <a:pt x="0" y="48123"/>
                  </a:lnTo>
                  <a:lnTo>
                    <a:pt x="439865" y="48123"/>
                  </a:lnTo>
                  <a:lnTo>
                    <a:pt x="392240" y="0"/>
                  </a:lnTo>
                </a:path>
              </a:pathLst>
            </a:custGeom>
            <a:noFill/>
            <a:ln w="25400" cap="rnd">
              <a:solidFill>
                <a:schemeClr val="bg1"/>
              </a:solidFill>
              <a:prstDash val="solid"/>
              <a:round/>
            </a:ln>
          </p:spPr>
          <p:txBody>
            <a:bodyPr rtlCol="0" anchor="ctr"/>
            <a:lstStyle/>
            <a:p>
              <a:endParaRPr lang="en-CR"/>
            </a:p>
          </p:txBody>
        </p:sp>
        <p:sp>
          <p:nvSpPr>
            <p:cNvPr id="312" name="Freeform 311">
              <a:extLst>
                <a:ext uri="{FF2B5EF4-FFF2-40B4-BE49-F238E27FC236}">
                  <a16:creationId xmlns:a16="http://schemas.microsoft.com/office/drawing/2014/main" id="{17171F30-2F0E-23CA-6A91-A3CF06ACD1AD}"/>
                </a:ext>
              </a:extLst>
            </p:cNvPr>
            <p:cNvSpPr/>
            <p:nvPr/>
          </p:nvSpPr>
          <p:spPr>
            <a:xfrm>
              <a:off x="6837880" y="4009674"/>
              <a:ext cx="307375" cy="113538"/>
            </a:xfrm>
            <a:custGeom>
              <a:avLst/>
              <a:gdLst>
                <a:gd name="connsiteX0" fmla="*/ 0 w 307375"/>
                <a:gd name="connsiteY0" fmla="*/ 8146 h 113538"/>
                <a:gd name="connsiteX1" fmla="*/ 155448 w 307375"/>
                <a:gd name="connsiteY1" fmla="*/ 7561 h 113538"/>
                <a:gd name="connsiteX2" fmla="*/ 286322 w 307375"/>
                <a:gd name="connsiteY2" fmla="*/ 49839 h 113538"/>
                <a:gd name="connsiteX3" fmla="*/ 269748 w 307375"/>
                <a:gd name="connsiteY3" fmla="*/ 111990 h 113538"/>
                <a:gd name="connsiteX4" fmla="*/ 132207 w 307375"/>
                <a:gd name="connsiteY4" fmla="*/ 67763 h 1135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7375" h="113538">
                  <a:moveTo>
                    <a:pt x="0" y="8146"/>
                  </a:moveTo>
                  <a:cubicBezTo>
                    <a:pt x="50102" y="547"/>
                    <a:pt x="115443" y="-5298"/>
                    <a:pt x="155448" y="7561"/>
                  </a:cubicBezTo>
                  <a:lnTo>
                    <a:pt x="286322" y="49839"/>
                  </a:lnTo>
                  <a:cubicBezTo>
                    <a:pt x="323660" y="61919"/>
                    <a:pt x="307086" y="124069"/>
                    <a:pt x="269748" y="111990"/>
                  </a:cubicBezTo>
                  <a:lnTo>
                    <a:pt x="132207" y="67763"/>
                  </a:lnTo>
                </a:path>
              </a:pathLst>
            </a:custGeom>
            <a:noFill/>
            <a:ln w="25400" cap="rnd">
              <a:solidFill>
                <a:schemeClr val="bg1"/>
              </a:solidFill>
              <a:prstDash val="solid"/>
              <a:round/>
            </a:ln>
          </p:spPr>
          <p:txBody>
            <a:bodyPr rtlCol="0" anchor="ctr"/>
            <a:lstStyle/>
            <a:p>
              <a:endParaRPr lang="en-CR"/>
            </a:p>
          </p:txBody>
        </p:sp>
        <p:sp>
          <p:nvSpPr>
            <p:cNvPr id="313" name="Freeform 312">
              <a:extLst>
                <a:ext uri="{FF2B5EF4-FFF2-40B4-BE49-F238E27FC236}">
                  <a16:creationId xmlns:a16="http://schemas.microsoft.com/office/drawing/2014/main" id="{267D4ECF-EC52-575D-DCE0-1E540E3F4E14}"/>
                </a:ext>
              </a:extLst>
            </p:cNvPr>
            <p:cNvSpPr/>
            <p:nvPr/>
          </p:nvSpPr>
          <p:spPr>
            <a:xfrm>
              <a:off x="6837880" y="4022870"/>
              <a:ext cx="449401" cy="140097"/>
            </a:xfrm>
            <a:custGeom>
              <a:avLst/>
              <a:gdLst>
                <a:gd name="connsiteX0" fmla="*/ 304991 w 449401"/>
                <a:gd name="connsiteY0" fmla="*/ 54568 h 140097"/>
                <a:gd name="connsiteX1" fmla="*/ 406908 w 449401"/>
                <a:gd name="connsiteY1" fmla="*/ 3522 h 140097"/>
                <a:gd name="connsiteX2" fmla="*/ 432245 w 449401"/>
                <a:gd name="connsiteY2" fmla="*/ 62166 h 140097"/>
                <a:gd name="connsiteX3" fmla="*/ 228028 w 449401"/>
                <a:gd name="connsiteY3" fmla="*/ 140098 h 140097"/>
                <a:gd name="connsiteX4" fmla="*/ 71819 w 449401"/>
                <a:gd name="connsiteY4" fmla="*/ 100742 h 140097"/>
                <a:gd name="connsiteX5" fmla="*/ 0 w 449401"/>
                <a:gd name="connsiteY5" fmla="*/ 107172 h 1400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49401" h="140097">
                  <a:moveTo>
                    <a:pt x="304991" y="54568"/>
                  </a:moveTo>
                  <a:lnTo>
                    <a:pt x="406908" y="3522"/>
                  </a:lnTo>
                  <a:cubicBezTo>
                    <a:pt x="443865" y="-14987"/>
                    <a:pt x="467106" y="44631"/>
                    <a:pt x="432245" y="62166"/>
                  </a:cubicBezTo>
                  <a:cubicBezTo>
                    <a:pt x="277368" y="139708"/>
                    <a:pt x="289560" y="140098"/>
                    <a:pt x="228028" y="140098"/>
                  </a:cubicBezTo>
                  <a:cubicBezTo>
                    <a:pt x="192405" y="140098"/>
                    <a:pt x="139446" y="133863"/>
                    <a:pt x="71819" y="100742"/>
                  </a:cubicBezTo>
                  <a:cubicBezTo>
                    <a:pt x="57721" y="93923"/>
                    <a:pt x="28003" y="98989"/>
                    <a:pt x="0" y="107172"/>
                  </a:cubicBezTo>
                </a:path>
              </a:pathLst>
            </a:custGeom>
            <a:noFill/>
            <a:ln w="25400" cap="rnd">
              <a:solidFill>
                <a:schemeClr val="bg1"/>
              </a:solidFill>
              <a:prstDash val="solid"/>
              <a:round/>
            </a:ln>
          </p:spPr>
          <p:txBody>
            <a:bodyPr rtlCol="0" anchor="ctr"/>
            <a:lstStyle/>
            <a:p>
              <a:endParaRPr lang="en-CR"/>
            </a:p>
          </p:txBody>
        </p:sp>
        <p:sp>
          <p:nvSpPr>
            <p:cNvPr id="314" name="Freeform 313">
              <a:extLst>
                <a:ext uri="{FF2B5EF4-FFF2-40B4-BE49-F238E27FC236}">
                  <a16:creationId xmlns:a16="http://schemas.microsoft.com/office/drawing/2014/main" id="{DB1E23C2-950C-D64B-1FC0-979C95035DC5}"/>
                </a:ext>
              </a:extLst>
            </p:cNvPr>
            <p:cNvSpPr/>
            <p:nvPr/>
          </p:nvSpPr>
          <p:spPr>
            <a:xfrm>
              <a:off x="6742630" y="3988985"/>
              <a:ext cx="95250" cy="175346"/>
            </a:xfrm>
            <a:custGeom>
              <a:avLst/>
              <a:gdLst>
                <a:gd name="connsiteX0" fmla="*/ 76200 w 95250"/>
                <a:gd name="connsiteY0" fmla="*/ 0 h 175346"/>
                <a:gd name="connsiteX1" fmla="*/ 95250 w 95250"/>
                <a:gd name="connsiteY1" fmla="*/ 19483 h 175346"/>
                <a:gd name="connsiteX2" fmla="*/ 95250 w 95250"/>
                <a:gd name="connsiteY2" fmla="*/ 155864 h 175346"/>
                <a:gd name="connsiteX3" fmla="*/ 76200 w 95250"/>
                <a:gd name="connsiteY3" fmla="*/ 175347 h 175346"/>
                <a:gd name="connsiteX4" fmla="*/ 19050 w 95250"/>
                <a:gd name="connsiteY4" fmla="*/ 175347 h 175346"/>
                <a:gd name="connsiteX5" fmla="*/ 0 w 95250"/>
                <a:gd name="connsiteY5" fmla="*/ 155864 h 175346"/>
                <a:gd name="connsiteX6" fmla="*/ 0 w 95250"/>
                <a:gd name="connsiteY6" fmla="*/ 19483 h 175346"/>
                <a:gd name="connsiteX7" fmla="*/ 19050 w 95250"/>
                <a:gd name="connsiteY7" fmla="*/ 0 h 175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5250" h="175346">
                  <a:moveTo>
                    <a:pt x="76200" y="0"/>
                  </a:moveTo>
                  <a:cubicBezTo>
                    <a:pt x="86721" y="0"/>
                    <a:pt x="95250" y="8723"/>
                    <a:pt x="95250" y="19483"/>
                  </a:cubicBezTo>
                  <a:lnTo>
                    <a:pt x="95250" y="155864"/>
                  </a:lnTo>
                  <a:cubicBezTo>
                    <a:pt x="95250" y="166624"/>
                    <a:pt x="86721" y="175347"/>
                    <a:pt x="76200" y="175347"/>
                  </a:cubicBezTo>
                  <a:lnTo>
                    <a:pt x="19050" y="175347"/>
                  </a:lnTo>
                  <a:cubicBezTo>
                    <a:pt x="8529" y="175347"/>
                    <a:pt x="0" y="166624"/>
                    <a:pt x="0" y="155864"/>
                  </a:cubicBezTo>
                  <a:lnTo>
                    <a:pt x="0" y="19483"/>
                  </a:lnTo>
                  <a:cubicBezTo>
                    <a:pt x="0" y="8723"/>
                    <a:pt x="8529" y="0"/>
                    <a:pt x="19050" y="0"/>
                  </a:cubicBezTo>
                  <a:close/>
                </a:path>
              </a:pathLst>
            </a:custGeom>
            <a:noFill/>
            <a:ln w="25400" cap="rnd">
              <a:solidFill>
                <a:schemeClr val="bg1"/>
              </a:solidFill>
              <a:prstDash val="solid"/>
              <a:round/>
            </a:ln>
          </p:spPr>
          <p:txBody>
            <a:bodyPr rtlCol="0" anchor="ctr"/>
            <a:lstStyle/>
            <a:p>
              <a:endParaRPr lang="en-CR"/>
            </a:p>
          </p:txBody>
        </p:sp>
      </p:grpSp>
      <p:grpSp>
        <p:nvGrpSpPr>
          <p:cNvPr id="315" name="Graphic 347">
            <a:extLst>
              <a:ext uri="{FF2B5EF4-FFF2-40B4-BE49-F238E27FC236}">
                <a16:creationId xmlns:a16="http://schemas.microsoft.com/office/drawing/2014/main" id="{95065186-FCD7-8274-C414-C22EA9CF60BF}"/>
              </a:ext>
            </a:extLst>
          </p:cNvPr>
          <p:cNvGrpSpPr/>
          <p:nvPr/>
        </p:nvGrpSpPr>
        <p:grpSpPr>
          <a:xfrm>
            <a:off x="8178097" y="3128684"/>
            <a:ext cx="546735" cy="525797"/>
            <a:chOff x="7941954" y="3637956"/>
            <a:chExt cx="546735" cy="525797"/>
          </a:xfrm>
          <a:noFill/>
        </p:grpSpPr>
        <p:sp>
          <p:nvSpPr>
            <p:cNvPr id="316" name="Freeform 315">
              <a:extLst>
                <a:ext uri="{FF2B5EF4-FFF2-40B4-BE49-F238E27FC236}">
                  <a16:creationId xmlns:a16="http://schemas.microsoft.com/office/drawing/2014/main" id="{A44F1430-9F23-C239-9A27-5B733F35A707}"/>
                </a:ext>
              </a:extLst>
            </p:cNvPr>
            <p:cNvSpPr/>
            <p:nvPr/>
          </p:nvSpPr>
          <p:spPr>
            <a:xfrm>
              <a:off x="7941954" y="4163754"/>
              <a:ext cx="546735" cy="18811"/>
            </a:xfrm>
            <a:custGeom>
              <a:avLst/>
              <a:gdLst>
                <a:gd name="connsiteX0" fmla="*/ 0 w 546735"/>
                <a:gd name="connsiteY0" fmla="*/ 0 h 18811"/>
                <a:gd name="connsiteX1" fmla="*/ 546735 w 546735"/>
                <a:gd name="connsiteY1" fmla="*/ 0 h 18811"/>
              </a:gdLst>
              <a:ahLst/>
              <a:cxnLst>
                <a:cxn ang="0">
                  <a:pos x="connsiteX0" y="connsiteY0"/>
                </a:cxn>
                <a:cxn ang="0">
                  <a:pos x="connsiteX1" y="connsiteY1"/>
                </a:cxn>
              </a:cxnLst>
              <a:rect l="l" t="t" r="r" b="b"/>
              <a:pathLst>
                <a:path w="546735" h="18811">
                  <a:moveTo>
                    <a:pt x="0" y="0"/>
                  </a:moveTo>
                  <a:lnTo>
                    <a:pt x="546735" y="0"/>
                  </a:lnTo>
                </a:path>
              </a:pathLst>
            </a:custGeom>
            <a:ln w="25400" cap="rnd">
              <a:solidFill>
                <a:schemeClr val="bg1"/>
              </a:solidFill>
              <a:prstDash val="solid"/>
              <a:round/>
            </a:ln>
          </p:spPr>
          <p:txBody>
            <a:bodyPr rtlCol="0" anchor="ctr"/>
            <a:lstStyle/>
            <a:p>
              <a:endParaRPr lang="en-CR"/>
            </a:p>
          </p:txBody>
        </p:sp>
        <p:sp>
          <p:nvSpPr>
            <p:cNvPr id="317" name="Freeform 316">
              <a:extLst>
                <a:ext uri="{FF2B5EF4-FFF2-40B4-BE49-F238E27FC236}">
                  <a16:creationId xmlns:a16="http://schemas.microsoft.com/office/drawing/2014/main" id="{4E0D86A0-F686-18C2-CD76-78E4CE8B8EC5}"/>
                </a:ext>
              </a:extLst>
            </p:cNvPr>
            <p:cNvSpPr/>
            <p:nvPr/>
          </p:nvSpPr>
          <p:spPr>
            <a:xfrm>
              <a:off x="8008248" y="3637956"/>
              <a:ext cx="171449" cy="525797"/>
            </a:xfrm>
            <a:custGeom>
              <a:avLst/>
              <a:gdLst>
                <a:gd name="connsiteX0" fmla="*/ 171450 w 171449"/>
                <a:gd name="connsiteY0" fmla="*/ 525798 h 525797"/>
                <a:gd name="connsiteX1" fmla="*/ 0 w 171449"/>
                <a:gd name="connsiteY1" fmla="*/ 525798 h 525797"/>
                <a:gd name="connsiteX2" fmla="*/ 0 w 171449"/>
                <a:gd name="connsiteY2" fmla="*/ 103488 h 525797"/>
                <a:gd name="connsiteX3" fmla="*/ 8763 w 171449"/>
                <a:gd name="connsiteY3" fmla="*/ 87686 h 525797"/>
                <a:gd name="connsiteX4" fmla="*/ 142113 w 171449"/>
                <a:gd name="connsiteY4" fmla="*/ 3036 h 525797"/>
                <a:gd name="connsiteX5" fmla="*/ 171450 w 171449"/>
                <a:gd name="connsiteY5" fmla="*/ 18838 h 525797"/>
                <a:gd name="connsiteX6" fmla="*/ 171450 w 171449"/>
                <a:gd name="connsiteY6" fmla="*/ 525798 h 5257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71449" h="525797">
                  <a:moveTo>
                    <a:pt x="171450" y="525798"/>
                  </a:moveTo>
                  <a:lnTo>
                    <a:pt x="0" y="525798"/>
                  </a:lnTo>
                  <a:lnTo>
                    <a:pt x="0" y="103488"/>
                  </a:lnTo>
                  <a:cubicBezTo>
                    <a:pt x="0" y="97092"/>
                    <a:pt x="3239" y="91072"/>
                    <a:pt x="8763" y="87686"/>
                  </a:cubicBezTo>
                  <a:lnTo>
                    <a:pt x="142113" y="3036"/>
                  </a:lnTo>
                  <a:cubicBezTo>
                    <a:pt x="154877" y="-5053"/>
                    <a:pt x="171450" y="3977"/>
                    <a:pt x="171450" y="18838"/>
                  </a:cubicBezTo>
                  <a:lnTo>
                    <a:pt x="171450" y="525798"/>
                  </a:lnTo>
                  <a:close/>
                </a:path>
              </a:pathLst>
            </a:custGeom>
            <a:noFill/>
            <a:ln w="25400" cap="rnd">
              <a:solidFill>
                <a:schemeClr val="bg1"/>
              </a:solidFill>
              <a:prstDash val="solid"/>
              <a:round/>
            </a:ln>
          </p:spPr>
          <p:txBody>
            <a:bodyPr rtlCol="0" anchor="ctr"/>
            <a:lstStyle/>
            <a:p>
              <a:endParaRPr lang="en-CR"/>
            </a:p>
          </p:txBody>
        </p:sp>
        <p:sp>
          <p:nvSpPr>
            <p:cNvPr id="318" name="Freeform 317">
              <a:extLst>
                <a:ext uri="{FF2B5EF4-FFF2-40B4-BE49-F238E27FC236}">
                  <a16:creationId xmlns:a16="http://schemas.microsoft.com/office/drawing/2014/main" id="{6D5E395C-21F0-EC8B-E0F5-EA4A54321C96}"/>
                </a:ext>
              </a:extLst>
            </p:cNvPr>
            <p:cNvSpPr/>
            <p:nvPr/>
          </p:nvSpPr>
          <p:spPr>
            <a:xfrm>
              <a:off x="8289045" y="3843965"/>
              <a:ext cx="19050" cy="180775"/>
            </a:xfrm>
            <a:custGeom>
              <a:avLst/>
              <a:gdLst>
                <a:gd name="connsiteX0" fmla="*/ 0 w 19050"/>
                <a:gd name="connsiteY0" fmla="*/ 0 h 180775"/>
                <a:gd name="connsiteX1" fmla="*/ 0 w 19050"/>
                <a:gd name="connsiteY1" fmla="*/ 180775 h 180775"/>
              </a:gdLst>
              <a:ahLst/>
              <a:cxnLst>
                <a:cxn ang="0">
                  <a:pos x="connsiteX0" y="connsiteY0"/>
                </a:cxn>
                <a:cxn ang="0">
                  <a:pos x="connsiteX1" y="connsiteY1"/>
                </a:cxn>
              </a:cxnLst>
              <a:rect l="l" t="t" r="r" b="b"/>
              <a:pathLst>
                <a:path w="19050" h="180775">
                  <a:moveTo>
                    <a:pt x="0" y="0"/>
                  </a:moveTo>
                  <a:lnTo>
                    <a:pt x="0" y="180775"/>
                  </a:lnTo>
                </a:path>
              </a:pathLst>
            </a:custGeom>
            <a:ln w="25400" cap="rnd">
              <a:solidFill>
                <a:schemeClr val="bg1"/>
              </a:solidFill>
              <a:prstDash val="solid"/>
              <a:round/>
            </a:ln>
          </p:spPr>
          <p:txBody>
            <a:bodyPr rtlCol="0" anchor="ctr"/>
            <a:lstStyle/>
            <a:p>
              <a:endParaRPr lang="en-CR"/>
            </a:p>
          </p:txBody>
        </p:sp>
        <p:sp>
          <p:nvSpPr>
            <p:cNvPr id="319" name="Freeform 318">
              <a:extLst>
                <a:ext uri="{FF2B5EF4-FFF2-40B4-BE49-F238E27FC236}">
                  <a16:creationId xmlns:a16="http://schemas.microsoft.com/office/drawing/2014/main" id="{51338767-8EE6-0F68-1545-B9ED22EED532}"/>
                </a:ext>
              </a:extLst>
            </p:cNvPr>
            <p:cNvSpPr/>
            <p:nvPr/>
          </p:nvSpPr>
          <p:spPr>
            <a:xfrm>
              <a:off x="8365245" y="3843965"/>
              <a:ext cx="19050" cy="180775"/>
            </a:xfrm>
            <a:custGeom>
              <a:avLst/>
              <a:gdLst>
                <a:gd name="connsiteX0" fmla="*/ 0 w 19050"/>
                <a:gd name="connsiteY0" fmla="*/ 0 h 180775"/>
                <a:gd name="connsiteX1" fmla="*/ 0 w 19050"/>
                <a:gd name="connsiteY1" fmla="*/ 180775 h 180775"/>
              </a:gdLst>
              <a:ahLst/>
              <a:cxnLst>
                <a:cxn ang="0">
                  <a:pos x="connsiteX0" y="connsiteY0"/>
                </a:cxn>
                <a:cxn ang="0">
                  <a:pos x="connsiteX1" y="connsiteY1"/>
                </a:cxn>
              </a:cxnLst>
              <a:rect l="l" t="t" r="r" b="b"/>
              <a:pathLst>
                <a:path w="19050" h="180775">
                  <a:moveTo>
                    <a:pt x="0" y="0"/>
                  </a:moveTo>
                  <a:lnTo>
                    <a:pt x="0" y="180775"/>
                  </a:lnTo>
                </a:path>
              </a:pathLst>
            </a:custGeom>
            <a:ln w="25400" cap="rnd">
              <a:solidFill>
                <a:schemeClr val="bg1"/>
              </a:solidFill>
              <a:prstDash val="solid"/>
              <a:round/>
            </a:ln>
          </p:spPr>
          <p:txBody>
            <a:bodyPr rtlCol="0" anchor="ctr"/>
            <a:lstStyle/>
            <a:p>
              <a:endParaRPr lang="en-CR"/>
            </a:p>
          </p:txBody>
        </p:sp>
        <p:sp>
          <p:nvSpPr>
            <p:cNvPr id="320" name="Freeform 319">
              <a:extLst>
                <a:ext uri="{FF2B5EF4-FFF2-40B4-BE49-F238E27FC236}">
                  <a16:creationId xmlns:a16="http://schemas.microsoft.com/office/drawing/2014/main" id="{EF37E99F-8697-7DC8-7373-4C6A4A86210E}"/>
                </a:ext>
              </a:extLst>
            </p:cNvPr>
            <p:cNvSpPr/>
            <p:nvPr/>
          </p:nvSpPr>
          <p:spPr>
            <a:xfrm>
              <a:off x="8066160" y="4024740"/>
              <a:ext cx="56388" cy="18811"/>
            </a:xfrm>
            <a:custGeom>
              <a:avLst/>
              <a:gdLst>
                <a:gd name="connsiteX0" fmla="*/ 0 w 56388"/>
                <a:gd name="connsiteY0" fmla="*/ 0 h 18811"/>
                <a:gd name="connsiteX1" fmla="*/ 56388 w 56388"/>
                <a:gd name="connsiteY1" fmla="*/ 0 h 18811"/>
              </a:gdLst>
              <a:ahLst/>
              <a:cxnLst>
                <a:cxn ang="0">
                  <a:pos x="connsiteX0" y="connsiteY0"/>
                </a:cxn>
                <a:cxn ang="0">
                  <a:pos x="connsiteX1" y="connsiteY1"/>
                </a:cxn>
              </a:cxnLst>
              <a:rect l="l" t="t" r="r" b="b"/>
              <a:pathLst>
                <a:path w="56388" h="18811">
                  <a:moveTo>
                    <a:pt x="0" y="0"/>
                  </a:moveTo>
                  <a:lnTo>
                    <a:pt x="56388" y="0"/>
                  </a:lnTo>
                </a:path>
              </a:pathLst>
            </a:custGeom>
            <a:ln w="25400" cap="rnd">
              <a:solidFill>
                <a:schemeClr val="bg1"/>
              </a:solidFill>
              <a:prstDash val="solid"/>
              <a:round/>
            </a:ln>
          </p:spPr>
          <p:txBody>
            <a:bodyPr rtlCol="0" anchor="ctr"/>
            <a:lstStyle/>
            <a:p>
              <a:endParaRPr lang="en-CR"/>
            </a:p>
          </p:txBody>
        </p:sp>
        <p:sp>
          <p:nvSpPr>
            <p:cNvPr id="321" name="Freeform 320">
              <a:extLst>
                <a:ext uri="{FF2B5EF4-FFF2-40B4-BE49-F238E27FC236}">
                  <a16:creationId xmlns:a16="http://schemas.microsoft.com/office/drawing/2014/main" id="{1BE2CC99-8403-00F0-B6D8-246FDEEFF387}"/>
                </a:ext>
              </a:extLst>
            </p:cNvPr>
            <p:cNvSpPr/>
            <p:nvPr/>
          </p:nvSpPr>
          <p:spPr>
            <a:xfrm>
              <a:off x="8066160" y="3911873"/>
              <a:ext cx="56388" cy="18811"/>
            </a:xfrm>
            <a:custGeom>
              <a:avLst/>
              <a:gdLst>
                <a:gd name="connsiteX0" fmla="*/ 0 w 56388"/>
                <a:gd name="connsiteY0" fmla="*/ 0 h 18811"/>
                <a:gd name="connsiteX1" fmla="*/ 56388 w 56388"/>
                <a:gd name="connsiteY1" fmla="*/ 0 h 18811"/>
              </a:gdLst>
              <a:ahLst/>
              <a:cxnLst>
                <a:cxn ang="0">
                  <a:pos x="connsiteX0" y="connsiteY0"/>
                </a:cxn>
                <a:cxn ang="0">
                  <a:pos x="connsiteX1" y="connsiteY1"/>
                </a:cxn>
              </a:cxnLst>
              <a:rect l="l" t="t" r="r" b="b"/>
              <a:pathLst>
                <a:path w="56388" h="18811">
                  <a:moveTo>
                    <a:pt x="0" y="0"/>
                  </a:moveTo>
                  <a:lnTo>
                    <a:pt x="56388" y="0"/>
                  </a:lnTo>
                </a:path>
              </a:pathLst>
            </a:custGeom>
            <a:ln w="25400" cap="rnd">
              <a:solidFill>
                <a:schemeClr val="bg1"/>
              </a:solidFill>
              <a:prstDash val="solid"/>
              <a:round/>
            </a:ln>
          </p:spPr>
          <p:txBody>
            <a:bodyPr rtlCol="0" anchor="ctr"/>
            <a:lstStyle/>
            <a:p>
              <a:endParaRPr lang="en-CR"/>
            </a:p>
          </p:txBody>
        </p:sp>
        <p:sp>
          <p:nvSpPr>
            <p:cNvPr id="322" name="Freeform 321">
              <a:extLst>
                <a:ext uri="{FF2B5EF4-FFF2-40B4-BE49-F238E27FC236}">
                  <a16:creationId xmlns:a16="http://schemas.microsoft.com/office/drawing/2014/main" id="{F990D4F8-4BD3-7F5C-D95B-D0875D59EC91}"/>
                </a:ext>
              </a:extLst>
            </p:cNvPr>
            <p:cNvSpPr/>
            <p:nvPr/>
          </p:nvSpPr>
          <p:spPr>
            <a:xfrm>
              <a:off x="8066160" y="3799006"/>
              <a:ext cx="56388" cy="18811"/>
            </a:xfrm>
            <a:custGeom>
              <a:avLst/>
              <a:gdLst>
                <a:gd name="connsiteX0" fmla="*/ 0 w 56388"/>
                <a:gd name="connsiteY0" fmla="*/ 0 h 18811"/>
                <a:gd name="connsiteX1" fmla="*/ 56388 w 56388"/>
                <a:gd name="connsiteY1" fmla="*/ 0 h 18811"/>
              </a:gdLst>
              <a:ahLst/>
              <a:cxnLst>
                <a:cxn ang="0">
                  <a:pos x="connsiteX0" y="connsiteY0"/>
                </a:cxn>
                <a:cxn ang="0">
                  <a:pos x="connsiteX1" y="connsiteY1"/>
                </a:cxn>
              </a:cxnLst>
              <a:rect l="l" t="t" r="r" b="b"/>
              <a:pathLst>
                <a:path w="56388" h="18811">
                  <a:moveTo>
                    <a:pt x="0" y="0"/>
                  </a:moveTo>
                  <a:lnTo>
                    <a:pt x="56388" y="0"/>
                  </a:lnTo>
                </a:path>
              </a:pathLst>
            </a:custGeom>
            <a:ln w="25400" cap="rnd">
              <a:solidFill>
                <a:schemeClr val="bg1"/>
              </a:solidFill>
              <a:prstDash val="solid"/>
              <a:round/>
            </a:ln>
          </p:spPr>
          <p:txBody>
            <a:bodyPr rtlCol="0" anchor="ctr"/>
            <a:lstStyle/>
            <a:p>
              <a:endParaRPr lang="en-CR"/>
            </a:p>
          </p:txBody>
        </p:sp>
        <p:sp>
          <p:nvSpPr>
            <p:cNvPr id="323" name="Freeform 322">
              <a:extLst>
                <a:ext uri="{FF2B5EF4-FFF2-40B4-BE49-F238E27FC236}">
                  <a16:creationId xmlns:a16="http://schemas.microsoft.com/office/drawing/2014/main" id="{583AE5AF-906A-2938-DA4B-01123A5A984A}"/>
                </a:ext>
              </a:extLst>
            </p:cNvPr>
            <p:cNvSpPr/>
            <p:nvPr/>
          </p:nvSpPr>
          <p:spPr>
            <a:xfrm>
              <a:off x="8231895" y="3749909"/>
              <a:ext cx="190499" cy="413845"/>
            </a:xfrm>
            <a:custGeom>
              <a:avLst/>
              <a:gdLst>
                <a:gd name="connsiteX0" fmla="*/ 19050 w 190499"/>
                <a:gd name="connsiteY0" fmla="*/ 0 h 413845"/>
                <a:gd name="connsiteX1" fmla="*/ 171450 w 190499"/>
                <a:gd name="connsiteY1" fmla="*/ 0 h 413845"/>
                <a:gd name="connsiteX2" fmla="*/ 190500 w 190499"/>
                <a:gd name="connsiteY2" fmla="*/ 18811 h 413845"/>
                <a:gd name="connsiteX3" fmla="*/ 190500 w 190499"/>
                <a:gd name="connsiteY3" fmla="*/ 413845 h 413845"/>
                <a:gd name="connsiteX4" fmla="*/ 0 w 190499"/>
                <a:gd name="connsiteY4" fmla="*/ 413845 h 413845"/>
                <a:gd name="connsiteX5" fmla="*/ 0 w 190499"/>
                <a:gd name="connsiteY5" fmla="*/ 18811 h 413845"/>
                <a:gd name="connsiteX6" fmla="*/ 19050 w 190499"/>
                <a:gd name="connsiteY6" fmla="*/ 0 h 4138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90499" h="413845">
                  <a:moveTo>
                    <a:pt x="19050" y="0"/>
                  </a:moveTo>
                  <a:lnTo>
                    <a:pt x="171450" y="0"/>
                  </a:lnTo>
                  <a:cubicBezTo>
                    <a:pt x="181928" y="0"/>
                    <a:pt x="190500" y="8465"/>
                    <a:pt x="190500" y="18811"/>
                  </a:cubicBezTo>
                  <a:lnTo>
                    <a:pt x="190500" y="413845"/>
                  </a:lnTo>
                  <a:lnTo>
                    <a:pt x="0" y="413845"/>
                  </a:lnTo>
                  <a:lnTo>
                    <a:pt x="0" y="18811"/>
                  </a:lnTo>
                  <a:cubicBezTo>
                    <a:pt x="0" y="8465"/>
                    <a:pt x="8572" y="0"/>
                    <a:pt x="19050" y="0"/>
                  </a:cubicBezTo>
                  <a:close/>
                </a:path>
              </a:pathLst>
            </a:custGeom>
            <a:noFill/>
            <a:ln w="25400" cap="rnd">
              <a:solidFill>
                <a:schemeClr val="bg1"/>
              </a:solidFill>
              <a:prstDash val="solid"/>
              <a:round/>
            </a:ln>
          </p:spPr>
          <p:txBody>
            <a:bodyPr rtlCol="0" anchor="ctr"/>
            <a:lstStyle/>
            <a:p>
              <a:endParaRPr lang="en-CR"/>
            </a:p>
          </p:txBody>
        </p:sp>
        <p:sp>
          <p:nvSpPr>
            <p:cNvPr id="324" name="Freeform 323">
              <a:extLst>
                <a:ext uri="{FF2B5EF4-FFF2-40B4-BE49-F238E27FC236}">
                  <a16:creationId xmlns:a16="http://schemas.microsoft.com/office/drawing/2014/main" id="{1D4D42F1-BE1A-2C53-8172-E30692DA45FA}"/>
                </a:ext>
              </a:extLst>
            </p:cNvPr>
            <p:cNvSpPr/>
            <p:nvPr/>
          </p:nvSpPr>
          <p:spPr>
            <a:xfrm>
              <a:off x="8327145" y="3673160"/>
              <a:ext cx="19050" cy="76749"/>
            </a:xfrm>
            <a:custGeom>
              <a:avLst/>
              <a:gdLst>
                <a:gd name="connsiteX0" fmla="*/ 0 w 19050"/>
                <a:gd name="connsiteY0" fmla="*/ 0 h 76749"/>
                <a:gd name="connsiteX1" fmla="*/ 0 w 19050"/>
                <a:gd name="connsiteY1" fmla="*/ 76749 h 76749"/>
              </a:gdLst>
              <a:ahLst/>
              <a:cxnLst>
                <a:cxn ang="0">
                  <a:pos x="connsiteX0" y="connsiteY0"/>
                </a:cxn>
                <a:cxn ang="0">
                  <a:pos x="connsiteX1" y="connsiteY1"/>
                </a:cxn>
              </a:cxnLst>
              <a:rect l="l" t="t" r="r" b="b"/>
              <a:pathLst>
                <a:path w="19050" h="76749">
                  <a:moveTo>
                    <a:pt x="0" y="0"/>
                  </a:moveTo>
                  <a:lnTo>
                    <a:pt x="0" y="76749"/>
                  </a:lnTo>
                </a:path>
              </a:pathLst>
            </a:custGeom>
            <a:ln w="25400" cap="rnd">
              <a:solidFill>
                <a:schemeClr val="bg1"/>
              </a:solidFill>
              <a:prstDash val="solid"/>
              <a:round/>
            </a:ln>
          </p:spPr>
          <p:txBody>
            <a:bodyPr rtlCol="0" anchor="ctr"/>
            <a:lstStyle/>
            <a:p>
              <a:endParaRPr lang="en-CR"/>
            </a:p>
          </p:txBody>
        </p:sp>
        <p:sp>
          <p:nvSpPr>
            <p:cNvPr id="325" name="Freeform 324">
              <a:extLst>
                <a:ext uri="{FF2B5EF4-FFF2-40B4-BE49-F238E27FC236}">
                  <a16:creationId xmlns:a16="http://schemas.microsoft.com/office/drawing/2014/main" id="{FCB7F806-1EC3-0311-D835-56A7AAF93CFD}"/>
                </a:ext>
              </a:extLst>
            </p:cNvPr>
            <p:cNvSpPr/>
            <p:nvPr/>
          </p:nvSpPr>
          <p:spPr>
            <a:xfrm>
              <a:off x="8231895" y="4088510"/>
              <a:ext cx="190499" cy="18811"/>
            </a:xfrm>
            <a:custGeom>
              <a:avLst/>
              <a:gdLst>
                <a:gd name="connsiteX0" fmla="*/ 0 w 190499"/>
                <a:gd name="connsiteY0" fmla="*/ 0 h 18811"/>
                <a:gd name="connsiteX1" fmla="*/ 190500 w 190499"/>
                <a:gd name="connsiteY1" fmla="*/ 0 h 18811"/>
              </a:gdLst>
              <a:ahLst/>
              <a:cxnLst>
                <a:cxn ang="0">
                  <a:pos x="connsiteX0" y="connsiteY0"/>
                </a:cxn>
                <a:cxn ang="0">
                  <a:pos x="connsiteX1" y="connsiteY1"/>
                </a:cxn>
              </a:cxnLst>
              <a:rect l="l" t="t" r="r" b="b"/>
              <a:pathLst>
                <a:path w="190499" h="18811">
                  <a:moveTo>
                    <a:pt x="0" y="0"/>
                  </a:moveTo>
                  <a:lnTo>
                    <a:pt x="190500" y="0"/>
                  </a:lnTo>
                </a:path>
              </a:pathLst>
            </a:custGeom>
            <a:ln w="25400" cap="rnd">
              <a:solidFill>
                <a:schemeClr val="bg1"/>
              </a:solidFill>
              <a:prstDash val="solid"/>
              <a:round/>
            </a:ln>
          </p:spPr>
          <p:txBody>
            <a:bodyPr rtlCol="0" anchor="ctr"/>
            <a:lstStyle/>
            <a:p>
              <a:endParaRPr lang="en-CR"/>
            </a:p>
          </p:txBody>
        </p:sp>
      </p:grpSp>
      <p:grpSp>
        <p:nvGrpSpPr>
          <p:cNvPr id="326" name="Graphic 349">
            <a:extLst>
              <a:ext uri="{FF2B5EF4-FFF2-40B4-BE49-F238E27FC236}">
                <a16:creationId xmlns:a16="http://schemas.microsoft.com/office/drawing/2014/main" id="{5081199F-8149-1CC5-9423-92C3050CB269}"/>
              </a:ext>
            </a:extLst>
          </p:cNvPr>
          <p:cNvGrpSpPr/>
          <p:nvPr/>
        </p:nvGrpSpPr>
        <p:grpSpPr>
          <a:xfrm>
            <a:off x="9365959" y="3115463"/>
            <a:ext cx="534132" cy="552238"/>
            <a:chOff x="9103593" y="3631833"/>
            <a:chExt cx="534132" cy="552238"/>
          </a:xfrm>
          <a:noFill/>
        </p:grpSpPr>
        <p:sp>
          <p:nvSpPr>
            <p:cNvPr id="327" name="Freeform 326">
              <a:extLst>
                <a:ext uri="{FF2B5EF4-FFF2-40B4-BE49-F238E27FC236}">
                  <a16:creationId xmlns:a16="http://schemas.microsoft.com/office/drawing/2014/main" id="{BE8F0F24-DEF7-2B54-1E15-E7D3FBC34A8F}"/>
                </a:ext>
              </a:extLst>
            </p:cNvPr>
            <p:cNvSpPr/>
            <p:nvPr/>
          </p:nvSpPr>
          <p:spPr>
            <a:xfrm>
              <a:off x="9103593" y="3631833"/>
              <a:ext cx="534132" cy="171238"/>
            </a:xfrm>
            <a:custGeom>
              <a:avLst/>
              <a:gdLst>
                <a:gd name="connsiteX0" fmla="*/ 747 w 534132"/>
                <a:gd name="connsiteY0" fmla="*/ 168381 h 171238"/>
                <a:gd name="connsiteX1" fmla="*/ 266495 w 534132"/>
                <a:gd name="connsiteY1" fmla="*/ 169 h 171238"/>
                <a:gd name="connsiteX2" fmla="*/ 268019 w 534132"/>
                <a:gd name="connsiteY2" fmla="*/ 169 h 171238"/>
                <a:gd name="connsiteX3" fmla="*/ 533386 w 534132"/>
                <a:gd name="connsiteY3" fmla="*/ 168381 h 171238"/>
                <a:gd name="connsiteX4" fmla="*/ 532623 w 534132"/>
                <a:gd name="connsiteY4" fmla="*/ 171238 h 171238"/>
                <a:gd name="connsiteX5" fmla="*/ 1509 w 534132"/>
                <a:gd name="connsiteY5" fmla="*/ 171238 h 171238"/>
                <a:gd name="connsiteX6" fmla="*/ 747 w 534132"/>
                <a:gd name="connsiteY6" fmla="*/ 168381 h 171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34132" h="171238">
                  <a:moveTo>
                    <a:pt x="747" y="168381"/>
                  </a:moveTo>
                  <a:lnTo>
                    <a:pt x="266495" y="169"/>
                  </a:lnTo>
                  <a:cubicBezTo>
                    <a:pt x="266495" y="169"/>
                    <a:pt x="267638" y="-212"/>
                    <a:pt x="268019" y="169"/>
                  </a:cubicBezTo>
                  <a:lnTo>
                    <a:pt x="533386" y="168381"/>
                  </a:lnTo>
                  <a:cubicBezTo>
                    <a:pt x="534719" y="169143"/>
                    <a:pt x="534148" y="171238"/>
                    <a:pt x="532623" y="171238"/>
                  </a:cubicBezTo>
                  <a:lnTo>
                    <a:pt x="1509" y="171238"/>
                  </a:lnTo>
                  <a:cubicBezTo>
                    <a:pt x="-15" y="171238"/>
                    <a:pt x="-586" y="169333"/>
                    <a:pt x="747" y="168381"/>
                  </a:cubicBezTo>
                  <a:close/>
                </a:path>
              </a:pathLst>
            </a:custGeom>
            <a:noFill/>
            <a:ln w="25400" cap="rnd">
              <a:solidFill>
                <a:schemeClr val="bg1"/>
              </a:solidFill>
              <a:prstDash val="solid"/>
              <a:round/>
            </a:ln>
          </p:spPr>
          <p:txBody>
            <a:bodyPr rtlCol="0" anchor="ctr"/>
            <a:lstStyle/>
            <a:p>
              <a:endParaRPr lang="en-CR"/>
            </a:p>
          </p:txBody>
        </p:sp>
        <p:sp>
          <p:nvSpPr>
            <p:cNvPr id="328" name="Freeform 327">
              <a:extLst>
                <a:ext uri="{FF2B5EF4-FFF2-40B4-BE49-F238E27FC236}">
                  <a16:creationId xmlns:a16="http://schemas.microsoft.com/office/drawing/2014/main" id="{FAC61167-BD47-057F-CF6B-51A6DB789CC3}"/>
                </a:ext>
              </a:extLst>
            </p:cNvPr>
            <p:cNvSpPr/>
            <p:nvPr/>
          </p:nvSpPr>
          <p:spPr>
            <a:xfrm>
              <a:off x="9103959" y="4184072"/>
              <a:ext cx="533400" cy="19050"/>
            </a:xfrm>
            <a:custGeom>
              <a:avLst/>
              <a:gdLst>
                <a:gd name="connsiteX0" fmla="*/ 0 w 533400"/>
                <a:gd name="connsiteY0" fmla="*/ 0 h 19050"/>
                <a:gd name="connsiteX1" fmla="*/ 533400 w 533400"/>
                <a:gd name="connsiteY1" fmla="*/ 0 h 19050"/>
              </a:gdLst>
              <a:ahLst/>
              <a:cxnLst>
                <a:cxn ang="0">
                  <a:pos x="connsiteX0" y="connsiteY0"/>
                </a:cxn>
                <a:cxn ang="0">
                  <a:pos x="connsiteX1" y="connsiteY1"/>
                </a:cxn>
              </a:cxnLst>
              <a:rect l="l" t="t" r="r" b="b"/>
              <a:pathLst>
                <a:path w="533400" h="19050">
                  <a:moveTo>
                    <a:pt x="0" y="0"/>
                  </a:moveTo>
                  <a:lnTo>
                    <a:pt x="533400" y="0"/>
                  </a:lnTo>
                </a:path>
              </a:pathLst>
            </a:custGeom>
            <a:ln w="25400" cap="rnd">
              <a:solidFill>
                <a:schemeClr val="bg1"/>
              </a:solidFill>
              <a:prstDash val="solid"/>
              <a:round/>
            </a:ln>
          </p:spPr>
          <p:txBody>
            <a:bodyPr rtlCol="0" anchor="ctr"/>
            <a:lstStyle/>
            <a:p>
              <a:endParaRPr lang="en-CR"/>
            </a:p>
          </p:txBody>
        </p:sp>
        <p:sp>
          <p:nvSpPr>
            <p:cNvPr id="329" name="Freeform 328">
              <a:extLst>
                <a:ext uri="{FF2B5EF4-FFF2-40B4-BE49-F238E27FC236}">
                  <a16:creationId xmlns:a16="http://schemas.microsoft.com/office/drawing/2014/main" id="{E2AA1DDF-37D5-EB66-DFFE-BCDD8AA263D3}"/>
                </a:ext>
              </a:extLst>
            </p:cNvPr>
            <p:cNvSpPr/>
            <p:nvPr/>
          </p:nvSpPr>
          <p:spPr>
            <a:xfrm>
              <a:off x="9166253" y="3869747"/>
              <a:ext cx="19050" cy="247649"/>
            </a:xfrm>
            <a:custGeom>
              <a:avLst/>
              <a:gdLst>
                <a:gd name="connsiteX0" fmla="*/ 0 w 19050"/>
                <a:gd name="connsiteY0" fmla="*/ 0 h 247649"/>
                <a:gd name="connsiteX1" fmla="*/ 0 w 19050"/>
                <a:gd name="connsiteY1" fmla="*/ 247650 h 247649"/>
              </a:gdLst>
              <a:ahLst/>
              <a:cxnLst>
                <a:cxn ang="0">
                  <a:pos x="connsiteX0" y="connsiteY0"/>
                </a:cxn>
                <a:cxn ang="0">
                  <a:pos x="connsiteX1" y="connsiteY1"/>
                </a:cxn>
              </a:cxnLst>
              <a:rect l="l" t="t" r="r" b="b"/>
              <a:pathLst>
                <a:path w="19050" h="247649">
                  <a:moveTo>
                    <a:pt x="0" y="0"/>
                  </a:moveTo>
                  <a:lnTo>
                    <a:pt x="0" y="247650"/>
                  </a:lnTo>
                </a:path>
              </a:pathLst>
            </a:custGeom>
            <a:ln w="25400" cap="rnd">
              <a:solidFill>
                <a:schemeClr val="bg1"/>
              </a:solidFill>
              <a:prstDash val="solid"/>
              <a:round/>
            </a:ln>
          </p:spPr>
          <p:txBody>
            <a:bodyPr rtlCol="0" anchor="ctr"/>
            <a:lstStyle/>
            <a:p>
              <a:endParaRPr lang="en-CR"/>
            </a:p>
          </p:txBody>
        </p:sp>
        <p:sp>
          <p:nvSpPr>
            <p:cNvPr id="330" name="Freeform 329">
              <a:extLst>
                <a:ext uri="{FF2B5EF4-FFF2-40B4-BE49-F238E27FC236}">
                  <a16:creationId xmlns:a16="http://schemas.microsoft.com/office/drawing/2014/main" id="{7C71C03E-4B70-4CCB-3FC6-06EB34FFEAE0}"/>
                </a:ext>
              </a:extLst>
            </p:cNvPr>
            <p:cNvSpPr/>
            <p:nvPr/>
          </p:nvSpPr>
          <p:spPr>
            <a:xfrm>
              <a:off x="9280553" y="3869747"/>
              <a:ext cx="19050" cy="247649"/>
            </a:xfrm>
            <a:custGeom>
              <a:avLst/>
              <a:gdLst>
                <a:gd name="connsiteX0" fmla="*/ 0 w 19050"/>
                <a:gd name="connsiteY0" fmla="*/ 0 h 247649"/>
                <a:gd name="connsiteX1" fmla="*/ 0 w 19050"/>
                <a:gd name="connsiteY1" fmla="*/ 247650 h 247649"/>
              </a:gdLst>
              <a:ahLst/>
              <a:cxnLst>
                <a:cxn ang="0">
                  <a:pos x="connsiteX0" y="connsiteY0"/>
                </a:cxn>
                <a:cxn ang="0">
                  <a:pos x="connsiteX1" y="connsiteY1"/>
                </a:cxn>
              </a:cxnLst>
              <a:rect l="l" t="t" r="r" b="b"/>
              <a:pathLst>
                <a:path w="19050" h="247649">
                  <a:moveTo>
                    <a:pt x="0" y="0"/>
                  </a:moveTo>
                  <a:lnTo>
                    <a:pt x="0" y="247650"/>
                  </a:lnTo>
                </a:path>
              </a:pathLst>
            </a:custGeom>
            <a:ln w="25400" cap="rnd">
              <a:solidFill>
                <a:schemeClr val="bg1"/>
              </a:solidFill>
              <a:prstDash val="solid"/>
              <a:round/>
            </a:ln>
          </p:spPr>
          <p:txBody>
            <a:bodyPr rtlCol="0" anchor="ctr"/>
            <a:lstStyle/>
            <a:p>
              <a:endParaRPr lang="en-CR"/>
            </a:p>
          </p:txBody>
        </p:sp>
        <p:sp>
          <p:nvSpPr>
            <p:cNvPr id="331" name="Freeform 330">
              <a:extLst>
                <a:ext uri="{FF2B5EF4-FFF2-40B4-BE49-F238E27FC236}">
                  <a16:creationId xmlns:a16="http://schemas.microsoft.com/office/drawing/2014/main" id="{0C3BA394-9FF9-4721-25A0-B1327855BB94}"/>
                </a:ext>
              </a:extLst>
            </p:cNvPr>
            <p:cNvSpPr/>
            <p:nvPr/>
          </p:nvSpPr>
          <p:spPr>
            <a:xfrm>
              <a:off x="9452003" y="3869747"/>
              <a:ext cx="19050" cy="247649"/>
            </a:xfrm>
            <a:custGeom>
              <a:avLst/>
              <a:gdLst>
                <a:gd name="connsiteX0" fmla="*/ 0 w 19050"/>
                <a:gd name="connsiteY0" fmla="*/ 0 h 247649"/>
                <a:gd name="connsiteX1" fmla="*/ 0 w 19050"/>
                <a:gd name="connsiteY1" fmla="*/ 247650 h 247649"/>
              </a:gdLst>
              <a:ahLst/>
              <a:cxnLst>
                <a:cxn ang="0">
                  <a:pos x="connsiteX0" y="connsiteY0"/>
                </a:cxn>
                <a:cxn ang="0">
                  <a:pos x="connsiteX1" y="connsiteY1"/>
                </a:cxn>
              </a:cxnLst>
              <a:rect l="l" t="t" r="r" b="b"/>
              <a:pathLst>
                <a:path w="19050" h="247649">
                  <a:moveTo>
                    <a:pt x="0" y="0"/>
                  </a:moveTo>
                  <a:lnTo>
                    <a:pt x="0" y="247650"/>
                  </a:lnTo>
                </a:path>
              </a:pathLst>
            </a:custGeom>
            <a:ln w="25400" cap="rnd">
              <a:solidFill>
                <a:schemeClr val="bg1"/>
              </a:solidFill>
              <a:prstDash val="solid"/>
              <a:round/>
            </a:ln>
          </p:spPr>
          <p:txBody>
            <a:bodyPr rtlCol="0" anchor="ctr"/>
            <a:lstStyle/>
            <a:p>
              <a:endParaRPr lang="en-CR"/>
            </a:p>
          </p:txBody>
        </p:sp>
        <p:sp>
          <p:nvSpPr>
            <p:cNvPr id="332" name="Freeform 331">
              <a:extLst>
                <a:ext uri="{FF2B5EF4-FFF2-40B4-BE49-F238E27FC236}">
                  <a16:creationId xmlns:a16="http://schemas.microsoft.com/office/drawing/2014/main" id="{E445D7E0-9A62-F3E7-9981-84C7C52FE53A}"/>
                </a:ext>
              </a:extLst>
            </p:cNvPr>
            <p:cNvSpPr/>
            <p:nvPr/>
          </p:nvSpPr>
          <p:spPr>
            <a:xfrm>
              <a:off x="9566303" y="3869747"/>
              <a:ext cx="19050" cy="247649"/>
            </a:xfrm>
            <a:custGeom>
              <a:avLst/>
              <a:gdLst>
                <a:gd name="connsiteX0" fmla="*/ 0 w 19050"/>
                <a:gd name="connsiteY0" fmla="*/ 0 h 247649"/>
                <a:gd name="connsiteX1" fmla="*/ 0 w 19050"/>
                <a:gd name="connsiteY1" fmla="*/ 247650 h 247649"/>
              </a:gdLst>
              <a:ahLst/>
              <a:cxnLst>
                <a:cxn ang="0">
                  <a:pos x="connsiteX0" y="connsiteY0"/>
                </a:cxn>
                <a:cxn ang="0">
                  <a:pos x="connsiteX1" y="connsiteY1"/>
                </a:cxn>
              </a:cxnLst>
              <a:rect l="l" t="t" r="r" b="b"/>
              <a:pathLst>
                <a:path w="19050" h="247649">
                  <a:moveTo>
                    <a:pt x="0" y="0"/>
                  </a:moveTo>
                  <a:lnTo>
                    <a:pt x="0" y="247650"/>
                  </a:lnTo>
                </a:path>
              </a:pathLst>
            </a:custGeom>
            <a:ln w="25400" cap="rnd">
              <a:solidFill>
                <a:schemeClr val="bg1"/>
              </a:solidFill>
              <a:prstDash val="solid"/>
              <a:round/>
            </a:ln>
          </p:spPr>
          <p:txBody>
            <a:bodyPr rtlCol="0" anchor="ctr"/>
            <a:lstStyle/>
            <a:p>
              <a:endParaRPr lang="en-CR"/>
            </a:p>
          </p:txBody>
        </p:sp>
      </p:grpSp>
      <p:grpSp>
        <p:nvGrpSpPr>
          <p:cNvPr id="333" name="Graphic 351">
            <a:extLst>
              <a:ext uri="{FF2B5EF4-FFF2-40B4-BE49-F238E27FC236}">
                <a16:creationId xmlns:a16="http://schemas.microsoft.com/office/drawing/2014/main" id="{1FE37BAB-9FD6-25F0-0CC9-A766FA1AB627}"/>
              </a:ext>
            </a:extLst>
          </p:cNvPr>
          <p:cNvGrpSpPr/>
          <p:nvPr/>
        </p:nvGrpSpPr>
        <p:grpSpPr>
          <a:xfrm>
            <a:off x="10546862" y="3116691"/>
            <a:ext cx="549783" cy="549783"/>
            <a:chOff x="10295352" y="3656975"/>
            <a:chExt cx="549783" cy="549783"/>
          </a:xfrm>
          <a:noFill/>
        </p:grpSpPr>
        <p:sp>
          <p:nvSpPr>
            <p:cNvPr id="334" name="Freeform 333">
              <a:extLst>
                <a:ext uri="{FF2B5EF4-FFF2-40B4-BE49-F238E27FC236}">
                  <a16:creationId xmlns:a16="http://schemas.microsoft.com/office/drawing/2014/main" id="{7839DF39-D412-2727-92A3-C7FB5F4CEDA4}"/>
                </a:ext>
              </a:extLst>
            </p:cNvPr>
            <p:cNvSpPr/>
            <p:nvPr/>
          </p:nvSpPr>
          <p:spPr>
            <a:xfrm>
              <a:off x="10295352" y="3656975"/>
              <a:ext cx="549783" cy="549783"/>
            </a:xfrm>
            <a:custGeom>
              <a:avLst/>
              <a:gdLst>
                <a:gd name="connsiteX0" fmla="*/ 549783 w 549783"/>
                <a:gd name="connsiteY0" fmla="*/ 274892 h 549783"/>
                <a:gd name="connsiteX1" fmla="*/ 274892 w 549783"/>
                <a:gd name="connsiteY1" fmla="*/ 549783 h 549783"/>
                <a:gd name="connsiteX2" fmla="*/ 0 w 549783"/>
                <a:gd name="connsiteY2" fmla="*/ 274892 h 549783"/>
                <a:gd name="connsiteX3" fmla="*/ 274892 w 549783"/>
                <a:gd name="connsiteY3" fmla="*/ 0 h 549783"/>
                <a:gd name="connsiteX4" fmla="*/ 549783 w 549783"/>
                <a:gd name="connsiteY4" fmla="*/ 274892 h 54978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9783" h="549783">
                  <a:moveTo>
                    <a:pt x="549783" y="274892"/>
                  </a:moveTo>
                  <a:cubicBezTo>
                    <a:pt x="549783" y="426710"/>
                    <a:pt x="426710" y="549783"/>
                    <a:pt x="274892" y="549783"/>
                  </a:cubicBezTo>
                  <a:cubicBezTo>
                    <a:pt x="123073" y="549783"/>
                    <a:pt x="0" y="426710"/>
                    <a:pt x="0" y="274892"/>
                  </a:cubicBezTo>
                  <a:cubicBezTo>
                    <a:pt x="0" y="123073"/>
                    <a:pt x="123073" y="0"/>
                    <a:pt x="274892" y="0"/>
                  </a:cubicBezTo>
                  <a:cubicBezTo>
                    <a:pt x="426710" y="0"/>
                    <a:pt x="549783" y="123073"/>
                    <a:pt x="549783" y="274892"/>
                  </a:cubicBezTo>
                  <a:close/>
                </a:path>
              </a:pathLst>
            </a:custGeom>
            <a:noFill/>
            <a:ln w="25400" cap="rnd">
              <a:solidFill>
                <a:schemeClr val="bg1"/>
              </a:solidFill>
              <a:prstDash val="solid"/>
              <a:round/>
            </a:ln>
          </p:spPr>
          <p:txBody>
            <a:bodyPr rtlCol="0" anchor="ctr"/>
            <a:lstStyle/>
            <a:p>
              <a:endParaRPr lang="en-CR"/>
            </a:p>
          </p:txBody>
        </p:sp>
        <p:sp>
          <p:nvSpPr>
            <p:cNvPr id="335" name="Freeform 334">
              <a:extLst>
                <a:ext uri="{FF2B5EF4-FFF2-40B4-BE49-F238E27FC236}">
                  <a16:creationId xmlns:a16="http://schemas.microsoft.com/office/drawing/2014/main" id="{553263AD-6D65-1A83-105A-5DBF2E48CAF9}"/>
                </a:ext>
              </a:extLst>
            </p:cNvPr>
            <p:cNvSpPr/>
            <p:nvPr/>
          </p:nvSpPr>
          <p:spPr>
            <a:xfrm>
              <a:off x="10376923" y="3769971"/>
              <a:ext cx="417007" cy="318614"/>
            </a:xfrm>
            <a:custGeom>
              <a:avLst/>
              <a:gdLst>
                <a:gd name="connsiteX0" fmla="*/ 14251 w 417007"/>
                <a:gd name="connsiteY0" fmla="*/ 3400 h 318614"/>
                <a:gd name="connsiteX1" fmla="*/ 22061 w 417007"/>
                <a:gd name="connsiteY1" fmla="*/ 71980 h 318614"/>
                <a:gd name="connsiteX2" fmla="*/ 57875 w 417007"/>
                <a:gd name="connsiteY2" fmla="*/ 46834 h 318614"/>
                <a:gd name="connsiteX3" fmla="*/ 77306 w 417007"/>
                <a:gd name="connsiteY3" fmla="*/ 12925 h 318614"/>
                <a:gd name="connsiteX4" fmla="*/ 84164 w 417007"/>
                <a:gd name="connsiteY4" fmla="*/ 67027 h 318614"/>
                <a:gd name="connsiteX5" fmla="*/ 109310 w 417007"/>
                <a:gd name="connsiteY5" fmla="*/ 66074 h 318614"/>
                <a:gd name="connsiteX6" fmla="*/ 140171 w 417007"/>
                <a:gd name="connsiteY6" fmla="*/ 2257 h 318614"/>
                <a:gd name="connsiteX7" fmla="*/ 200179 w 417007"/>
                <a:gd name="connsiteY7" fmla="*/ 32165 h 318614"/>
                <a:gd name="connsiteX8" fmla="*/ 172175 w 417007"/>
                <a:gd name="connsiteY8" fmla="*/ 62074 h 318614"/>
                <a:gd name="connsiteX9" fmla="*/ 164365 w 417007"/>
                <a:gd name="connsiteY9" fmla="*/ 119033 h 318614"/>
                <a:gd name="connsiteX10" fmla="*/ 219038 w 417007"/>
                <a:gd name="connsiteY10" fmla="*/ 137131 h 318614"/>
                <a:gd name="connsiteX11" fmla="*/ 274664 w 417007"/>
                <a:gd name="connsiteY11" fmla="*/ 269909 h 318614"/>
                <a:gd name="connsiteX12" fmla="*/ 297905 w 417007"/>
                <a:gd name="connsiteY12" fmla="*/ 316391 h 318614"/>
                <a:gd name="connsiteX13" fmla="*/ 368581 w 417007"/>
                <a:gd name="connsiteY13" fmla="*/ 171421 h 318614"/>
                <a:gd name="connsiteX14" fmla="*/ 378296 w 417007"/>
                <a:gd name="connsiteY14" fmla="*/ 119224 h 318614"/>
                <a:gd name="connsiteX15" fmla="*/ 416968 w 417007"/>
                <a:gd name="connsiteY15" fmla="*/ 73694 h 3186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17007" h="318614">
                  <a:moveTo>
                    <a:pt x="14251" y="3400"/>
                  </a:moveTo>
                  <a:cubicBezTo>
                    <a:pt x="14251" y="3400"/>
                    <a:pt x="-22516" y="87791"/>
                    <a:pt x="22061" y="71980"/>
                  </a:cubicBezTo>
                  <a:cubicBezTo>
                    <a:pt x="55018" y="60359"/>
                    <a:pt x="57875" y="46834"/>
                    <a:pt x="57875" y="46834"/>
                  </a:cubicBezTo>
                  <a:lnTo>
                    <a:pt x="77306" y="12925"/>
                  </a:lnTo>
                  <a:cubicBezTo>
                    <a:pt x="77306" y="12925"/>
                    <a:pt x="80164" y="60359"/>
                    <a:pt x="84164" y="67027"/>
                  </a:cubicBezTo>
                  <a:cubicBezTo>
                    <a:pt x="87974" y="73885"/>
                    <a:pt x="103595" y="93125"/>
                    <a:pt x="109310" y="66074"/>
                  </a:cubicBezTo>
                  <a:cubicBezTo>
                    <a:pt x="119978" y="16354"/>
                    <a:pt x="121693" y="2257"/>
                    <a:pt x="140171" y="2257"/>
                  </a:cubicBezTo>
                  <a:cubicBezTo>
                    <a:pt x="158650" y="2257"/>
                    <a:pt x="196369" y="-12221"/>
                    <a:pt x="200179" y="32165"/>
                  </a:cubicBezTo>
                  <a:cubicBezTo>
                    <a:pt x="203989" y="76742"/>
                    <a:pt x="196369" y="50453"/>
                    <a:pt x="172175" y="62074"/>
                  </a:cubicBezTo>
                  <a:cubicBezTo>
                    <a:pt x="147982" y="73694"/>
                    <a:pt x="142267" y="114271"/>
                    <a:pt x="164365" y="119033"/>
                  </a:cubicBezTo>
                  <a:cubicBezTo>
                    <a:pt x="178081" y="122081"/>
                    <a:pt x="202274" y="130844"/>
                    <a:pt x="219038" y="137131"/>
                  </a:cubicBezTo>
                  <a:cubicBezTo>
                    <a:pt x="272950" y="157705"/>
                    <a:pt x="274664" y="217331"/>
                    <a:pt x="274664" y="269909"/>
                  </a:cubicBezTo>
                  <a:cubicBezTo>
                    <a:pt x="274664" y="269909"/>
                    <a:pt x="275617" y="330869"/>
                    <a:pt x="297905" y="316391"/>
                  </a:cubicBezTo>
                  <a:cubicBezTo>
                    <a:pt x="320194" y="301913"/>
                    <a:pt x="381154" y="207044"/>
                    <a:pt x="368581" y="171421"/>
                  </a:cubicBezTo>
                  <a:cubicBezTo>
                    <a:pt x="356008" y="135797"/>
                    <a:pt x="355055" y="131797"/>
                    <a:pt x="378296" y="119224"/>
                  </a:cubicBezTo>
                  <a:cubicBezTo>
                    <a:pt x="401537" y="106651"/>
                    <a:pt x="417920" y="91220"/>
                    <a:pt x="416968" y="73694"/>
                  </a:cubicBezTo>
                </a:path>
              </a:pathLst>
            </a:custGeom>
            <a:noFill/>
            <a:ln w="25400" cap="rnd">
              <a:solidFill>
                <a:schemeClr val="bg1"/>
              </a:solidFill>
              <a:prstDash val="solid"/>
              <a:round/>
            </a:ln>
          </p:spPr>
          <p:txBody>
            <a:bodyPr rtlCol="0" anchor="ctr"/>
            <a:lstStyle/>
            <a:p>
              <a:endParaRPr lang="en-CR"/>
            </a:p>
          </p:txBody>
        </p:sp>
        <p:sp>
          <p:nvSpPr>
            <p:cNvPr id="336" name="Freeform 335">
              <a:extLst>
                <a:ext uri="{FF2B5EF4-FFF2-40B4-BE49-F238E27FC236}">
                  <a16:creationId xmlns:a16="http://schemas.microsoft.com/office/drawing/2014/main" id="{5CC85051-8A8E-D7BD-09C6-1D07914A08A5}"/>
                </a:ext>
              </a:extLst>
            </p:cNvPr>
            <p:cNvSpPr/>
            <p:nvPr/>
          </p:nvSpPr>
          <p:spPr>
            <a:xfrm>
              <a:off x="10345835" y="3935698"/>
              <a:ext cx="114236" cy="159427"/>
            </a:xfrm>
            <a:custGeom>
              <a:avLst/>
              <a:gdLst>
                <a:gd name="connsiteX0" fmla="*/ 0 w 114236"/>
                <a:gd name="connsiteY0" fmla="*/ 65892 h 159427"/>
                <a:gd name="connsiteX1" fmla="*/ 22289 w 114236"/>
                <a:gd name="connsiteY1" fmla="*/ 1312 h 159427"/>
                <a:gd name="connsiteX2" fmla="*/ 58102 w 114236"/>
                <a:gd name="connsiteY2" fmla="*/ 27030 h 159427"/>
                <a:gd name="connsiteX3" fmla="*/ 110299 w 114236"/>
                <a:gd name="connsiteY3" fmla="*/ 65701 h 159427"/>
                <a:gd name="connsiteX4" fmla="*/ 57150 w 114236"/>
                <a:gd name="connsiteY4" fmla="*/ 159427 h 15942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236" h="159427">
                  <a:moveTo>
                    <a:pt x="0" y="65892"/>
                  </a:moveTo>
                  <a:cubicBezTo>
                    <a:pt x="0" y="65892"/>
                    <a:pt x="6858" y="-10880"/>
                    <a:pt x="22289" y="1312"/>
                  </a:cubicBezTo>
                  <a:cubicBezTo>
                    <a:pt x="37719" y="13504"/>
                    <a:pt x="44577" y="13504"/>
                    <a:pt x="58102" y="27030"/>
                  </a:cubicBezTo>
                  <a:cubicBezTo>
                    <a:pt x="71628" y="40555"/>
                    <a:pt x="129731" y="48366"/>
                    <a:pt x="110299" y="65701"/>
                  </a:cubicBezTo>
                  <a:cubicBezTo>
                    <a:pt x="90869" y="83037"/>
                    <a:pt x="83439" y="82084"/>
                    <a:pt x="57150" y="159427"/>
                  </a:cubicBezTo>
                </a:path>
              </a:pathLst>
            </a:custGeom>
            <a:noFill/>
            <a:ln w="25400" cap="rnd">
              <a:solidFill>
                <a:schemeClr val="bg1"/>
              </a:solidFill>
              <a:prstDash val="solid"/>
              <a:round/>
            </a:ln>
          </p:spPr>
          <p:txBody>
            <a:bodyPr rtlCol="0" anchor="ctr"/>
            <a:lstStyle/>
            <a:p>
              <a:endParaRPr lang="en-CR"/>
            </a:p>
          </p:txBody>
        </p:sp>
      </p:grpSp>
      <p:grpSp>
        <p:nvGrpSpPr>
          <p:cNvPr id="337" name="Graphic 353">
            <a:extLst>
              <a:ext uri="{FF2B5EF4-FFF2-40B4-BE49-F238E27FC236}">
                <a16:creationId xmlns:a16="http://schemas.microsoft.com/office/drawing/2014/main" id="{151E4B8B-5E0E-00A7-DF32-84072201D547}"/>
              </a:ext>
            </a:extLst>
          </p:cNvPr>
          <p:cNvGrpSpPr/>
          <p:nvPr/>
        </p:nvGrpSpPr>
        <p:grpSpPr>
          <a:xfrm>
            <a:off x="4677350" y="4106621"/>
            <a:ext cx="533400" cy="481060"/>
            <a:chOff x="4532902" y="4569570"/>
            <a:chExt cx="533400" cy="481060"/>
          </a:xfrm>
          <a:noFill/>
        </p:grpSpPr>
        <p:sp>
          <p:nvSpPr>
            <p:cNvPr id="338" name="Freeform 337">
              <a:extLst>
                <a:ext uri="{FF2B5EF4-FFF2-40B4-BE49-F238E27FC236}">
                  <a16:creationId xmlns:a16="http://schemas.microsoft.com/office/drawing/2014/main" id="{D9AECA81-A396-657A-EC98-69274C12F2BB}"/>
                </a:ext>
              </a:extLst>
            </p:cNvPr>
            <p:cNvSpPr/>
            <p:nvPr/>
          </p:nvSpPr>
          <p:spPr>
            <a:xfrm>
              <a:off x="4704352" y="4569570"/>
              <a:ext cx="304800" cy="57727"/>
            </a:xfrm>
            <a:custGeom>
              <a:avLst/>
              <a:gdLst>
                <a:gd name="connsiteX0" fmla="*/ 0 w 304800"/>
                <a:gd name="connsiteY0" fmla="*/ 0 h 57727"/>
                <a:gd name="connsiteX1" fmla="*/ 304800 w 304800"/>
                <a:gd name="connsiteY1" fmla="*/ 0 h 57727"/>
                <a:gd name="connsiteX2" fmla="*/ 304800 w 304800"/>
                <a:gd name="connsiteY2" fmla="*/ 57727 h 57727"/>
              </a:gdLst>
              <a:ahLst/>
              <a:cxnLst>
                <a:cxn ang="0">
                  <a:pos x="connsiteX0" y="connsiteY0"/>
                </a:cxn>
                <a:cxn ang="0">
                  <a:pos x="connsiteX1" y="connsiteY1"/>
                </a:cxn>
                <a:cxn ang="0">
                  <a:pos x="connsiteX2" y="connsiteY2"/>
                </a:cxn>
              </a:cxnLst>
              <a:rect l="l" t="t" r="r" b="b"/>
              <a:pathLst>
                <a:path w="304800" h="57727">
                  <a:moveTo>
                    <a:pt x="0" y="0"/>
                  </a:moveTo>
                  <a:lnTo>
                    <a:pt x="304800" y="0"/>
                  </a:lnTo>
                  <a:lnTo>
                    <a:pt x="304800" y="57727"/>
                  </a:lnTo>
                </a:path>
              </a:pathLst>
            </a:custGeom>
            <a:noFill/>
            <a:ln w="25400" cap="rnd">
              <a:solidFill>
                <a:schemeClr val="bg1"/>
              </a:solidFill>
              <a:prstDash val="solid"/>
              <a:round/>
            </a:ln>
          </p:spPr>
          <p:txBody>
            <a:bodyPr rtlCol="0" anchor="ctr"/>
            <a:lstStyle/>
            <a:p>
              <a:endParaRPr lang="en-CR"/>
            </a:p>
          </p:txBody>
        </p:sp>
        <p:sp>
          <p:nvSpPr>
            <p:cNvPr id="339" name="Freeform 338">
              <a:extLst>
                <a:ext uri="{FF2B5EF4-FFF2-40B4-BE49-F238E27FC236}">
                  <a16:creationId xmlns:a16="http://schemas.microsoft.com/office/drawing/2014/main" id="{0BEA6DBC-0259-6A65-B33E-D0B51F11FCCB}"/>
                </a:ext>
              </a:extLst>
            </p:cNvPr>
            <p:cNvSpPr/>
            <p:nvPr/>
          </p:nvSpPr>
          <p:spPr>
            <a:xfrm>
              <a:off x="4532902" y="4608055"/>
              <a:ext cx="533400" cy="423332"/>
            </a:xfrm>
            <a:custGeom>
              <a:avLst/>
              <a:gdLst>
                <a:gd name="connsiteX0" fmla="*/ 209550 w 533400"/>
                <a:gd name="connsiteY0" fmla="*/ 423333 h 423332"/>
                <a:gd name="connsiteX1" fmla="*/ 514350 w 533400"/>
                <a:gd name="connsiteY1" fmla="*/ 423333 h 423332"/>
                <a:gd name="connsiteX2" fmla="*/ 533400 w 533400"/>
                <a:gd name="connsiteY2" fmla="*/ 404091 h 423332"/>
                <a:gd name="connsiteX3" fmla="*/ 533400 w 533400"/>
                <a:gd name="connsiteY3" fmla="*/ 96212 h 423332"/>
                <a:gd name="connsiteX4" fmla="*/ 514541 w 533400"/>
                <a:gd name="connsiteY4" fmla="*/ 76970 h 423332"/>
                <a:gd name="connsiteX5" fmla="*/ 152400 w 533400"/>
                <a:gd name="connsiteY5" fmla="*/ 76970 h 423332"/>
                <a:gd name="connsiteX6" fmla="*/ 119634 w 533400"/>
                <a:gd name="connsiteY6" fmla="*/ 10583 h 423332"/>
                <a:gd name="connsiteX7" fmla="*/ 102680 w 533400"/>
                <a:gd name="connsiteY7" fmla="*/ 0 h 423332"/>
                <a:gd name="connsiteX8" fmla="*/ 19050 w 533400"/>
                <a:gd name="connsiteY8" fmla="*/ 0 h 423332"/>
                <a:gd name="connsiteX9" fmla="*/ 0 w 533400"/>
                <a:gd name="connsiteY9" fmla="*/ 19242 h 423332"/>
                <a:gd name="connsiteX10" fmla="*/ 0 w 533400"/>
                <a:gd name="connsiteY10" fmla="*/ 250151 h 4233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33400" h="423332">
                  <a:moveTo>
                    <a:pt x="209550" y="423333"/>
                  </a:moveTo>
                  <a:lnTo>
                    <a:pt x="514350" y="423333"/>
                  </a:lnTo>
                  <a:cubicBezTo>
                    <a:pt x="524828" y="423333"/>
                    <a:pt x="533400" y="414674"/>
                    <a:pt x="533400" y="404091"/>
                  </a:cubicBezTo>
                  <a:lnTo>
                    <a:pt x="533400" y="96212"/>
                  </a:lnTo>
                  <a:cubicBezTo>
                    <a:pt x="533400" y="85629"/>
                    <a:pt x="525018" y="76970"/>
                    <a:pt x="514541" y="76970"/>
                  </a:cubicBezTo>
                  <a:cubicBezTo>
                    <a:pt x="437579" y="76970"/>
                    <a:pt x="152400" y="76970"/>
                    <a:pt x="152400" y="76970"/>
                  </a:cubicBezTo>
                  <a:lnTo>
                    <a:pt x="119634" y="10583"/>
                  </a:lnTo>
                  <a:cubicBezTo>
                    <a:pt x="116396" y="4041"/>
                    <a:pt x="109728" y="0"/>
                    <a:pt x="102680" y="0"/>
                  </a:cubicBezTo>
                  <a:lnTo>
                    <a:pt x="19050" y="0"/>
                  </a:lnTo>
                  <a:cubicBezTo>
                    <a:pt x="8573" y="0"/>
                    <a:pt x="0" y="8659"/>
                    <a:pt x="0" y="19242"/>
                  </a:cubicBezTo>
                  <a:lnTo>
                    <a:pt x="0" y="250151"/>
                  </a:lnTo>
                </a:path>
              </a:pathLst>
            </a:custGeom>
            <a:noFill/>
            <a:ln w="25400" cap="rnd">
              <a:solidFill>
                <a:schemeClr val="bg1"/>
              </a:solidFill>
              <a:prstDash val="solid"/>
              <a:round/>
            </a:ln>
          </p:spPr>
          <p:txBody>
            <a:bodyPr rtlCol="0" anchor="ctr"/>
            <a:lstStyle/>
            <a:p>
              <a:endParaRPr lang="en-CR"/>
            </a:p>
          </p:txBody>
        </p:sp>
        <p:sp>
          <p:nvSpPr>
            <p:cNvPr id="340" name="Freeform 339">
              <a:extLst>
                <a:ext uri="{FF2B5EF4-FFF2-40B4-BE49-F238E27FC236}">
                  <a16:creationId xmlns:a16="http://schemas.microsoft.com/office/drawing/2014/main" id="{4D939B42-6332-EBD0-EDBE-0606D79BDED4}"/>
                </a:ext>
              </a:extLst>
            </p:cNvPr>
            <p:cNvSpPr/>
            <p:nvPr/>
          </p:nvSpPr>
          <p:spPr>
            <a:xfrm>
              <a:off x="4533092" y="4882837"/>
              <a:ext cx="166115" cy="167793"/>
            </a:xfrm>
            <a:custGeom>
              <a:avLst/>
              <a:gdLst>
                <a:gd name="connsiteX0" fmla="*/ 166116 w 166115"/>
                <a:gd name="connsiteY0" fmla="*/ 83897 h 167793"/>
                <a:gd name="connsiteX1" fmla="*/ 83058 w 166115"/>
                <a:gd name="connsiteY1" fmla="*/ 167794 h 167793"/>
                <a:gd name="connsiteX2" fmla="*/ 0 w 166115"/>
                <a:gd name="connsiteY2" fmla="*/ 83897 h 167793"/>
                <a:gd name="connsiteX3" fmla="*/ 83058 w 166115"/>
                <a:gd name="connsiteY3" fmla="*/ 0 h 167793"/>
                <a:gd name="connsiteX4" fmla="*/ 166116 w 166115"/>
                <a:gd name="connsiteY4" fmla="*/ 83897 h 1677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6115" h="167793">
                  <a:moveTo>
                    <a:pt x="166116" y="83897"/>
                  </a:moveTo>
                  <a:cubicBezTo>
                    <a:pt x="166116" y="130271"/>
                    <a:pt x="128969" y="167794"/>
                    <a:pt x="83058" y="167794"/>
                  </a:cubicBezTo>
                  <a:cubicBezTo>
                    <a:pt x="37148" y="167794"/>
                    <a:pt x="0" y="130271"/>
                    <a:pt x="0" y="83897"/>
                  </a:cubicBezTo>
                  <a:cubicBezTo>
                    <a:pt x="0" y="37523"/>
                    <a:pt x="37148" y="0"/>
                    <a:pt x="83058" y="0"/>
                  </a:cubicBezTo>
                  <a:cubicBezTo>
                    <a:pt x="128969" y="0"/>
                    <a:pt x="166116" y="37523"/>
                    <a:pt x="166116" y="83897"/>
                  </a:cubicBezTo>
                  <a:close/>
                </a:path>
              </a:pathLst>
            </a:custGeom>
            <a:noFill/>
            <a:ln w="25400" cap="rnd">
              <a:solidFill>
                <a:schemeClr val="bg1"/>
              </a:solidFill>
              <a:prstDash val="solid"/>
              <a:round/>
            </a:ln>
          </p:spPr>
          <p:txBody>
            <a:bodyPr rtlCol="0" anchor="ctr"/>
            <a:lstStyle/>
            <a:p>
              <a:endParaRPr lang="en-CR"/>
            </a:p>
          </p:txBody>
        </p:sp>
        <p:sp>
          <p:nvSpPr>
            <p:cNvPr id="341" name="Freeform 340">
              <a:extLst>
                <a:ext uri="{FF2B5EF4-FFF2-40B4-BE49-F238E27FC236}">
                  <a16:creationId xmlns:a16="http://schemas.microsoft.com/office/drawing/2014/main" id="{05786452-D7CC-2E70-BE57-14A2878642B6}"/>
                </a:ext>
              </a:extLst>
            </p:cNvPr>
            <p:cNvSpPr/>
            <p:nvPr/>
          </p:nvSpPr>
          <p:spPr>
            <a:xfrm>
              <a:off x="4952002" y="4761994"/>
              <a:ext cx="19050" cy="192424"/>
            </a:xfrm>
            <a:custGeom>
              <a:avLst/>
              <a:gdLst>
                <a:gd name="connsiteX0" fmla="*/ 0 w 19050"/>
                <a:gd name="connsiteY0" fmla="*/ 192424 h 192424"/>
                <a:gd name="connsiteX1" fmla="*/ 0 w 19050"/>
                <a:gd name="connsiteY1" fmla="*/ 0 h 192424"/>
              </a:gdLst>
              <a:ahLst/>
              <a:cxnLst>
                <a:cxn ang="0">
                  <a:pos x="connsiteX0" y="connsiteY0"/>
                </a:cxn>
                <a:cxn ang="0">
                  <a:pos x="connsiteX1" y="connsiteY1"/>
                </a:cxn>
              </a:cxnLst>
              <a:rect l="l" t="t" r="r" b="b"/>
              <a:pathLst>
                <a:path w="19050" h="192424">
                  <a:moveTo>
                    <a:pt x="0" y="192424"/>
                  </a:moveTo>
                  <a:lnTo>
                    <a:pt x="0" y="0"/>
                  </a:lnTo>
                </a:path>
              </a:pathLst>
            </a:custGeom>
            <a:ln w="25400" cap="rnd">
              <a:solidFill>
                <a:schemeClr val="bg1"/>
              </a:solidFill>
              <a:prstDash val="solid"/>
              <a:round/>
            </a:ln>
          </p:spPr>
          <p:txBody>
            <a:bodyPr rtlCol="0" anchor="ctr"/>
            <a:lstStyle/>
            <a:p>
              <a:endParaRPr lang="en-CR"/>
            </a:p>
          </p:txBody>
        </p:sp>
        <p:sp>
          <p:nvSpPr>
            <p:cNvPr id="342" name="Freeform 341">
              <a:extLst>
                <a:ext uri="{FF2B5EF4-FFF2-40B4-BE49-F238E27FC236}">
                  <a16:creationId xmlns:a16="http://schemas.microsoft.com/office/drawing/2014/main" id="{16BD1F61-9604-B913-1B82-460CAE29FA3C}"/>
                </a:ext>
              </a:extLst>
            </p:cNvPr>
            <p:cNvSpPr/>
            <p:nvPr/>
          </p:nvSpPr>
          <p:spPr>
            <a:xfrm>
              <a:off x="4894852" y="4761994"/>
              <a:ext cx="114300" cy="57727"/>
            </a:xfrm>
            <a:custGeom>
              <a:avLst/>
              <a:gdLst>
                <a:gd name="connsiteX0" fmla="*/ 0 w 114300"/>
                <a:gd name="connsiteY0" fmla="*/ 57727 h 57727"/>
                <a:gd name="connsiteX1" fmla="*/ 57150 w 114300"/>
                <a:gd name="connsiteY1" fmla="*/ 0 h 57727"/>
                <a:gd name="connsiteX2" fmla="*/ 114300 w 114300"/>
                <a:gd name="connsiteY2" fmla="*/ 57727 h 57727"/>
              </a:gdLst>
              <a:ahLst/>
              <a:cxnLst>
                <a:cxn ang="0">
                  <a:pos x="connsiteX0" y="connsiteY0"/>
                </a:cxn>
                <a:cxn ang="0">
                  <a:pos x="connsiteX1" y="connsiteY1"/>
                </a:cxn>
                <a:cxn ang="0">
                  <a:pos x="connsiteX2" y="connsiteY2"/>
                </a:cxn>
              </a:cxnLst>
              <a:rect l="l" t="t" r="r" b="b"/>
              <a:pathLst>
                <a:path w="114300" h="57727">
                  <a:moveTo>
                    <a:pt x="0" y="57727"/>
                  </a:moveTo>
                  <a:lnTo>
                    <a:pt x="57150" y="0"/>
                  </a:lnTo>
                  <a:lnTo>
                    <a:pt x="114300" y="57727"/>
                  </a:lnTo>
                </a:path>
              </a:pathLst>
            </a:custGeom>
            <a:noFill/>
            <a:ln w="25400" cap="rnd">
              <a:solidFill>
                <a:schemeClr val="bg1"/>
              </a:solidFill>
              <a:prstDash val="solid"/>
              <a:round/>
            </a:ln>
          </p:spPr>
          <p:txBody>
            <a:bodyPr rtlCol="0" anchor="ctr"/>
            <a:lstStyle/>
            <a:p>
              <a:endParaRPr lang="en-CR"/>
            </a:p>
          </p:txBody>
        </p:sp>
        <p:sp>
          <p:nvSpPr>
            <p:cNvPr id="343" name="Freeform 342">
              <a:extLst>
                <a:ext uri="{FF2B5EF4-FFF2-40B4-BE49-F238E27FC236}">
                  <a16:creationId xmlns:a16="http://schemas.microsoft.com/office/drawing/2014/main" id="{55BC25DF-5554-A961-2EF1-7B268E91E31E}"/>
                </a:ext>
              </a:extLst>
            </p:cNvPr>
            <p:cNvSpPr/>
            <p:nvPr/>
          </p:nvSpPr>
          <p:spPr>
            <a:xfrm>
              <a:off x="4799602" y="4761994"/>
              <a:ext cx="19050" cy="192424"/>
            </a:xfrm>
            <a:custGeom>
              <a:avLst/>
              <a:gdLst>
                <a:gd name="connsiteX0" fmla="*/ 0 w 19050"/>
                <a:gd name="connsiteY0" fmla="*/ 0 h 192424"/>
                <a:gd name="connsiteX1" fmla="*/ 0 w 19050"/>
                <a:gd name="connsiteY1" fmla="*/ 192424 h 192424"/>
              </a:gdLst>
              <a:ahLst/>
              <a:cxnLst>
                <a:cxn ang="0">
                  <a:pos x="connsiteX0" y="connsiteY0"/>
                </a:cxn>
                <a:cxn ang="0">
                  <a:pos x="connsiteX1" y="connsiteY1"/>
                </a:cxn>
              </a:cxnLst>
              <a:rect l="l" t="t" r="r" b="b"/>
              <a:pathLst>
                <a:path w="19050" h="192424">
                  <a:moveTo>
                    <a:pt x="0" y="0"/>
                  </a:moveTo>
                  <a:lnTo>
                    <a:pt x="0" y="192424"/>
                  </a:lnTo>
                </a:path>
              </a:pathLst>
            </a:custGeom>
            <a:ln w="25400" cap="rnd">
              <a:solidFill>
                <a:schemeClr val="bg1"/>
              </a:solidFill>
              <a:prstDash val="solid"/>
              <a:round/>
            </a:ln>
          </p:spPr>
          <p:txBody>
            <a:bodyPr rtlCol="0" anchor="ctr"/>
            <a:lstStyle/>
            <a:p>
              <a:endParaRPr lang="en-CR"/>
            </a:p>
          </p:txBody>
        </p:sp>
        <p:sp>
          <p:nvSpPr>
            <p:cNvPr id="344" name="Freeform 343">
              <a:extLst>
                <a:ext uri="{FF2B5EF4-FFF2-40B4-BE49-F238E27FC236}">
                  <a16:creationId xmlns:a16="http://schemas.microsoft.com/office/drawing/2014/main" id="{0F10AD4F-062E-F885-04B0-21A52B06DB5E}"/>
                </a:ext>
              </a:extLst>
            </p:cNvPr>
            <p:cNvSpPr/>
            <p:nvPr/>
          </p:nvSpPr>
          <p:spPr>
            <a:xfrm>
              <a:off x="4742452" y="4896691"/>
              <a:ext cx="114300" cy="57727"/>
            </a:xfrm>
            <a:custGeom>
              <a:avLst/>
              <a:gdLst>
                <a:gd name="connsiteX0" fmla="*/ 114300 w 114300"/>
                <a:gd name="connsiteY0" fmla="*/ 0 h 57727"/>
                <a:gd name="connsiteX1" fmla="*/ 57150 w 114300"/>
                <a:gd name="connsiteY1" fmla="*/ 57727 h 57727"/>
                <a:gd name="connsiteX2" fmla="*/ 0 w 114300"/>
                <a:gd name="connsiteY2" fmla="*/ 0 h 57727"/>
              </a:gdLst>
              <a:ahLst/>
              <a:cxnLst>
                <a:cxn ang="0">
                  <a:pos x="connsiteX0" y="connsiteY0"/>
                </a:cxn>
                <a:cxn ang="0">
                  <a:pos x="connsiteX1" y="connsiteY1"/>
                </a:cxn>
                <a:cxn ang="0">
                  <a:pos x="connsiteX2" y="connsiteY2"/>
                </a:cxn>
              </a:cxnLst>
              <a:rect l="l" t="t" r="r" b="b"/>
              <a:pathLst>
                <a:path w="114300" h="57727">
                  <a:moveTo>
                    <a:pt x="114300" y="0"/>
                  </a:moveTo>
                  <a:lnTo>
                    <a:pt x="57150" y="57727"/>
                  </a:lnTo>
                  <a:lnTo>
                    <a:pt x="0" y="0"/>
                  </a:lnTo>
                </a:path>
              </a:pathLst>
            </a:custGeom>
            <a:noFill/>
            <a:ln w="25400" cap="rnd">
              <a:solidFill>
                <a:schemeClr val="bg1"/>
              </a:solidFill>
              <a:prstDash val="solid"/>
              <a:round/>
            </a:ln>
          </p:spPr>
          <p:txBody>
            <a:bodyPr rtlCol="0" anchor="ctr"/>
            <a:lstStyle/>
            <a:p>
              <a:endParaRPr lang="en-CR"/>
            </a:p>
          </p:txBody>
        </p:sp>
      </p:grpSp>
      <p:grpSp>
        <p:nvGrpSpPr>
          <p:cNvPr id="345" name="Graphic 355">
            <a:extLst>
              <a:ext uri="{FF2B5EF4-FFF2-40B4-BE49-F238E27FC236}">
                <a16:creationId xmlns:a16="http://schemas.microsoft.com/office/drawing/2014/main" id="{B7D9232D-2FB0-CCAC-E56B-649C6A9E4360}"/>
              </a:ext>
            </a:extLst>
          </p:cNvPr>
          <p:cNvGrpSpPr/>
          <p:nvPr/>
        </p:nvGrpSpPr>
        <p:grpSpPr>
          <a:xfrm>
            <a:off x="5842954" y="4075329"/>
            <a:ext cx="516064" cy="543645"/>
            <a:chOff x="5676612" y="4544207"/>
            <a:chExt cx="516064" cy="543645"/>
          </a:xfrm>
          <a:noFill/>
        </p:grpSpPr>
        <p:sp>
          <p:nvSpPr>
            <p:cNvPr id="346" name="Freeform 345">
              <a:extLst>
                <a:ext uri="{FF2B5EF4-FFF2-40B4-BE49-F238E27FC236}">
                  <a16:creationId xmlns:a16="http://schemas.microsoft.com/office/drawing/2014/main" id="{C73646A5-0998-1ED1-A137-CFFF8D834FC2}"/>
                </a:ext>
              </a:extLst>
            </p:cNvPr>
            <p:cNvSpPr/>
            <p:nvPr/>
          </p:nvSpPr>
          <p:spPr>
            <a:xfrm>
              <a:off x="5810153" y="4971909"/>
              <a:ext cx="56959" cy="115365"/>
            </a:xfrm>
            <a:custGeom>
              <a:avLst/>
              <a:gdLst>
                <a:gd name="connsiteX0" fmla="*/ 0 w 56959"/>
                <a:gd name="connsiteY0" fmla="*/ 0 h 115365"/>
                <a:gd name="connsiteX1" fmla="*/ 56960 w 56959"/>
                <a:gd name="connsiteY1" fmla="*/ 0 h 115365"/>
                <a:gd name="connsiteX2" fmla="*/ 56960 w 56959"/>
                <a:gd name="connsiteY2" fmla="*/ 115366 h 115365"/>
                <a:gd name="connsiteX3" fmla="*/ 0 w 56959"/>
                <a:gd name="connsiteY3" fmla="*/ 115366 h 115365"/>
              </a:gdLst>
              <a:ahLst/>
              <a:cxnLst>
                <a:cxn ang="0">
                  <a:pos x="connsiteX0" y="connsiteY0"/>
                </a:cxn>
                <a:cxn ang="0">
                  <a:pos x="connsiteX1" y="connsiteY1"/>
                </a:cxn>
                <a:cxn ang="0">
                  <a:pos x="connsiteX2" y="connsiteY2"/>
                </a:cxn>
                <a:cxn ang="0">
                  <a:pos x="connsiteX3" y="connsiteY3"/>
                </a:cxn>
              </a:cxnLst>
              <a:rect l="l" t="t" r="r" b="b"/>
              <a:pathLst>
                <a:path w="56959" h="115365">
                  <a:moveTo>
                    <a:pt x="0" y="0"/>
                  </a:moveTo>
                  <a:lnTo>
                    <a:pt x="56960" y="0"/>
                  </a:lnTo>
                  <a:lnTo>
                    <a:pt x="56960" y="115366"/>
                  </a:lnTo>
                  <a:lnTo>
                    <a:pt x="0" y="115366"/>
                  </a:lnTo>
                  <a:close/>
                </a:path>
              </a:pathLst>
            </a:custGeom>
            <a:noFill/>
            <a:ln w="25400" cap="rnd">
              <a:solidFill>
                <a:schemeClr val="bg1"/>
              </a:solidFill>
              <a:prstDash val="solid"/>
              <a:round/>
            </a:ln>
          </p:spPr>
          <p:txBody>
            <a:bodyPr rtlCol="0" anchor="ctr"/>
            <a:lstStyle/>
            <a:p>
              <a:endParaRPr lang="en-CR"/>
            </a:p>
          </p:txBody>
        </p:sp>
        <p:sp>
          <p:nvSpPr>
            <p:cNvPr id="347" name="Freeform 346">
              <a:extLst>
                <a:ext uri="{FF2B5EF4-FFF2-40B4-BE49-F238E27FC236}">
                  <a16:creationId xmlns:a16="http://schemas.microsoft.com/office/drawing/2014/main" id="{E4936672-9E47-5066-4422-52CF665D2329}"/>
                </a:ext>
              </a:extLst>
            </p:cNvPr>
            <p:cNvSpPr/>
            <p:nvPr/>
          </p:nvSpPr>
          <p:spPr>
            <a:xfrm>
              <a:off x="5810153" y="4836866"/>
              <a:ext cx="56959" cy="57489"/>
            </a:xfrm>
            <a:custGeom>
              <a:avLst/>
              <a:gdLst>
                <a:gd name="connsiteX0" fmla="*/ 0 w 56959"/>
                <a:gd name="connsiteY0" fmla="*/ 0 h 57489"/>
                <a:gd name="connsiteX1" fmla="*/ 56960 w 56959"/>
                <a:gd name="connsiteY1" fmla="*/ 0 h 57489"/>
                <a:gd name="connsiteX2" fmla="*/ 56960 w 56959"/>
                <a:gd name="connsiteY2" fmla="*/ 57490 h 57489"/>
                <a:gd name="connsiteX3" fmla="*/ 0 w 56959"/>
                <a:gd name="connsiteY3" fmla="*/ 57490 h 57489"/>
              </a:gdLst>
              <a:ahLst/>
              <a:cxnLst>
                <a:cxn ang="0">
                  <a:pos x="connsiteX0" y="connsiteY0"/>
                </a:cxn>
                <a:cxn ang="0">
                  <a:pos x="connsiteX1" y="connsiteY1"/>
                </a:cxn>
                <a:cxn ang="0">
                  <a:pos x="connsiteX2" y="connsiteY2"/>
                </a:cxn>
                <a:cxn ang="0">
                  <a:pos x="connsiteX3" y="connsiteY3"/>
                </a:cxn>
              </a:cxnLst>
              <a:rect l="l" t="t" r="r" b="b"/>
              <a:pathLst>
                <a:path w="56959" h="57489">
                  <a:moveTo>
                    <a:pt x="0" y="0"/>
                  </a:moveTo>
                  <a:lnTo>
                    <a:pt x="56960" y="0"/>
                  </a:lnTo>
                  <a:lnTo>
                    <a:pt x="56960" y="57490"/>
                  </a:lnTo>
                  <a:lnTo>
                    <a:pt x="0" y="57490"/>
                  </a:lnTo>
                  <a:close/>
                </a:path>
              </a:pathLst>
            </a:custGeom>
            <a:noFill/>
            <a:ln w="25400" cap="rnd">
              <a:solidFill>
                <a:schemeClr val="bg1"/>
              </a:solidFill>
              <a:prstDash val="solid"/>
              <a:round/>
            </a:ln>
          </p:spPr>
          <p:txBody>
            <a:bodyPr rtlCol="0" anchor="ctr"/>
            <a:lstStyle/>
            <a:p>
              <a:endParaRPr lang="en-CR"/>
            </a:p>
          </p:txBody>
        </p:sp>
        <p:sp>
          <p:nvSpPr>
            <p:cNvPr id="348" name="Freeform 347">
              <a:extLst>
                <a:ext uri="{FF2B5EF4-FFF2-40B4-BE49-F238E27FC236}">
                  <a16:creationId xmlns:a16="http://schemas.microsoft.com/office/drawing/2014/main" id="{5D77F539-A83A-7E78-A381-D68AD8790BD9}"/>
                </a:ext>
              </a:extLst>
            </p:cNvPr>
            <p:cNvSpPr/>
            <p:nvPr/>
          </p:nvSpPr>
          <p:spPr>
            <a:xfrm>
              <a:off x="5810153" y="4701822"/>
              <a:ext cx="56959" cy="57489"/>
            </a:xfrm>
            <a:custGeom>
              <a:avLst/>
              <a:gdLst>
                <a:gd name="connsiteX0" fmla="*/ 0 w 56959"/>
                <a:gd name="connsiteY0" fmla="*/ 0 h 57489"/>
                <a:gd name="connsiteX1" fmla="*/ 56960 w 56959"/>
                <a:gd name="connsiteY1" fmla="*/ 0 h 57489"/>
                <a:gd name="connsiteX2" fmla="*/ 56960 w 56959"/>
                <a:gd name="connsiteY2" fmla="*/ 57490 h 57489"/>
                <a:gd name="connsiteX3" fmla="*/ 0 w 56959"/>
                <a:gd name="connsiteY3" fmla="*/ 57490 h 57489"/>
              </a:gdLst>
              <a:ahLst/>
              <a:cxnLst>
                <a:cxn ang="0">
                  <a:pos x="connsiteX0" y="connsiteY0"/>
                </a:cxn>
                <a:cxn ang="0">
                  <a:pos x="connsiteX1" y="connsiteY1"/>
                </a:cxn>
                <a:cxn ang="0">
                  <a:pos x="connsiteX2" y="connsiteY2"/>
                </a:cxn>
                <a:cxn ang="0">
                  <a:pos x="connsiteX3" y="connsiteY3"/>
                </a:cxn>
              </a:cxnLst>
              <a:rect l="l" t="t" r="r" b="b"/>
              <a:pathLst>
                <a:path w="56959" h="57489">
                  <a:moveTo>
                    <a:pt x="0" y="0"/>
                  </a:moveTo>
                  <a:lnTo>
                    <a:pt x="56960" y="0"/>
                  </a:lnTo>
                  <a:lnTo>
                    <a:pt x="56960" y="57490"/>
                  </a:lnTo>
                  <a:lnTo>
                    <a:pt x="0" y="57490"/>
                  </a:lnTo>
                  <a:close/>
                </a:path>
              </a:pathLst>
            </a:custGeom>
            <a:noFill/>
            <a:ln w="25400" cap="rnd">
              <a:solidFill>
                <a:schemeClr val="bg1"/>
              </a:solidFill>
              <a:prstDash val="solid"/>
              <a:round/>
            </a:ln>
          </p:spPr>
          <p:txBody>
            <a:bodyPr rtlCol="0" anchor="ctr"/>
            <a:lstStyle/>
            <a:p>
              <a:endParaRPr lang="en-CR"/>
            </a:p>
          </p:txBody>
        </p:sp>
        <p:sp>
          <p:nvSpPr>
            <p:cNvPr id="349" name="Freeform 348">
              <a:extLst>
                <a:ext uri="{FF2B5EF4-FFF2-40B4-BE49-F238E27FC236}">
                  <a16:creationId xmlns:a16="http://schemas.microsoft.com/office/drawing/2014/main" id="{ACCFD385-B7CD-1704-A095-80B4DD0FA6A0}"/>
                </a:ext>
              </a:extLst>
            </p:cNvPr>
            <p:cNvSpPr/>
            <p:nvPr/>
          </p:nvSpPr>
          <p:spPr>
            <a:xfrm>
              <a:off x="6096665" y="5015316"/>
              <a:ext cx="19050" cy="71958"/>
            </a:xfrm>
            <a:custGeom>
              <a:avLst/>
              <a:gdLst>
                <a:gd name="connsiteX0" fmla="*/ 0 w 19050"/>
                <a:gd name="connsiteY0" fmla="*/ 71959 h 71958"/>
                <a:gd name="connsiteX1" fmla="*/ 0 w 19050"/>
                <a:gd name="connsiteY1" fmla="*/ 0 h 71958"/>
              </a:gdLst>
              <a:ahLst/>
              <a:cxnLst>
                <a:cxn ang="0">
                  <a:pos x="connsiteX0" y="connsiteY0"/>
                </a:cxn>
                <a:cxn ang="0">
                  <a:pos x="connsiteX1" y="connsiteY1"/>
                </a:cxn>
              </a:cxnLst>
              <a:rect l="l" t="t" r="r" b="b"/>
              <a:pathLst>
                <a:path w="19050" h="71958">
                  <a:moveTo>
                    <a:pt x="0" y="71959"/>
                  </a:moveTo>
                  <a:lnTo>
                    <a:pt x="0" y="0"/>
                  </a:lnTo>
                </a:path>
              </a:pathLst>
            </a:custGeom>
            <a:ln w="25400" cap="rnd">
              <a:solidFill>
                <a:schemeClr val="bg1"/>
              </a:solidFill>
              <a:prstDash val="solid"/>
              <a:round/>
            </a:ln>
          </p:spPr>
          <p:txBody>
            <a:bodyPr rtlCol="0" anchor="ctr"/>
            <a:lstStyle/>
            <a:p>
              <a:endParaRPr lang="en-CR"/>
            </a:p>
          </p:txBody>
        </p:sp>
        <p:sp>
          <p:nvSpPr>
            <p:cNvPr id="350" name="Freeform 349">
              <a:extLst>
                <a:ext uri="{FF2B5EF4-FFF2-40B4-BE49-F238E27FC236}">
                  <a16:creationId xmlns:a16="http://schemas.microsoft.com/office/drawing/2014/main" id="{D79EC129-44B7-B026-BE49-9B98EEE5DD41}"/>
                </a:ext>
              </a:extLst>
            </p:cNvPr>
            <p:cNvSpPr/>
            <p:nvPr/>
          </p:nvSpPr>
          <p:spPr>
            <a:xfrm>
              <a:off x="6096665" y="4914998"/>
              <a:ext cx="19050" cy="26236"/>
            </a:xfrm>
            <a:custGeom>
              <a:avLst/>
              <a:gdLst>
                <a:gd name="connsiteX0" fmla="*/ 0 w 19050"/>
                <a:gd name="connsiteY0" fmla="*/ 26237 h 26236"/>
                <a:gd name="connsiteX1" fmla="*/ 0 w 19050"/>
                <a:gd name="connsiteY1" fmla="*/ 0 h 26236"/>
              </a:gdLst>
              <a:ahLst/>
              <a:cxnLst>
                <a:cxn ang="0">
                  <a:pos x="connsiteX0" y="connsiteY0"/>
                </a:cxn>
                <a:cxn ang="0">
                  <a:pos x="connsiteX1" y="connsiteY1"/>
                </a:cxn>
              </a:cxnLst>
              <a:rect l="l" t="t" r="r" b="b"/>
              <a:pathLst>
                <a:path w="19050" h="26236">
                  <a:moveTo>
                    <a:pt x="0" y="26237"/>
                  </a:moveTo>
                  <a:lnTo>
                    <a:pt x="0" y="0"/>
                  </a:lnTo>
                </a:path>
              </a:pathLst>
            </a:custGeom>
            <a:ln w="25400" cap="rnd">
              <a:solidFill>
                <a:schemeClr val="bg1"/>
              </a:solidFill>
              <a:prstDash val="solid"/>
              <a:round/>
            </a:ln>
          </p:spPr>
          <p:txBody>
            <a:bodyPr rtlCol="0" anchor="ctr"/>
            <a:lstStyle/>
            <a:p>
              <a:endParaRPr lang="en-CR"/>
            </a:p>
          </p:txBody>
        </p:sp>
        <p:sp>
          <p:nvSpPr>
            <p:cNvPr id="351" name="Freeform 350">
              <a:extLst>
                <a:ext uri="{FF2B5EF4-FFF2-40B4-BE49-F238E27FC236}">
                  <a16:creationId xmlns:a16="http://schemas.microsoft.com/office/drawing/2014/main" id="{55975B0E-2028-2384-7B0B-CF5649965262}"/>
                </a:ext>
              </a:extLst>
            </p:cNvPr>
            <p:cNvSpPr/>
            <p:nvPr/>
          </p:nvSpPr>
          <p:spPr>
            <a:xfrm>
              <a:off x="6096665" y="4842267"/>
              <a:ext cx="19050" cy="26236"/>
            </a:xfrm>
            <a:custGeom>
              <a:avLst/>
              <a:gdLst>
                <a:gd name="connsiteX0" fmla="*/ 0 w 19050"/>
                <a:gd name="connsiteY0" fmla="*/ 26237 h 26236"/>
                <a:gd name="connsiteX1" fmla="*/ 0 w 19050"/>
                <a:gd name="connsiteY1" fmla="*/ 0 h 26236"/>
              </a:gdLst>
              <a:ahLst/>
              <a:cxnLst>
                <a:cxn ang="0">
                  <a:pos x="connsiteX0" y="connsiteY0"/>
                </a:cxn>
                <a:cxn ang="0">
                  <a:pos x="connsiteX1" y="connsiteY1"/>
                </a:cxn>
              </a:cxnLst>
              <a:rect l="l" t="t" r="r" b="b"/>
              <a:pathLst>
                <a:path w="19050" h="26236">
                  <a:moveTo>
                    <a:pt x="0" y="26237"/>
                  </a:moveTo>
                  <a:lnTo>
                    <a:pt x="0" y="0"/>
                  </a:lnTo>
                </a:path>
              </a:pathLst>
            </a:custGeom>
            <a:ln w="25400" cap="rnd">
              <a:solidFill>
                <a:schemeClr val="bg1"/>
              </a:solidFill>
              <a:prstDash val="solid"/>
              <a:round/>
            </a:ln>
          </p:spPr>
          <p:txBody>
            <a:bodyPr rtlCol="0" anchor="ctr"/>
            <a:lstStyle/>
            <a:p>
              <a:endParaRPr lang="en-CR"/>
            </a:p>
          </p:txBody>
        </p:sp>
        <p:sp>
          <p:nvSpPr>
            <p:cNvPr id="352" name="Freeform 351">
              <a:extLst>
                <a:ext uri="{FF2B5EF4-FFF2-40B4-BE49-F238E27FC236}">
                  <a16:creationId xmlns:a16="http://schemas.microsoft.com/office/drawing/2014/main" id="{C9838484-6360-079E-491E-E4E458486FFA}"/>
                </a:ext>
              </a:extLst>
            </p:cNvPr>
            <p:cNvSpPr/>
            <p:nvPr/>
          </p:nvSpPr>
          <p:spPr>
            <a:xfrm>
              <a:off x="5676612" y="4544207"/>
              <a:ext cx="324040" cy="543645"/>
            </a:xfrm>
            <a:custGeom>
              <a:avLst/>
              <a:gdLst>
                <a:gd name="connsiteX0" fmla="*/ 14097 w 324040"/>
                <a:gd name="connsiteY0" fmla="*/ 42635 h 543645"/>
                <a:gd name="connsiteX1" fmla="*/ 305181 w 324040"/>
                <a:gd name="connsiteY1" fmla="*/ 193 h 543645"/>
                <a:gd name="connsiteX2" fmla="*/ 324041 w 324040"/>
                <a:gd name="connsiteY2" fmla="*/ 16784 h 543645"/>
                <a:gd name="connsiteX3" fmla="*/ 324041 w 324040"/>
                <a:gd name="connsiteY3" fmla="*/ 543646 h 543645"/>
                <a:gd name="connsiteX4" fmla="*/ 19050 w 324040"/>
                <a:gd name="connsiteY4" fmla="*/ 543646 h 543645"/>
                <a:gd name="connsiteX5" fmla="*/ 0 w 324040"/>
                <a:gd name="connsiteY5" fmla="*/ 524354 h 543645"/>
                <a:gd name="connsiteX6" fmla="*/ 0 w 324040"/>
                <a:gd name="connsiteY6" fmla="*/ 59226 h 543645"/>
                <a:gd name="connsiteX7" fmla="*/ 14097 w 324040"/>
                <a:gd name="connsiteY7" fmla="*/ 42635 h 5436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24040" h="543645">
                  <a:moveTo>
                    <a:pt x="14097" y="42635"/>
                  </a:moveTo>
                  <a:lnTo>
                    <a:pt x="305181" y="193"/>
                  </a:lnTo>
                  <a:cubicBezTo>
                    <a:pt x="315087" y="-1350"/>
                    <a:pt x="324041" y="6559"/>
                    <a:pt x="324041" y="16784"/>
                  </a:cubicBezTo>
                  <a:lnTo>
                    <a:pt x="324041" y="543646"/>
                  </a:lnTo>
                  <a:lnTo>
                    <a:pt x="19050" y="543646"/>
                  </a:lnTo>
                  <a:cubicBezTo>
                    <a:pt x="8573" y="543646"/>
                    <a:pt x="0" y="534965"/>
                    <a:pt x="0" y="524354"/>
                  </a:cubicBezTo>
                  <a:lnTo>
                    <a:pt x="0" y="59226"/>
                  </a:lnTo>
                  <a:cubicBezTo>
                    <a:pt x="0" y="50931"/>
                    <a:pt x="6096" y="43793"/>
                    <a:pt x="14097" y="42635"/>
                  </a:cubicBezTo>
                  <a:close/>
                </a:path>
              </a:pathLst>
            </a:custGeom>
            <a:noFill/>
            <a:ln w="25400" cap="rnd">
              <a:solidFill>
                <a:schemeClr val="bg1"/>
              </a:solidFill>
              <a:prstDash val="solid"/>
              <a:round/>
            </a:ln>
          </p:spPr>
          <p:txBody>
            <a:bodyPr rtlCol="0" anchor="ctr"/>
            <a:lstStyle/>
            <a:p>
              <a:endParaRPr lang="en-CR"/>
            </a:p>
          </p:txBody>
        </p:sp>
        <p:sp>
          <p:nvSpPr>
            <p:cNvPr id="353" name="Freeform 352">
              <a:extLst>
                <a:ext uri="{FF2B5EF4-FFF2-40B4-BE49-F238E27FC236}">
                  <a16:creationId xmlns:a16="http://schemas.microsoft.com/office/drawing/2014/main" id="{5F1B8F22-F6AC-AC4D-EA80-5604B12F530C}"/>
                </a:ext>
              </a:extLst>
            </p:cNvPr>
            <p:cNvSpPr/>
            <p:nvPr/>
          </p:nvSpPr>
          <p:spPr>
            <a:xfrm>
              <a:off x="6000653" y="4733268"/>
              <a:ext cx="192023" cy="354392"/>
            </a:xfrm>
            <a:custGeom>
              <a:avLst/>
              <a:gdLst>
                <a:gd name="connsiteX0" fmla="*/ 0 w 192023"/>
                <a:gd name="connsiteY0" fmla="*/ 0 h 354392"/>
                <a:gd name="connsiteX1" fmla="*/ 178879 w 192023"/>
                <a:gd name="connsiteY1" fmla="*/ 37619 h 354392"/>
                <a:gd name="connsiteX2" fmla="*/ 192024 w 192023"/>
                <a:gd name="connsiteY2" fmla="*/ 54017 h 354392"/>
                <a:gd name="connsiteX3" fmla="*/ 192024 w 192023"/>
                <a:gd name="connsiteY3" fmla="*/ 335100 h 354392"/>
                <a:gd name="connsiteX4" fmla="*/ 172974 w 192023"/>
                <a:gd name="connsiteY4" fmla="*/ 354392 h 354392"/>
                <a:gd name="connsiteX5" fmla="*/ 0 w 192023"/>
                <a:gd name="connsiteY5" fmla="*/ 354392 h 354392"/>
                <a:gd name="connsiteX6" fmla="*/ 0 w 192023"/>
                <a:gd name="connsiteY6" fmla="*/ 0 h 3543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92023" h="354392">
                  <a:moveTo>
                    <a:pt x="0" y="0"/>
                  </a:moveTo>
                  <a:lnTo>
                    <a:pt x="178879" y="37619"/>
                  </a:lnTo>
                  <a:cubicBezTo>
                    <a:pt x="186499" y="39163"/>
                    <a:pt x="192024" y="46108"/>
                    <a:pt x="192024" y="54017"/>
                  </a:cubicBezTo>
                  <a:lnTo>
                    <a:pt x="192024" y="335100"/>
                  </a:lnTo>
                  <a:cubicBezTo>
                    <a:pt x="192024" y="345711"/>
                    <a:pt x="183451" y="354392"/>
                    <a:pt x="172974" y="354392"/>
                  </a:cubicBezTo>
                  <a:lnTo>
                    <a:pt x="0" y="354392"/>
                  </a:lnTo>
                  <a:lnTo>
                    <a:pt x="0" y="0"/>
                  </a:lnTo>
                  <a:close/>
                </a:path>
              </a:pathLst>
            </a:custGeom>
            <a:noFill/>
            <a:ln w="25400" cap="rnd">
              <a:solidFill>
                <a:schemeClr val="bg1"/>
              </a:solidFill>
              <a:prstDash val="solid"/>
              <a:round/>
            </a:ln>
          </p:spPr>
          <p:txBody>
            <a:bodyPr rtlCol="0" anchor="ctr"/>
            <a:lstStyle/>
            <a:p>
              <a:endParaRPr lang="en-CR"/>
            </a:p>
          </p:txBody>
        </p:sp>
      </p:grpSp>
      <p:grpSp>
        <p:nvGrpSpPr>
          <p:cNvPr id="354" name="Graphic 357">
            <a:extLst>
              <a:ext uri="{FF2B5EF4-FFF2-40B4-BE49-F238E27FC236}">
                <a16:creationId xmlns:a16="http://schemas.microsoft.com/office/drawing/2014/main" id="{807896A8-CDB7-96FA-4A3D-03AB3BEC6CA9}"/>
              </a:ext>
            </a:extLst>
          </p:cNvPr>
          <p:cNvGrpSpPr/>
          <p:nvPr/>
        </p:nvGrpSpPr>
        <p:grpSpPr>
          <a:xfrm>
            <a:off x="7017861" y="4081424"/>
            <a:ext cx="502501" cy="531455"/>
            <a:chOff x="6748903" y="4553917"/>
            <a:chExt cx="502501" cy="531455"/>
          </a:xfrm>
          <a:noFill/>
        </p:grpSpPr>
        <p:sp>
          <p:nvSpPr>
            <p:cNvPr id="355" name="Freeform 354">
              <a:extLst>
                <a:ext uri="{FF2B5EF4-FFF2-40B4-BE49-F238E27FC236}">
                  <a16:creationId xmlns:a16="http://schemas.microsoft.com/office/drawing/2014/main" id="{49E881C3-ED6F-067A-8140-EED1A2B2D567}"/>
                </a:ext>
              </a:extLst>
            </p:cNvPr>
            <p:cNvSpPr/>
            <p:nvPr/>
          </p:nvSpPr>
          <p:spPr>
            <a:xfrm>
              <a:off x="7000059" y="4827021"/>
              <a:ext cx="19050" cy="222402"/>
            </a:xfrm>
            <a:custGeom>
              <a:avLst/>
              <a:gdLst>
                <a:gd name="connsiteX0" fmla="*/ 0 w 19050"/>
                <a:gd name="connsiteY0" fmla="*/ 0 h 222402"/>
                <a:gd name="connsiteX1" fmla="*/ 0 w 19050"/>
                <a:gd name="connsiteY1" fmla="*/ 222402 h 222402"/>
              </a:gdLst>
              <a:ahLst/>
              <a:cxnLst>
                <a:cxn ang="0">
                  <a:pos x="connsiteX0" y="connsiteY0"/>
                </a:cxn>
                <a:cxn ang="0">
                  <a:pos x="connsiteX1" y="connsiteY1"/>
                </a:cxn>
              </a:cxnLst>
              <a:rect l="l" t="t" r="r" b="b"/>
              <a:pathLst>
                <a:path w="19050" h="222402">
                  <a:moveTo>
                    <a:pt x="0" y="0"/>
                  </a:moveTo>
                  <a:lnTo>
                    <a:pt x="0" y="222402"/>
                  </a:lnTo>
                </a:path>
              </a:pathLst>
            </a:custGeom>
            <a:ln w="25400" cap="rnd">
              <a:solidFill>
                <a:schemeClr val="bg1"/>
              </a:solidFill>
              <a:prstDash val="solid"/>
              <a:round/>
            </a:ln>
          </p:spPr>
          <p:txBody>
            <a:bodyPr rtlCol="0" anchor="ctr"/>
            <a:lstStyle/>
            <a:p>
              <a:endParaRPr lang="en-CR"/>
            </a:p>
          </p:txBody>
        </p:sp>
        <p:sp>
          <p:nvSpPr>
            <p:cNvPr id="356" name="Freeform 355">
              <a:extLst>
                <a:ext uri="{FF2B5EF4-FFF2-40B4-BE49-F238E27FC236}">
                  <a16:creationId xmlns:a16="http://schemas.microsoft.com/office/drawing/2014/main" id="{5DD95544-3B07-0CDE-C8B2-1F00BF86813B}"/>
                </a:ext>
              </a:extLst>
            </p:cNvPr>
            <p:cNvSpPr/>
            <p:nvPr/>
          </p:nvSpPr>
          <p:spPr>
            <a:xfrm>
              <a:off x="6906904" y="5016081"/>
              <a:ext cx="186690" cy="69291"/>
            </a:xfrm>
            <a:custGeom>
              <a:avLst/>
              <a:gdLst>
                <a:gd name="connsiteX0" fmla="*/ 186690 w 186690"/>
                <a:gd name="connsiteY0" fmla="*/ 34646 h 69291"/>
                <a:gd name="connsiteX1" fmla="*/ 93345 w 186690"/>
                <a:gd name="connsiteY1" fmla="*/ 69291 h 69291"/>
                <a:gd name="connsiteX2" fmla="*/ 0 w 186690"/>
                <a:gd name="connsiteY2" fmla="*/ 34646 h 69291"/>
                <a:gd name="connsiteX3" fmla="*/ 93345 w 186690"/>
                <a:gd name="connsiteY3" fmla="*/ 0 h 69291"/>
                <a:gd name="connsiteX4" fmla="*/ 186690 w 186690"/>
                <a:gd name="connsiteY4" fmla="*/ 34646 h 692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6690" h="69291">
                  <a:moveTo>
                    <a:pt x="186690" y="34646"/>
                  </a:moveTo>
                  <a:cubicBezTo>
                    <a:pt x="186690" y="53831"/>
                    <a:pt x="144780" y="69291"/>
                    <a:pt x="93345" y="69291"/>
                  </a:cubicBezTo>
                  <a:cubicBezTo>
                    <a:pt x="41910" y="69291"/>
                    <a:pt x="0" y="53831"/>
                    <a:pt x="0" y="34646"/>
                  </a:cubicBezTo>
                  <a:cubicBezTo>
                    <a:pt x="0" y="15460"/>
                    <a:pt x="41910" y="0"/>
                    <a:pt x="93345" y="0"/>
                  </a:cubicBezTo>
                  <a:cubicBezTo>
                    <a:pt x="144780" y="0"/>
                    <a:pt x="186690" y="15460"/>
                    <a:pt x="186690" y="34646"/>
                  </a:cubicBezTo>
                  <a:close/>
                </a:path>
              </a:pathLst>
            </a:custGeom>
            <a:noFill/>
            <a:ln w="25400" cap="rnd">
              <a:solidFill>
                <a:schemeClr val="bg1"/>
              </a:solidFill>
              <a:prstDash val="solid"/>
              <a:round/>
            </a:ln>
          </p:spPr>
          <p:txBody>
            <a:bodyPr rtlCol="0" anchor="ctr"/>
            <a:lstStyle/>
            <a:p>
              <a:endParaRPr lang="en-CR"/>
            </a:p>
          </p:txBody>
        </p:sp>
        <p:sp>
          <p:nvSpPr>
            <p:cNvPr id="357" name="Freeform 356">
              <a:extLst>
                <a:ext uri="{FF2B5EF4-FFF2-40B4-BE49-F238E27FC236}">
                  <a16:creationId xmlns:a16="http://schemas.microsoft.com/office/drawing/2014/main" id="{F607B97A-2DF6-7A9E-5952-DC956089E5A9}"/>
                </a:ext>
              </a:extLst>
            </p:cNvPr>
            <p:cNvSpPr/>
            <p:nvPr/>
          </p:nvSpPr>
          <p:spPr>
            <a:xfrm>
              <a:off x="6748903" y="4640568"/>
              <a:ext cx="502501" cy="186452"/>
            </a:xfrm>
            <a:custGeom>
              <a:avLst/>
              <a:gdLst>
                <a:gd name="connsiteX0" fmla="*/ 498806 w 502501"/>
                <a:gd name="connsiteY0" fmla="*/ 186453 h 186452"/>
                <a:gd name="connsiteX1" fmla="*/ 3506 w 502501"/>
                <a:gd name="connsiteY1" fmla="*/ 186453 h 186452"/>
                <a:gd name="connsiteX2" fmla="*/ 267 w 502501"/>
                <a:gd name="connsiteY2" fmla="*/ 181424 h 186452"/>
                <a:gd name="connsiteX3" fmla="*/ 70752 w 502501"/>
                <a:gd name="connsiteY3" fmla="*/ 2049 h 186452"/>
                <a:gd name="connsiteX4" fmla="*/ 73991 w 502501"/>
                <a:gd name="connsiteY4" fmla="*/ 0 h 186452"/>
                <a:gd name="connsiteX5" fmla="*/ 428511 w 502501"/>
                <a:gd name="connsiteY5" fmla="*/ 0 h 186452"/>
                <a:gd name="connsiteX6" fmla="*/ 431750 w 502501"/>
                <a:gd name="connsiteY6" fmla="*/ 1676 h 186452"/>
                <a:gd name="connsiteX7" fmla="*/ 502235 w 502501"/>
                <a:gd name="connsiteY7" fmla="*/ 181424 h 186452"/>
                <a:gd name="connsiteX8" fmla="*/ 498996 w 502501"/>
                <a:gd name="connsiteY8" fmla="*/ 186267 h 1864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02501" h="186452">
                  <a:moveTo>
                    <a:pt x="498806" y="186453"/>
                  </a:moveTo>
                  <a:lnTo>
                    <a:pt x="3506" y="186453"/>
                  </a:lnTo>
                  <a:cubicBezTo>
                    <a:pt x="1029" y="186453"/>
                    <a:pt x="-685" y="183659"/>
                    <a:pt x="267" y="181424"/>
                  </a:cubicBezTo>
                  <a:lnTo>
                    <a:pt x="70752" y="2049"/>
                  </a:lnTo>
                  <a:cubicBezTo>
                    <a:pt x="71324" y="745"/>
                    <a:pt x="72467" y="0"/>
                    <a:pt x="73991" y="0"/>
                  </a:cubicBezTo>
                  <a:lnTo>
                    <a:pt x="428511" y="0"/>
                  </a:lnTo>
                  <a:cubicBezTo>
                    <a:pt x="429845" y="0"/>
                    <a:pt x="431178" y="559"/>
                    <a:pt x="431750" y="1676"/>
                  </a:cubicBezTo>
                  <a:lnTo>
                    <a:pt x="502235" y="181424"/>
                  </a:lnTo>
                  <a:cubicBezTo>
                    <a:pt x="503187" y="183659"/>
                    <a:pt x="501473" y="186267"/>
                    <a:pt x="498996" y="186267"/>
                  </a:cubicBezTo>
                  <a:close/>
                </a:path>
              </a:pathLst>
            </a:custGeom>
            <a:noFill/>
            <a:ln w="25400" cap="rnd">
              <a:solidFill>
                <a:schemeClr val="bg1"/>
              </a:solidFill>
              <a:prstDash val="solid"/>
              <a:round/>
            </a:ln>
          </p:spPr>
          <p:txBody>
            <a:bodyPr rtlCol="0" anchor="ctr"/>
            <a:lstStyle/>
            <a:p>
              <a:endParaRPr lang="en-CR"/>
            </a:p>
          </p:txBody>
        </p:sp>
        <p:sp>
          <p:nvSpPr>
            <p:cNvPr id="358" name="Freeform 357">
              <a:extLst>
                <a:ext uri="{FF2B5EF4-FFF2-40B4-BE49-F238E27FC236}">
                  <a16:creationId xmlns:a16="http://schemas.microsoft.com/office/drawing/2014/main" id="{8DD76A8A-103E-B196-52AC-76C1B42EBA81}"/>
                </a:ext>
              </a:extLst>
            </p:cNvPr>
            <p:cNvSpPr/>
            <p:nvPr/>
          </p:nvSpPr>
          <p:spPr>
            <a:xfrm>
              <a:off x="6865947" y="4553917"/>
              <a:ext cx="114490" cy="137873"/>
            </a:xfrm>
            <a:custGeom>
              <a:avLst/>
              <a:gdLst>
                <a:gd name="connsiteX0" fmla="*/ 0 w 114490"/>
                <a:gd name="connsiteY0" fmla="*/ 137874 h 137873"/>
                <a:gd name="connsiteX1" fmla="*/ 0 w 114490"/>
                <a:gd name="connsiteY1" fmla="*/ 69700 h 137873"/>
                <a:gd name="connsiteX2" fmla="*/ 10097 w 114490"/>
                <a:gd name="connsiteY2" fmla="*/ 45858 h 137873"/>
                <a:gd name="connsiteX3" fmla="*/ 46863 w 114490"/>
                <a:gd name="connsiteY3" fmla="*/ 9908 h 137873"/>
                <a:gd name="connsiteX4" fmla="*/ 76962 w 114490"/>
                <a:gd name="connsiteY4" fmla="*/ 409 h 137873"/>
                <a:gd name="connsiteX5" fmla="*/ 114490 w 114490"/>
                <a:gd name="connsiteY5" fmla="*/ 6556 h 1378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4490" h="137873">
                  <a:moveTo>
                    <a:pt x="0" y="137874"/>
                  </a:moveTo>
                  <a:lnTo>
                    <a:pt x="0" y="69700"/>
                  </a:lnTo>
                  <a:cubicBezTo>
                    <a:pt x="0" y="60759"/>
                    <a:pt x="3620" y="52191"/>
                    <a:pt x="10097" y="45858"/>
                  </a:cubicBezTo>
                  <a:lnTo>
                    <a:pt x="46863" y="9908"/>
                  </a:lnTo>
                  <a:cubicBezTo>
                    <a:pt x="54674" y="2272"/>
                    <a:pt x="65913" y="-1268"/>
                    <a:pt x="76962" y="409"/>
                  </a:cubicBezTo>
                  <a:lnTo>
                    <a:pt x="114490" y="6556"/>
                  </a:lnTo>
                </a:path>
              </a:pathLst>
            </a:custGeom>
            <a:noFill/>
            <a:ln w="25400" cap="rnd">
              <a:solidFill>
                <a:schemeClr val="bg1"/>
              </a:solidFill>
              <a:prstDash val="solid"/>
              <a:round/>
            </a:ln>
          </p:spPr>
          <p:txBody>
            <a:bodyPr rtlCol="0" anchor="ctr"/>
            <a:lstStyle/>
            <a:p>
              <a:endParaRPr lang="en-CR"/>
            </a:p>
          </p:txBody>
        </p:sp>
      </p:grpSp>
      <p:grpSp>
        <p:nvGrpSpPr>
          <p:cNvPr id="359" name="Graphic 359">
            <a:extLst>
              <a:ext uri="{FF2B5EF4-FFF2-40B4-BE49-F238E27FC236}">
                <a16:creationId xmlns:a16="http://schemas.microsoft.com/office/drawing/2014/main" id="{804646C9-C5D8-7ED1-4F02-DE2F3D7730D4}"/>
              </a:ext>
            </a:extLst>
          </p:cNvPr>
          <p:cNvGrpSpPr/>
          <p:nvPr/>
        </p:nvGrpSpPr>
        <p:grpSpPr>
          <a:xfrm>
            <a:off x="8177525" y="4073212"/>
            <a:ext cx="547878" cy="547878"/>
            <a:chOff x="7932238" y="4571377"/>
            <a:chExt cx="547878" cy="547878"/>
          </a:xfrm>
          <a:noFill/>
        </p:grpSpPr>
        <p:sp>
          <p:nvSpPr>
            <p:cNvPr id="360" name="Freeform 359">
              <a:extLst>
                <a:ext uri="{FF2B5EF4-FFF2-40B4-BE49-F238E27FC236}">
                  <a16:creationId xmlns:a16="http://schemas.microsoft.com/office/drawing/2014/main" id="{8FFB49A9-6CA2-22E9-C396-8F361201777E}"/>
                </a:ext>
              </a:extLst>
            </p:cNvPr>
            <p:cNvSpPr/>
            <p:nvPr/>
          </p:nvSpPr>
          <p:spPr>
            <a:xfrm>
              <a:off x="7932238" y="4571377"/>
              <a:ext cx="547878" cy="547878"/>
            </a:xfrm>
            <a:custGeom>
              <a:avLst/>
              <a:gdLst>
                <a:gd name="connsiteX0" fmla="*/ 547878 w 547878"/>
                <a:gd name="connsiteY0" fmla="*/ 273939 h 547878"/>
                <a:gd name="connsiteX1" fmla="*/ 273939 w 547878"/>
                <a:gd name="connsiteY1" fmla="*/ 547878 h 547878"/>
                <a:gd name="connsiteX2" fmla="*/ 0 w 547878"/>
                <a:gd name="connsiteY2" fmla="*/ 273939 h 547878"/>
                <a:gd name="connsiteX3" fmla="*/ 273939 w 547878"/>
                <a:gd name="connsiteY3" fmla="*/ 0 h 547878"/>
                <a:gd name="connsiteX4" fmla="*/ 547878 w 547878"/>
                <a:gd name="connsiteY4" fmla="*/ 273939 h 5478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7878" h="547878">
                  <a:moveTo>
                    <a:pt x="547878" y="273939"/>
                  </a:moveTo>
                  <a:cubicBezTo>
                    <a:pt x="547878" y="425196"/>
                    <a:pt x="425196" y="547878"/>
                    <a:pt x="273939" y="547878"/>
                  </a:cubicBezTo>
                  <a:cubicBezTo>
                    <a:pt x="122682" y="547878"/>
                    <a:pt x="0" y="425196"/>
                    <a:pt x="0" y="273939"/>
                  </a:cubicBezTo>
                  <a:cubicBezTo>
                    <a:pt x="0" y="122682"/>
                    <a:pt x="122682" y="0"/>
                    <a:pt x="273939" y="0"/>
                  </a:cubicBezTo>
                  <a:cubicBezTo>
                    <a:pt x="425196" y="0"/>
                    <a:pt x="547878" y="122682"/>
                    <a:pt x="547878" y="273939"/>
                  </a:cubicBezTo>
                  <a:close/>
                </a:path>
              </a:pathLst>
            </a:custGeom>
            <a:noFill/>
            <a:ln w="25400" cap="rnd">
              <a:solidFill>
                <a:schemeClr val="bg1"/>
              </a:solidFill>
              <a:prstDash val="solid"/>
              <a:round/>
            </a:ln>
          </p:spPr>
          <p:txBody>
            <a:bodyPr rtlCol="0" anchor="ctr"/>
            <a:lstStyle/>
            <a:p>
              <a:endParaRPr lang="en-CR"/>
            </a:p>
          </p:txBody>
        </p:sp>
        <p:sp>
          <p:nvSpPr>
            <p:cNvPr id="361" name="Freeform 360">
              <a:extLst>
                <a:ext uri="{FF2B5EF4-FFF2-40B4-BE49-F238E27FC236}">
                  <a16:creationId xmlns:a16="http://schemas.microsoft.com/office/drawing/2014/main" id="{0A183504-B324-C3CE-60EC-C12B1B61F302}"/>
                </a:ext>
              </a:extLst>
            </p:cNvPr>
            <p:cNvSpPr/>
            <p:nvPr/>
          </p:nvSpPr>
          <p:spPr>
            <a:xfrm>
              <a:off x="8138550" y="4705489"/>
              <a:ext cx="19050" cy="263842"/>
            </a:xfrm>
            <a:custGeom>
              <a:avLst/>
              <a:gdLst>
                <a:gd name="connsiteX0" fmla="*/ 0 w 19050"/>
                <a:gd name="connsiteY0" fmla="*/ 0 h 263842"/>
                <a:gd name="connsiteX1" fmla="*/ 0 w 19050"/>
                <a:gd name="connsiteY1" fmla="*/ 263843 h 263842"/>
              </a:gdLst>
              <a:ahLst/>
              <a:cxnLst>
                <a:cxn ang="0">
                  <a:pos x="connsiteX0" y="connsiteY0"/>
                </a:cxn>
                <a:cxn ang="0">
                  <a:pos x="connsiteX1" y="connsiteY1"/>
                </a:cxn>
              </a:cxnLst>
              <a:rect l="l" t="t" r="r" b="b"/>
              <a:pathLst>
                <a:path w="19050" h="263842">
                  <a:moveTo>
                    <a:pt x="0" y="0"/>
                  </a:moveTo>
                  <a:lnTo>
                    <a:pt x="0" y="263843"/>
                  </a:lnTo>
                </a:path>
              </a:pathLst>
            </a:custGeom>
            <a:ln w="25400" cap="rnd">
              <a:solidFill>
                <a:schemeClr val="bg1"/>
              </a:solidFill>
              <a:prstDash val="solid"/>
              <a:round/>
            </a:ln>
          </p:spPr>
          <p:txBody>
            <a:bodyPr rtlCol="0" anchor="ctr"/>
            <a:lstStyle/>
            <a:p>
              <a:endParaRPr lang="en-CR"/>
            </a:p>
          </p:txBody>
        </p:sp>
        <p:sp>
          <p:nvSpPr>
            <p:cNvPr id="362" name="Freeform 361">
              <a:extLst>
                <a:ext uri="{FF2B5EF4-FFF2-40B4-BE49-F238E27FC236}">
                  <a16:creationId xmlns:a16="http://schemas.microsoft.com/office/drawing/2014/main" id="{534F9E91-D0EE-C960-595D-1C5AA8B32029}"/>
                </a:ext>
              </a:extLst>
            </p:cNvPr>
            <p:cNvSpPr/>
            <p:nvPr/>
          </p:nvSpPr>
          <p:spPr>
            <a:xfrm>
              <a:off x="8177793" y="4658626"/>
              <a:ext cx="19050" cy="46863"/>
            </a:xfrm>
            <a:custGeom>
              <a:avLst/>
              <a:gdLst>
                <a:gd name="connsiteX0" fmla="*/ 0 w 19050"/>
                <a:gd name="connsiteY0" fmla="*/ 0 h 46863"/>
                <a:gd name="connsiteX1" fmla="*/ 0 w 19050"/>
                <a:gd name="connsiteY1" fmla="*/ 46863 h 46863"/>
              </a:gdLst>
              <a:ahLst/>
              <a:cxnLst>
                <a:cxn ang="0">
                  <a:pos x="connsiteX0" y="connsiteY0"/>
                </a:cxn>
                <a:cxn ang="0">
                  <a:pos x="connsiteX1" y="connsiteY1"/>
                </a:cxn>
              </a:cxnLst>
              <a:rect l="l" t="t" r="r" b="b"/>
              <a:pathLst>
                <a:path w="19050" h="46863">
                  <a:moveTo>
                    <a:pt x="0" y="0"/>
                  </a:moveTo>
                  <a:lnTo>
                    <a:pt x="0" y="46863"/>
                  </a:lnTo>
                </a:path>
              </a:pathLst>
            </a:custGeom>
            <a:ln w="25400" cap="rnd">
              <a:solidFill>
                <a:schemeClr val="bg1"/>
              </a:solidFill>
              <a:prstDash val="solid"/>
              <a:round/>
            </a:ln>
          </p:spPr>
          <p:txBody>
            <a:bodyPr rtlCol="0" anchor="ctr"/>
            <a:lstStyle/>
            <a:p>
              <a:endParaRPr lang="en-CR"/>
            </a:p>
          </p:txBody>
        </p:sp>
        <p:sp>
          <p:nvSpPr>
            <p:cNvPr id="363" name="Freeform 362">
              <a:extLst>
                <a:ext uri="{FF2B5EF4-FFF2-40B4-BE49-F238E27FC236}">
                  <a16:creationId xmlns:a16="http://schemas.microsoft.com/office/drawing/2014/main" id="{5EA8AA23-6D9B-46AA-878F-25B0DEB84D69}"/>
                </a:ext>
              </a:extLst>
            </p:cNvPr>
            <p:cNvSpPr/>
            <p:nvPr/>
          </p:nvSpPr>
          <p:spPr>
            <a:xfrm>
              <a:off x="8177793" y="4971999"/>
              <a:ext cx="19050" cy="46291"/>
            </a:xfrm>
            <a:custGeom>
              <a:avLst/>
              <a:gdLst>
                <a:gd name="connsiteX0" fmla="*/ 0 w 19050"/>
                <a:gd name="connsiteY0" fmla="*/ 0 h 46291"/>
                <a:gd name="connsiteX1" fmla="*/ 0 w 19050"/>
                <a:gd name="connsiteY1" fmla="*/ 46291 h 46291"/>
              </a:gdLst>
              <a:ahLst/>
              <a:cxnLst>
                <a:cxn ang="0">
                  <a:pos x="connsiteX0" y="connsiteY0"/>
                </a:cxn>
                <a:cxn ang="0">
                  <a:pos x="connsiteX1" y="connsiteY1"/>
                </a:cxn>
              </a:cxnLst>
              <a:rect l="l" t="t" r="r" b="b"/>
              <a:pathLst>
                <a:path w="19050" h="46291">
                  <a:moveTo>
                    <a:pt x="0" y="0"/>
                  </a:moveTo>
                  <a:lnTo>
                    <a:pt x="0" y="46291"/>
                  </a:lnTo>
                </a:path>
              </a:pathLst>
            </a:custGeom>
            <a:ln w="25400" cap="rnd">
              <a:solidFill>
                <a:schemeClr val="bg1"/>
              </a:solidFill>
              <a:prstDash val="solid"/>
              <a:round/>
            </a:ln>
          </p:spPr>
          <p:txBody>
            <a:bodyPr rtlCol="0" anchor="ctr"/>
            <a:lstStyle/>
            <a:p>
              <a:endParaRPr lang="en-CR"/>
            </a:p>
          </p:txBody>
        </p:sp>
        <p:sp>
          <p:nvSpPr>
            <p:cNvPr id="364" name="Freeform 363">
              <a:extLst>
                <a:ext uri="{FF2B5EF4-FFF2-40B4-BE49-F238E27FC236}">
                  <a16:creationId xmlns:a16="http://schemas.microsoft.com/office/drawing/2014/main" id="{0C33C946-0B0C-6F14-2DC3-FE56FF6056B3}"/>
                </a:ext>
              </a:extLst>
            </p:cNvPr>
            <p:cNvSpPr/>
            <p:nvPr/>
          </p:nvSpPr>
          <p:spPr>
            <a:xfrm>
              <a:off x="8216083" y="4658626"/>
              <a:ext cx="19050" cy="46863"/>
            </a:xfrm>
            <a:custGeom>
              <a:avLst/>
              <a:gdLst>
                <a:gd name="connsiteX0" fmla="*/ 0 w 19050"/>
                <a:gd name="connsiteY0" fmla="*/ 0 h 46863"/>
                <a:gd name="connsiteX1" fmla="*/ 0 w 19050"/>
                <a:gd name="connsiteY1" fmla="*/ 46863 h 46863"/>
              </a:gdLst>
              <a:ahLst/>
              <a:cxnLst>
                <a:cxn ang="0">
                  <a:pos x="connsiteX0" y="connsiteY0"/>
                </a:cxn>
                <a:cxn ang="0">
                  <a:pos x="connsiteX1" y="connsiteY1"/>
                </a:cxn>
              </a:cxnLst>
              <a:rect l="l" t="t" r="r" b="b"/>
              <a:pathLst>
                <a:path w="19050" h="46863">
                  <a:moveTo>
                    <a:pt x="0" y="0"/>
                  </a:moveTo>
                  <a:lnTo>
                    <a:pt x="0" y="46863"/>
                  </a:lnTo>
                </a:path>
              </a:pathLst>
            </a:custGeom>
            <a:ln w="25400" cap="rnd">
              <a:solidFill>
                <a:schemeClr val="bg1"/>
              </a:solidFill>
              <a:prstDash val="solid"/>
              <a:round/>
            </a:ln>
          </p:spPr>
          <p:txBody>
            <a:bodyPr rtlCol="0" anchor="ctr"/>
            <a:lstStyle/>
            <a:p>
              <a:endParaRPr lang="en-CR"/>
            </a:p>
          </p:txBody>
        </p:sp>
        <p:sp>
          <p:nvSpPr>
            <p:cNvPr id="365" name="Freeform 364">
              <a:extLst>
                <a:ext uri="{FF2B5EF4-FFF2-40B4-BE49-F238E27FC236}">
                  <a16:creationId xmlns:a16="http://schemas.microsoft.com/office/drawing/2014/main" id="{35C4C885-EDB9-FE2A-54CA-8E339DC4779F}"/>
                </a:ext>
              </a:extLst>
            </p:cNvPr>
            <p:cNvSpPr/>
            <p:nvPr/>
          </p:nvSpPr>
          <p:spPr>
            <a:xfrm>
              <a:off x="8216083" y="4971999"/>
              <a:ext cx="19050" cy="46291"/>
            </a:xfrm>
            <a:custGeom>
              <a:avLst/>
              <a:gdLst>
                <a:gd name="connsiteX0" fmla="*/ 0 w 19050"/>
                <a:gd name="connsiteY0" fmla="*/ 0 h 46291"/>
                <a:gd name="connsiteX1" fmla="*/ 0 w 19050"/>
                <a:gd name="connsiteY1" fmla="*/ 46291 h 46291"/>
              </a:gdLst>
              <a:ahLst/>
              <a:cxnLst>
                <a:cxn ang="0">
                  <a:pos x="connsiteX0" y="connsiteY0"/>
                </a:cxn>
                <a:cxn ang="0">
                  <a:pos x="connsiteX1" y="connsiteY1"/>
                </a:cxn>
              </a:cxnLst>
              <a:rect l="l" t="t" r="r" b="b"/>
              <a:pathLst>
                <a:path w="19050" h="46291">
                  <a:moveTo>
                    <a:pt x="0" y="0"/>
                  </a:moveTo>
                  <a:lnTo>
                    <a:pt x="0" y="46291"/>
                  </a:lnTo>
                </a:path>
              </a:pathLst>
            </a:custGeom>
            <a:ln w="25400" cap="rnd">
              <a:solidFill>
                <a:schemeClr val="bg1"/>
              </a:solidFill>
              <a:prstDash val="solid"/>
              <a:round/>
            </a:ln>
          </p:spPr>
          <p:txBody>
            <a:bodyPr rtlCol="0" anchor="ctr"/>
            <a:lstStyle/>
            <a:p>
              <a:endParaRPr lang="en-CR"/>
            </a:p>
          </p:txBody>
        </p:sp>
        <p:sp>
          <p:nvSpPr>
            <p:cNvPr id="366" name="Freeform 365">
              <a:extLst>
                <a:ext uri="{FF2B5EF4-FFF2-40B4-BE49-F238E27FC236}">
                  <a16:creationId xmlns:a16="http://schemas.microsoft.com/office/drawing/2014/main" id="{7E15C4DD-7A2D-6588-6DC9-3690C25DA4D5}"/>
                </a:ext>
              </a:extLst>
            </p:cNvPr>
            <p:cNvSpPr/>
            <p:nvPr/>
          </p:nvSpPr>
          <p:spPr>
            <a:xfrm>
              <a:off x="8109594" y="4705489"/>
              <a:ext cx="196102" cy="132016"/>
            </a:xfrm>
            <a:custGeom>
              <a:avLst/>
              <a:gdLst>
                <a:gd name="connsiteX0" fmla="*/ 0 w 196102"/>
                <a:gd name="connsiteY0" fmla="*/ 0 h 132016"/>
                <a:gd name="connsiteX1" fmla="*/ 112395 w 196102"/>
                <a:gd name="connsiteY1" fmla="*/ 0 h 132016"/>
                <a:gd name="connsiteX2" fmla="*/ 119443 w 196102"/>
                <a:gd name="connsiteY2" fmla="*/ 132017 h 132016"/>
              </a:gdLst>
              <a:ahLst/>
              <a:cxnLst>
                <a:cxn ang="0">
                  <a:pos x="connsiteX0" y="connsiteY0"/>
                </a:cxn>
                <a:cxn ang="0">
                  <a:pos x="connsiteX1" y="connsiteY1"/>
                </a:cxn>
                <a:cxn ang="0">
                  <a:pos x="connsiteX2" y="connsiteY2"/>
                </a:cxn>
              </a:cxnLst>
              <a:rect l="l" t="t" r="r" b="b"/>
              <a:pathLst>
                <a:path w="196102" h="132016">
                  <a:moveTo>
                    <a:pt x="0" y="0"/>
                  </a:moveTo>
                  <a:lnTo>
                    <a:pt x="112395" y="0"/>
                  </a:lnTo>
                  <a:cubicBezTo>
                    <a:pt x="230505" y="2477"/>
                    <a:pt x="215075" y="132017"/>
                    <a:pt x="119443" y="132017"/>
                  </a:cubicBezTo>
                </a:path>
              </a:pathLst>
            </a:custGeom>
            <a:noFill/>
            <a:ln w="25400" cap="rnd">
              <a:solidFill>
                <a:schemeClr val="bg1"/>
              </a:solidFill>
              <a:prstDash val="solid"/>
              <a:round/>
            </a:ln>
          </p:spPr>
          <p:txBody>
            <a:bodyPr rtlCol="0" anchor="ctr"/>
            <a:lstStyle/>
            <a:p>
              <a:endParaRPr lang="en-CR"/>
            </a:p>
          </p:txBody>
        </p:sp>
        <p:sp>
          <p:nvSpPr>
            <p:cNvPr id="367" name="Freeform 366">
              <a:extLst>
                <a:ext uri="{FF2B5EF4-FFF2-40B4-BE49-F238E27FC236}">
                  <a16:creationId xmlns:a16="http://schemas.microsoft.com/office/drawing/2014/main" id="{DB4DF408-B9BE-9E47-3F19-6692EEC4D047}"/>
                </a:ext>
              </a:extLst>
            </p:cNvPr>
            <p:cNvSpPr/>
            <p:nvPr/>
          </p:nvSpPr>
          <p:spPr>
            <a:xfrm>
              <a:off x="8109594" y="4837315"/>
              <a:ext cx="205621" cy="132016"/>
            </a:xfrm>
            <a:custGeom>
              <a:avLst/>
              <a:gdLst>
                <a:gd name="connsiteX0" fmla="*/ 0 w 205621"/>
                <a:gd name="connsiteY0" fmla="*/ 132016 h 132016"/>
                <a:gd name="connsiteX1" fmla="*/ 133350 w 205621"/>
                <a:gd name="connsiteY1" fmla="*/ 132016 h 132016"/>
                <a:gd name="connsiteX2" fmla="*/ 137160 w 205621"/>
                <a:gd name="connsiteY2" fmla="*/ 0 h 132016"/>
                <a:gd name="connsiteX3" fmla="*/ 30289 w 205621"/>
                <a:gd name="connsiteY3" fmla="*/ 0 h 132016"/>
              </a:gdLst>
              <a:ahLst/>
              <a:cxnLst>
                <a:cxn ang="0">
                  <a:pos x="connsiteX0" y="connsiteY0"/>
                </a:cxn>
                <a:cxn ang="0">
                  <a:pos x="connsiteX1" y="connsiteY1"/>
                </a:cxn>
                <a:cxn ang="0">
                  <a:pos x="connsiteX2" y="connsiteY2"/>
                </a:cxn>
                <a:cxn ang="0">
                  <a:pos x="connsiteX3" y="connsiteY3"/>
                </a:cxn>
              </a:cxnLst>
              <a:rect l="l" t="t" r="r" b="b"/>
              <a:pathLst>
                <a:path w="205621" h="132016">
                  <a:moveTo>
                    <a:pt x="0" y="132016"/>
                  </a:moveTo>
                  <a:lnTo>
                    <a:pt x="133350" y="132016"/>
                  </a:lnTo>
                  <a:cubicBezTo>
                    <a:pt x="230696" y="130874"/>
                    <a:pt x="227457" y="953"/>
                    <a:pt x="137160" y="0"/>
                  </a:cubicBezTo>
                  <a:lnTo>
                    <a:pt x="30289" y="0"/>
                  </a:lnTo>
                </a:path>
              </a:pathLst>
            </a:custGeom>
            <a:noFill/>
            <a:ln w="25400" cap="rnd">
              <a:solidFill>
                <a:schemeClr val="bg1"/>
              </a:solidFill>
              <a:prstDash val="solid"/>
              <a:round/>
            </a:ln>
          </p:spPr>
          <p:txBody>
            <a:bodyPr rtlCol="0" anchor="ctr"/>
            <a:lstStyle/>
            <a:p>
              <a:endParaRPr lang="en-CR"/>
            </a:p>
          </p:txBody>
        </p:sp>
      </p:grpSp>
      <p:grpSp>
        <p:nvGrpSpPr>
          <p:cNvPr id="368" name="Graphic 361">
            <a:extLst>
              <a:ext uri="{FF2B5EF4-FFF2-40B4-BE49-F238E27FC236}">
                <a16:creationId xmlns:a16="http://schemas.microsoft.com/office/drawing/2014/main" id="{769EC9EF-2BDC-3C38-92D4-926B18987EA3}"/>
              </a:ext>
            </a:extLst>
          </p:cNvPr>
          <p:cNvGrpSpPr/>
          <p:nvPr/>
        </p:nvGrpSpPr>
        <p:grpSpPr>
          <a:xfrm>
            <a:off x="9358039" y="4157565"/>
            <a:ext cx="549973" cy="379173"/>
            <a:chOff x="9077860" y="4659461"/>
            <a:chExt cx="549973" cy="379173"/>
          </a:xfrm>
          <a:noFill/>
        </p:grpSpPr>
        <p:sp>
          <p:nvSpPr>
            <p:cNvPr id="369" name="Freeform 368">
              <a:extLst>
                <a:ext uri="{FF2B5EF4-FFF2-40B4-BE49-F238E27FC236}">
                  <a16:creationId xmlns:a16="http://schemas.microsoft.com/office/drawing/2014/main" id="{8D981CDF-0A38-4168-5971-9705B32A836C}"/>
                </a:ext>
              </a:extLst>
            </p:cNvPr>
            <p:cNvSpPr/>
            <p:nvPr/>
          </p:nvSpPr>
          <p:spPr>
            <a:xfrm>
              <a:off x="9078813" y="4725585"/>
              <a:ext cx="298894" cy="18892"/>
            </a:xfrm>
            <a:custGeom>
              <a:avLst/>
              <a:gdLst>
                <a:gd name="connsiteX0" fmla="*/ 0 w 298894"/>
                <a:gd name="connsiteY0" fmla="*/ 0 h 18892"/>
                <a:gd name="connsiteX1" fmla="*/ 298895 w 298894"/>
                <a:gd name="connsiteY1" fmla="*/ 0 h 18892"/>
              </a:gdLst>
              <a:ahLst/>
              <a:cxnLst>
                <a:cxn ang="0">
                  <a:pos x="connsiteX0" y="connsiteY0"/>
                </a:cxn>
                <a:cxn ang="0">
                  <a:pos x="connsiteX1" y="connsiteY1"/>
                </a:cxn>
              </a:cxnLst>
              <a:rect l="l" t="t" r="r" b="b"/>
              <a:pathLst>
                <a:path w="298894" h="18892">
                  <a:moveTo>
                    <a:pt x="0" y="0"/>
                  </a:moveTo>
                  <a:lnTo>
                    <a:pt x="298895" y="0"/>
                  </a:lnTo>
                </a:path>
              </a:pathLst>
            </a:custGeom>
            <a:ln w="25400" cap="rnd">
              <a:solidFill>
                <a:schemeClr val="bg1"/>
              </a:solidFill>
              <a:prstDash val="solid"/>
              <a:round/>
            </a:ln>
          </p:spPr>
          <p:txBody>
            <a:bodyPr rtlCol="0" anchor="ctr"/>
            <a:lstStyle/>
            <a:p>
              <a:endParaRPr lang="en-CR"/>
            </a:p>
          </p:txBody>
        </p:sp>
        <p:sp>
          <p:nvSpPr>
            <p:cNvPr id="370" name="Freeform 369">
              <a:extLst>
                <a:ext uri="{FF2B5EF4-FFF2-40B4-BE49-F238E27FC236}">
                  <a16:creationId xmlns:a16="http://schemas.microsoft.com/office/drawing/2014/main" id="{01D4A6F2-7D3A-AEBD-F27B-DF9BA0E81693}"/>
                </a:ext>
              </a:extLst>
            </p:cNvPr>
            <p:cNvSpPr/>
            <p:nvPr/>
          </p:nvSpPr>
          <p:spPr>
            <a:xfrm>
              <a:off x="9078813" y="4821559"/>
              <a:ext cx="279463" cy="18892"/>
            </a:xfrm>
            <a:custGeom>
              <a:avLst/>
              <a:gdLst>
                <a:gd name="connsiteX0" fmla="*/ 279464 w 279463"/>
                <a:gd name="connsiteY0" fmla="*/ 0 h 18892"/>
                <a:gd name="connsiteX1" fmla="*/ 0 w 279463"/>
                <a:gd name="connsiteY1" fmla="*/ 0 h 18892"/>
              </a:gdLst>
              <a:ahLst/>
              <a:cxnLst>
                <a:cxn ang="0">
                  <a:pos x="connsiteX0" y="connsiteY0"/>
                </a:cxn>
                <a:cxn ang="0">
                  <a:pos x="connsiteX1" y="connsiteY1"/>
                </a:cxn>
              </a:cxnLst>
              <a:rect l="l" t="t" r="r" b="b"/>
              <a:pathLst>
                <a:path w="279463" h="18892">
                  <a:moveTo>
                    <a:pt x="279464" y="0"/>
                  </a:moveTo>
                  <a:lnTo>
                    <a:pt x="0" y="0"/>
                  </a:lnTo>
                </a:path>
              </a:pathLst>
            </a:custGeom>
            <a:ln w="25400" cap="rnd">
              <a:solidFill>
                <a:schemeClr val="bg1"/>
              </a:solidFill>
              <a:prstDash val="solid"/>
              <a:round/>
            </a:ln>
          </p:spPr>
          <p:txBody>
            <a:bodyPr rtlCol="0" anchor="ctr"/>
            <a:lstStyle/>
            <a:p>
              <a:endParaRPr lang="en-CR"/>
            </a:p>
          </p:txBody>
        </p:sp>
        <p:sp>
          <p:nvSpPr>
            <p:cNvPr id="371" name="Freeform 370">
              <a:extLst>
                <a:ext uri="{FF2B5EF4-FFF2-40B4-BE49-F238E27FC236}">
                  <a16:creationId xmlns:a16="http://schemas.microsoft.com/office/drawing/2014/main" id="{3E92CDEB-C953-79FC-E7B6-4E5BA95E75CB}"/>
                </a:ext>
              </a:extLst>
            </p:cNvPr>
            <p:cNvSpPr/>
            <p:nvPr/>
          </p:nvSpPr>
          <p:spPr>
            <a:xfrm>
              <a:off x="9077860" y="4659461"/>
              <a:ext cx="549973" cy="379173"/>
            </a:xfrm>
            <a:custGeom>
              <a:avLst/>
              <a:gdLst>
                <a:gd name="connsiteX0" fmla="*/ 530924 w 549973"/>
                <a:gd name="connsiteY0" fmla="*/ 0 h 379173"/>
                <a:gd name="connsiteX1" fmla="*/ 549974 w 549973"/>
                <a:gd name="connsiteY1" fmla="*/ 18893 h 379173"/>
                <a:gd name="connsiteX2" fmla="*/ 549974 w 549973"/>
                <a:gd name="connsiteY2" fmla="*/ 360281 h 379173"/>
                <a:gd name="connsiteX3" fmla="*/ 530924 w 549973"/>
                <a:gd name="connsiteY3" fmla="*/ 379173 h 379173"/>
                <a:gd name="connsiteX4" fmla="*/ 19050 w 549973"/>
                <a:gd name="connsiteY4" fmla="*/ 379173 h 379173"/>
                <a:gd name="connsiteX5" fmla="*/ 0 w 549973"/>
                <a:gd name="connsiteY5" fmla="*/ 360281 h 379173"/>
                <a:gd name="connsiteX6" fmla="*/ 0 w 549973"/>
                <a:gd name="connsiteY6" fmla="*/ 18893 h 379173"/>
                <a:gd name="connsiteX7" fmla="*/ 19050 w 549973"/>
                <a:gd name="connsiteY7" fmla="*/ 0 h 3791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49973" h="379173">
                  <a:moveTo>
                    <a:pt x="530924" y="0"/>
                  </a:moveTo>
                  <a:cubicBezTo>
                    <a:pt x="541445" y="0"/>
                    <a:pt x="549974" y="8458"/>
                    <a:pt x="549974" y="18893"/>
                  </a:cubicBezTo>
                  <a:lnTo>
                    <a:pt x="549974" y="360281"/>
                  </a:lnTo>
                  <a:cubicBezTo>
                    <a:pt x="549974" y="370715"/>
                    <a:pt x="541445" y="379173"/>
                    <a:pt x="530924" y="379173"/>
                  </a:cubicBezTo>
                  <a:lnTo>
                    <a:pt x="19050" y="379173"/>
                  </a:lnTo>
                  <a:cubicBezTo>
                    <a:pt x="8529" y="379173"/>
                    <a:pt x="0" y="370715"/>
                    <a:pt x="0" y="360281"/>
                  </a:cubicBezTo>
                  <a:lnTo>
                    <a:pt x="0" y="18893"/>
                  </a:lnTo>
                  <a:cubicBezTo>
                    <a:pt x="0" y="8458"/>
                    <a:pt x="8529" y="0"/>
                    <a:pt x="19050" y="0"/>
                  </a:cubicBezTo>
                  <a:close/>
                </a:path>
              </a:pathLst>
            </a:custGeom>
            <a:noFill/>
            <a:ln w="25400" cap="rnd">
              <a:solidFill>
                <a:schemeClr val="bg1"/>
              </a:solidFill>
              <a:prstDash val="solid"/>
              <a:round/>
            </a:ln>
          </p:spPr>
          <p:txBody>
            <a:bodyPr rtlCol="0" anchor="ctr"/>
            <a:lstStyle/>
            <a:p>
              <a:endParaRPr lang="en-CR"/>
            </a:p>
          </p:txBody>
        </p:sp>
        <p:sp>
          <p:nvSpPr>
            <p:cNvPr id="372" name="Freeform 371">
              <a:extLst>
                <a:ext uri="{FF2B5EF4-FFF2-40B4-BE49-F238E27FC236}">
                  <a16:creationId xmlns:a16="http://schemas.microsoft.com/office/drawing/2014/main" id="{AE8CD762-7B77-9391-FB16-B7EEFEA517AC}"/>
                </a:ext>
              </a:extLst>
            </p:cNvPr>
            <p:cNvSpPr/>
            <p:nvPr/>
          </p:nvSpPr>
          <p:spPr>
            <a:xfrm>
              <a:off x="9413140" y="4724829"/>
              <a:ext cx="142493" cy="243902"/>
            </a:xfrm>
            <a:custGeom>
              <a:avLst/>
              <a:gdLst>
                <a:gd name="connsiteX0" fmla="*/ 142494 w 142493"/>
                <a:gd name="connsiteY0" fmla="*/ 243903 h 243902"/>
                <a:gd name="connsiteX1" fmla="*/ 114681 w 142493"/>
                <a:gd name="connsiteY1" fmla="*/ 124502 h 243902"/>
                <a:gd name="connsiteX2" fmla="*/ 141542 w 142493"/>
                <a:gd name="connsiteY2" fmla="*/ 69713 h 243902"/>
                <a:gd name="connsiteX3" fmla="*/ 71247 w 142493"/>
                <a:gd name="connsiteY3" fmla="*/ 0 h 243902"/>
                <a:gd name="connsiteX4" fmla="*/ 952 w 142493"/>
                <a:gd name="connsiteY4" fmla="*/ 69713 h 243902"/>
                <a:gd name="connsiteX5" fmla="*/ 27813 w 142493"/>
                <a:gd name="connsiteY5" fmla="*/ 124502 h 243902"/>
                <a:gd name="connsiteX6" fmla="*/ 0 w 142493"/>
                <a:gd name="connsiteY6" fmla="*/ 243903 h 243902"/>
                <a:gd name="connsiteX7" fmla="*/ 142303 w 142493"/>
                <a:gd name="connsiteY7" fmla="*/ 243903 h 2439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42493" h="243902">
                  <a:moveTo>
                    <a:pt x="142494" y="243903"/>
                  </a:moveTo>
                  <a:lnTo>
                    <a:pt x="114681" y="124502"/>
                  </a:lnTo>
                  <a:cubicBezTo>
                    <a:pt x="131064" y="111655"/>
                    <a:pt x="141542" y="92007"/>
                    <a:pt x="141542" y="69713"/>
                  </a:cubicBezTo>
                  <a:cubicBezTo>
                    <a:pt x="141542" y="31173"/>
                    <a:pt x="110109" y="0"/>
                    <a:pt x="71247" y="0"/>
                  </a:cubicBezTo>
                  <a:cubicBezTo>
                    <a:pt x="32385" y="0"/>
                    <a:pt x="952" y="31173"/>
                    <a:pt x="952" y="69713"/>
                  </a:cubicBezTo>
                  <a:cubicBezTo>
                    <a:pt x="952" y="92007"/>
                    <a:pt x="11430" y="111844"/>
                    <a:pt x="27813" y="124502"/>
                  </a:cubicBezTo>
                  <a:lnTo>
                    <a:pt x="0" y="243903"/>
                  </a:lnTo>
                  <a:lnTo>
                    <a:pt x="142303" y="243903"/>
                  </a:lnTo>
                  <a:close/>
                </a:path>
              </a:pathLst>
            </a:custGeom>
            <a:noFill/>
            <a:ln w="25400" cap="rnd">
              <a:solidFill>
                <a:schemeClr val="bg1"/>
              </a:solidFill>
              <a:prstDash val="solid"/>
              <a:round/>
            </a:ln>
          </p:spPr>
          <p:txBody>
            <a:bodyPr rtlCol="0" anchor="ctr"/>
            <a:lstStyle/>
            <a:p>
              <a:endParaRPr lang="en-CR"/>
            </a:p>
          </p:txBody>
        </p:sp>
      </p:grpSp>
      <p:grpSp>
        <p:nvGrpSpPr>
          <p:cNvPr id="373" name="Graphic 363">
            <a:extLst>
              <a:ext uri="{FF2B5EF4-FFF2-40B4-BE49-F238E27FC236}">
                <a16:creationId xmlns:a16="http://schemas.microsoft.com/office/drawing/2014/main" id="{ABFB9DE4-E6B5-7B7C-6CB1-C31363FFEC32}"/>
              </a:ext>
            </a:extLst>
          </p:cNvPr>
          <p:cNvGrpSpPr/>
          <p:nvPr/>
        </p:nvGrpSpPr>
        <p:grpSpPr>
          <a:xfrm>
            <a:off x="10546767" y="4067397"/>
            <a:ext cx="549973" cy="559508"/>
            <a:chOff x="10204278" y="4641599"/>
            <a:chExt cx="549973" cy="559508"/>
          </a:xfrm>
          <a:noFill/>
        </p:grpSpPr>
        <p:sp>
          <p:nvSpPr>
            <p:cNvPr id="374" name="Freeform 373">
              <a:extLst>
                <a:ext uri="{FF2B5EF4-FFF2-40B4-BE49-F238E27FC236}">
                  <a16:creationId xmlns:a16="http://schemas.microsoft.com/office/drawing/2014/main" id="{DD1EE2A0-BF4A-014D-2460-C183932F4C35}"/>
                </a:ext>
              </a:extLst>
            </p:cNvPr>
            <p:cNvSpPr/>
            <p:nvPr/>
          </p:nvSpPr>
          <p:spPr>
            <a:xfrm>
              <a:off x="10375728" y="5104740"/>
              <a:ext cx="207835" cy="96367"/>
            </a:xfrm>
            <a:custGeom>
              <a:avLst/>
              <a:gdLst>
                <a:gd name="connsiteX0" fmla="*/ 12002 w 207835"/>
                <a:gd name="connsiteY0" fmla="*/ 0 h 96367"/>
                <a:gd name="connsiteX1" fmla="*/ 0 w 207835"/>
                <a:gd name="connsiteY1" fmla="*/ 85189 h 96367"/>
                <a:gd name="connsiteX2" fmla="*/ 12002 w 207835"/>
                <a:gd name="connsiteY2" fmla="*/ 96367 h 96367"/>
                <a:gd name="connsiteX3" fmla="*/ 195834 w 207835"/>
                <a:gd name="connsiteY3" fmla="*/ 96367 h 96367"/>
                <a:gd name="connsiteX4" fmla="*/ 207836 w 207835"/>
                <a:gd name="connsiteY4" fmla="*/ 85189 h 96367"/>
                <a:gd name="connsiteX5" fmla="*/ 195834 w 207835"/>
                <a:gd name="connsiteY5" fmla="*/ 0 h 963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07835" h="96367">
                  <a:moveTo>
                    <a:pt x="12002" y="0"/>
                  </a:moveTo>
                  <a:lnTo>
                    <a:pt x="0" y="85189"/>
                  </a:lnTo>
                  <a:cubicBezTo>
                    <a:pt x="0" y="91356"/>
                    <a:pt x="5334" y="96367"/>
                    <a:pt x="12002" y="96367"/>
                  </a:cubicBezTo>
                  <a:lnTo>
                    <a:pt x="195834" y="96367"/>
                  </a:lnTo>
                  <a:cubicBezTo>
                    <a:pt x="202501" y="96367"/>
                    <a:pt x="207836" y="91356"/>
                    <a:pt x="207836" y="85189"/>
                  </a:cubicBezTo>
                  <a:lnTo>
                    <a:pt x="195834" y="0"/>
                  </a:lnTo>
                </a:path>
              </a:pathLst>
            </a:custGeom>
            <a:noFill/>
            <a:ln w="25400" cap="rnd">
              <a:solidFill>
                <a:schemeClr val="bg1"/>
              </a:solidFill>
              <a:prstDash val="solid"/>
              <a:round/>
            </a:ln>
          </p:spPr>
          <p:txBody>
            <a:bodyPr rtlCol="0" anchor="ctr"/>
            <a:lstStyle/>
            <a:p>
              <a:endParaRPr lang="en-CR"/>
            </a:p>
          </p:txBody>
        </p:sp>
        <p:sp>
          <p:nvSpPr>
            <p:cNvPr id="375" name="Freeform 374">
              <a:extLst>
                <a:ext uri="{FF2B5EF4-FFF2-40B4-BE49-F238E27FC236}">
                  <a16:creationId xmlns:a16="http://schemas.microsoft.com/office/drawing/2014/main" id="{C77C7FED-8764-D62B-B5D5-E2DC40085895}"/>
                </a:ext>
              </a:extLst>
            </p:cNvPr>
            <p:cNvSpPr/>
            <p:nvPr/>
          </p:nvSpPr>
          <p:spPr>
            <a:xfrm>
              <a:off x="10206945" y="4970018"/>
              <a:ext cx="544639" cy="19273"/>
            </a:xfrm>
            <a:custGeom>
              <a:avLst/>
              <a:gdLst>
                <a:gd name="connsiteX0" fmla="*/ 0 w 544639"/>
                <a:gd name="connsiteY0" fmla="*/ 0 h 19273"/>
                <a:gd name="connsiteX1" fmla="*/ 544640 w 544639"/>
                <a:gd name="connsiteY1" fmla="*/ 0 h 19273"/>
              </a:gdLst>
              <a:ahLst/>
              <a:cxnLst>
                <a:cxn ang="0">
                  <a:pos x="connsiteX0" y="connsiteY0"/>
                </a:cxn>
                <a:cxn ang="0">
                  <a:pos x="connsiteX1" y="connsiteY1"/>
                </a:cxn>
              </a:cxnLst>
              <a:rect l="l" t="t" r="r" b="b"/>
              <a:pathLst>
                <a:path w="544639" h="19273">
                  <a:moveTo>
                    <a:pt x="0" y="0"/>
                  </a:moveTo>
                  <a:lnTo>
                    <a:pt x="544640" y="0"/>
                  </a:lnTo>
                </a:path>
              </a:pathLst>
            </a:custGeom>
            <a:ln w="25400" cap="rnd">
              <a:solidFill>
                <a:schemeClr val="bg1"/>
              </a:solidFill>
              <a:prstDash val="solid"/>
              <a:round/>
            </a:ln>
          </p:spPr>
          <p:txBody>
            <a:bodyPr rtlCol="0" anchor="ctr"/>
            <a:lstStyle/>
            <a:p>
              <a:endParaRPr lang="en-CR"/>
            </a:p>
          </p:txBody>
        </p:sp>
        <p:grpSp>
          <p:nvGrpSpPr>
            <p:cNvPr id="376" name="Graphic 363">
              <a:extLst>
                <a:ext uri="{FF2B5EF4-FFF2-40B4-BE49-F238E27FC236}">
                  <a16:creationId xmlns:a16="http://schemas.microsoft.com/office/drawing/2014/main" id="{2EC7F652-BCD4-0863-39C9-58F60D2EB0F9}"/>
                </a:ext>
              </a:extLst>
            </p:cNvPr>
            <p:cNvGrpSpPr/>
            <p:nvPr/>
          </p:nvGrpSpPr>
          <p:grpSpPr>
            <a:xfrm>
              <a:off x="10371347" y="4703466"/>
              <a:ext cx="216217" cy="218753"/>
              <a:chOff x="10371347" y="4703466"/>
              <a:chExt cx="216217" cy="218753"/>
            </a:xfrm>
            <a:noFill/>
          </p:grpSpPr>
          <p:sp>
            <p:nvSpPr>
              <p:cNvPr id="378" name="Freeform 377">
                <a:extLst>
                  <a:ext uri="{FF2B5EF4-FFF2-40B4-BE49-F238E27FC236}">
                    <a16:creationId xmlns:a16="http://schemas.microsoft.com/office/drawing/2014/main" id="{349E2C23-D6AD-2693-C609-646A9DE9FD4B}"/>
                  </a:ext>
                </a:extLst>
              </p:cNvPr>
              <p:cNvSpPr/>
              <p:nvPr/>
            </p:nvSpPr>
            <p:spPr>
              <a:xfrm>
                <a:off x="10395921" y="4727944"/>
                <a:ext cx="167258" cy="169220"/>
              </a:xfrm>
              <a:custGeom>
                <a:avLst/>
                <a:gdLst>
                  <a:gd name="connsiteX0" fmla="*/ 167259 w 167258"/>
                  <a:gd name="connsiteY0" fmla="*/ 84610 h 169220"/>
                  <a:gd name="connsiteX1" fmla="*/ 83629 w 167258"/>
                  <a:gd name="connsiteY1" fmla="*/ 169221 h 169220"/>
                  <a:gd name="connsiteX2" fmla="*/ 0 w 167258"/>
                  <a:gd name="connsiteY2" fmla="*/ 84610 h 169220"/>
                  <a:gd name="connsiteX3" fmla="*/ 83629 w 167258"/>
                  <a:gd name="connsiteY3" fmla="*/ 0 h 169220"/>
                  <a:gd name="connsiteX4" fmla="*/ 167259 w 167258"/>
                  <a:gd name="connsiteY4" fmla="*/ 84610 h 1692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7258" h="169220">
                    <a:moveTo>
                      <a:pt x="167259" y="84610"/>
                    </a:moveTo>
                    <a:cubicBezTo>
                      <a:pt x="167259" y="131445"/>
                      <a:pt x="129731" y="169221"/>
                      <a:pt x="83629" y="169221"/>
                    </a:cubicBezTo>
                    <a:cubicBezTo>
                      <a:pt x="37528" y="169221"/>
                      <a:pt x="0" y="131252"/>
                      <a:pt x="0" y="84610"/>
                    </a:cubicBezTo>
                    <a:cubicBezTo>
                      <a:pt x="0" y="37969"/>
                      <a:pt x="37528" y="0"/>
                      <a:pt x="83629" y="0"/>
                    </a:cubicBezTo>
                    <a:cubicBezTo>
                      <a:pt x="129731" y="0"/>
                      <a:pt x="167259" y="37969"/>
                      <a:pt x="167259" y="84610"/>
                    </a:cubicBezTo>
                    <a:close/>
                  </a:path>
                </a:pathLst>
              </a:custGeom>
              <a:noFill/>
              <a:ln w="25400" cap="rnd">
                <a:solidFill>
                  <a:schemeClr val="bg1"/>
                </a:solidFill>
                <a:prstDash val="solid"/>
                <a:round/>
              </a:ln>
            </p:spPr>
            <p:txBody>
              <a:bodyPr rtlCol="0" anchor="ctr"/>
              <a:lstStyle/>
              <a:p>
                <a:endParaRPr lang="en-CR"/>
              </a:p>
            </p:txBody>
          </p:sp>
          <p:sp>
            <p:nvSpPr>
              <p:cNvPr id="379" name="Freeform 378">
                <a:extLst>
                  <a:ext uri="{FF2B5EF4-FFF2-40B4-BE49-F238E27FC236}">
                    <a16:creationId xmlns:a16="http://schemas.microsoft.com/office/drawing/2014/main" id="{E9C5A8A5-F2E2-D8E0-F936-EBDE2081D0B2}"/>
                  </a:ext>
                </a:extLst>
              </p:cNvPr>
              <p:cNvSpPr/>
              <p:nvPr/>
            </p:nvSpPr>
            <p:spPr>
              <a:xfrm>
                <a:off x="10479360" y="4703466"/>
                <a:ext cx="19050" cy="24284"/>
              </a:xfrm>
              <a:custGeom>
                <a:avLst/>
                <a:gdLst>
                  <a:gd name="connsiteX0" fmla="*/ 0 w 19050"/>
                  <a:gd name="connsiteY0" fmla="*/ 24285 h 24284"/>
                  <a:gd name="connsiteX1" fmla="*/ 0 w 19050"/>
                  <a:gd name="connsiteY1" fmla="*/ 0 h 24284"/>
                </a:gdLst>
                <a:ahLst/>
                <a:cxnLst>
                  <a:cxn ang="0">
                    <a:pos x="connsiteX0" y="connsiteY0"/>
                  </a:cxn>
                  <a:cxn ang="0">
                    <a:pos x="connsiteX1" y="connsiteY1"/>
                  </a:cxn>
                </a:cxnLst>
                <a:rect l="l" t="t" r="r" b="b"/>
                <a:pathLst>
                  <a:path w="19050" h="24284">
                    <a:moveTo>
                      <a:pt x="0" y="24285"/>
                    </a:moveTo>
                    <a:lnTo>
                      <a:pt x="0" y="0"/>
                    </a:lnTo>
                  </a:path>
                </a:pathLst>
              </a:custGeom>
              <a:ln w="25400" cap="rnd">
                <a:solidFill>
                  <a:schemeClr val="bg1"/>
                </a:solidFill>
                <a:prstDash val="solid"/>
                <a:round/>
              </a:ln>
            </p:spPr>
            <p:txBody>
              <a:bodyPr rtlCol="0" anchor="ctr"/>
              <a:lstStyle/>
              <a:p>
                <a:endParaRPr lang="en-CR"/>
              </a:p>
            </p:txBody>
          </p:sp>
          <p:sp>
            <p:nvSpPr>
              <p:cNvPr id="380" name="Freeform 379">
                <a:extLst>
                  <a:ext uri="{FF2B5EF4-FFF2-40B4-BE49-F238E27FC236}">
                    <a16:creationId xmlns:a16="http://schemas.microsoft.com/office/drawing/2014/main" id="{F6BD7B10-400D-3961-175F-C522D7F06F39}"/>
                  </a:ext>
                </a:extLst>
              </p:cNvPr>
              <p:cNvSpPr/>
              <p:nvPr/>
            </p:nvSpPr>
            <p:spPr>
              <a:xfrm>
                <a:off x="10479360" y="4897743"/>
                <a:ext cx="19050" cy="24477"/>
              </a:xfrm>
              <a:custGeom>
                <a:avLst/>
                <a:gdLst>
                  <a:gd name="connsiteX0" fmla="*/ 0 w 19050"/>
                  <a:gd name="connsiteY0" fmla="*/ 24477 h 24477"/>
                  <a:gd name="connsiteX1" fmla="*/ 0 w 19050"/>
                  <a:gd name="connsiteY1" fmla="*/ 0 h 24477"/>
                </a:gdLst>
                <a:ahLst/>
                <a:cxnLst>
                  <a:cxn ang="0">
                    <a:pos x="connsiteX0" y="connsiteY0"/>
                  </a:cxn>
                  <a:cxn ang="0">
                    <a:pos x="connsiteX1" y="connsiteY1"/>
                  </a:cxn>
                </a:cxnLst>
                <a:rect l="l" t="t" r="r" b="b"/>
                <a:pathLst>
                  <a:path w="19050" h="24477">
                    <a:moveTo>
                      <a:pt x="0" y="24477"/>
                    </a:moveTo>
                    <a:lnTo>
                      <a:pt x="0" y="0"/>
                    </a:lnTo>
                  </a:path>
                </a:pathLst>
              </a:custGeom>
              <a:ln w="25400" cap="rnd">
                <a:solidFill>
                  <a:schemeClr val="bg1"/>
                </a:solidFill>
                <a:prstDash val="solid"/>
                <a:round/>
              </a:ln>
            </p:spPr>
            <p:txBody>
              <a:bodyPr rtlCol="0" anchor="ctr"/>
              <a:lstStyle/>
              <a:p>
                <a:endParaRPr lang="en-CR"/>
              </a:p>
            </p:txBody>
          </p:sp>
          <p:sp>
            <p:nvSpPr>
              <p:cNvPr id="381" name="Freeform 380">
                <a:extLst>
                  <a:ext uri="{FF2B5EF4-FFF2-40B4-BE49-F238E27FC236}">
                    <a16:creationId xmlns:a16="http://schemas.microsoft.com/office/drawing/2014/main" id="{59FB33A4-F1AA-6CC0-CEA0-A6FD4F02D8AD}"/>
                  </a:ext>
                </a:extLst>
              </p:cNvPr>
              <p:cNvSpPr/>
              <p:nvPr/>
            </p:nvSpPr>
            <p:spPr>
              <a:xfrm>
                <a:off x="10563371" y="4812747"/>
                <a:ext cx="24193" cy="19273"/>
              </a:xfrm>
              <a:custGeom>
                <a:avLst/>
                <a:gdLst>
                  <a:gd name="connsiteX0" fmla="*/ 0 w 24193"/>
                  <a:gd name="connsiteY0" fmla="*/ 0 h 19273"/>
                  <a:gd name="connsiteX1" fmla="*/ 24194 w 24193"/>
                  <a:gd name="connsiteY1" fmla="*/ 0 h 19273"/>
                </a:gdLst>
                <a:ahLst/>
                <a:cxnLst>
                  <a:cxn ang="0">
                    <a:pos x="connsiteX0" y="connsiteY0"/>
                  </a:cxn>
                  <a:cxn ang="0">
                    <a:pos x="connsiteX1" y="connsiteY1"/>
                  </a:cxn>
                </a:cxnLst>
                <a:rect l="l" t="t" r="r" b="b"/>
                <a:pathLst>
                  <a:path w="24193" h="19273">
                    <a:moveTo>
                      <a:pt x="0" y="0"/>
                    </a:moveTo>
                    <a:lnTo>
                      <a:pt x="24194" y="0"/>
                    </a:lnTo>
                  </a:path>
                </a:pathLst>
              </a:custGeom>
              <a:ln w="25400" cap="rnd">
                <a:solidFill>
                  <a:schemeClr val="bg1"/>
                </a:solidFill>
                <a:prstDash val="solid"/>
                <a:round/>
              </a:ln>
            </p:spPr>
            <p:txBody>
              <a:bodyPr rtlCol="0" anchor="ctr"/>
              <a:lstStyle/>
              <a:p>
                <a:endParaRPr lang="en-CR"/>
              </a:p>
            </p:txBody>
          </p:sp>
          <p:sp>
            <p:nvSpPr>
              <p:cNvPr id="382" name="Freeform 381">
                <a:extLst>
                  <a:ext uri="{FF2B5EF4-FFF2-40B4-BE49-F238E27FC236}">
                    <a16:creationId xmlns:a16="http://schemas.microsoft.com/office/drawing/2014/main" id="{E19D67BF-AF30-1611-1073-B837BABC2F2D}"/>
                  </a:ext>
                </a:extLst>
              </p:cNvPr>
              <p:cNvSpPr/>
              <p:nvPr/>
            </p:nvSpPr>
            <p:spPr>
              <a:xfrm>
                <a:off x="10371347" y="4812747"/>
                <a:ext cx="24002" cy="19273"/>
              </a:xfrm>
              <a:custGeom>
                <a:avLst/>
                <a:gdLst>
                  <a:gd name="connsiteX0" fmla="*/ 0 w 24002"/>
                  <a:gd name="connsiteY0" fmla="*/ 0 h 19273"/>
                  <a:gd name="connsiteX1" fmla="*/ 24003 w 24002"/>
                  <a:gd name="connsiteY1" fmla="*/ 0 h 19273"/>
                </a:gdLst>
                <a:ahLst/>
                <a:cxnLst>
                  <a:cxn ang="0">
                    <a:pos x="connsiteX0" y="connsiteY0"/>
                  </a:cxn>
                  <a:cxn ang="0">
                    <a:pos x="connsiteX1" y="connsiteY1"/>
                  </a:cxn>
                </a:cxnLst>
                <a:rect l="l" t="t" r="r" b="b"/>
                <a:pathLst>
                  <a:path w="24002" h="19273">
                    <a:moveTo>
                      <a:pt x="0" y="0"/>
                    </a:moveTo>
                    <a:lnTo>
                      <a:pt x="24003" y="0"/>
                    </a:lnTo>
                  </a:path>
                </a:pathLst>
              </a:custGeom>
              <a:ln w="25400" cap="rnd">
                <a:solidFill>
                  <a:schemeClr val="bg1"/>
                </a:solidFill>
                <a:prstDash val="solid"/>
                <a:round/>
              </a:ln>
            </p:spPr>
            <p:txBody>
              <a:bodyPr rtlCol="0" anchor="ctr"/>
              <a:lstStyle/>
              <a:p>
                <a:endParaRPr lang="en-CR"/>
              </a:p>
            </p:txBody>
          </p:sp>
          <p:sp>
            <p:nvSpPr>
              <p:cNvPr id="383" name="Freeform 382">
                <a:extLst>
                  <a:ext uri="{FF2B5EF4-FFF2-40B4-BE49-F238E27FC236}">
                    <a16:creationId xmlns:a16="http://schemas.microsoft.com/office/drawing/2014/main" id="{9275C8D0-115F-95CF-9FD7-5AD76839DAE6}"/>
                  </a:ext>
                </a:extLst>
              </p:cNvPr>
              <p:cNvSpPr/>
              <p:nvPr/>
            </p:nvSpPr>
            <p:spPr>
              <a:xfrm>
                <a:off x="10521461" y="4718114"/>
                <a:ext cx="12001" cy="21008"/>
              </a:xfrm>
              <a:custGeom>
                <a:avLst/>
                <a:gdLst>
                  <a:gd name="connsiteX0" fmla="*/ 0 w 12001"/>
                  <a:gd name="connsiteY0" fmla="*/ 21008 h 21008"/>
                  <a:gd name="connsiteX1" fmla="*/ 12002 w 12001"/>
                  <a:gd name="connsiteY1" fmla="*/ 0 h 21008"/>
                </a:gdLst>
                <a:ahLst/>
                <a:cxnLst>
                  <a:cxn ang="0">
                    <a:pos x="connsiteX0" y="connsiteY0"/>
                  </a:cxn>
                  <a:cxn ang="0">
                    <a:pos x="connsiteX1" y="connsiteY1"/>
                  </a:cxn>
                </a:cxnLst>
                <a:rect l="l" t="t" r="r" b="b"/>
                <a:pathLst>
                  <a:path w="12001" h="21008">
                    <a:moveTo>
                      <a:pt x="0" y="21008"/>
                    </a:moveTo>
                    <a:lnTo>
                      <a:pt x="12002" y="0"/>
                    </a:lnTo>
                  </a:path>
                </a:pathLst>
              </a:custGeom>
              <a:ln w="25400" cap="rnd">
                <a:solidFill>
                  <a:schemeClr val="bg1"/>
                </a:solidFill>
                <a:prstDash val="solid"/>
                <a:round/>
              </a:ln>
            </p:spPr>
            <p:txBody>
              <a:bodyPr rtlCol="0" anchor="ctr"/>
              <a:lstStyle/>
              <a:p>
                <a:endParaRPr lang="en-CR"/>
              </a:p>
            </p:txBody>
          </p:sp>
          <p:sp>
            <p:nvSpPr>
              <p:cNvPr id="384" name="Freeform 383">
                <a:extLst>
                  <a:ext uri="{FF2B5EF4-FFF2-40B4-BE49-F238E27FC236}">
                    <a16:creationId xmlns:a16="http://schemas.microsoft.com/office/drawing/2014/main" id="{7D2C55E6-EB38-257F-E9B6-B0772A934BE3}"/>
                  </a:ext>
                </a:extLst>
              </p:cNvPr>
              <p:cNvSpPr/>
              <p:nvPr/>
            </p:nvSpPr>
            <p:spPr>
              <a:xfrm>
                <a:off x="10425449" y="4886371"/>
                <a:ext cx="12001" cy="21200"/>
              </a:xfrm>
              <a:custGeom>
                <a:avLst/>
                <a:gdLst>
                  <a:gd name="connsiteX0" fmla="*/ 0 w 12001"/>
                  <a:gd name="connsiteY0" fmla="*/ 21201 h 21200"/>
                  <a:gd name="connsiteX1" fmla="*/ 12001 w 12001"/>
                  <a:gd name="connsiteY1" fmla="*/ 0 h 21200"/>
                </a:gdLst>
                <a:ahLst/>
                <a:cxnLst>
                  <a:cxn ang="0">
                    <a:pos x="connsiteX0" y="connsiteY0"/>
                  </a:cxn>
                  <a:cxn ang="0">
                    <a:pos x="connsiteX1" y="connsiteY1"/>
                  </a:cxn>
                </a:cxnLst>
                <a:rect l="l" t="t" r="r" b="b"/>
                <a:pathLst>
                  <a:path w="12001" h="21200">
                    <a:moveTo>
                      <a:pt x="0" y="21201"/>
                    </a:moveTo>
                    <a:lnTo>
                      <a:pt x="12001" y="0"/>
                    </a:lnTo>
                  </a:path>
                </a:pathLst>
              </a:custGeom>
              <a:ln w="25400" cap="rnd">
                <a:solidFill>
                  <a:schemeClr val="bg1"/>
                </a:solidFill>
                <a:prstDash val="solid"/>
                <a:round/>
              </a:ln>
            </p:spPr>
            <p:txBody>
              <a:bodyPr rtlCol="0" anchor="ctr"/>
              <a:lstStyle/>
              <a:p>
                <a:endParaRPr lang="en-CR"/>
              </a:p>
            </p:txBody>
          </p:sp>
          <p:sp>
            <p:nvSpPr>
              <p:cNvPr id="385" name="Freeform 384">
                <a:extLst>
                  <a:ext uri="{FF2B5EF4-FFF2-40B4-BE49-F238E27FC236}">
                    <a16:creationId xmlns:a16="http://schemas.microsoft.com/office/drawing/2014/main" id="{208E5262-9AF8-F118-665D-CAAB17054AE3}"/>
                  </a:ext>
                </a:extLst>
              </p:cNvPr>
              <p:cNvSpPr/>
              <p:nvPr/>
            </p:nvSpPr>
            <p:spPr>
              <a:xfrm>
                <a:off x="10425449" y="4718114"/>
                <a:ext cx="12001" cy="21008"/>
              </a:xfrm>
              <a:custGeom>
                <a:avLst/>
                <a:gdLst>
                  <a:gd name="connsiteX0" fmla="*/ 12001 w 12001"/>
                  <a:gd name="connsiteY0" fmla="*/ 21008 h 21008"/>
                  <a:gd name="connsiteX1" fmla="*/ 0 w 12001"/>
                  <a:gd name="connsiteY1" fmla="*/ 0 h 21008"/>
                </a:gdLst>
                <a:ahLst/>
                <a:cxnLst>
                  <a:cxn ang="0">
                    <a:pos x="connsiteX0" y="connsiteY0"/>
                  </a:cxn>
                  <a:cxn ang="0">
                    <a:pos x="connsiteX1" y="connsiteY1"/>
                  </a:cxn>
                </a:cxnLst>
                <a:rect l="l" t="t" r="r" b="b"/>
                <a:pathLst>
                  <a:path w="12001" h="21008">
                    <a:moveTo>
                      <a:pt x="12001" y="21008"/>
                    </a:moveTo>
                    <a:lnTo>
                      <a:pt x="0" y="0"/>
                    </a:lnTo>
                  </a:path>
                </a:pathLst>
              </a:custGeom>
              <a:ln w="25400" cap="rnd">
                <a:solidFill>
                  <a:schemeClr val="bg1"/>
                </a:solidFill>
                <a:prstDash val="solid"/>
                <a:round/>
              </a:ln>
            </p:spPr>
            <p:txBody>
              <a:bodyPr rtlCol="0" anchor="ctr"/>
              <a:lstStyle/>
              <a:p>
                <a:endParaRPr lang="en-CR"/>
              </a:p>
            </p:txBody>
          </p:sp>
          <p:sp>
            <p:nvSpPr>
              <p:cNvPr id="386" name="Freeform 385">
                <a:extLst>
                  <a:ext uri="{FF2B5EF4-FFF2-40B4-BE49-F238E27FC236}">
                    <a16:creationId xmlns:a16="http://schemas.microsoft.com/office/drawing/2014/main" id="{246ADDC9-4799-99A5-77FF-2512D5DF96FE}"/>
                  </a:ext>
                </a:extLst>
              </p:cNvPr>
              <p:cNvSpPr/>
              <p:nvPr/>
            </p:nvSpPr>
            <p:spPr>
              <a:xfrm>
                <a:off x="10521461" y="4886371"/>
                <a:ext cx="12001" cy="21200"/>
              </a:xfrm>
              <a:custGeom>
                <a:avLst/>
                <a:gdLst>
                  <a:gd name="connsiteX0" fmla="*/ 12002 w 12001"/>
                  <a:gd name="connsiteY0" fmla="*/ 21201 h 21200"/>
                  <a:gd name="connsiteX1" fmla="*/ 0 w 12001"/>
                  <a:gd name="connsiteY1" fmla="*/ 0 h 21200"/>
                </a:gdLst>
                <a:ahLst/>
                <a:cxnLst>
                  <a:cxn ang="0">
                    <a:pos x="connsiteX0" y="connsiteY0"/>
                  </a:cxn>
                  <a:cxn ang="0">
                    <a:pos x="connsiteX1" y="connsiteY1"/>
                  </a:cxn>
                </a:cxnLst>
                <a:rect l="l" t="t" r="r" b="b"/>
                <a:pathLst>
                  <a:path w="12001" h="21200">
                    <a:moveTo>
                      <a:pt x="12002" y="21201"/>
                    </a:moveTo>
                    <a:lnTo>
                      <a:pt x="0" y="0"/>
                    </a:lnTo>
                  </a:path>
                </a:pathLst>
              </a:custGeom>
              <a:ln w="25400" cap="rnd">
                <a:solidFill>
                  <a:schemeClr val="bg1"/>
                </a:solidFill>
                <a:prstDash val="solid"/>
                <a:round/>
              </a:ln>
            </p:spPr>
            <p:txBody>
              <a:bodyPr rtlCol="0" anchor="ctr"/>
              <a:lstStyle/>
              <a:p>
                <a:endParaRPr lang="en-CR"/>
              </a:p>
            </p:txBody>
          </p:sp>
          <p:sp>
            <p:nvSpPr>
              <p:cNvPr id="387" name="Freeform 386">
                <a:extLst>
                  <a:ext uri="{FF2B5EF4-FFF2-40B4-BE49-F238E27FC236}">
                    <a16:creationId xmlns:a16="http://schemas.microsoft.com/office/drawing/2014/main" id="{777773F2-9A6F-8B4F-CE33-0C5EF892E2DE}"/>
                  </a:ext>
                </a:extLst>
              </p:cNvPr>
              <p:cNvSpPr/>
              <p:nvPr/>
            </p:nvSpPr>
            <p:spPr>
              <a:xfrm>
                <a:off x="10552131" y="4855341"/>
                <a:ext cx="20954" cy="12142"/>
              </a:xfrm>
              <a:custGeom>
                <a:avLst/>
                <a:gdLst>
                  <a:gd name="connsiteX0" fmla="*/ 0 w 20954"/>
                  <a:gd name="connsiteY0" fmla="*/ 0 h 12142"/>
                  <a:gd name="connsiteX1" fmla="*/ 20955 w 20954"/>
                  <a:gd name="connsiteY1" fmla="*/ 12142 h 12142"/>
                </a:gdLst>
                <a:ahLst/>
                <a:cxnLst>
                  <a:cxn ang="0">
                    <a:pos x="connsiteX0" y="connsiteY0"/>
                  </a:cxn>
                  <a:cxn ang="0">
                    <a:pos x="connsiteX1" y="connsiteY1"/>
                  </a:cxn>
                </a:cxnLst>
                <a:rect l="l" t="t" r="r" b="b"/>
                <a:pathLst>
                  <a:path w="20954" h="12142">
                    <a:moveTo>
                      <a:pt x="0" y="0"/>
                    </a:moveTo>
                    <a:lnTo>
                      <a:pt x="20955" y="12142"/>
                    </a:lnTo>
                  </a:path>
                </a:pathLst>
              </a:custGeom>
              <a:ln w="25400" cap="rnd">
                <a:solidFill>
                  <a:schemeClr val="bg1"/>
                </a:solidFill>
                <a:prstDash val="solid"/>
                <a:round/>
              </a:ln>
            </p:spPr>
            <p:txBody>
              <a:bodyPr rtlCol="0" anchor="ctr"/>
              <a:lstStyle/>
              <a:p>
                <a:endParaRPr lang="en-CR"/>
              </a:p>
            </p:txBody>
          </p:sp>
          <p:sp>
            <p:nvSpPr>
              <p:cNvPr id="388" name="Freeform 387">
                <a:extLst>
                  <a:ext uri="{FF2B5EF4-FFF2-40B4-BE49-F238E27FC236}">
                    <a16:creationId xmlns:a16="http://schemas.microsoft.com/office/drawing/2014/main" id="{1D47C875-8331-07A7-6BE3-31ECCF972D06}"/>
                  </a:ext>
                </a:extLst>
              </p:cNvPr>
              <p:cNvSpPr/>
              <p:nvPr/>
            </p:nvSpPr>
            <p:spPr>
              <a:xfrm>
                <a:off x="10385825" y="4758203"/>
                <a:ext cx="20955" cy="12142"/>
              </a:xfrm>
              <a:custGeom>
                <a:avLst/>
                <a:gdLst>
                  <a:gd name="connsiteX0" fmla="*/ 0 w 20955"/>
                  <a:gd name="connsiteY0" fmla="*/ 0 h 12142"/>
                  <a:gd name="connsiteX1" fmla="*/ 20955 w 20955"/>
                  <a:gd name="connsiteY1" fmla="*/ 12142 h 12142"/>
                </a:gdLst>
                <a:ahLst/>
                <a:cxnLst>
                  <a:cxn ang="0">
                    <a:pos x="connsiteX0" y="connsiteY0"/>
                  </a:cxn>
                  <a:cxn ang="0">
                    <a:pos x="connsiteX1" y="connsiteY1"/>
                  </a:cxn>
                </a:cxnLst>
                <a:rect l="l" t="t" r="r" b="b"/>
                <a:pathLst>
                  <a:path w="20955" h="12142">
                    <a:moveTo>
                      <a:pt x="0" y="0"/>
                    </a:moveTo>
                    <a:lnTo>
                      <a:pt x="20955" y="12142"/>
                    </a:lnTo>
                  </a:path>
                </a:pathLst>
              </a:custGeom>
              <a:ln w="25400" cap="rnd">
                <a:solidFill>
                  <a:schemeClr val="bg1"/>
                </a:solidFill>
                <a:prstDash val="solid"/>
                <a:round/>
              </a:ln>
            </p:spPr>
            <p:txBody>
              <a:bodyPr rtlCol="0" anchor="ctr"/>
              <a:lstStyle/>
              <a:p>
                <a:endParaRPr lang="en-CR"/>
              </a:p>
            </p:txBody>
          </p:sp>
          <p:sp>
            <p:nvSpPr>
              <p:cNvPr id="389" name="Freeform 388">
                <a:extLst>
                  <a:ext uri="{FF2B5EF4-FFF2-40B4-BE49-F238E27FC236}">
                    <a16:creationId xmlns:a16="http://schemas.microsoft.com/office/drawing/2014/main" id="{6D4F5A9B-6CF6-808E-BC3F-191B48805EDA}"/>
                  </a:ext>
                </a:extLst>
              </p:cNvPr>
              <p:cNvSpPr/>
              <p:nvPr/>
            </p:nvSpPr>
            <p:spPr>
              <a:xfrm>
                <a:off x="10552131" y="4758203"/>
                <a:ext cx="20954" cy="12142"/>
              </a:xfrm>
              <a:custGeom>
                <a:avLst/>
                <a:gdLst>
                  <a:gd name="connsiteX0" fmla="*/ 0 w 20954"/>
                  <a:gd name="connsiteY0" fmla="*/ 12142 h 12142"/>
                  <a:gd name="connsiteX1" fmla="*/ 20955 w 20954"/>
                  <a:gd name="connsiteY1" fmla="*/ 0 h 12142"/>
                </a:gdLst>
                <a:ahLst/>
                <a:cxnLst>
                  <a:cxn ang="0">
                    <a:pos x="connsiteX0" y="connsiteY0"/>
                  </a:cxn>
                  <a:cxn ang="0">
                    <a:pos x="connsiteX1" y="connsiteY1"/>
                  </a:cxn>
                </a:cxnLst>
                <a:rect l="l" t="t" r="r" b="b"/>
                <a:pathLst>
                  <a:path w="20954" h="12142">
                    <a:moveTo>
                      <a:pt x="0" y="12142"/>
                    </a:moveTo>
                    <a:lnTo>
                      <a:pt x="20955" y="0"/>
                    </a:lnTo>
                  </a:path>
                </a:pathLst>
              </a:custGeom>
              <a:ln w="25400" cap="rnd">
                <a:solidFill>
                  <a:schemeClr val="bg1"/>
                </a:solidFill>
                <a:prstDash val="solid"/>
                <a:round/>
              </a:ln>
            </p:spPr>
            <p:txBody>
              <a:bodyPr rtlCol="0" anchor="ctr"/>
              <a:lstStyle/>
              <a:p>
                <a:endParaRPr lang="en-CR"/>
              </a:p>
            </p:txBody>
          </p:sp>
          <p:sp>
            <p:nvSpPr>
              <p:cNvPr id="390" name="Freeform 389">
                <a:extLst>
                  <a:ext uri="{FF2B5EF4-FFF2-40B4-BE49-F238E27FC236}">
                    <a16:creationId xmlns:a16="http://schemas.microsoft.com/office/drawing/2014/main" id="{7DC723B0-912A-B3F8-6B20-1B8BBD94C84D}"/>
                  </a:ext>
                </a:extLst>
              </p:cNvPr>
              <p:cNvSpPr/>
              <p:nvPr/>
            </p:nvSpPr>
            <p:spPr>
              <a:xfrm>
                <a:off x="10385825" y="4855341"/>
                <a:ext cx="20955" cy="12142"/>
              </a:xfrm>
              <a:custGeom>
                <a:avLst/>
                <a:gdLst>
                  <a:gd name="connsiteX0" fmla="*/ 0 w 20955"/>
                  <a:gd name="connsiteY0" fmla="*/ 12142 h 12142"/>
                  <a:gd name="connsiteX1" fmla="*/ 20955 w 20955"/>
                  <a:gd name="connsiteY1" fmla="*/ 0 h 12142"/>
                </a:gdLst>
                <a:ahLst/>
                <a:cxnLst>
                  <a:cxn ang="0">
                    <a:pos x="connsiteX0" y="connsiteY0"/>
                  </a:cxn>
                  <a:cxn ang="0">
                    <a:pos x="connsiteX1" y="connsiteY1"/>
                  </a:cxn>
                </a:cxnLst>
                <a:rect l="l" t="t" r="r" b="b"/>
                <a:pathLst>
                  <a:path w="20955" h="12142">
                    <a:moveTo>
                      <a:pt x="0" y="12142"/>
                    </a:moveTo>
                    <a:lnTo>
                      <a:pt x="20955" y="0"/>
                    </a:lnTo>
                  </a:path>
                </a:pathLst>
              </a:custGeom>
              <a:ln w="25400" cap="rnd">
                <a:solidFill>
                  <a:schemeClr val="bg1"/>
                </a:solidFill>
                <a:prstDash val="solid"/>
                <a:round/>
              </a:ln>
            </p:spPr>
            <p:txBody>
              <a:bodyPr rtlCol="0" anchor="ctr"/>
              <a:lstStyle/>
              <a:p>
                <a:endParaRPr lang="en-CR"/>
              </a:p>
            </p:txBody>
          </p:sp>
        </p:grpSp>
        <p:sp>
          <p:nvSpPr>
            <p:cNvPr id="377" name="Freeform 376">
              <a:extLst>
                <a:ext uri="{FF2B5EF4-FFF2-40B4-BE49-F238E27FC236}">
                  <a16:creationId xmlns:a16="http://schemas.microsoft.com/office/drawing/2014/main" id="{EE653276-025D-DCE3-FAF2-9561C2E09620}"/>
                </a:ext>
              </a:extLst>
            </p:cNvPr>
            <p:cNvSpPr/>
            <p:nvPr/>
          </p:nvSpPr>
          <p:spPr>
            <a:xfrm>
              <a:off x="10204278" y="4641599"/>
              <a:ext cx="549973" cy="405513"/>
            </a:xfrm>
            <a:custGeom>
              <a:avLst/>
              <a:gdLst>
                <a:gd name="connsiteX0" fmla="*/ 530924 w 549973"/>
                <a:gd name="connsiteY0" fmla="*/ 0 h 405513"/>
                <a:gd name="connsiteX1" fmla="*/ 549974 w 549973"/>
                <a:gd name="connsiteY1" fmla="*/ 19273 h 405513"/>
                <a:gd name="connsiteX2" fmla="*/ 549974 w 549973"/>
                <a:gd name="connsiteY2" fmla="*/ 386240 h 405513"/>
                <a:gd name="connsiteX3" fmla="*/ 530924 w 549973"/>
                <a:gd name="connsiteY3" fmla="*/ 405513 h 405513"/>
                <a:gd name="connsiteX4" fmla="*/ 19050 w 549973"/>
                <a:gd name="connsiteY4" fmla="*/ 405513 h 405513"/>
                <a:gd name="connsiteX5" fmla="*/ 0 w 549973"/>
                <a:gd name="connsiteY5" fmla="*/ 386240 h 405513"/>
                <a:gd name="connsiteX6" fmla="*/ 0 w 549973"/>
                <a:gd name="connsiteY6" fmla="*/ 19273 h 405513"/>
                <a:gd name="connsiteX7" fmla="*/ 19050 w 549973"/>
                <a:gd name="connsiteY7" fmla="*/ 0 h 4055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49973" h="405513">
                  <a:moveTo>
                    <a:pt x="530924" y="0"/>
                  </a:moveTo>
                  <a:cubicBezTo>
                    <a:pt x="541445" y="0"/>
                    <a:pt x="549974" y="8629"/>
                    <a:pt x="549974" y="19273"/>
                  </a:cubicBezTo>
                  <a:lnTo>
                    <a:pt x="549974" y="386240"/>
                  </a:lnTo>
                  <a:cubicBezTo>
                    <a:pt x="549974" y="396884"/>
                    <a:pt x="541445" y="405513"/>
                    <a:pt x="530924" y="405513"/>
                  </a:cubicBezTo>
                  <a:lnTo>
                    <a:pt x="19050" y="405513"/>
                  </a:lnTo>
                  <a:cubicBezTo>
                    <a:pt x="8529" y="405513"/>
                    <a:pt x="0" y="396884"/>
                    <a:pt x="0" y="386240"/>
                  </a:cubicBezTo>
                  <a:lnTo>
                    <a:pt x="0" y="19273"/>
                  </a:lnTo>
                  <a:cubicBezTo>
                    <a:pt x="0" y="8629"/>
                    <a:pt x="8529" y="0"/>
                    <a:pt x="19050" y="0"/>
                  </a:cubicBezTo>
                  <a:close/>
                </a:path>
              </a:pathLst>
            </a:custGeom>
            <a:noFill/>
            <a:ln w="25400" cap="rnd">
              <a:solidFill>
                <a:schemeClr val="bg1"/>
              </a:solidFill>
              <a:prstDash val="solid"/>
              <a:round/>
            </a:ln>
          </p:spPr>
          <p:txBody>
            <a:bodyPr rtlCol="0" anchor="ctr"/>
            <a:lstStyle/>
            <a:p>
              <a:endParaRPr lang="en-CR"/>
            </a:p>
          </p:txBody>
        </p:sp>
      </p:grpSp>
      <p:grpSp>
        <p:nvGrpSpPr>
          <p:cNvPr id="391" name="Graphic 365">
            <a:extLst>
              <a:ext uri="{FF2B5EF4-FFF2-40B4-BE49-F238E27FC236}">
                <a16:creationId xmlns:a16="http://schemas.microsoft.com/office/drawing/2014/main" id="{28790DD7-542F-9D41-107C-E72424667308}"/>
              </a:ext>
            </a:extLst>
          </p:cNvPr>
          <p:cNvGrpSpPr/>
          <p:nvPr/>
        </p:nvGrpSpPr>
        <p:grpSpPr>
          <a:xfrm>
            <a:off x="4684208" y="5018208"/>
            <a:ext cx="519684" cy="594062"/>
            <a:chOff x="4556702" y="5533639"/>
            <a:chExt cx="519684" cy="594062"/>
          </a:xfrm>
          <a:noFill/>
        </p:grpSpPr>
        <p:grpSp>
          <p:nvGrpSpPr>
            <p:cNvPr id="392" name="Graphic 365">
              <a:extLst>
                <a:ext uri="{FF2B5EF4-FFF2-40B4-BE49-F238E27FC236}">
                  <a16:creationId xmlns:a16="http://schemas.microsoft.com/office/drawing/2014/main" id="{E4C029AC-2DB0-81EA-ACA1-E86F70360C55}"/>
                </a:ext>
              </a:extLst>
            </p:cNvPr>
            <p:cNvGrpSpPr/>
            <p:nvPr/>
          </p:nvGrpSpPr>
          <p:grpSpPr>
            <a:xfrm>
              <a:off x="4556702" y="5533639"/>
              <a:ext cx="519684" cy="453439"/>
              <a:chOff x="4556702" y="5533639"/>
              <a:chExt cx="519684" cy="453439"/>
            </a:xfrm>
            <a:noFill/>
          </p:grpSpPr>
          <p:sp>
            <p:nvSpPr>
              <p:cNvPr id="401" name="Freeform 400">
                <a:extLst>
                  <a:ext uri="{FF2B5EF4-FFF2-40B4-BE49-F238E27FC236}">
                    <a16:creationId xmlns:a16="http://schemas.microsoft.com/office/drawing/2014/main" id="{688FE6B6-D7F9-F59A-35B4-43378247A38F}"/>
                  </a:ext>
                </a:extLst>
              </p:cNvPr>
              <p:cNvSpPr/>
              <p:nvPr/>
            </p:nvSpPr>
            <p:spPr>
              <a:xfrm>
                <a:off x="4556702" y="5533639"/>
                <a:ext cx="519684" cy="353185"/>
              </a:xfrm>
              <a:custGeom>
                <a:avLst/>
                <a:gdLst>
                  <a:gd name="connsiteX0" fmla="*/ 16764 w 519684"/>
                  <a:gd name="connsiteY0" fmla="*/ 353185 h 353185"/>
                  <a:gd name="connsiteX1" fmla="*/ 0 w 519684"/>
                  <a:gd name="connsiteY1" fmla="*/ 260967 h 353185"/>
                  <a:gd name="connsiteX2" fmla="*/ 259842 w 519684"/>
                  <a:gd name="connsiteY2" fmla="*/ 0 h 353185"/>
                  <a:gd name="connsiteX3" fmla="*/ 519684 w 519684"/>
                  <a:gd name="connsiteY3" fmla="*/ 260967 h 353185"/>
                  <a:gd name="connsiteX4" fmla="*/ 505016 w 519684"/>
                  <a:gd name="connsiteY4" fmla="*/ 347637 h 35318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19684" h="353185">
                    <a:moveTo>
                      <a:pt x="16764" y="353185"/>
                    </a:moveTo>
                    <a:cubicBezTo>
                      <a:pt x="5905" y="324486"/>
                      <a:pt x="0" y="293492"/>
                      <a:pt x="0" y="260967"/>
                    </a:cubicBezTo>
                    <a:cubicBezTo>
                      <a:pt x="0" y="116899"/>
                      <a:pt x="116396" y="0"/>
                      <a:pt x="259842" y="0"/>
                    </a:cubicBezTo>
                    <a:cubicBezTo>
                      <a:pt x="403289" y="0"/>
                      <a:pt x="519684" y="116899"/>
                      <a:pt x="519684" y="260967"/>
                    </a:cubicBezTo>
                    <a:cubicBezTo>
                      <a:pt x="519684" y="291387"/>
                      <a:pt x="514541" y="320660"/>
                      <a:pt x="505016" y="347637"/>
                    </a:cubicBezTo>
                  </a:path>
                </a:pathLst>
              </a:custGeom>
              <a:noFill/>
              <a:ln w="25400" cap="rnd">
                <a:solidFill>
                  <a:schemeClr val="bg1"/>
                </a:solidFill>
                <a:prstDash val="solid"/>
                <a:round/>
              </a:ln>
            </p:spPr>
            <p:txBody>
              <a:bodyPr rtlCol="0" anchor="ctr"/>
              <a:lstStyle/>
              <a:p>
                <a:endParaRPr lang="en-CR"/>
              </a:p>
            </p:txBody>
          </p:sp>
          <p:sp>
            <p:nvSpPr>
              <p:cNvPr id="402" name="Freeform 401">
                <a:extLst>
                  <a:ext uri="{FF2B5EF4-FFF2-40B4-BE49-F238E27FC236}">
                    <a16:creationId xmlns:a16="http://schemas.microsoft.com/office/drawing/2014/main" id="{3001BB73-A9F4-3964-BF5C-A14190B3FE23}"/>
                  </a:ext>
                </a:extLst>
              </p:cNvPr>
              <p:cNvSpPr/>
              <p:nvPr/>
            </p:nvSpPr>
            <p:spPr>
              <a:xfrm>
                <a:off x="4818068" y="5533639"/>
                <a:ext cx="148971" cy="453439"/>
              </a:xfrm>
              <a:custGeom>
                <a:avLst/>
                <a:gdLst>
                  <a:gd name="connsiteX0" fmla="*/ 0 w 148971"/>
                  <a:gd name="connsiteY0" fmla="*/ 0 h 453439"/>
                  <a:gd name="connsiteX1" fmla="*/ 148971 w 148971"/>
                  <a:gd name="connsiteY1" fmla="*/ 260967 h 453439"/>
                  <a:gd name="connsiteX2" fmla="*/ 100584 w 148971"/>
                  <a:gd name="connsiteY2" fmla="*/ 453439 h 453439"/>
                </a:gdLst>
                <a:ahLst/>
                <a:cxnLst>
                  <a:cxn ang="0">
                    <a:pos x="connsiteX0" y="connsiteY0"/>
                  </a:cxn>
                  <a:cxn ang="0">
                    <a:pos x="connsiteX1" y="connsiteY1"/>
                  </a:cxn>
                  <a:cxn ang="0">
                    <a:pos x="connsiteX2" y="connsiteY2"/>
                  </a:cxn>
                </a:cxnLst>
                <a:rect l="l" t="t" r="r" b="b"/>
                <a:pathLst>
                  <a:path w="148971" h="453439">
                    <a:moveTo>
                      <a:pt x="0" y="0"/>
                    </a:moveTo>
                    <a:cubicBezTo>
                      <a:pt x="82296" y="0"/>
                      <a:pt x="148971" y="116899"/>
                      <a:pt x="148971" y="260967"/>
                    </a:cubicBezTo>
                    <a:cubicBezTo>
                      <a:pt x="148971" y="337114"/>
                      <a:pt x="130302" y="405799"/>
                      <a:pt x="100584" y="453439"/>
                    </a:cubicBezTo>
                  </a:path>
                </a:pathLst>
              </a:custGeom>
              <a:noFill/>
              <a:ln w="25400" cap="rnd">
                <a:solidFill>
                  <a:schemeClr val="bg1"/>
                </a:solidFill>
                <a:prstDash val="solid"/>
                <a:round/>
              </a:ln>
            </p:spPr>
            <p:txBody>
              <a:bodyPr rtlCol="0" anchor="ctr"/>
              <a:lstStyle/>
              <a:p>
                <a:endParaRPr lang="en-CR"/>
              </a:p>
            </p:txBody>
          </p:sp>
          <p:sp>
            <p:nvSpPr>
              <p:cNvPr id="403" name="Freeform 402">
                <a:extLst>
                  <a:ext uri="{FF2B5EF4-FFF2-40B4-BE49-F238E27FC236}">
                    <a16:creationId xmlns:a16="http://schemas.microsoft.com/office/drawing/2014/main" id="{9EBE8FCC-3C99-9F09-3E4D-A1ADB6037C15}"/>
                  </a:ext>
                </a:extLst>
              </p:cNvPr>
              <p:cNvSpPr/>
              <p:nvPr/>
            </p:nvSpPr>
            <p:spPr>
              <a:xfrm>
                <a:off x="4666620" y="5533639"/>
                <a:ext cx="148971" cy="336922"/>
              </a:xfrm>
              <a:custGeom>
                <a:avLst/>
                <a:gdLst>
                  <a:gd name="connsiteX0" fmla="*/ 148971 w 148971"/>
                  <a:gd name="connsiteY0" fmla="*/ 0 h 336922"/>
                  <a:gd name="connsiteX1" fmla="*/ 0 w 148971"/>
                  <a:gd name="connsiteY1" fmla="*/ 260967 h 336922"/>
                  <a:gd name="connsiteX2" fmla="*/ 6477 w 148971"/>
                  <a:gd name="connsiteY2" fmla="*/ 336923 h 336922"/>
                </a:gdLst>
                <a:ahLst/>
                <a:cxnLst>
                  <a:cxn ang="0">
                    <a:pos x="connsiteX0" y="connsiteY0"/>
                  </a:cxn>
                  <a:cxn ang="0">
                    <a:pos x="connsiteX1" y="connsiteY1"/>
                  </a:cxn>
                  <a:cxn ang="0">
                    <a:pos x="connsiteX2" y="connsiteY2"/>
                  </a:cxn>
                </a:cxnLst>
                <a:rect l="l" t="t" r="r" b="b"/>
                <a:pathLst>
                  <a:path w="148971" h="336922">
                    <a:moveTo>
                      <a:pt x="148971" y="0"/>
                    </a:moveTo>
                    <a:cubicBezTo>
                      <a:pt x="66675" y="0"/>
                      <a:pt x="0" y="116899"/>
                      <a:pt x="0" y="260967"/>
                    </a:cubicBezTo>
                    <a:cubicBezTo>
                      <a:pt x="0" y="287369"/>
                      <a:pt x="2286" y="312816"/>
                      <a:pt x="6477" y="336923"/>
                    </a:cubicBezTo>
                  </a:path>
                </a:pathLst>
              </a:custGeom>
              <a:noFill/>
              <a:ln w="25400" cap="rnd">
                <a:solidFill>
                  <a:schemeClr val="bg1"/>
                </a:solidFill>
                <a:prstDash val="solid"/>
                <a:round/>
              </a:ln>
            </p:spPr>
            <p:txBody>
              <a:bodyPr rtlCol="0" anchor="ctr"/>
              <a:lstStyle/>
              <a:p>
                <a:endParaRPr lang="en-CR"/>
              </a:p>
            </p:txBody>
          </p:sp>
          <p:sp>
            <p:nvSpPr>
              <p:cNvPr id="404" name="Freeform 403">
                <a:extLst>
                  <a:ext uri="{FF2B5EF4-FFF2-40B4-BE49-F238E27FC236}">
                    <a16:creationId xmlns:a16="http://schemas.microsoft.com/office/drawing/2014/main" id="{84B5658F-EED8-7B8A-5DEA-F766A93FCB38}"/>
                  </a:ext>
                </a:extLst>
              </p:cNvPr>
              <p:cNvSpPr/>
              <p:nvPr/>
            </p:nvSpPr>
            <p:spPr>
              <a:xfrm>
                <a:off x="4806829" y="5533639"/>
                <a:ext cx="19050" cy="334243"/>
              </a:xfrm>
              <a:custGeom>
                <a:avLst/>
                <a:gdLst>
                  <a:gd name="connsiteX0" fmla="*/ 0 w 19050"/>
                  <a:gd name="connsiteY0" fmla="*/ 0 h 334243"/>
                  <a:gd name="connsiteX1" fmla="*/ 0 w 19050"/>
                  <a:gd name="connsiteY1" fmla="*/ 334244 h 334243"/>
                </a:gdLst>
                <a:ahLst/>
                <a:cxnLst>
                  <a:cxn ang="0">
                    <a:pos x="connsiteX0" y="connsiteY0"/>
                  </a:cxn>
                  <a:cxn ang="0">
                    <a:pos x="connsiteX1" y="connsiteY1"/>
                  </a:cxn>
                </a:cxnLst>
                <a:rect l="l" t="t" r="r" b="b"/>
                <a:pathLst>
                  <a:path w="19050" h="334243">
                    <a:moveTo>
                      <a:pt x="0" y="0"/>
                    </a:moveTo>
                    <a:lnTo>
                      <a:pt x="0" y="334244"/>
                    </a:lnTo>
                  </a:path>
                </a:pathLst>
              </a:custGeom>
              <a:ln w="25400" cap="rnd">
                <a:solidFill>
                  <a:schemeClr val="bg1"/>
                </a:solidFill>
                <a:prstDash val="solid"/>
                <a:round/>
              </a:ln>
            </p:spPr>
            <p:txBody>
              <a:bodyPr rtlCol="0" anchor="ctr"/>
              <a:lstStyle/>
              <a:p>
                <a:endParaRPr lang="en-CR"/>
              </a:p>
            </p:txBody>
          </p:sp>
          <p:sp>
            <p:nvSpPr>
              <p:cNvPr id="405" name="Freeform 404">
                <a:extLst>
                  <a:ext uri="{FF2B5EF4-FFF2-40B4-BE49-F238E27FC236}">
                    <a16:creationId xmlns:a16="http://schemas.microsoft.com/office/drawing/2014/main" id="{D1D4319E-DBBE-D3F6-BC29-5FD6E8D69277}"/>
                  </a:ext>
                </a:extLst>
              </p:cNvPr>
              <p:cNvSpPr/>
              <p:nvPr/>
            </p:nvSpPr>
            <p:spPr>
              <a:xfrm>
                <a:off x="4556702" y="5805128"/>
                <a:ext cx="519493" cy="19132"/>
              </a:xfrm>
              <a:custGeom>
                <a:avLst/>
                <a:gdLst>
                  <a:gd name="connsiteX0" fmla="*/ 519494 w 519493"/>
                  <a:gd name="connsiteY0" fmla="*/ 0 h 19132"/>
                  <a:gd name="connsiteX1" fmla="*/ 0 w 519493"/>
                  <a:gd name="connsiteY1" fmla="*/ 0 h 19132"/>
                </a:gdLst>
                <a:ahLst/>
                <a:cxnLst>
                  <a:cxn ang="0">
                    <a:pos x="connsiteX0" y="connsiteY0"/>
                  </a:cxn>
                  <a:cxn ang="0">
                    <a:pos x="connsiteX1" y="connsiteY1"/>
                  </a:cxn>
                </a:cxnLst>
                <a:rect l="l" t="t" r="r" b="b"/>
                <a:pathLst>
                  <a:path w="519493" h="19132">
                    <a:moveTo>
                      <a:pt x="519494" y="0"/>
                    </a:moveTo>
                    <a:lnTo>
                      <a:pt x="0" y="0"/>
                    </a:lnTo>
                  </a:path>
                </a:pathLst>
              </a:custGeom>
              <a:ln w="25400" cap="rnd">
                <a:solidFill>
                  <a:schemeClr val="bg1"/>
                </a:solidFill>
                <a:prstDash val="solid"/>
                <a:round/>
              </a:ln>
            </p:spPr>
            <p:txBody>
              <a:bodyPr rtlCol="0" anchor="ctr"/>
              <a:lstStyle/>
              <a:p>
                <a:endParaRPr lang="en-CR"/>
              </a:p>
            </p:txBody>
          </p:sp>
          <p:sp>
            <p:nvSpPr>
              <p:cNvPr id="406" name="Freeform 405">
                <a:extLst>
                  <a:ext uri="{FF2B5EF4-FFF2-40B4-BE49-F238E27FC236}">
                    <a16:creationId xmlns:a16="http://schemas.microsoft.com/office/drawing/2014/main" id="{575F6A20-37D7-2618-00C0-E30057856EAE}"/>
                  </a:ext>
                </a:extLst>
              </p:cNvPr>
              <p:cNvSpPr/>
              <p:nvPr/>
            </p:nvSpPr>
            <p:spPr>
              <a:xfrm>
                <a:off x="4576514" y="5694543"/>
                <a:ext cx="480250" cy="19132"/>
              </a:xfrm>
              <a:custGeom>
                <a:avLst/>
                <a:gdLst>
                  <a:gd name="connsiteX0" fmla="*/ 480251 w 480250"/>
                  <a:gd name="connsiteY0" fmla="*/ 0 h 19132"/>
                  <a:gd name="connsiteX1" fmla="*/ 0 w 480250"/>
                  <a:gd name="connsiteY1" fmla="*/ 0 h 19132"/>
                </a:gdLst>
                <a:ahLst/>
                <a:cxnLst>
                  <a:cxn ang="0">
                    <a:pos x="connsiteX0" y="connsiteY0"/>
                  </a:cxn>
                  <a:cxn ang="0">
                    <a:pos x="connsiteX1" y="connsiteY1"/>
                  </a:cxn>
                </a:cxnLst>
                <a:rect l="l" t="t" r="r" b="b"/>
                <a:pathLst>
                  <a:path w="480250" h="19132">
                    <a:moveTo>
                      <a:pt x="480251" y="0"/>
                    </a:moveTo>
                    <a:lnTo>
                      <a:pt x="0" y="0"/>
                    </a:lnTo>
                  </a:path>
                </a:pathLst>
              </a:custGeom>
              <a:ln w="25400" cap="rnd">
                <a:solidFill>
                  <a:schemeClr val="bg1"/>
                </a:solidFill>
                <a:prstDash val="solid"/>
                <a:round/>
              </a:ln>
            </p:spPr>
            <p:txBody>
              <a:bodyPr rtlCol="0" anchor="ctr"/>
              <a:lstStyle/>
              <a:p>
                <a:endParaRPr lang="en-CR"/>
              </a:p>
            </p:txBody>
          </p:sp>
        </p:grpSp>
        <p:grpSp>
          <p:nvGrpSpPr>
            <p:cNvPr id="393" name="Graphic 365">
              <a:extLst>
                <a:ext uri="{FF2B5EF4-FFF2-40B4-BE49-F238E27FC236}">
                  <a16:creationId xmlns:a16="http://schemas.microsoft.com/office/drawing/2014/main" id="{0EA4E877-DE17-907B-AAC0-C08BCD293A5C}"/>
                </a:ext>
              </a:extLst>
            </p:cNvPr>
            <p:cNvGrpSpPr/>
            <p:nvPr/>
          </p:nvGrpSpPr>
          <p:grpSpPr>
            <a:xfrm>
              <a:off x="4564322" y="5915714"/>
              <a:ext cx="503491" cy="211987"/>
              <a:chOff x="4564322" y="5915714"/>
              <a:chExt cx="503491" cy="211987"/>
            </a:xfrm>
            <a:noFill/>
          </p:grpSpPr>
          <p:sp>
            <p:nvSpPr>
              <p:cNvPr id="394" name="Freeform 393">
                <a:extLst>
                  <a:ext uri="{FF2B5EF4-FFF2-40B4-BE49-F238E27FC236}">
                    <a16:creationId xmlns:a16="http://schemas.microsoft.com/office/drawing/2014/main" id="{A27AA809-430F-E8CC-E88A-3B1C813523F7}"/>
                  </a:ext>
                </a:extLst>
              </p:cNvPr>
              <p:cNvSpPr/>
              <p:nvPr/>
            </p:nvSpPr>
            <p:spPr>
              <a:xfrm>
                <a:off x="4564322" y="5965076"/>
                <a:ext cx="59816" cy="60075"/>
              </a:xfrm>
              <a:custGeom>
                <a:avLst/>
                <a:gdLst>
                  <a:gd name="connsiteX0" fmla="*/ 29909 w 59816"/>
                  <a:gd name="connsiteY0" fmla="*/ 60076 h 60075"/>
                  <a:gd name="connsiteX1" fmla="*/ 0 w 59816"/>
                  <a:gd name="connsiteY1" fmla="*/ 30038 h 60075"/>
                  <a:gd name="connsiteX2" fmla="*/ 29909 w 59816"/>
                  <a:gd name="connsiteY2" fmla="*/ 0 h 60075"/>
                  <a:gd name="connsiteX3" fmla="*/ 59817 w 59816"/>
                  <a:gd name="connsiteY3" fmla="*/ 30038 h 60075"/>
                  <a:gd name="connsiteX4" fmla="*/ 29909 w 59816"/>
                  <a:gd name="connsiteY4" fmla="*/ 60076 h 600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816" h="60075">
                    <a:moveTo>
                      <a:pt x="29909" y="60076"/>
                    </a:moveTo>
                    <a:cubicBezTo>
                      <a:pt x="13335" y="60076"/>
                      <a:pt x="0" y="46492"/>
                      <a:pt x="0" y="30038"/>
                    </a:cubicBezTo>
                    <a:cubicBezTo>
                      <a:pt x="0" y="13393"/>
                      <a:pt x="13335" y="0"/>
                      <a:pt x="29909" y="0"/>
                    </a:cubicBezTo>
                    <a:cubicBezTo>
                      <a:pt x="46482" y="0"/>
                      <a:pt x="59817" y="13393"/>
                      <a:pt x="59817" y="30038"/>
                    </a:cubicBezTo>
                    <a:cubicBezTo>
                      <a:pt x="59817" y="46683"/>
                      <a:pt x="46482" y="60076"/>
                      <a:pt x="29909" y="60076"/>
                    </a:cubicBezTo>
                    <a:close/>
                  </a:path>
                </a:pathLst>
              </a:custGeom>
              <a:noFill/>
              <a:ln w="25400" cap="rnd">
                <a:solidFill>
                  <a:schemeClr val="bg1"/>
                </a:solidFill>
                <a:prstDash val="solid"/>
                <a:round/>
              </a:ln>
            </p:spPr>
            <p:txBody>
              <a:bodyPr rtlCol="0" anchor="ctr"/>
              <a:lstStyle/>
              <a:p>
                <a:endParaRPr lang="en-CR"/>
              </a:p>
            </p:txBody>
          </p:sp>
          <p:sp>
            <p:nvSpPr>
              <p:cNvPr id="395" name="Freeform 394">
                <a:extLst>
                  <a:ext uri="{FF2B5EF4-FFF2-40B4-BE49-F238E27FC236}">
                    <a16:creationId xmlns:a16="http://schemas.microsoft.com/office/drawing/2014/main" id="{73BFA20E-8A96-575B-4DD9-9313CD94437B}"/>
                  </a:ext>
                </a:extLst>
              </p:cNvPr>
              <p:cNvSpPr/>
              <p:nvPr/>
            </p:nvSpPr>
            <p:spPr>
              <a:xfrm>
                <a:off x="4706625" y="5915714"/>
                <a:ext cx="59817" cy="60075"/>
              </a:xfrm>
              <a:custGeom>
                <a:avLst/>
                <a:gdLst>
                  <a:gd name="connsiteX0" fmla="*/ 29908 w 59817"/>
                  <a:gd name="connsiteY0" fmla="*/ 60076 h 60075"/>
                  <a:gd name="connsiteX1" fmla="*/ 0 w 59817"/>
                  <a:gd name="connsiteY1" fmla="*/ 30038 h 60075"/>
                  <a:gd name="connsiteX2" fmla="*/ 29908 w 59817"/>
                  <a:gd name="connsiteY2" fmla="*/ 0 h 60075"/>
                  <a:gd name="connsiteX3" fmla="*/ 59817 w 59817"/>
                  <a:gd name="connsiteY3" fmla="*/ 30038 h 60075"/>
                  <a:gd name="connsiteX4" fmla="*/ 29908 w 59817"/>
                  <a:gd name="connsiteY4" fmla="*/ 60076 h 600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817" h="60075">
                    <a:moveTo>
                      <a:pt x="29908" y="60076"/>
                    </a:moveTo>
                    <a:cubicBezTo>
                      <a:pt x="13335" y="60076"/>
                      <a:pt x="0" y="46492"/>
                      <a:pt x="0" y="30038"/>
                    </a:cubicBezTo>
                    <a:cubicBezTo>
                      <a:pt x="0" y="13393"/>
                      <a:pt x="13335" y="0"/>
                      <a:pt x="29908" y="0"/>
                    </a:cubicBezTo>
                    <a:cubicBezTo>
                      <a:pt x="46482" y="0"/>
                      <a:pt x="59817" y="13393"/>
                      <a:pt x="59817" y="30038"/>
                    </a:cubicBezTo>
                    <a:cubicBezTo>
                      <a:pt x="59817" y="46683"/>
                      <a:pt x="46482" y="60076"/>
                      <a:pt x="29908" y="60076"/>
                    </a:cubicBezTo>
                    <a:close/>
                  </a:path>
                </a:pathLst>
              </a:custGeom>
              <a:noFill/>
              <a:ln w="25400" cap="rnd">
                <a:solidFill>
                  <a:schemeClr val="bg1"/>
                </a:solidFill>
                <a:prstDash val="solid"/>
                <a:round/>
              </a:ln>
            </p:spPr>
            <p:txBody>
              <a:bodyPr rtlCol="0" anchor="ctr"/>
              <a:lstStyle/>
              <a:p>
                <a:endParaRPr lang="en-CR"/>
              </a:p>
            </p:txBody>
          </p:sp>
          <p:sp>
            <p:nvSpPr>
              <p:cNvPr id="396" name="Freeform 395">
                <a:extLst>
                  <a:ext uri="{FF2B5EF4-FFF2-40B4-BE49-F238E27FC236}">
                    <a16:creationId xmlns:a16="http://schemas.microsoft.com/office/drawing/2014/main" id="{1705C128-E56B-BCA2-9533-17CB1C06A2B1}"/>
                  </a:ext>
                </a:extLst>
              </p:cNvPr>
              <p:cNvSpPr/>
              <p:nvPr/>
            </p:nvSpPr>
            <p:spPr>
              <a:xfrm>
                <a:off x="4866265" y="6067626"/>
                <a:ext cx="59816" cy="60075"/>
              </a:xfrm>
              <a:custGeom>
                <a:avLst/>
                <a:gdLst>
                  <a:gd name="connsiteX0" fmla="*/ 29908 w 59816"/>
                  <a:gd name="connsiteY0" fmla="*/ 60076 h 60075"/>
                  <a:gd name="connsiteX1" fmla="*/ 0 w 59816"/>
                  <a:gd name="connsiteY1" fmla="*/ 30038 h 60075"/>
                  <a:gd name="connsiteX2" fmla="*/ 29908 w 59816"/>
                  <a:gd name="connsiteY2" fmla="*/ 0 h 60075"/>
                  <a:gd name="connsiteX3" fmla="*/ 59817 w 59816"/>
                  <a:gd name="connsiteY3" fmla="*/ 30038 h 60075"/>
                  <a:gd name="connsiteX4" fmla="*/ 29908 w 59816"/>
                  <a:gd name="connsiteY4" fmla="*/ 60076 h 600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816" h="60075">
                    <a:moveTo>
                      <a:pt x="29908" y="60076"/>
                    </a:moveTo>
                    <a:cubicBezTo>
                      <a:pt x="13335" y="60076"/>
                      <a:pt x="0" y="46492"/>
                      <a:pt x="0" y="30038"/>
                    </a:cubicBezTo>
                    <a:cubicBezTo>
                      <a:pt x="0" y="13393"/>
                      <a:pt x="13335" y="0"/>
                      <a:pt x="29908" y="0"/>
                    </a:cubicBezTo>
                    <a:cubicBezTo>
                      <a:pt x="46482" y="0"/>
                      <a:pt x="59817" y="13393"/>
                      <a:pt x="59817" y="30038"/>
                    </a:cubicBezTo>
                    <a:cubicBezTo>
                      <a:pt x="59817" y="46683"/>
                      <a:pt x="46482" y="60076"/>
                      <a:pt x="29908" y="60076"/>
                    </a:cubicBezTo>
                    <a:close/>
                  </a:path>
                </a:pathLst>
              </a:custGeom>
              <a:noFill/>
              <a:ln w="25400" cap="rnd">
                <a:solidFill>
                  <a:schemeClr val="bg1"/>
                </a:solidFill>
                <a:prstDash val="solid"/>
                <a:round/>
              </a:ln>
            </p:spPr>
            <p:txBody>
              <a:bodyPr rtlCol="0" anchor="ctr"/>
              <a:lstStyle/>
              <a:p>
                <a:endParaRPr lang="en-CR"/>
              </a:p>
            </p:txBody>
          </p:sp>
          <p:sp>
            <p:nvSpPr>
              <p:cNvPr id="397" name="Freeform 396">
                <a:extLst>
                  <a:ext uri="{FF2B5EF4-FFF2-40B4-BE49-F238E27FC236}">
                    <a16:creationId xmlns:a16="http://schemas.microsoft.com/office/drawing/2014/main" id="{FAAB7818-10E1-932C-874B-BF2AD8E04B70}"/>
                  </a:ext>
                </a:extLst>
              </p:cNvPr>
              <p:cNvSpPr/>
              <p:nvPr/>
            </p:nvSpPr>
            <p:spPr>
              <a:xfrm>
                <a:off x="5007997" y="5954553"/>
                <a:ext cx="59816" cy="60075"/>
              </a:xfrm>
              <a:custGeom>
                <a:avLst/>
                <a:gdLst>
                  <a:gd name="connsiteX0" fmla="*/ 29908 w 59816"/>
                  <a:gd name="connsiteY0" fmla="*/ 60076 h 60075"/>
                  <a:gd name="connsiteX1" fmla="*/ 0 w 59816"/>
                  <a:gd name="connsiteY1" fmla="*/ 30038 h 60075"/>
                  <a:gd name="connsiteX2" fmla="*/ 29908 w 59816"/>
                  <a:gd name="connsiteY2" fmla="*/ 0 h 60075"/>
                  <a:gd name="connsiteX3" fmla="*/ 59817 w 59816"/>
                  <a:gd name="connsiteY3" fmla="*/ 30038 h 60075"/>
                  <a:gd name="connsiteX4" fmla="*/ 29908 w 59816"/>
                  <a:gd name="connsiteY4" fmla="*/ 60076 h 600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816" h="60075">
                    <a:moveTo>
                      <a:pt x="29908" y="60076"/>
                    </a:moveTo>
                    <a:cubicBezTo>
                      <a:pt x="13335" y="60076"/>
                      <a:pt x="0" y="46492"/>
                      <a:pt x="0" y="30038"/>
                    </a:cubicBezTo>
                    <a:cubicBezTo>
                      <a:pt x="0" y="13393"/>
                      <a:pt x="13335" y="0"/>
                      <a:pt x="29908" y="0"/>
                    </a:cubicBezTo>
                    <a:cubicBezTo>
                      <a:pt x="46482" y="0"/>
                      <a:pt x="59817" y="13393"/>
                      <a:pt x="59817" y="30038"/>
                    </a:cubicBezTo>
                    <a:cubicBezTo>
                      <a:pt x="59817" y="46683"/>
                      <a:pt x="46482" y="60076"/>
                      <a:pt x="29908" y="60076"/>
                    </a:cubicBezTo>
                    <a:close/>
                  </a:path>
                </a:pathLst>
              </a:custGeom>
              <a:noFill/>
              <a:ln w="25400" cap="rnd">
                <a:solidFill>
                  <a:schemeClr val="bg1"/>
                </a:solidFill>
                <a:prstDash val="solid"/>
                <a:round/>
              </a:ln>
            </p:spPr>
            <p:txBody>
              <a:bodyPr rtlCol="0" anchor="ctr"/>
              <a:lstStyle/>
              <a:p>
                <a:endParaRPr lang="en-CR"/>
              </a:p>
            </p:txBody>
          </p:sp>
          <p:sp>
            <p:nvSpPr>
              <p:cNvPr id="398" name="Freeform 397">
                <a:extLst>
                  <a:ext uri="{FF2B5EF4-FFF2-40B4-BE49-F238E27FC236}">
                    <a16:creationId xmlns:a16="http://schemas.microsoft.com/office/drawing/2014/main" id="{213FC187-CFA0-6706-FC6F-BE47AF19F7D3}"/>
                  </a:ext>
                </a:extLst>
              </p:cNvPr>
              <p:cNvSpPr/>
              <p:nvPr/>
            </p:nvSpPr>
            <p:spPr>
              <a:xfrm>
                <a:off x="4624139" y="5951492"/>
                <a:ext cx="82295" cy="33099"/>
              </a:xfrm>
              <a:custGeom>
                <a:avLst/>
                <a:gdLst>
                  <a:gd name="connsiteX0" fmla="*/ 82296 w 82295"/>
                  <a:gd name="connsiteY0" fmla="*/ 0 h 33099"/>
                  <a:gd name="connsiteX1" fmla="*/ 0 w 82295"/>
                  <a:gd name="connsiteY1" fmla="*/ 33099 h 33099"/>
                </a:gdLst>
                <a:ahLst/>
                <a:cxnLst>
                  <a:cxn ang="0">
                    <a:pos x="connsiteX0" y="connsiteY0"/>
                  </a:cxn>
                  <a:cxn ang="0">
                    <a:pos x="connsiteX1" y="connsiteY1"/>
                  </a:cxn>
                </a:cxnLst>
                <a:rect l="l" t="t" r="r" b="b"/>
                <a:pathLst>
                  <a:path w="82295" h="33099">
                    <a:moveTo>
                      <a:pt x="82296" y="0"/>
                    </a:moveTo>
                    <a:lnTo>
                      <a:pt x="0" y="33099"/>
                    </a:lnTo>
                  </a:path>
                </a:pathLst>
              </a:custGeom>
              <a:ln w="25400" cap="rnd">
                <a:solidFill>
                  <a:schemeClr val="bg1"/>
                </a:solidFill>
                <a:prstDash val="solid"/>
                <a:round/>
              </a:ln>
            </p:spPr>
            <p:txBody>
              <a:bodyPr rtlCol="0" anchor="ctr"/>
              <a:lstStyle/>
              <a:p>
                <a:endParaRPr lang="en-CR"/>
              </a:p>
            </p:txBody>
          </p:sp>
          <p:sp>
            <p:nvSpPr>
              <p:cNvPr id="399" name="Freeform 398">
                <a:extLst>
                  <a:ext uri="{FF2B5EF4-FFF2-40B4-BE49-F238E27FC236}">
                    <a16:creationId xmlns:a16="http://schemas.microsoft.com/office/drawing/2014/main" id="{437FF9F6-B2AC-43C1-E869-3C45A48E9195}"/>
                  </a:ext>
                </a:extLst>
              </p:cNvPr>
              <p:cNvSpPr/>
              <p:nvPr/>
            </p:nvSpPr>
            <p:spPr>
              <a:xfrm>
                <a:off x="4760156" y="5963928"/>
                <a:ext cx="110871" cy="114412"/>
              </a:xfrm>
              <a:custGeom>
                <a:avLst/>
                <a:gdLst>
                  <a:gd name="connsiteX0" fmla="*/ 0 w 110871"/>
                  <a:gd name="connsiteY0" fmla="*/ 0 h 114412"/>
                  <a:gd name="connsiteX1" fmla="*/ 110871 w 110871"/>
                  <a:gd name="connsiteY1" fmla="*/ 114412 h 114412"/>
                </a:gdLst>
                <a:ahLst/>
                <a:cxnLst>
                  <a:cxn ang="0">
                    <a:pos x="connsiteX0" y="connsiteY0"/>
                  </a:cxn>
                  <a:cxn ang="0">
                    <a:pos x="connsiteX1" y="connsiteY1"/>
                  </a:cxn>
                </a:cxnLst>
                <a:rect l="l" t="t" r="r" b="b"/>
                <a:pathLst>
                  <a:path w="110871" h="114412">
                    <a:moveTo>
                      <a:pt x="0" y="0"/>
                    </a:moveTo>
                    <a:lnTo>
                      <a:pt x="110871" y="114412"/>
                    </a:lnTo>
                  </a:path>
                </a:pathLst>
              </a:custGeom>
              <a:ln w="25400" cap="rnd">
                <a:solidFill>
                  <a:schemeClr val="bg1"/>
                </a:solidFill>
                <a:prstDash val="solid"/>
                <a:round/>
              </a:ln>
            </p:spPr>
            <p:txBody>
              <a:bodyPr rtlCol="0" anchor="ctr"/>
              <a:lstStyle/>
              <a:p>
                <a:endParaRPr lang="en-CR"/>
              </a:p>
            </p:txBody>
          </p:sp>
          <p:sp>
            <p:nvSpPr>
              <p:cNvPr id="400" name="Freeform 399">
                <a:extLst>
                  <a:ext uri="{FF2B5EF4-FFF2-40B4-BE49-F238E27FC236}">
                    <a16:creationId xmlns:a16="http://schemas.microsoft.com/office/drawing/2014/main" id="{277CBE13-4304-EC57-8DD3-76B021DA147B}"/>
                  </a:ext>
                </a:extLst>
              </p:cNvPr>
              <p:cNvSpPr/>
              <p:nvPr/>
            </p:nvSpPr>
            <p:spPr>
              <a:xfrm>
                <a:off x="4926082" y="6006784"/>
                <a:ext cx="91821" cy="74807"/>
              </a:xfrm>
              <a:custGeom>
                <a:avLst/>
                <a:gdLst>
                  <a:gd name="connsiteX0" fmla="*/ 0 w 91821"/>
                  <a:gd name="connsiteY0" fmla="*/ 74808 h 74807"/>
                  <a:gd name="connsiteX1" fmla="*/ 91821 w 91821"/>
                  <a:gd name="connsiteY1" fmla="*/ 0 h 74807"/>
                </a:gdLst>
                <a:ahLst/>
                <a:cxnLst>
                  <a:cxn ang="0">
                    <a:pos x="connsiteX0" y="connsiteY0"/>
                  </a:cxn>
                  <a:cxn ang="0">
                    <a:pos x="connsiteX1" y="connsiteY1"/>
                  </a:cxn>
                </a:cxnLst>
                <a:rect l="l" t="t" r="r" b="b"/>
                <a:pathLst>
                  <a:path w="91821" h="74807">
                    <a:moveTo>
                      <a:pt x="0" y="74808"/>
                    </a:moveTo>
                    <a:lnTo>
                      <a:pt x="91821" y="0"/>
                    </a:lnTo>
                  </a:path>
                </a:pathLst>
              </a:custGeom>
              <a:ln w="25400" cap="rnd">
                <a:solidFill>
                  <a:schemeClr val="bg1"/>
                </a:solidFill>
                <a:prstDash val="solid"/>
                <a:round/>
              </a:ln>
            </p:spPr>
            <p:txBody>
              <a:bodyPr rtlCol="0" anchor="ctr"/>
              <a:lstStyle/>
              <a:p>
                <a:endParaRPr lang="en-CR"/>
              </a:p>
            </p:txBody>
          </p:sp>
        </p:grpSp>
      </p:grpSp>
      <p:grpSp>
        <p:nvGrpSpPr>
          <p:cNvPr id="407" name="Group 406">
            <a:extLst>
              <a:ext uri="{FF2B5EF4-FFF2-40B4-BE49-F238E27FC236}">
                <a16:creationId xmlns:a16="http://schemas.microsoft.com/office/drawing/2014/main" id="{0D0AC250-A997-12E6-C15C-FF6737C5A692}"/>
              </a:ext>
            </a:extLst>
          </p:cNvPr>
          <p:cNvGrpSpPr/>
          <p:nvPr/>
        </p:nvGrpSpPr>
        <p:grpSpPr>
          <a:xfrm>
            <a:off x="5834286" y="5068167"/>
            <a:ext cx="533400" cy="540638"/>
            <a:chOff x="5554834" y="5342490"/>
            <a:chExt cx="533400" cy="540638"/>
          </a:xfrm>
        </p:grpSpPr>
        <p:grpSp>
          <p:nvGrpSpPr>
            <p:cNvPr id="408" name="Graphic 367">
              <a:extLst>
                <a:ext uri="{FF2B5EF4-FFF2-40B4-BE49-F238E27FC236}">
                  <a16:creationId xmlns:a16="http://schemas.microsoft.com/office/drawing/2014/main" id="{A4835073-D368-817F-FC22-25BFFAFE08F7}"/>
                </a:ext>
              </a:extLst>
            </p:cNvPr>
            <p:cNvGrpSpPr/>
            <p:nvPr/>
          </p:nvGrpSpPr>
          <p:grpSpPr>
            <a:xfrm>
              <a:off x="5650084" y="5342490"/>
              <a:ext cx="438150" cy="540638"/>
              <a:chOff x="5726925" y="5367198"/>
              <a:chExt cx="438150" cy="540638"/>
            </a:xfrm>
            <a:noFill/>
          </p:grpSpPr>
          <p:sp>
            <p:nvSpPr>
              <p:cNvPr id="412" name="Freeform 411">
                <a:extLst>
                  <a:ext uri="{FF2B5EF4-FFF2-40B4-BE49-F238E27FC236}">
                    <a16:creationId xmlns:a16="http://schemas.microsoft.com/office/drawing/2014/main" id="{9253E766-2F57-A62E-AF79-2A9C9E0006CC}"/>
                  </a:ext>
                </a:extLst>
              </p:cNvPr>
              <p:cNvSpPr/>
              <p:nvPr/>
            </p:nvSpPr>
            <p:spPr>
              <a:xfrm>
                <a:off x="5955525" y="5428730"/>
                <a:ext cx="19050" cy="133350"/>
              </a:xfrm>
              <a:custGeom>
                <a:avLst/>
                <a:gdLst>
                  <a:gd name="connsiteX0" fmla="*/ 0 w 19050"/>
                  <a:gd name="connsiteY0" fmla="*/ 0 h 133350"/>
                  <a:gd name="connsiteX1" fmla="*/ 0 w 19050"/>
                  <a:gd name="connsiteY1" fmla="*/ 133350 h 133350"/>
                </a:gdLst>
                <a:ahLst/>
                <a:cxnLst>
                  <a:cxn ang="0">
                    <a:pos x="connsiteX0" y="connsiteY0"/>
                  </a:cxn>
                  <a:cxn ang="0">
                    <a:pos x="connsiteX1" y="connsiteY1"/>
                  </a:cxn>
                </a:cxnLst>
                <a:rect l="l" t="t" r="r" b="b"/>
                <a:pathLst>
                  <a:path w="19050" h="133350">
                    <a:moveTo>
                      <a:pt x="0" y="0"/>
                    </a:moveTo>
                    <a:lnTo>
                      <a:pt x="0" y="133350"/>
                    </a:lnTo>
                  </a:path>
                </a:pathLst>
              </a:custGeom>
              <a:ln w="25400" cap="rnd">
                <a:solidFill>
                  <a:schemeClr val="bg1"/>
                </a:solidFill>
                <a:prstDash val="solid"/>
                <a:round/>
              </a:ln>
            </p:spPr>
            <p:txBody>
              <a:bodyPr rtlCol="0" anchor="ctr"/>
              <a:lstStyle/>
              <a:p>
                <a:endParaRPr lang="en-CR"/>
              </a:p>
            </p:txBody>
          </p:sp>
          <p:sp>
            <p:nvSpPr>
              <p:cNvPr id="413" name="Freeform 412">
                <a:extLst>
                  <a:ext uri="{FF2B5EF4-FFF2-40B4-BE49-F238E27FC236}">
                    <a16:creationId xmlns:a16="http://schemas.microsoft.com/office/drawing/2014/main" id="{E97B6170-FF92-76A7-005E-02426A76F4EF}"/>
                  </a:ext>
                </a:extLst>
              </p:cNvPr>
              <p:cNvSpPr/>
              <p:nvPr/>
            </p:nvSpPr>
            <p:spPr>
              <a:xfrm>
                <a:off x="5784075" y="5485880"/>
                <a:ext cx="76200" cy="76200"/>
              </a:xfrm>
              <a:custGeom>
                <a:avLst/>
                <a:gdLst>
                  <a:gd name="connsiteX0" fmla="*/ 76200 w 76200"/>
                  <a:gd name="connsiteY0" fmla="*/ 38100 h 76200"/>
                  <a:gd name="connsiteX1" fmla="*/ 38100 w 76200"/>
                  <a:gd name="connsiteY1" fmla="*/ 76200 h 76200"/>
                  <a:gd name="connsiteX2" fmla="*/ 0 w 76200"/>
                  <a:gd name="connsiteY2" fmla="*/ 38100 h 76200"/>
                  <a:gd name="connsiteX3" fmla="*/ 38100 w 76200"/>
                  <a:gd name="connsiteY3" fmla="*/ 0 h 76200"/>
                  <a:gd name="connsiteX4" fmla="*/ 76200 w 76200"/>
                  <a:gd name="connsiteY4" fmla="*/ 38100 h 76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200" h="76200">
                    <a:moveTo>
                      <a:pt x="76200" y="38100"/>
                    </a:moveTo>
                    <a:cubicBezTo>
                      <a:pt x="76200" y="59142"/>
                      <a:pt x="59142" y="76200"/>
                      <a:pt x="38100" y="76200"/>
                    </a:cubicBezTo>
                    <a:cubicBezTo>
                      <a:pt x="17058" y="76200"/>
                      <a:pt x="0" y="59142"/>
                      <a:pt x="0" y="38100"/>
                    </a:cubicBezTo>
                    <a:cubicBezTo>
                      <a:pt x="0" y="17058"/>
                      <a:pt x="17058" y="0"/>
                      <a:pt x="38100" y="0"/>
                    </a:cubicBezTo>
                    <a:cubicBezTo>
                      <a:pt x="59142" y="0"/>
                      <a:pt x="76200" y="17058"/>
                      <a:pt x="76200" y="38100"/>
                    </a:cubicBezTo>
                    <a:close/>
                  </a:path>
                </a:pathLst>
              </a:custGeom>
              <a:noFill/>
              <a:ln w="25400" cap="rnd">
                <a:solidFill>
                  <a:schemeClr val="bg1"/>
                </a:solidFill>
                <a:prstDash val="solid"/>
                <a:round/>
              </a:ln>
            </p:spPr>
            <p:txBody>
              <a:bodyPr rtlCol="0" anchor="ctr"/>
              <a:lstStyle/>
              <a:p>
                <a:endParaRPr lang="en-CR"/>
              </a:p>
            </p:txBody>
          </p:sp>
          <p:sp>
            <p:nvSpPr>
              <p:cNvPr id="414" name="Freeform 413">
                <a:extLst>
                  <a:ext uri="{FF2B5EF4-FFF2-40B4-BE49-F238E27FC236}">
                    <a16:creationId xmlns:a16="http://schemas.microsoft.com/office/drawing/2014/main" id="{24596940-EF1B-8155-7919-E7399844332C}"/>
                  </a:ext>
                </a:extLst>
              </p:cNvPr>
              <p:cNvSpPr/>
              <p:nvPr/>
            </p:nvSpPr>
            <p:spPr>
              <a:xfrm>
                <a:off x="5917425" y="5562080"/>
                <a:ext cx="76200" cy="76200"/>
              </a:xfrm>
              <a:custGeom>
                <a:avLst/>
                <a:gdLst>
                  <a:gd name="connsiteX0" fmla="*/ 76200 w 76200"/>
                  <a:gd name="connsiteY0" fmla="*/ 38100 h 76200"/>
                  <a:gd name="connsiteX1" fmla="*/ 38100 w 76200"/>
                  <a:gd name="connsiteY1" fmla="*/ 76200 h 76200"/>
                  <a:gd name="connsiteX2" fmla="*/ 0 w 76200"/>
                  <a:gd name="connsiteY2" fmla="*/ 38100 h 76200"/>
                  <a:gd name="connsiteX3" fmla="*/ 38100 w 76200"/>
                  <a:gd name="connsiteY3" fmla="*/ 0 h 76200"/>
                  <a:gd name="connsiteX4" fmla="*/ 76200 w 76200"/>
                  <a:gd name="connsiteY4" fmla="*/ 38100 h 76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200" h="76200">
                    <a:moveTo>
                      <a:pt x="76200" y="38100"/>
                    </a:moveTo>
                    <a:cubicBezTo>
                      <a:pt x="76200" y="59142"/>
                      <a:pt x="59142" y="76200"/>
                      <a:pt x="38100" y="76200"/>
                    </a:cubicBezTo>
                    <a:cubicBezTo>
                      <a:pt x="17058" y="76200"/>
                      <a:pt x="0" y="59142"/>
                      <a:pt x="0" y="38100"/>
                    </a:cubicBezTo>
                    <a:cubicBezTo>
                      <a:pt x="0" y="17058"/>
                      <a:pt x="17058" y="0"/>
                      <a:pt x="38100" y="0"/>
                    </a:cubicBezTo>
                    <a:cubicBezTo>
                      <a:pt x="59142" y="0"/>
                      <a:pt x="76200" y="17058"/>
                      <a:pt x="76200" y="38100"/>
                    </a:cubicBezTo>
                    <a:close/>
                  </a:path>
                </a:pathLst>
              </a:custGeom>
              <a:noFill/>
              <a:ln w="25400" cap="rnd">
                <a:solidFill>
                  <a:schemeClr val="bg1"/>
                </a:solidFill>
                <a:prstDash val="solid"/>
                <a:round/>
              </a:ln>
            </p:spPr>
            <p:txBody>
              <a:bodyPr rtlCol="0" anchor="ctr"/>
              <a:lstStyle/>
              <a:p>
                <a:endParaRPr lang="en-CR"/>
              </a:p>
            </p:txBody>
          </p:sp>
          <p:sp>
            <p:nvSpPr>
              <p:cNvPr id="415" name="Freeform 414">
                <a:extLst>
                  <a:ext uri="{FF2B5EF4-FFF2-40B4-BE49-F238E27FC236}">
                    <a16:creationId xmlns:a16="http://schemas.microsoft.com/office/drawing/2014/main" id="{9D14213E-0B00-1211-0453-5163494B650D}"/>
                  </a:ext>
                </a:extLst>
              </p:cNvPr>
              <p:cNvSpPr/>
              <p:nvPr/>
            </p:nvSpPr>
            <p:spPr>
              <a:xfrm>
                <a:off x="6031725" y="5695430"/>
                <a:ext cx="76200" cy="76200"/>
              </a:xfrm>
              <a:custGeom>
                <a:avLst/>
                <a:gdLst>
                  <a:gd name="connsiteX0" fmla="*/ 76200 w 76200"/>
                  <a:gd name="connsiteY0" fmla="*/ 38100 h 76200"/>
                  <a:gd name="connsiteX1" fmla="*/ 38100 w 76200"/>
                  <a:gd name="connsiteY1" fmla="*/ 76200 h 76200"/>
                  <a:gd name="connsiteX2" fmla="*/ 0 w 76200"/>
                  <a:gd name="connsiteY2" fmla="*/ 38100 h 76200"/>
                  <a:gd name="connsiteX3" fmla="*/ 38100 w 76200"/>
                  <a:gd name="connsiteY3" fmla="*/ 0 h 76200"/>
                  <a:gd name="connsiteX4" fmla="*/ 76200 w 76200"/>
                  <a:gd name="connsiteY4" fmla="*/ 38100 h 76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200" h="76200">
                    <a:moveTo>
                      <a:pt x="76200" y="38100"/>
                    </a:moveTo>
                    <a:cubicBezTo>
                      <a:pt x="76200" y="59142"/>
                      <a:pt x="59142" y="76200"/>
                      <a:pt x="38100" y="76200"/>
                    </a:cubicBezTo>
                    <a:cubicBezTo>
                      <a:pt x="17058" y="76200"/>
                      <a:pt x="0" y="59142"/>
                      <a:pt x="0" y="38100"/>
                    </a:cubicBezTo>
                    <a:cubicBezTo>
                      <a:pt x="0" y="17058"/>
                      <a:pt x="17058" y="0"/>
                      <a:pt x="38100" y="0"/>
                    </a:cubicBezTo>
                    <a:cubicBezTo>
                      <a:pt x="59142" y="0"/>
                      <a:pt x="76200" y="17058"/>
                      <a:pt x="76200" y="38100"/>
                    </a:cubicBezTo>
                    <a:close/>
                  </a:path>
                </a:pathLst>
              </a:custGeom>
              <a:noFill/>
              <a:ln w="25400" cap="rnd">
                <a:solidFill>
                  <a:schemeClr val="bg1"/>
                </a:solidFill>
                <a:prstDash val="solid"/>
                <a:round/>
              </a:ln>
            </p:spPr>
            <p:txBody>
              <a:bodyPr rtlCol="0" anchor="ctr"/>
              <a:lstStyle/>
              <a:p>
                <a:endParaRPr lang="en-CR"/>
              </a:p>
            </p:txBody>
          </p:sp>
          <p:sp>
            <p:nvSpPr>
              <p:cNvPr id="416" name="Freeform 415">
                <a:extLst>
                  <a:ext uri="{FF2B5EF4-FFF2-40B4-BE49-F238E27FC236}">
                    <a16:creationId xmlns:a16="http://schemas.microsoft.com/office/drawing/2014/main" id="{90AAA66F-0E98-D016-37DE-CF73A75FAE22}"/>
                  </a:ext>
                </a:extLst>
              </p:cNvPr>
              <p:cNvSpPr/>
              <p:nvPr/>
            </p:nvSpPr>
            <p:spPr>
              <a:xfrm>
                <a:off x="5822175" y="5562080"/>
                <a:ext cx="19050" cy="38100"/>
              </a:xfrm>
              <a:custGeom>
                <a:avLst/>
                <a:gdLst>
                  <a:gd name="connsiteX0" fmla="*/ 0 w 19050"/>
                  <a:gd name="connsiteY0" fmla="*/ 0 h 38100"/>
                  <a:gd name="connsiteX1" fmla="*/ 0 w 19050"/>
                  <a:gd name="connsiteY1" fmla="*/ 38100 h 38100"/>
                </a:gdLst>
                <a:ahLst/>
                <a:cxnLst>
                  <a:cxn ang="0">
                    <a:pos x="connsiteX0" y="connsiteY0"/>
                  </a:cxn>
                  <a:cxn ang="0">
                    <a:pos x="connsiteX1" y="connsiteY1"/>
                  </a:cxn>
                </a:cxnLst>
                <a:rect l="l" t="t" r="r" b="b"/>
                <a:pathLst>
                  <a:path w="19050" h="38100">
                    <a:moveTo>
                      <a:pt x="0" y="0"/>
                    </a:moveTo>
                    <a:lnTo>
                      <a:pt x="0" y="38100"/>
                    </a:lnTo>
                  </a:path>
                </a:pathLst>
              </a:custGeom>
              <a:ln w="25400" cap="rnd">
                <a:solidFill>
                  <a:schemeClr val="bg1"/>
                </a:solidFill>
                <a:prstDash val="solid"/>
                <a:round/>
              </a:ln>
            </p:spPr>
            <p:txBody>
              <a:bodyPr rtlCol="0" anchor="ctr"/>
              <a:lstStyle/>
              <a:p>
                <a:endParaRPr lang="en-CR"/>
              </a:p>
            </p:txBody>
          </p:sp>
          <p:sp>
            <p:nvSpPr>
              <p:cNvPr id="417" name="Freeform 416">
                <a:extLst>
                  <a:ext uri="{FF2B5EF4-FFF2-40B4-BE49-F238E27FC236}">
                    <a16:creationId xmlns:a16="http://schemas.microsoft.com/office/drawing/2014/main" id="{B801CCE1-AFAD-37D0-D02D-9315654165DB}"/>
                  </a:ext>
                </a:extLst>
              </p:cNvPr>
              <p:cNvSpPr/>
              <p:nvPr/>
            </p:nvSpPr>
            <p:spPr>
              <a:xfrm>
                <a:off x="5822175" y="5428730"/>
                <a:ext cx="19050" cy="57150"/>
              </a:xfrm>
              <a:custGeom>
                <a:avLst/>
                <a:gdLst>
                  <a:gd name="connsiteX0" fmla="*/ 0 w 19050"/>
                  <a:gd name="connsiteY0" fmla="*/ 0 h 57150"/>
                  <a:gd name="connsiteX1" fmla="*/ 0 w 19050"/>
                  <a:gd name="connsiteY1" fmla="*/ 57150 h 57150"/>
                </a:gdLst>
                <a:ahLst/>
                <a:cxnLst>
                  <a:cxn ang="0">
                    <a:pos x="connsiteX0" y="connsiteY0"/>
                  </a:cxn>
                  <a:cxn ang="0">
                    <a:pos x="connsiteX1" y="connsiteY1"/>
                  </a:cxn>
                </a:cxnLst>
                <a:rect l="l" t="t" r="r" b="b"/>
                <a:pathLst>
                  <a:path w="19050" h="57150">
                    <a:moveTo>
                      <a:pt x="0" y="0"/>
                    </a:moveTo>
                    <a:lnTo>
                      <a:pt x="0" y="57150"/>
                    </a:lnTo>
                  </a:path>
                </a:pathLst>
              </a:custGeom>
              <a:ln w="25400" cap="rnd">
                <a:solidFill>
                  <a:schemeClr val="bg1"/>
                </a:solidFill>
                <a:prstDash val="solid"/>
                <a:round/>
              </a:ln>
            </p:spPr>
            <p:txBody>
              <a:bodyPr rtlCol="0" anchor="ctr"/>
              <a:lstStyle/>
              <a:p>
                <a:endParaRPr lang="en-CR"/>
              </a:p>
            </p:txBody>
          </p:sp>
          <p:sp>
            <p:nvSpPr>
              <p:cNvPr id="418" name="Freeform 417">
                <a:extLst>
                  <a:ext uri="{FF2B5EF4-FFF2-40B4-BE49-F238E27FC236}">
                    <a16:creationId xmlns:a16="http://schemas.microsoft.com/office/drawing/2014/main" id="{AC0E5CBD-2A7B-DB69-1EA7-B73EDBC20DD4}"/>
                  </a:ext>
                </a:extLst>
              </p:cNvPr>
              <p:cNvSpPr/>
              <p:nvPr/>
            </p:nvSpPr>
            <p:spPr>
              <a:xfrm>
                <a:off x="6069825" y="5428730"/>
                <a:ext cx="19050" cy="266700"/>
              </a:xfrm>
              <a:custGeom>
                <a:avLst/>
                <a:gdLst>
                  <a:gd name="connsiteX0" fmla="*/ 0 w 19050"/>
                  <a:gd name="connsiteY0" fmla="*/ 0 h 266700"/>
                  <a:gd name="connsiteX1" fmla="*/ 0 w 19050"/>
                  <a:gd name="connsiteY1" fmla="*/ 266700 h 266700"/>
                </a:gdLst>
                <a:ahLst/>
                <a:cxnLst>
                  <a:cxn ang="0">
                    <a:pos x="connsiteX0" y="connsiteY0"/>
                  </a:cxn>
                  <a:cxn ang="0">
                    <a:pos x="connsiteX1" y="connsiteY1"/>
                  </a:cxn>
                </a:cxnLst>
                <a:rect l="l" t="t" r="r" b="b"/>
                <a:pathLst>
                  <a:path w="19050" h="266700">
                    <a:moveTo>
                      <a:pt x="0" y="0"/>
                    </a:moveTo>
                    <a:lnTo>
                      <a:pt x="0" y="266700"/>
                    </a:lnTo>
                  </a:path>
                </a:pathLst>
              </a:custGeom>
              <a:ln w="25400" cap="rnd">
                <a:solidFill>
                  <a:schemeClr val="bg1"/>
                </a:solidFill>
                <a:prstDash val="solid"/>
                <a:round/>
              </a:ln>
            </p:spPr>
            <p:txBody>
              <a:bodyPr rtlCol="0" anchor="ctr"/>
              <a:lstStyle/>
              <a:p>
                <a:endParaRPr lang="en-CR"/>
              </a:p>
            </p:txBody>
          </p:sp>
          <p:sp>
            <p:nvSpPr>
              <p:cNvPr id="419" name="Freeform 418">
                <a:extLst>
                  <a:ext uri="{FF2B5EF4-FFF2-40B4-BE49-F238E27FC236}">
                    <a16:creationId xmlns:a16="http://schemas.microsoft.com/office/drawing/2014/main" id="{719D05B7-751A-C167-C5D8-6286AF1DF67F}"/>
                  </a:ext>
                </a:extLst>
              </p:cNvPr>
              <p:cNvSpPr/>
              <p:nvPr/>
            </p:nvSpPr>
            <p:spPr>
              <a:xfrm>
                <a:off x="6069825" y="5771630"/>
                <a:ext cx="19050" cy="57150"/>
              </a:xfrm>
              <a:custGeom>
                <a:avLst/>
                <a:gdLst>
                  <a:gd name="connsiteX0" fmla="*/ 0 w 19050"/>
                  <a:gd name="connsiteY0" fmla="*/ 0 h 57150"/>
                  <a:gd name="connsiteX1" fmla="*/ 0 w 19050"/>
                  <a:gd name="connsiteY1" fmla="*/ 57150 h 57150"/>
                </a:gdLst>
                <a:ahLst/>
                <a:cxnLst>
                  <a:cxn ang="0">
                    <a:pos x="connsiteX0" y="connsiteY0"/>
                  </a:cxn>
                  <a:cxn ang="0">
                    <a:pos x="connsiteX1" y="connsiteY1"/>
                  </a:cxn>
                </a:cxnLst>
                <a:rect l="l" t="t" r="r" b="b"/>
                <a:pathLst>
                  <a:path w="19050" h="57150">
                    <a:moveTo>
                      <a:pt x="0" y="0"/>
                    </a:moveTo>
                    <a:lnTo>
                      <a:pt x="0" y="57150"/>
                    </a:lnTo>
                  </a:path>
                </a:pathLst>
              </a:custGeom>
              <a:ln w="25400" cap="rnd">
                <a:solidFill>
                  <a:schemeClr val="bg1"/>
                </a:solidFill>
                <a:prstDash val="solid"/>
                <a:round/>
              </a:ln>
            </p:spPr>
            <p:txBody>
              <a:bodyPr rtlCol="0" anchor="ctr"/>
              <a:lstStyle/>
              <a:p>
                <a:endParaRPr lang="en-CR"/>
              </a:p>
            </p:txBody>
          </p:sp>
          <p:sp>
            <p:nvSpPr>
              <p:cNvPr id="420" name="Freeform 419">
                <a:extLst>
                  <a:ext uri="{FF2B5EF4-FFF2-40B4-BE49-F238E27FC236}">
                    <a16:creationId xmlns:a16="http://schemas.microsoft.com/office/drawing/2014/main" id="{FD6AD174-692A-01EC-8C26-026597E2A882}"/>
                  </a:ext>
                </a:extLst>
              </p:cNvPr>
              <p:cNvSpPr/>
              <p:nvPr/>
            </p:nvSpPr>
            <p:spPr>
              <a:xfrm>
                <a:off x="5955525" y="5638280"/>
                <a:ext cx="19050" cy="190500"/>
              </a:xfrm>
              <a:custGeom>
                <a:avLst/>
                <a:gdLst>
                  <a:gd name="connsiteX0" fmla="*/ 0 w 19050"/>
                  <a:gd name="connsiteY0" fmla="*/ 0 h 190500"/>
                  <a:gd name="connsiteX1" fmla="*/ 0 w 19050"/>
                  <a:gd name="connsiteY1" fmla="*/ 190500 h 190500"/>
                </a:gdLst>
                <a:ahLst/>
                <a:cxnLst>
                  <a:cxn ang="0">
                    <a:pos x="connsiteX0" y="connsiteY0"/>
                  </a:cxn>
                  <a:cxn ang="0">
                    <a:pos x="connsiteX1" y="connsiteY1"/>
                  </a:cxn>
                </a:cxnLst>
                <a:rect l="l" t="t" r="r" b="b"/>
                <a:pathLst>
                  <a:path w="19050" h="190500">
                    <a:moveTo>
                      <a:pt x="0" y="0"/>
                    </a:moveTo>
                    <a:lnTo>
                      <a:pt x="0" y="190500"/>
                    </a:lnTo>
                  </a:path>
                </a:pathLst>
              </a:custGeom>
              <a:ln w="25400" cap="rnd">
                <a:solidFill>
                  <a:schemeClr val="bg1"/>
                </a:solidFill>
                <a:prstDash val="solid"/>
                <a:round/>
              </a:ln>
            </p:spPr>
            <p:txBody>
              <a:bodyPr rtlCol="0" anchor="ctr"/>
              <a:lstStyle/>
              <a:p>
                <a:endParaRPr lang="en-CR"/>
              </a:p>
            </p:txBody>
          </p:sp>
          <p:sp>
            <p:nvSpPr>
              <p:cNvPr id="421" name="Freeform 420">
                <a:extLst>
                  <a:ext uri="{FF2B5EF4-FFF2-40B4-BE49-F238E27FC236}">
                    <a16:creationId xmlns:a16="http://schemas.microsoft.com/office/drawing/2014/main" id="{FF302A67-E9C1-542C-1C46-DA1169510A98}"/>
                  </a:ext>
                </a:extLst>
              </p:cNvPr>
              <p:cNvSpPr/>
              <p:nvPr/>
            </p:nvSpPr>
            <p:spPr>
              <a:xfrm>
                <a:off x="5726925" y="5367198"/>
                <a:ext cx="438150" cy="540638"/>
              </a:xfrm>
              <a:custGeom>
                <a:avLst/>
                <a:gdLst>
                  <a:gd name="connsiteX0" fmla="*/ 0 w 438150"/>
                  <a:gd name="connsiteY0" fmla="*/ 252031 h 540638"/>
                  <a:gd name="connsiteX1" fmla="*/ 0 w 438150"/>
                  <a:gd name="connsiteY1" fmla="*/ 19050 h 540638"/>
                  <a:gd name="connsiteX2" fmla="*/ 19050 w 438150"/>
                  <a:gd name="connsiteY2" fmla="*/ 0 h 540638"/>
                  <a:gd name="connsiteX3" fmla="*/ 419100 w 438150"/>
                  <a:gd name="connsiteY3" fmla="*/ 0 h 540638"/>
                  <a:gd name="connsiteX4" fmla="*/ 438150 w 438150"/>
                  <a:gd name="connsiteY4" fmla="*/ 19050 h 540638"/>
                  <a:gd name="connsiteX5" fmla="*/ 438150 w 438150"/>
                  <a:gd name="connsiteY5" fmla="*/ 521589 h 540638"/>
                  <a:gd name="connsiteX6" fmla="*/ 418910 w 438150"/>
                  <a:gd name="connsiteY6" fmla="*/ 540639 h 540638"/>
                  <a:gd name="connsiteX7" fmla="*/ 76200 w 438150"/>
                  <a:gd name="connsiteY7" fmla="*/ 537782 h 5406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38150" h="540638">
                    <a:moveTo>
                      <a:pt x="0" y="252031"/>
                    </a:moveTo>
                    <a:lnTo>
                      <a:pt x="0" y="19050"/>
                    </a:lnTo>
                    <a:cubicBezTo>
                      <a:pt x="0" y="8573"/>
                      <a:pt x="8572" y="0"/>
                      <a:pt x="19050" y="0"/>
                    </a:cubicBezTo>
                    <a:lnTo>
                      <a:pt x="419100" y="0"/>
                    </a:lnTo>
                    <a:cubicBezTo>
                      <a:pt x="429578" y="0"/>
                      <a:pt x="438150" y="8573"/>
                      <a:pt x="438150" y="19050"/>
                    </a:cubicBezTo>
                    <a:lnTo>
                      <a:pt x="438150" y="521589"/>
                    </a:lnTo>
                    <a:cubicBezTo>
                      <a:pt x="438150" y="532257"/>
                      <a:pt x="429578" y="540639"/>
                      <a:pt x="418910" y="540639"/>
                    </a:cubicBezTo>
                    <a:lnTo>
                      <a:pt x="76200" y="537782"/>
                    </a:lnTo>
                  </a:path>
                </a:pathLst>
              </a:custGeom>
              <a:noFill/>
              <a:ln w="25400" cap="rnd">
                <a:solidFill>
                  <a:schemeClr val="bg1"/>
                </a:solidFill>
                <a:prstDash val="solid"/>
                <a:round/>
              </a:ln>
            </p:spPr>
            <p:txBody>
              <a:bodyPr rtlCol="0" anchor="ctr"/>
              <a:lstStyle/>
              <a:p>
                <a:endParaRPr lang="en-CR"/>
              </a:p>
            </p:txBody>
          </p:sp>
        </p:grpSp>
        <p:grpSp>
          <p:nvGrpSpPr>
            <p:cNvPr id="409" name="Graphic 367">
              <a:extLst>
                <a:ext uri="{FF2B5EF4-FFF2-40B4-BE49-F238E27FC236}">
                  <a16:creationId xmlns:a16="http://schemas.microsoft.com/office/drawing/2014/main" id="{29376151-94C6-BB38-0E25-D20CE88F8ED0}"/>
                </a:ext>
              </a:extLst>
            </p:cNvPr>
            <p:cNvGrpSpPr/>
            <p:nvPr/>
          </p:nvGrpSpPr>
          <p:grpSpPr>
            <a:xfrm>
              <a:off x="5554834" y="5632622"/>
              <a:ext cx="266700" cy="247650"/>
              <a:chOff x="5631675" y="5657330"/>
              <a:chExt cx="266700" cy="247650"/>
            </a:xfrm>
            <a:noFill/>
          </p:grpSpPr>
          <p:sp>
            <p:nvSpPr>
              <p:cNvPr id="410" name="Freeform 409">
                <a:extLst>
                  <a:ext uri="{FF2B5EF4-FFF2-40B4-BE49-F238E27FC236}">
                    <a16:creationId xmlns:a16="http://schemas.microsoft.com/office/drawing/2014/main" id="{AD097B10-86C2-CAE0-4EB0-E74E9064B307}"/>
                  </a:ext>
                </a:extLst>
              </p:cNvPr>
              <p:cNvSpPr/>
              <p:nvPr/>
            </p:nvSpPr>
            <p:spPr>
              <a:xfrm>
                <a:off x="5631675" y="5821731"/>
                <a:ext cx="95250" cy="83248"/>
              </a:xfrm>
              <a:custGeom>
                <a:avLst/>
                <a:gdLst>
                  <a:gd name="connsiteX0" fmla="*/ 95250 w 95250"/>
                  <a:gd name="connsiteY0" fmla="*/ 0 h 83248"/>
                  <a:gd name="connsiteX1" fmla="*/ 0 w 95250"/>
                  <a:gd name="connsiteY1" fmla="*/ 83248 h 83248"/>
                </a:gdLst>
                <a:ahLst/>
                <a:cxnLst>
                  <a:cxn ang="0">
                    <a:pos x="connsiteX0" y="connsiteY0"/>
                  </a:cxn>
                  <a:cxn ang="0">
                    <a:pos x="connsiteX1" y="connsiteY1"/>
                  </a:cxn>
                </a:cxnLst>
                <a:rect l="l" t="t" r="r" b="b"/>
                <a:pathLst>
                  <a:path w="95250" h="83248">
                    <a:moveTo>
                      <a:pt x="95250" y="0"/>
                    </a:moveTo>
                    <a:lnTo>
                      <a:pt x="0" y="83248"/>
                    </a:lnTo>
                  </a:path>
                </a:pathLst>
              </a:custGeom>
              <a:ln w="25400" cap="rnd">
                <a:solidFill>
                  <a:schemeClr val="bg1"/>
                </a:solidFill>
                <a:prstDash val="solid"/>
                <a:round/>
              </a:ln>
            </p:spPr>
            <p:txBody>
              <a:bodyPr rtlCol="0" anchor="ctr"/>
              <a:lstStyle/>
              <a:p>
                <a:endParaRPr lang="en-CR"/>
              </a:p>
            </p:txBody>
          </p:sp>
          <p:sp>
            <p:nvSpPr>
              <p:cNvPr id="411" name="Freeform 410">
                <a:extLst>
                  <a:ext uri="{FF2B5EF4-FFF2-40B4-BE49-F238E27FC236}">
                    <a16:creationId xmlns:a16="http://schemas.microsoft.com/office/drawing/2014/main" id="{EF75CCC6-8B45-A55B-17B4-7E28704CC958}"/>
                  </a:ext>
                </a:extLst>
              </p:cNvPr>
              <p:cNvSpPr/>
              <p:nvPr/>
            </p:nvSpPr>
            <p:spPr>
              <a:xfrm>
                <a:off x="5707875" y="5657330"/>
                <a:ext cx="190500" cy="190500"/>
              </a:xfrm>
              <a:custGeom>
                <a:avLst/>
                <a:gdLst>
                  <a:gd name="connsiteX0" fmla="*/ 190500 w 190500"/>
                  <a:gd name="connsiteY0" fmla="*/ 95250 h 190500"/>
                  <a:gd name="connsiteX1" fmla="*/ 95250 w 190500"/>
                  <a:gd name="connsiteY1" fmla="*/ 190500 h 190500"/>
                  <a:gd name="connsiteX2" fmla="*/ 0 w 190500"/>
                  <a:gd name="connsiteY2" fmla="*/ 95250 h 190500"/>
                  <a:gd name="connsiteX3" fmla="*/ 95250 w 190500"/>
                  <a:gd name="connsiteY3" fmla="*/ 0 h 190500"/>
                  <a:gd name="connsiteX4" fmla="*/ 190500 w 190500"/>
                  <a:gd name="connsiteY4" fmla="*/ 95250 h 1905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500" h="190500">
                    <a:moveTo>
                      <a:pt x="190500" y="95250"/>
                    </a:moveTo>
                    <a:cubicBezTo>
                      <a:pt x="190500" y="147855"/>
                      <a:pt x="147855" y="190500"/>
                      <a:pt x="95250" y="190500"/>
                    </a:cubicBezTo>
                    <a:cubicBezTo>
                      <a:pt x="42645" y="190500"/>
                      <a:pt x="0" y="147855"/>
                      <a:pt x="0" y="95250"/>
                    </a:cubicBezTo>
                    <a:cubicBezTo>
                      <a:pt x="0" y="42645"/>
                      <a:pt x="42645" y="0"/>
                      <a:pt x="95250" y="0"/>
                    </a:cubicBezTo>
                    <a:cubicBezTo>
                      <a:pt x="147855" y="0"/>
                      <a:pt x="190500" y="42645"/>
                      <a:pt x="190500" y="95250"/>
                    </a:cubicBezTo>
                    <a:close/>
                  </a:path>
                </a:pathLst>
              </a:custGeom>
              <a:noFill/>
              <a:ln w="25400" cap="rnd">
                <a:solidFill>
                  <a:schemeClr val="bg1"/>
                </a:solidFill>
                <a:prstDash val="solid"/>
                <a:round/>
              </a:ln>
            </p:spPr>
            <p:txBody>
              <a:bodyPr rtlCol="0" anchor="ctr"/>
              <a:lstStyle/>
              <a:p>
                <a:endParaRPr lang="en-CR"/>
              </a:p>
            </p:txBody>
          </p:sp>
        </p:grpSp>
      </p:grpSp>
      <p:sp>
        <p:nvSpPr>
          <p:cNvPr id="10" name="Content Placeholder 6">
            <a:extLst>
              <a:ext uri="{FF2B5EF4-FFF2-40B4-BE49-F238E27FC236}">
                <a16:creationId xmlns:a16="http://schemas.microsoft.com/office/drawing/2014/main" id="{3B4E805B-2A06-049C-4080-76F5CBED0D37}"/>
              </a:ext>
            </a:extLst>
          </p:cNvPr>
          <p:cNvSpPr txBox="1">
            <a:spLocks/>
          </p:cNvSpPr>
          <p:nvPr/>
        </p:nvSpPr>
        <p:spPr>
          <a:xfrm>
            <a:off x="546100" y="2233830"/>
            <a:ext cx="3273552" cy="1372492"/>
          </a:xfrm>
          <a:prstGeom prst="rect">
            <a:avLst/>
          </a:prstGeom>
        </p:spPr>
        <p:txBody>
          <a:bodyPr vert="horz" lIns="0" tIns="0" rIns="0" bIns="0" rtlCol="0">
            <a:spAutoFit/>
          </a:bodyPr>
          <a:lstStyle>
            <a:lvl1pPr marL="0" indent="0" algn="l" defTabSz="914400" rtl="0" eaLnBrk="1" latinLnBrk="0" hangingPunct="1">
              <a:lnSpc>
                <a:spcPct val="101000"/>
              </a:lnSpc>
              <a:spcBef>
                <a:spcPts val="0"/>
              </a:spcBef>
              <a:spcAft>
                <a:spcPts val="600"/>
              </a:spcAft>
              <a:buFont typeface="GT America Regular"/>
              <a:buNone/>
              <a:defRPr sz="1400" b="0" i="0" kern="1200">
                <a:solidFill>
                  <a:schemeClr val="tx1"/>
                </a:solidFill>
                <a:latin typeface="+mn-lt"/>
                <a:ea typeface="GT America Regular" charset="0"/>
                <a:cs typeface="GT America Regular" charset="0"/>
              </a:defRPr>
            </a:lvl1pPr>
            <a:lvl2pPr marL="285750" indent="-285750" algn="l" defTabSz="914400" rtl="0" eaLnBrk="1" latinLnBrk="0" hangingPunct="1">
              <a:lnSpc>
                <a:spcPct val="101000"/>
              </a:lnSpc>
              <a:spcBef>
                <a:spcPts val="0"/>
              </a:spcBef>
              <a:spcAft>
                <a:spcPts val="600"/>
              </a:spcAft>
              <a:buFont typeface="GT America Regular" charset="0"/>
              <a:buChar char="→"/>
              <a:defRPr sz="1400" b="0" i="0" kern="1200">
                <a:solidFill>
                  <a:schemeClr val="tx1"/>
                </a:solidFill>
                <a:latin typeface="+mn-lt"/>
                <a:ea typeface="GT America Regular"/>
                <a:cs typeface="GT America Regular"/>
              </a:defRPr>
            </a:lvl2pPr>
            <a:lvl3pPr marL="458788" indent="-171450" algn="l" defTabSz="914400" rtl="0" eaLnBrk="1" latinLnBrk="0" hangingPunct="1">
              <a:lnSpc>
                <a:spcPct val="101000"/>
              </a:lnSpc>
              <a:spcBef>
                <a:spcPts val="0"/>
              </a:spcBef>
              <a:spcAft>
                <a:spcPts val="600"/>
              </a:spcAft>
              <a:buClr>
                <a:schemeClr val="accent1"/>
              </a:buClr>
              <a:buFont typeface="GT America Regular" pitchFamily="50" charset="0"/>
              <a:buChar char="•"/>
              <a:defRPr sz="1400" b="0" i="0" kern="1200">
                <a:solidFill>
                  <a:schemeClr val="tx1"/>
                </a:solidFill>
                <a:latin typeface="+mn-lt"/>
                <a:ea typeface="GT America Regular" pitchFamily="2" charset="77"/>
                <a:cs typeface="GT America Regular" pitchFamily="2" charset="77"/>
              </a:defRPr>
            </a:lvl3pPr>
            <a:lvl4pPr marL="628650" indent="-171450" algn="l" defTabSz="914400" rtl="0" eaLnBrk="1" latinLnBrk="0" hangingPunct="1">
              <a:lnSpc>
                <a:spcPct val="101000"/>
              </a:lnSpc>
              <a:spcBef>
                <a:spcPts val="0"/>
              </a:spcBef>
              <a:spcAft>
                <a:spcPts val="600"/>
              </a:spcAft>
              <a:buClrTx/>
              <a:buFont typeface="GT America Regular" pitchFamily="50" charset="0"/>
              <a:buChar char="–"/>
              <a:defRPr sz="1300" b="0" i="0" kern="1200">
                <a:solidFill>
                  <a:schemeClr val="tx1"/>
                </a:solidFill>
                <a:latin typeface="+mn-lt"/>
                <a:ea typeface="GT America Regular" pitchFamily="2" charset="77"/>
                <a:cs typeface="GT America Regular" pitchFamily="2" charset="77"/>
              </a:defRPr>
            </a:lvl4pPr>
            <a:lvl5pPr marL="801688" indent="-171450" algn="l" defTabSz="914400" rtl="0" eaLnBrk="1" latinLnBrk="0" hangingPunct="1">
              <a:lnSpc>
                <a:spcPct val="101000"/>
              </a:lnSpc>
              <a:spcBef>
                <a:spcPts val="0"/>
              </a:spcBef>
              <a:spcAft>
                <a:spcPts val="600"/>
              </a:spcAft>
              <a:buClr>
                <a:schemeClr val="accent1"/>
              </a:buClr>
              <a:buFont typeface="GT America Regular" charset="0"/>
              <a:buChar char="–"/>
              <a:tabLst/>
              <a:defRPr sz="1200" b="0" i="0" kern="1200">
                <a:solidFill>
                  <a:schemeClr val="tx1"/>
                </a:solidFill>
                <a:latin typeface="+mn-lt"/>
                <a:ea typeface="GT America Regular" pitchFamily="2" charset="77"/>
                <a:cs typeface="GT America Regular" pitchFamily="2" charset="77"/>
              </a:defRPr>
            </a:lvl5pPr>
            <a:lvl6pPr marL="971550" indent="-171450" algn="l" defTabSz="914400" rtl="0" eaLnBrk="1" latinLnBrk="0" hangingPunct="1">
              <a:lnSpc>
                <a:spcPct val="101000"/>
              </a:lnSpc>
              <a:spcBef>
                <a:spcPts val="0"/>
              </a:spcBef>
              <a:spcAft>
                <a:spcPts val="600"/>
              </a:spcAft>
              <a:buClrTx/>
              <a:buFont typeface="GT America Regular" pitchFamily="50" charset="0"/>
              <a:buChar char="»"/>
              <a:defRPr sz="1200" b="0" i="0" kern="1200">
                <a:solidFill>
                  <a:schemeClr val="tx1"/>
                </a:solidFill>
                <a:latin typeface="+mn-lt"/>
                <a:ea typeface="GT America Regular" pitchFamily="2" charset="77"/>
                <a:cs typeface="GT America Regular" pitchFamily="2" charset="77"/>
              </a:defRPr>
            </a:lvl6pPr>
            <a:lvl7pPr marL="1144588" indent="-171450" algn="l" defTabSz="914400" rtl="0" eaLnBrk="1" latinLnBrk="0" hangingPunct="1">
              <a:lnSpc>
                <a:spcPct val="101000"/>
              </a:lnSpc>
              <a:spcBef>
                <a:spcPts val="0"/>
              </a:spcBef>
              <a:spcAft>
                <a:spcPts val="600"/>
              </a:spcAft>
              <a:buClr>
                <a:schemeClr val="accent1"/>
              </a:buClr>
              <a:buFont typeface="GT America Regular" charset="0"/>
              <a:buChar char="»"/>
              <a:defRPr sz="1100" kern="1200">
                <a:solidFill>
                  <a:schemeClr val="tx1"/>
                </a:solidFill>
                <a:latin typeface="+mn-lt"/>
                <a:ea typeface="GT America Regular" pitchFamily="2" charset="77"/>
                <a:cs typeface="GT America Regular" pitchFamily="2" charset="77"/>
              </a:defRPr>
            </a:lvl7pPr>
            <a:lvl8pPr marL="1312863" indent="-171450" algn="l" defTabSz="914400" rtl="0" eaLnBrk="1" latinLnBrk="0" hangingPunct="1">
              <a:lnSpc>
                <a:spcPct val="101000"/>
              </a:lnSpc>
              <a:spcBef>
                <a:spcPts val="0"/>
              </a:spcBef>
              <a:spcAft>
                <a:spcPts val="600"/>
              </a:spcAft>
              <a:buClrTx/>
              <a:buFont typeface="GT America Regular" pitchFamily="50" charset="0"/>
              <a:buChar char="›"/>
              <a:defRPr sz="1100" kern="1200">
                <a:solidFill>
                  <a:schemeClr val="tx1"/>
                </a:solidFill>
                <a:latin typeface="+mn-lt"/>
                <a:ea typeface="GT America Regular" pitchFamily="2" charset="77"/>
                <a:cs typeface="GT America Regular" pitchFamily="2" charset="77"/>
              </a:defRPr>
            </a:lvl8pPr>
            <a:lvl9pPr marL="1485900" indent="-171450" algn="l" defTabSz="914400" rtl="0" eaLnBrk="1" latinLnBrk="0" hangingPunct="1">
              <a:lnSpc>
                <a:spcPct val="101000"/>
              </a:lnSpc>
              <a:spcBef>
                <a:spcPts val="0"/>
              </a:spcBef>
              <a:spcAft>
                <a:spcPts val="600"/>
              </a:spcAft>
              <a:buClr>
                <a:schemeClr val="accent1"/>
              </a:buClr>
              <a:buFont typeface="GT America Regular" charset="0"/>
              <a:buChar char="›"/>
              <a:defRPr sz="1100" kern="1200">
                <a:solidFill>
                  <a:schemeClr val="tx1"/>
                </a:solidFill>
                <a:latin typeface="+mn-lt"/>
                <a:ea typeface="GT America Regular" pitchFamily="2" charset="77"/>
                <a:cs typeface="GT America Regular" pitchFamily="2" charset="77"/>
              </a:defRPr>
            </a:lvl9pPr>
          </a:lstStyle>
          <a:p>
            <a:pPr lvl="1"/>
            <a:r>
              <a:rPr lang="en-US" dirty="0"/>
              <a:t>A complete library of icons is available on </a:t>
            </a:r>
            <a:r>
              <a:rPr lang="en-US" dirty="0">
                <a:hlinkClick r:id="rId2"/>
              </a:rPr>
              <a:t>Brand Center</a:t>
            </a:r>
            <a:endParaRPr lang="en-US" dirty="0"/>
          </a:p>
          <a:p>
            <a:pPr lvl="1"/>
            <a:r>
              <a:rPr lang="en-US" dirty="0"/>
              <a:t>On light backgrounds, Moody's Blue and Bright Blue is used. On dark backgrounds, we use solely white for clarity and legibility</a:t>
            </a:r>
          </a:p>
        </p:txBody>
      </p:sp>
      <p:sp>
        <p:nvSpPr>
          <p:cNvPr id="7" name="Text Placeholder 20">
            <a:extLst>
              <a:ext uri="{FF2B5EF4-FFF2-40B4-BE49-F238E27FC236}">
                <a16:creationId xmlns:a16="http://schemas.microsoft.com/office/drawing/2014/main" id="{A9B8F3A6-BAB7-3C17-CCE3-AAF3613611E0}"/>
              </a:ext>
            </a:extLst>
          </p:cNvPr>
          <p:cNvSpPr txBox="1">
            <a:spLocks/>
          </p:cNvSpPr>
          <p:nvPr/>
        </p:nvSpPr>
        <p:spPr>
          <a:xfrm>
            <a:off x="4704020" y="695847"/>
            <a:ext cx="5525830" cy="162993"/>
          </a:xfrm>
          <a:prstGeom prst="rect">
            <a:avLst/>
          </a:prstGeom>
        </p:spPr>
        <p:txBody>
          <a:bodyPr vert="horz" wrap="square" lIns="0" tIns="0" rIns="0" bIns="0" rtlCol="0" anchor="b">
            <a:spAutoFit/>
          </a:bodyPr>
          <a:lstStyle>
            <a:lvl1pPr marL="0" indent="0" algn="l" defTabSz="914400" rtl="0" eaLnBrk="1" latinLnBrk="0" hangingPunct="1">
              <a:lnSpc>
                <a:spcPct val="101000"/>
              </a:lnSpc>
              <a:spcBef>
                <a:spcPts val="0"/>
              </a:spcBef>
              <a:spcAft>
                <a:spcPts val="600"/>
              </a:spcAft>
              <a:buFont typeface="GT America Regular"/>
              <a:buNone/>
              <a:defRPr lang="en-US" sz="2000" b="0" i="0" kern="1200" dirty="0" smtClean="0">
                <a:solidFill>
                  <a:schemeClr val="tx2"/>
                </a:solidFill>
                <a:latin typeface="+mj-lt"/>
                <a:ea typeface="GT America Regular" charset="0"/>
                <a:cs typeface="GT America Regular" charset="0"/>
              </a:defRPr>
            </a:lvl1pPr>
            <a:lvl2pPr marL="0" indent="0" algn="l" defTabSz="914400" rtl="0" eaLnBrk="1" latinLnBrk="0" hangingPunct="1">
              <a:lnSpc>
                <a:spcPct val="101000"/>
              </a:lnSpc>
              <a:spcBef>
                <a:spcPts val="0"/>
              </a:spcBef>
              <a:spcAft>
                <a:spcPts val="600"/>
              </a:spcAft>
              <a:buFont typeface="GT America Regular" charset="0"/>
              <a:buNone/>
              <a:defRPr lang="en-US" sz="2000" b="0" i="0" kern="1200" dirty="0" smtClean="0">
                <a:solidFill>
                  <a:schemeClr val="tx2"/>
                </a:solidFill>
                <a:latin typeface="+mj-lt"/>
                <a:ea typeface="GT America Regular" charset="0"/>
                <a:cs typeface="GT America Regular" charset="0"/>
              </a:defRPr>
            </a:lvl2pPr>
            <a:lvl3pPr marL="0" indent="0" algn="l" defTabSz="914400" rtl="0" eaLnBrk="1" latinLnBrk="0" hangingPunct="1">
              <a:lnSpc>
                <a:spcPct val="101000"/>
              </a:lnSpc>
              <a:spcBef>
                <a:spcPts val="0"/>
              </a:spcBef>
              <a:spcAft>
                <a:spcPts val="600"/>
              </a:spcAft>
              <a:buClr>
                <a:schemeClr val="accent1"/>
              </a:buClr>
              <a:buFont typeface="GT America Regular" pitchFamily="50" charset="0"/>
              <a:buNone/>
              <a:defRPr lang="en-US" sz="2000" b="0" i="0" kern="1200" dirty="0" smtClean="0">
                <a:solidFill>
                  <a:schemeClr val="tx2"/>
                </a:solidFill>
                <a:latin typeface="+mj-lt"/>
                <a:ea typeface="GT America Regular" charset="0"/>
                <a:cs typeface="GT America Regular" charset="0"/>
              </a:defRPr>
            </a:lvl3pPr>
            <a:lvl4pPr marL="0" indent="0" algn="l" defTabSz="914400" rtl="0" eaLnBrk="1" latinLnBrk="0" hangingPunct="1">
              <a:lnSpc>
                <a:spcPct val="101000"/>
              </a:lnSpc>
              <a:spcBef>
                <a:spcPts val="0"/>
              </a:spcBef>
              <a:spcAft>
                <a:spcPts val="600"/>
              </a:spcAft>
              <a:buClrTx/>
              <a:buFont typeface="GT America Regular" pitchFamily="50" charset="0"/>
              <a:buNone/>
              <a:defRPr lang="en-US" sz="2000" b="0" i="0" kern="1200" dirty="0" smtClean="0">
                <a:solidFill>
                  <a:schemeClr val="tx2"/>
                </a:solidFill>
                <a:latin typeface="+mj-lt"/>
                <a:ea typeface="GT America Regular" charset="0"/>
                <a:cs typeface="GT America Regular" charset="0"/>
              </a:defRPr>
            </a:lvl4pPr>
            <a:lvl5pPr marL="0" indent="0" algn="l" defTabSz="914400" rtl="0" eaLnBrk="1" latinLnBrk="0" hangingPunct="1">
              <a:lnSpc>
                <a:spcPct val="101000"/>
              </a:lnSpc>
              <a:spcBef>
                <a:spcPts val="0"/>
              </a:spcBef>
              <a:spcAft>
                <a:spcPts val="600"/>
              </a:spcAft>
              <a:buClr>
                <a:schemeClr val="accent1"/>
              </a:buClr>
              <a:buFont typeface="GT America Regular" charset="0"/>
              <a:buNone/>
              <a:tabLst/>
              <a:defRPr lang="en-US" sz="2000" b="0" i="0" kern="1200" dirty="0" smtClean="0">
                <a:solidFill>
                  <a:schemeClr val="tx2"/>
                </a:solidFill>
                <a:latin typeface="+mj-lt"/>
                <a:ea typeface="GT America Regular" charset="0"/>
                <a:cs typeface="GT America Regular" charset="0"/>
              </a:defRPr>
            </a:lvl5pPr>
            <a:lvl6pPr marL="0" indent="0" algn="l" defTabSz="914400" rtl="0" eaLnBrk="1" latinLnBrk="0" hangingPunct="1">
              <a:lnSpc>
                <a:spcPct val="101000"/>
              </a:lnSpc>
              <a:spcBef>
                <a:spcPts val="0"/>
              </a:spcBef>
              <a:spcAft>
                <a:spcPts val="600"/>
              </a:spcAft>
              <a:buClrTx/>
              <a:buFont typeface="GT America Regular" pitchFamily="50" charset="0"/>
              <a:buNone/>
              <a:defRPr lang="en-US" sz="2000" b="0" i="0" kern="1200" dirty="0" smtClean="0">
                <a:solidFill>
                  <a:schemeClr val="tx2"/>
                </a:solidFill>
                <a:latin typeface="+mj-lt"/>
                <a:ea typeface="GT America Regular" charset="0"/>
                <a:cs typeface="GT America Regular" charset="0"/>
              </a:defRPr>
            </a:lvl6pPr>
            <a:lvl7pPr marL="0" indent="0" algn="l" defTabSz="914400" rtl="0" eaLnBrk="1" latinLnBrk="0" hangingPunct="1">
              <a:lnSpc>
                <a:spcPct val="101000"/>
              </a:lnSpc>
              <a:spcBef>
                <a:spcPts val="0"/>
              </a:spcBef>
              <a:spcAft>
                <a:spcPts val="600"/>
              </a:spcAft>
              <a:buClr>
                <a:schemeClr val="accent1"/>
              </a:buClr>
              <a:buFont typeface="GT America Regular" charset="0"/>
              <a:buNone/>
              <a:defRPr lang="en-US" sz="2000" b="0" i="0" kern="1200" dirty="0" smtClean="0">
                <a:solidFill>
                  <a:schemeClr val="tx2"/>
                </a:solidFill>
                <a:latin typeface="+mj-lt"/>
                <a:ea typeface="GT America Regular" charset="0"/>
                <a:cs typeface="GT America Regular" charset="0"/>
              </a:defRPr>
            </a:lvl7pPr>
            <a:lvl8pPr marL="0" indent="0" algn="l" defTabSz="914400" rtl="0" eaLnBrk="1" latinLnBrk="0" hangingPunct="1">
              <a:lnSpc>
                <a:spcPct val="101000"/>
              </a:lnSpc>
              <a:spcBef>
                <a:spcPts val="0"/>
              </a:spcBef>
              <a:spcAft>
                <a:spcPts val="600"/>
              </a:spcAft>
              <a:buClrTx/>
              <a:buFont typeface="GT America Regular" pitchFamily="50" charset="0"/>
              <a:buNone/>
              <a:defRPr lang="en-US" sz="2000" b="0" i="0" kern="1200" dirty="0" smtClean="0">
                <a:solidFill>
                  <a:schemeClr val="tx2"/>
                </a:solidFill>
                <a:latin typeface="+mj-lt"/>
                <a:ea typeface="GT America Regular" charset="0"/>
                <a:cs typeface="GT America Regular" charset="0"/>
              </a:defRPr>
            </a:lvl8pPr>
            <a:lvl9pPr marL="0" indent="0" algn="l" defTabSz="914400" rtl="0" eaLnBrk="1" latinLnBrk="0" hangingPunct="1">
              <a:lnSpc>
                <a:spcPct val="101000"/>
              </a:lnSpc>
              <a:spcBef>
                <a:spcPts val="0"/>
              </a:spcBef>
              <a:spcAft>
                <a:spcPts val="600"/>
              </a:spcAft>
              <a:buClr>
                <a:schemeClr val="accent1"/>
              </a:buClr>
              <a:buFont typeface="GT America Regular" charset="0"/>
              <a:buNone/>
              <a:defRPr lang="en-US" sz="2000" b="0" i="0" kern="1200" dirty="0">
                <a:solidFill>
                  <a:schemeClr val="tx2"/>
                </a:solidFill>
                <a:latin typeface="+mj-lt"/>
                <a:ea typeface="GT America Regular" charset="0"/>
                <a:cs typeface="GT America Regular" charset="0"/>
              </a:defRPr>
            </a:lvl9pPr>
          </a:lstStyle>
          <a:p>
            <a:r>
              <a:rPr lang="en-US" sz="1100" b="1" dirty="0">
                <a:solidFill>
                  <a:schemeClr val="bg1"/>
                </a:solidFill>
                <a:latin typeface="+mn-lt"/>
              </a:rPr>
              <a:t>SEE A SAMPLE SET OF ICONS VISUALIZING THE COLOR AND STYLE</a:t>
            </a:r>
          </a:p>
        </p:txBody>
      </p:sp>
      <p:grpSp>
        <p:nvGrpSpPr>
          <p:cNvPr id="6" name="Group 5">
            <a:extLst>
              <a:ext uri="{FF2B5EF4-FFF2-40B4-BE49-F238E27FC236}">
                <a16:creationId xmlns:a16="http://schemas.microsoft.com/office/drawing/2014/main" id="{A6DB91A2-5282-E910-B471-47501BEB8731}"/>
              </a:ext>
            </a:extLst>
          </p:cNvPr>
          <p:cNvGrpSpPr/>
          <p:nvPr/>
        </p:nvGrpSpPr>
        <p:grpSpPr>
          <a:xfrm>
            <a:off x="536588" y="3956278"/>
            <a:ext cx="3252614" cy="224837"/>
            <a:chOff x="536588" y="3956278"/>
            <a:chExt cx="3252614" cy="224837"/>
          </a:xfrm>
        </p:grpSpPr>
        <p:sp>
          <p:nvSpPr>
            <p:cNvPr id="9" name="Text Placeholder 20">
              <a:extLst>
                <a:ext uri="{FF2B5EF4-FFF2-40B4-BE49-F238E27FC236}">
                  <a16:creationId xmlns:a16="http://schemas.microsoft.com/office/drawing/2014/main" id="{3F9BBD66-5B4D-71A2-89DB-58E966A51D33}"/>
                </a:ext>
              </a:extLst>
            </p:cNvPr>
            <p:cNvSpPr txBox="1">
              <a:spLocks/>
            </p:cNvSpPr>
            <p:nvPr/>
          </p:nvSpPr>
          <p:spPr>
            <a:xfrm>
              <a:off x="819720" y="3979793"/>
              <a:ext cx="2969482" cy="177806"/>
            </a:xfrm>
            <a:prstGeom prst="rect">
              <a:avLst/>
            </a:prstGeom>
          </p:spPr>
          <p:txBody>
            <a:bodyPr vert="horz" wrap="square" lIns="0" tIns="0" rIns="0" bIns="0" rtlCol="0" anchor="b">
              <a:spAutoFit/>
            </a:bodyPr>
            <a:lstStyle>
              <a:lvl1pPr marL="0" indent="0" algn="l" defTabSz="914400" rtl="0" eaLnBrk="1" latinLnBrk="0" hangingPunct="1">
                <a:lnSpc>
                  <a:spcPct val="101000"/>
                </a:lnSpc>
                <a:spcBef>
                  <a:spcPts val="0"/>
                </a:spcBef>
                <a:spcAft>
                  <a:spcPts val="600"/>
                </a:spcAft>
                <a:buFont typeface="GT America Regular"/>
                <a:buNone/>
                <a:defRPr lang="en-US" sz="2000" b="0" i="0" kern="1200" dirty="0" smtClean="0">
                  <a:solidFill>
                    <a:schemeClr val="tx2"/>
                  </a:solidFill>
                  <a:latin typeface="+mj-lt"/>
                  <a:ea typeface="GT America Regular" charset="0"/>
                  <a:cs typeface="GT America Regular" charset="0"/>
                </a:defRPr>
              </a:lvl1pPr>
              <a:lvl2pPr marL="0" indent="0" algn="l" defTabSz="914400" rtl="0" eaLnBrk="1" latinLnBrk="0" hangingPunct="1">
                <a:lnSpc>
                  <a:spcPct val="101000"/>
                </a:lnSpc>
                <a:spcBef>
                  <a:spcPts val="0"/>
                </a:spcBef>
                <a:spcAft>
                  <a:spcPts val="600"/>
                </a:spcAft>
                <a:buFont typeface="GT America Regular" charset="0"/>
                <a:buNone/>
                <a:defRPr lang="en-US" sz="2000" b="0" i="0" kern="1200" dirty="0" smtClean="0">
                  <a:solidFill>
                    <a:schemeClr val="tx2"/>
                  </a:solidFill>
                  <a:latin typeface="+mj-lt"/>
                  <a:ea typeface="GT America Regular" charset="0"/>
                  <a:cs typeface="GT America Regular" charset="0"/>
                </a:defRPr>
              </a:lvl2pPr>
              <a:lvl3pPr marL="0" indent="0" algn="l" defTabSz="914400" rtl="0" eaLnBrk="1" latinLnBrk="0" hangingPunct="1">
                <a:lnSpc>
                  <a:spcPct val="101000"/>
                </a:lnSpc>
                <a:spcBef>
                  <a:spcPts val="0"/>
                </a:spcBef>
                <a:spcAft>
                  <a:spcPts val="600"/>
                </a:spcAft>
                <a:buClr>
                  <a:schemeClr val="accent1"/>
                </a:buClr>
                <a:buFont typeface="GT America Regular" pitchFamily="50" charset="0"/>
                <a:buNone/>
                <a:defRPr lang="en-US" sz="2000" b="0" i="0" kern="1200" dirty="0" smtClean="0">
                  <a:solidFill>
                    <a:schemeClr val="tx2"/>
                  </a:solidFill>
                  <a:latin typeface="+mj-lt"/>
                  <a:ea typeface="GT America Regular" charset="0"/>
                  <a:cs typeface="GT America Regular" charset="0"/>
                </a:defRPr>
              </a:lvl3pPr>
              <a:lvl4pPr marL="0" indent="0" algn="l" defTabSz="914400" rtl="0" eaLnBrk="1" latinLnBrk="0" hangingPunct="1">
                <a:lnSpc>
                  <a:spcPct val="101000"/>
                </a:lnSpc>
                <a:spcBef>
                  <a:spcPts val="0"/>
                </a:spcBef>
                <a:spcAft>
                  <a:spcPts val="600"/>
                </a:spcAft>
                <a:buClrTx/>
                <a:buFont typeface="GT America Regular" pitchFamily="50" charset="0"/>
                <a:buNone/>
                <a:defRPr lang="en-US" sz="2000" b="0" i="0" kern="1200" dirty="0" smtClean="0">
                  <a:solidFill>
                    <a:schemeClr val="tx2"/>
                  </a:solidFill>
                  <a:latin typeface="+mj-lt"/>
                  <a:ea typeface="GT America Regular" charset="0"/>
                  <a:cs typeface="GT America Regular" charset="0"/>
                </a:defRPr>
              </a:lvl4pPr>
              <a:lvl5pPr marL="0" indent="0" algn="l" defTabSz="914400" rtl="0" eaLnBrk="1" latinLnBrk="0" hangingPunct="1">
                <a:lnSpc>
                  <a:spcPct val="101000"/>
                </a:lnSpc>
                <a:spcBef>
                  <a:spcPts val="0"/>
                </a:spcBef>
                <a:spcAft>
                  <a:spcPts val="600"/>
                </a:spcAft>
                <a:buClr>
                  <a:schemeClr val="accent1"/>
                </a:buClr>
                <a:buFont typeface="GT America Regular" charset="0"/>
                <a:buNone/>
                <a:tabLst/>
                <a:defRPr lang="en-US" sz="2000" b="0" i="0" kern="1200" dirty="0" smtClean="0">
                  <a:solidFill>
                    <a:schemeClr val="tx2"/>
                  </a:solidFill>
                  <a:latin typeface="+mj-lt"/>
                  <a:ea typeface="GT America Regular" charset="0"/>
                  <a:cs typeface="GT America Regular" charset="0"/>
                </a:defRPr>
              </a:lvl5pPr>
              <a:lvl6pPr marL="0" indent="0" algn="l" defTabSz="914400" rtl="0" eaLnBrk="1" latinLnBrk="0" hangingPunct="1">
                <a:lnSpc>
                  <a:spcPct val="101000"/>
                </a:lnSpc>
                <a:spcBef>
                  <a:spcPts val="0"/>
                </a:spcBef>
                <a:spcAft>
                  <a:spcPts val="600"/>
                </a:spcAft>
                <a:buClrTx/>
                <a:buFont typeface="GT America Regular" pitchFamily="50" charset="0"/>
                <a:buNone/>
                <a:defRPr lang="en-US" sz="2000" b="0" i="0" kern="1200" dirty="0" smtClean="0">
                  <a:solidFill>
                    <a:schemeClr val="tx2"/>
                  </a:solidFill>
                  <a:latin typeface="+mj-lt"/>
                  <a:ea typeface="GT America Regular" charset="0"/>
                  <a:cs typeface="GT America Regular" charset="0"/>
                </a:defRPr>
              </a:lvl6pPr>
              <a:lvl7pPr marL="0" indent="0" algn="l" defTabSz="914400" rtl="0" eaLnBrk="1" latinLnBrk="0" hangingPunct="1">
                <a:lnSpc>
                  <a:spcPct val="101000"/>
                </a:lnSpc>
                <a:spcBef>
                  <a:spcPts val="0"/>
                </a:spcBef>
                <a:spcAft>
                  <a:spcPts val="600"/>
                </a:spcAft>
                <a:buClr>
                  <a:schemeClr val="accent1"/>
                </a:buClr>
                <a:buFont typeface="GT America Regular" charset="0"/>
                <a:buNone/>
                <a:defRPr lang="en-US" sz="2000" b="0" i="0" kern="1200" dirty="0" smtClean="0">
                  <a:solidFill>
                    <a:schemeClr val="tx2"/>
                  </a:solidFill>
                  <a:latin typeface="+mj-lt"/>
                  <a:ea typeface="GT America Regular" charset="0"/>
                  <a:cs typeface="GT America Regular" charset="0"/>
                </a:defRPr>
              </a:lvl7pPr>
              <a:lvl8pPr marL="0" indent="0" algn="l" defTabSz="914400" rtl="0" eaLnBrk="1" latinLnBrk="0" hangingPunct="1">
                <a:lnSpc>
                  <a:spcPct val="101000"/>
                </a:lnSpc>
                <a:spcBef>
                  <a:spcPts val="0"/>
                </a:spcBef>
                <a:spcAft>
                  <a:spcPts val="600"/>
                </a:spcAft>
                <a:buClrTx/>
                <a:buFont typeface="GT America Regular" pitchFamily="50" charset="0"/>
                <a:buNone/>
                <a:defRPr lang="en-US" sz="2000" b="0" i="0" kern="1200" dirty="0" smtClean="0">
                  <a:solidFill>
                    <a:schemeClr val="tx2"/>
                  </a:solidFill>
                  <a:latin typeface="+mj-lt"/>
                  <a:ea typeface="GT America Regular" charset="0"/>
                  <a:cs typeface="GT America Regular" charset="0"/>
                </a:defRPr>
              </a:lvl8pPr>
              <a:lvl9pPr marL="0" indent="0" algn="l" defTabSz="914400" rtl="0" eaLnBrk="1" latinLnBrk="0" hangingPunct="1">
                <a:lnSpc>
                  <a:spcPct val="101000"/>
                </a:lnSpc>
                <a:spcBef>
                  <a:spcPts val="0"/>
                </a:spcBef>
                <a:spcAft>
                  <a:spcPts val="600"/>
                </a:spcAft>
                <a:buClr>
                  <a:schemeClr val="accent1"/>
                </a:buClr>
                <a:buFont typeface="GT America Regular" charset="0"/>
                <a:buNone/>
                <a:defRPr lang="en-US" sz="2000" b="0" i="0" kern="1200" dirty="0">
                  <a:solidFill>
                    <a:schemeClr val="tx2"/>
                  </a:solidFill>
                  <a:latin typeface="+mj-lt"/>
                  <a:ea typeface="GT America Regular" charset="0"/>
                  <a:cs typeface="GT America Regular" charset="0"/>
                </a:defRPr>
              </a:lvl9pPr>
            </a:lstStyle>
            <a:p>
              <a:r>
                <a:rPr lang="en-US" sz="1200" b="1" dirty="0">
                  <a:solidFill>
                    <a:schemeClr val="tx1"/>
                  </a:solidFill>
                  <a:latin typeface="+mn-lt"/>
                </a:rPr>
                <a:t>Do not use icons in any other colors</a:t>
              </a:r>
            </a:p>
          </p:txBody>
        </p:sp>
        <p:grpSp>
          <p:nvGrpSpPr>
            <p:cNvPr id="14" name="Group 13">
              <a:extLst>
                <a:ext uri="{FF2B5EF4-FFF2-40B4-BE49-F238E27FC236}">
                  <a16:creationId xmlns:a16="http://schemas.microsoft.com/office/drawing/2014/main" id="{86B8CB66-F587-C580-E2BF-669AD28AD381}"/>
                </a:ext>
              </a:extLst>
            </p:cNvPr>
            <p:cNvGrpSpPr/>
            <p:nvPr/>
          </p:nvGrpSpPr>
          <p:grpSpPr>
            <a:xfrm>
              <a:off x="536588" y="3956278"/>
              <a:ext cx="204397" cy="224837"/>
              <a:chOff x="536588" y="4300085"/>
              <a:chExt cx="204397" cy="224837"/>
            </a:xfrm>
          </p:grpSpPr>
          <p:cxnSp>
            <p:nvCxnSpPr>
              <p:cNvPr id="19" name="Straight Connector 18">
                <a:extLst>
                  <a:ext uri="{FF2B5EF4-FFF2-40B4-BE49-F238E27FC236}">
                    <a16:creationId xmlns:a16="http://schemas.microsoft.com/office/drawing/2014/main" id="{BA81F76E-AC5D-B579-E441-B9A44E6A84BB}"/>
                  </a:ext>
                </a:extLst>
              </p:cNvPr>
              <p:cNvCxnSpPr>
                <a:cxnSpLocks/>
              </p:cNvCxnSpPr>
              <p:nvPr/>
            </p:nvCxnSpPr>
            <p:spPr>
              <a:xfrm rot="2700000">
                <a:off x="638787" y="4310305"/>
                <a:ext cx="0" cy="204397"/>
              </a:xfrm>
              <a:prstGeom prst="line">
                <a:avLst/>
              </a:prstGeom>
              <a:ln w="44450">
                <a:solidFill>
                  <a:srgbClr val="BA0C2F"/>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C7FEC64C-1FBC-03A1-FAAB-A73C5D48C6CC}"/>
                  </a:ext>
                </a:extLst>
              </p:cNvPr>
              <p:cNvCxnSpPr>
                <a:cxnSpLocks/>
              </p:cNvCxnSpPr>
              <p:nvPr/>
            </p:nvCxnSpPr>
            <p:spPr>
              <a:xfrm rot="2700000">
                <a:off x="526369" y="4412504"/>
                <a:ext cx="224837" cy="0"/>
              </a:xfrm>
              <a:prstGeom prst="line">
                <a:avLst/>
              </a:prstGeom>
              <a:ln w="44450">
                <a:solidFill>
                  <a:srgbClr val="BA0C2F"/>
                </a:solidFill>
              </a:ln>
            </p:spPr>
            <p:style>
              <a:lnRef idx="1">
                <a:schemeClr val="accent1"/>
              </a:lnRef>
              <a:fillRef idx="0">
                <a:schemeClr val="accent1"/>
              </a:fillRef>
              <a:effectRef idx="0">
                <a:schemeClr val="accent1"/>
              </a:effectRef>
              <a:fontRef idx="minor">
                <a:schemeClr val="tx1"/>
              </a:fontRef>
            </p:style>
          </p:cxnSp>
        </p:grpSp>
      </p:grpSp>
    </p:spTree>
    <p:extLst>
      <p:ext uri="{BB962C8B-B14F-4D97-AF65-F5344CB8AC3E}">
        <p14:creationId xmlns:p14="http://schemas.microsoft.com/office/powerpoint/2010/main" val="314452072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138DB250-C026-51D8-69E2-AD7EEF3D992D}"/>
              </a:ext>
            </a:extLst>
          </p:cNvPr>
          <p:cNvSpPr>
            <a:spLocks noGrp="1"/>
          </p:cNvSpPr>
          <p:nvPr>
            <p:ph type="ftr" sz="quarter" idx="11"/>
          </p:nvPr>
        </p:nvSpPr>
        <p:spPr/>
        <p:txBody>
          <a:bodyPr/>
          <a:lstStyle/>
          <a:p>
            <a:r>
              <a:rPr lang="en-US"/>
              <a:t>See slide 12 for instructions on how to update footer</a:t>
            </a:r>
          </a:p>
        </p:txBody>
      </p:sp>
      <p:sp>
        <p:nvSpPr>
          <p:cNvPr id="4" name="Slide Number Placeholder 3">
            <a:extLst>
              <a:ext uri="{FF2B5EF4-FFF2-40B4-BE49-F238E27FC236}">
                <a16:creationId xmlns:a16="http://schemas.microsoft.com/office/drawing/2014/main" id="{F3DEA53E-5A44-FA3C-B058-D60B0778C6E2}"/>
              </a:ext>
            </a:extLst>
          </p:cNvPr>
          <p:cNvSpPr>
            <a:spLocks noGrp="1"/>
          </p:cNvSpPr>
          <p:nvPr>
            <p:ph type="sldNum" sz="quarter" idx="12"/>
          </p:nvPr>
        </p:nvSpPr>
        <p:spPr/>
        <p:txBody>
          <a:bodyPr/>
          <a:lstStyle/>
          <a:p>
            <a:fld id="{862A5111-985B-C14D-9115-5787026182A8}" type="slidenum">
              <a:rPr lang="en-US" smtClean="0"/>
              <a:t>18</a:t>
            </a:fld>
            <a:endParaRPr lang="en-US"/>
          </a:p>
        </p:txBody>
      </p:sp>
      <p:sp>
        <p:nvSpPr>
          <p:cNvPr id="2" name="Title 1">
            <a:extLst>
              <a:ext uri="{FF2B5EF4-FFF2-40B4-BE49-F238E27FC236}">
                <a16:creationId xmlns:a16="http://schemas.microsoft.com/office/drawing/2014/main" id="{7B7D1123-B0C1-B80B-DB31-EE2F37F470E7}"/>
              </a:ext>
            </a:extLst>
          </p:cNvPr>
          <p:cNvSpPr>
            <a:spLocks noGrp="1"/>
          </p:cNvSpPr>
          <p:nvPr>
            <p:ph type="title"/>
          </p:nvPr>
        </p:nvSpPr>
        <p:spPr>
          <a:xfrm>
            <a:off x="546100" y="552450"/>
            <a:ext cx="11091861" cy="434975"/>
          </a:xfrm>
        </p:spPr>
        <p:txBody>
          <a:bodyPr/>
          <a:lstStyle/>
          <a:p>
            <a:r>
              <a:rPr lang="en-US" dirty="0"/>
              <a:t>Instructions</a:t>
            </a:r>
          </a:p>
        </p:txBody>
      </p:sp>
      <p:sp>
        <p:nvSpPr>
          <p:cNvPr id="23" name="Text Placeholder 22">
            <a:extLst>
              <a:ext uri="{FF2B5EF4-FFF2-40B4-BE49-F238E27FC236}">
                <a16:creationId xmlns:a16="http://schemas.microsoft.com/office/drawing/2014/main" id="{7D4C86BF-E289-8AAE-B79E-6BAB9D61017B}"/>
              </a:ext>
            </a:extLst>
          </p:cNvPr>
          <p:cNvSpPr>
            <a:spLocks noGrp="1"/>
          </p:cNvSpPr>
          <p:nvPr>
            <p:ph type="body" sz="quarter" idx="45"/>
          </p:nvPr>
        </p:nvSpPr>
        <p:spPr>
          <a:xfrm>
            <a:off x="546100" y="1126331"/>
            <a:ext cx="11091862" cy="295275"/>
          </a:xfrm>
        </p:spPr>
        <p:txBody>
          <a:bodyPr/>
          <a:lstStyle/>
          <a:p>
            <a:r>
              <a:rPr lang="en-US" dirty="0"/>
              <a:t>Moody’s color palette</a:t>
            </a:r>
          </a:p>
        </p:txBody>
      </p:sp>
      <p:sp>
        <p:nvSpPr>
          <p:cNvPr id="26" name="Text Placeholder 25">
            <a:extLst>
              <a:ext uri="{FF2B5EF4-FFF2-40B4-BE49-F238E27FC236}">
                <a16:creationId xmlns:a16="http://schemas.microsoft.com/office/drawing/2014/main" id="{4F7DA30E-B28A-F0E8-180C-323B0B21DD27}"/>
              </a:ext>
            </a:extLst>
          </p:cNvPr>
          <p:cNvSpPr>
            <a:spLocks noGrp="1"/>
          </p:cNvSpPr>
          <p:nvPr>
            <p:ph type="body" sz="quarter" idx="46"/>
          </p:nvPr>
        </p:nvSpPr>
        <p:spPr/>
        <p:txBody>
          <a:bodyPr/>
          <a:lstStyle/>
          <a:p>
            <a:endParaRPr lang="en-US"/>
          </a:p>
        </p:txBody>
      </p:sp>
      <p:sp>
        <p:nvSpPr>
          <p:cNvPr id="27" name="Content Placeholder 389">
            <a:extLst>
              <a:ext uri="{FF2B5EF4-FFF2-40B4-BE49-F238E27FC236}">
                <a16:creationId xmlns:a16="http://schemas.microsoft.com/office/drawing/2014/main" id="{BE0713CC-7F64-23DE-3BC4-9536E791CF12}"/>
              </a:ext>
            </a:extLst>
          </p:cNvPr>
          <p:cNvSpPr txBox="1">
            <a:spLocks/>
          </p:cNvSpPr>
          <p:nvPr/>
        </p:nvSpPr>
        <p:spPr>
          <a:xfrm>
            <a:off x="5128527" y="3801931"/>
            <a:ext cx="2005195" cy="177806"/>
          </a:xfrm>
          <a:prstGeom prst="rect">
            <a:avLst/>
          </a:prstGeom>
        </p:spPr>
        <p:txBody>
          <a:bodyPr vert="horz" wrap="square" lIns="0" tIns="0" rIns="0" bIns="0" rtlCol="0">
            <a:spAutoFit/>
          </a:bodyPr>
          <a:lstStyle>
            <a:lvl1pPr marL="0" indent="0" algn="l" defTabSz="914400" rtl="0" eaLnBrk="1" latinLnBrk="0" hangingPunct="1">
              <a:lnSpc>
                <a:spcPct val="101000"/>
              </a:lnSpc>
              <a:spcBef>
                <a:spcPts val="0"/>
              </a:spcBef>
              <a:spcAft>
                <a:spcPts val="600"/>
              </a:spcAft>
              <a:buFont typeface="GT America Regular"/>
              <a:buNone/>
              <a:defRPr sz="1400" b="0" i="0" kern="1200">
                <a:solidFill>
                  <a:schemeClr val="tx1"/>
                </a:solidFill>
                <a:latin typeface="+mn-lt"/>
                <a:ea typeface="GT America Regular" charset="0"/>
                <a:cs typeface="GT America Regular" charset="0"/>
              </a:defRPr>
            </a:lvl1pPr>
            <a:lvl2pPr marL="285750" indent="-285750" algn="l" defTabSz="914400" rtl="0" eaLnBrk="1" latinLnBrk="0" hangingPunct="1">
              <a:lnSpc>
                <a:spcPct val="101000"/>
              </a:lnSpc>
              <a:spcBef>
                <a:spcPts val="0"/>
              </a:spcBef>
              <a:spcAft>
                <a:spcPts val="600"/>
              </a:spcAft>
              <a:buFont typeface="GT America Regular" charset="0"/>
              <a:buChar char="→"/>
              <a:defRPr sz="1400" b="0" i="0" kern="1200">
                <a:solidFill>
                  <a:schemeClr val="tx1"/>
                </a:solidFill>
                <a:latin typeface="+mn-lt"/>
                <a:ea typeface="GT America Regular"/>
                <a:cs typeface="GT America Regular"/>
              </a:defRPr>
            </a:lvl2pPr>
            <a:lvl3pPr marL="458788" indent="-171450" algn="l" defTabSz="914400" rtl="0" eaLnBrk="1" latinLnBrk="0" hangingPunct="1">
              <a:lnSpc>
                <a:spcPct val="101000"/>
              </a:lnSpc>
              <a:spcBef>
                <a:spcPts val="0"/>
              </a:spcBef>
              <a:spcAft>
                <a:spcPts val="600"/>
              </a:spcAft>
              <a:buClr>
                <a:schemeClr val="accent1"/>
              </a:buClr>
              <a:buFont typeface="GT America Regular" pitchFamily="50" charset="0"/>
              <a:buChar char="•"/>
              <a:defRPr sz="1400" b="0" i="0" kern="1200">
                <a:solidFill>
                  <a:schemeClr val="tx1"/>
                </a:solidFill>
                <a:latin typeface="+mn-lt"/>
                <a:ea typeface="GT America Regular" pitchFamily="2" charset="77"/>
                <a:cs typeface="GT America Regular" pitchFamily="2" charset="77"/>
              </a:defRPr>
            </a:lvl3pPr>
            <a:lvl4pPr marL="628650" indent="-171450" algn="l" defTabSz="914400" rtl="0" eaLnBrk="1" latinLnBrk="0" hangingPunct="1">
              <a:lnSpc>
                <a:spcPct val="101000"/>
              </a:lnSpc>
              <a:spcBef>
                <a:spcPts val="0"/>
              </a:spcBef>
              <a:spcAft>
                <a:spcPts val="600"/>
              </a:spcAft>
              <a:buClrTx/>
              <a:buFont typeface="GT America Regular" pitchFamily="50" charset="0"/>
              <a:buChar char="–"/>
              <a:defRPr sz="1300" b="0" i="0" kern="1200">
                <a:solidFill>
                  <a:schemeClr val="tx1"/>
                </a:solidFill>
                <a:latin typeface="+mn-lt"/>
                <a:ea typeface="GT America Regular" pitchFamily="2" charset="77"/>
                <a:cs typeface="GT America Regular" pitchFamily="2" charset="77"/>
              </a:defRPr>
            </a:lvl4pPr>
            <a:lvl5pPr marL="801688" indent="-171450" algn="l" defTabSz="914400" rtl="0" eaLnBrk="1" latinLnBrk="0" hangingPunct="1">
              <a:lnSpc>
                <a:spcPct val="101000"/>
              </a:lnSpc>
              <a:spcBef>
                <a:spcPts val="0"/>
              </a:spcBef>
              <a:spcAft>
                <a:spcPts val="600"/>
              </a:spcAft>
              <a:buClr>
                <a:schemeClr val="accent1"/>
              </a:buClr>
              <a:buFont typeface="GT America Regular" charset="0"/>
              <a:buChar char="–"/>
              <a:tabLst/>
              <a:defRPr sz="1200" b="0" i="0" kern="1200">
                <a:solidFill>
                  <a:schemeClr val="tx1"/>
                </a:solidFill>
                <a:latin typeface="+mn-lt"/>
                <a:ea typeface="GT America Regular" pitchFamily="2" charset="77"/>
                <a:cs typeface="GT America Regular" pitchFamily="2" charset="77"/>
              </a:defRPr>
            </a:lvl5pPr>
            <a:lvl6pPr marL="971550" indent="-171450" algn="l" defTabSz="914400" rtl="0" eaLnBrk="1" latinLnBrk="0" hangingPunct="1">
              <a:lnSpc>
                <a:spcPct val="101000"/>
              </a:lnSpc>
              <a:spcBef>
                <a:spcPts val="0"/>
              </a:spcBef>
              <a:spcAft>
                <a:spcPts val="600"/>
              </a:spcAft>
              <a:buClrTx/>
              <a:buFont typeface="GT America Regular" pitchFamily="50" charset="0"/>
              <a:buChar char="»"/>
              <a:defRPr sz="1200" b="0" i="0" kern="1200">
                <a:solidFill>
                  <a:schemeClr val="tx1"/>
                </a:solidFill>
                <a:latin typeface="+mn-lt"/>
                <a:ea typeface="GT America Regular" pitchFamily="2" charset="77"/>
                <a:cs typeface="GT America Regular" pitchFamily="2" charset="77"/>
              </a:defRPr>
            </a:lvl6pPr>
            <a:lvl7pPr marL="1144588" indent="-171450" algn="l" defTabSz="914400" rtl="0" eaLnBrk="1" latinLnBrk="0" hangingPunct="1">
              <a:lnSpc>
                <a:spcPct val="101000"/>
              </a:lnSpc>
              <a:spcBef>
                <a:spcPts val="0"/>
              </a:spcBef>
              <a:spcAft>
                <a:spcPts val="600"/>
              </a:spcAft>
              <a:buClr>
                <a:schemeClr val="accent1"/>
              </a:buClr>
              <a:buFont typeface="GT America Regular" charset="0"/>
              <a:buChar char="»"/>
              <a:defRPr sz="1100" kern="1200">
                <a:solidFill>
                  <a:schemeClr val="tx1"/>
                </a:solidFill>
                <a:latin typeface="+mn-lt"/>
                <a:ea typeface="GT America Regular" pitchFamily="2" charset="77"/>
                <a:cs typeface="GT America Regular" pitchFamily="2" charset="77"/>
              </a:defRPr>
            </a:lvl7pPr>
            <a:lvl8pPr marL="1312863" indent="-171450" algn="l" defTabSz="914400" rtl="0" eaLnBrk="1" latinLnBrk="0" hangingPunct="1">
              <a:lnSpc>
                <a:spcPct val="101000"/>
              </a:lnSpc>
              <a:spcBef>
                <a:spcPts val="0"/>
              </a:spcBef>
              <a:spcAft>
                <a:spcPts val="600"/>
              </a:spcAft>
              <a:buClrTx/>
              <a:buFont typeface="GT America Regular" pitchFamily="50" charset="0"/>
              <a:buChar char="›"/>
              <a:defRPr sz="1100" kern="1200">
                <a:solidFill>
                  <a:schemeClr val="tx1"/>
                </a:solidFill>
                <a:latin typeface="+mn-lt"/>
                <a:ea typeface="GT America Regular" pitchFamily="2" charset="77"/>
                <a:cs typeface="GT America Regular" pitchFamily="2" charset="77"/>
              </a:defRPr>
            </a:lvl8pPr>
            <a:lvl9pPr marL="1485900" indent="-171450" algn="l" defTabSz="914400" rtl="0" eaLnBrk="1" latinLnBrk="0" hangingPunct="1">
              <a:lnSpc>
                <a:spcPct val="101000"/>
              </a:lnSpc>
              <a:spcBef>
                <a:spcPts val="0"/>
              </a:spcBef>
              <a:spcAft>
                <a:spcPts val="600"/>
              </a:spcAft>
              <a:buClr>
                <a:schemeClr val="accent1"/>
              </a:buClr>
              <a:buFont typeface="GT America Regular" charset="0"/>
              <a:buChar char="›"/>
              <a:defRPr sz="1100" kern="1200">
                <a:solidFill>
                  <a:schemeClr val="tx1"/>
                </a:solidFill>
                <a:latin typeface="+mn-lt"/>
                <a:ea typeface="GT America Regular" pitchFamily="2" charset="77"/>
                <a:cs typeface="GT America Regular" pitchFamily="2" charset="77"/>
              </a:defRPr>
            </a:lvl9pPr>
          </a:lstStyle>
          <a:p>
            <a:pPr marL="0" lvl="1" indent="0" algn="r">
              <a:buNone/>
            </a:pPr>
            <a:r>
              <a:rPr lang="en-US" sz="1200" b="1" dirty="0"/>
              <a:t> Primary </a:t>
            </a:r>
            <a:r>
              <a:rPr lang="en-US" sz="1200" dirty="0"/>
              <a:t>Moody’s Blue →</a:t>
            </a:r>
          </a:p>
        </p:txBody>
      </p:sp>
      <p:pic>
        <p:nvPicPr>
          <p:cNvPr id="49" name="Picture 48" descr="A screenshot of a color chart&#10;&#10;Description automatically generated">
            <a:extLst>
              <a:ext uri="{FF2B5EF4-FFF2-40B4-BE49-F238E27FC236}">
                <a16:creationId xmlns:a16="http://schemas.microsoft.com/office/drawing/2014/main" id="{B317837B-72DF-FF48-AAC4-D20F290ADF9F}"/>
              </a:ext>
            </a:extLst>
          </p:cNvPr>
          <p:cNvPicPr>
            <a:picLocks noChangeAspect="1"/>
          </p:cNvPicPr>
          <p:nvPr/>
        </p:nvPicPr>
        <p:blipFill rotWithShape="1">
          <a:blip r:embed="rId2"/>
          <a:srcRect t="2024" r="4755" b="36149"/>
          <a:stretch/>
        </p:blipFill>
        <p:spPr>
          <a:xfrm>
            <a:off x="7263391" y="1305528"/>
            <a:ext cx="2863578" cy="3836196"/>
          </a:xfrm>
          <a:prstGeom prst="rect">
            <a:avLst/>
          </a:prstGeom>
        </p:spPr>
      </p:pic>
      <p:sp>
        <p:nvSpPr>
          <p:cNvPr id="50" name="Content Placeholder 5">
            <a:extLst>
              <a:ext uri="{FF2B5EF4-FFF2-40B4-BE49-F238E27FC236}">
                <a16:creationId xmlns:a16="http://schemas.microsoft.com/office/drawing/2014/main" id="{16C0BAB2-C860-714C-41AB-D3EB2A4BF080}"/>
              </a:ext>
            </a:extLst>
          </p:cNvPr>
          <p:cNvSpPr txBox="1">
            <a:spLocks/>
          </p:cNvSpPr>
          <p:nvPr/>
        </p:nvSpPr>
        <p:spPr>
          <a:xfrm>
            <a:off x="546100" y="1671638"/>
            <a:ext cx="3762664" cy="1110432"/>
          </a:xfrm>
          <a:prstGeom prst="rect">
            <a:avLst/>
          </a:prstGeom>
        </p:spPr>
        <p:txBody>
          <a:bodyPr vert="horz" lIns="0" tIns="0" rIns="0" bIns="0" rtlCol="0">
            <a:spAutoFit/>
          </a:bodyPr>
          <a:lstStyle>
            <a:lvl1pPr marL="0" indent="0" algn="l" defTabSz="914400" rtl="0" eaLnBrk="1" latinLnBrk="0" hangingPunct="1">
              <a:lnSpc>
                <a:spcPct val="101000"/>
              </a:lnSpc>
              <a:spcBef>
                <a:spcPts val="0"/>
              </a:spcBef>
              <a:spcAft>
                <a:spcPts val="600"/>
              </a:spcAft>
              <a:buFont typeface="GT America Regular"/>
              <a:buNone/>
              <a:defRPr sz="1400" b="0" i="0" kern="1200">
                <a:solidFill>
                  <a:schemeClr val="tx1"/>
                </a:solidFill>
                <a:latin typeface="+mn-lt"/>
                <a:ea typeface="GT America Regular" charset="0"/>
                <a:cs typeface="GT America Regular" charset="0"/>
              </a:defRPr>
            </a:lvl1pPr>
            <a:lvl2pPr marL="285750" indent="-285750" algn="l" defTabSz="914400" rtl="0" eaLnBrk="1" latinLnBrk="0" hangingPunct="1">
              <a:lnSpc>
                <a:spcPct val="101000"/>
              </a:lnSpc>
              <a:spcBef>
                <a:spcPts val="0"/>
              </a:spcBef>
              <a:spcAft>
                <a:spcPts val="600"/>
              </a:spcAft>
              <a:buFont typeface="GT America Regular" charset="0"/>
              <a:buChar char="→"/>
              <a:defRPr sz="1400" b="0" i="0" kern="1200">
                <a:solidFill>
                  <a:schemeClr val="tx1"/>
                </a:solidFill>
                <a:latin typeface="+mn-lt"/>
                <a:ea typeface="GT America Regular"/>
                <a:cs typeface="GT America Regular"/>
              </a:defRPr>
            </a:lvl2pPr>
            <a:lvl3pPr marL="458788" indent="-171450" algn="l" defTabSz="914400" rtl="0" eaLnBrk="1" latinLnBrk="0" hangingPunct="1">
              <a:lnSpc>
                <a:spcPct val="101000"/>
              </a:lnSpc>
              <a:spcBef>
                <a:spcPts val="0"/>
              </a:spcBef>
              <a:spcAft>
                <a:spcPts val="600"/>
              </a:spcAft>
              <a:buClr>
                <a:schemeClr val="accent1"/>
              </a:buClr>
              <a:buFont typeface="GT America Regular" pitchFamily="50" charset="0"/>
              <a:buChar char="•"/>
              <a:defRPr sz="1400" b="0" i="0" kern="1200">
                <a:solidFill>
                  <a:schemeClr val="tx1"/>
                </a:solidFill>
                <a:latin typeface="+mn-lt"/>
                <a:ea typeface="GT America Regular" pitchFamily="2" charset="77"/>
                <a:cs typeface="GT America Regular" pitchFamily="2" charset="77"/>
              </a:defRPr>
            </a:lvl3pPr>
            <a:lvl4pPr marL="628650" indent="-171450" algn="l" defTabSz="914400" rtl="0" eaLnBrk="1" latinLnBrk="0" hangingPunct="1">
              <a:lnSpc>
                <a:spcPct val="101000"/>
              </a:lnSpc>
              <a:spcBef>
                <a:spcPts val="0"/>
              </a:spcBef>
              <a:spcAft>
                <a:spcPts val="600"/>
              </a:spcAft>
              <a:buClrTx/>
              <a:buFont typeface="GT America Regular" pitchFamily="50" charset="0"/>
              <a:buChar char="–"/>
              <a:defRPr sz="1300" b="0" i="0" kern="1200">
                <a:solidFill>
                  <a:schemeClr val="tx1"/>
                </a:solidFill>
                <a:latin typeface="+mn-lt"/>
                <a:ea typeface="GT America Regular" pitchFamily="2" charset="77"/>
                <a:cs typeface="GT America Regular" pitchFamily="2" charset="77"/>
              </a:defRPr>
            </a:lvl4pPr>
            <a:lvl5pPr marL="801688" indent="-171450" algn="l" defTabSz="914400" rtl="0" eaLnBrk="1" latinLnBrk="0" hangingPunct="1">
              <a:lnSpc>
                <a:spcPct val="101000"/>
              </a:lnSpc>
              <a:spcBef>
                <a:spcPts val="0"/>
              </a:spcBef>
              <a:spcAft>
                <a:spcPts val="600"/>
              </a:spcAft>
              <a:buClr>
                <a:schemeClr val="accent1"/>
              </a:buClr>
              <a:buFont typeface="GT America Regular" charset="0"/>
              <a:buChar char="–"/>
              <a:tabLst/>
              <a:defRPr sz="1200" b="0" i="0" kern="1200">
                <a:solidFill>
                  <a:schemeClr val="tx1"/>
                </a:solidFill>
                <a:latin typeface="+mn-lt"/>
                <a:ea typeface="GT America Regular" pitchFamily="2" charset="77"/>
                <a:cs typeface="GT America Regular" pitchFamily="2" charset="77"/>
              </a:defRPr>
            </a:lvl5pPr>
            <a:lvl6pPr marL="971550" indent="-171450" algn="l" defTabSz="914400" rtl="0" eaLnBrk="1" latinLnBrk="0" hangingPunct="1">
              <a:lnSpc>
                <a:spcPct val="101000"/>
              </a:lnSpc>
              <a:spcBef>
                <a:spcPts val="0"/>
              </a:spcBef>
              <a:spcAft>
                <a:spcPts val="600"/>
              </a:spcAft>
              <a:buClrTx/>
              <a:buFont typeface="GT America Regular" pitchFamily="50" charset="0"/>
              <a:buChar char="»"/>
              <a:defRPr sz="1200" b="0" i="0" kern="1200">
                <a:solidFill>
                  <a:schemeClr val="tx1"/>
                </a:solidFill>
                <a:latin typeface="+mn-lt"/>
                <a:ea typeface="GT America Regular" pitchFamily="2" charset="77"/>
                <a:cs typeface="GT America Regular" pitchFamily="2" charset="77"/>
              </a:defRPr>
            </a:lvl6pPr>
            <a:lvl7pPr marL="1144588" indent="-171450" algn="l" defTabSz="914400" rtl="0" eaLnBrk="1" latinLnBrk="0" hangingPunct="1">
              <a:lnSpc>
                <a:spcPct val="101000"/>
              </a:lnSpc>
              <a:spcBef>
                <a:spcPts val="0"/>
              </a:spcBef>
              <a:spcAft>
                <a:spcPts val="600"/>
              </a:spcAft>
              <a:buClr>
                <a:schemeClr val="accent1"/>
              </a:buClr>
              <a:buFont typeface="GT America Regular" charset="0"/>
              <a:buChar char="»"/>
              <a:defRPr sz="1100" kern="1200">
                <a:solidFill>
                  <a:schemeClr val="tx1"/>
                </a:solidFill>
                <a:latin typeface="+mn-lt"/>
                <a:ea typeface="GT America Regular" pitchFamily="2" charset="77"/>
                <a:cs typeface="GT America Regular" pitchFamily="2" charset="77"/>
              </a:defRPr>
            </a:lvl7pPr>
            <a:lvl8pPr marL="1312863" indent="-171450" algn="l" defTabSz="914400" rtl="0" eaLnBrk="1" latinLnBrk="0" hangingPunct="1">
              <a:lnSpc>
                <a:spcPct val="101000"/>
              </a:lnSpc>
              <a:spcBef>
                <a:spcPts val="0"/>
              </a:spcBef>
              <a:spcAft>
                <a:spcPts val="600"/>
              </a:spcAft>
              <a:buClrTx/>
              <a:buFont typeface="GT America Regular" pitchFamily="50" charset="0"/>
              <a:buChar char="›"/>
              <a:defRPr sz="1100" kern="1200">
                <a:solidFill>
                  <a:schemeClr val="tx1"/>
                </a:solidFill>
                <a:latin typeface="+mn-lt"/>
                <a:ea typeface="GT America Regular" pitchFamily="2" charset="77"/>
                <a:cs typeface="GT America Regular" pitchFamily="2" charset="77"/>
              </a:defRPr>
            </a:lvl8pPr>
            <a:lvl9pPr marL="1485900" indent="-171450" algn="l" defTabSz="914400" rtl="0" eaLnBrk="1" latinLnBrk="0" hangingPunct="1">
              <a:lnSpc>
                <a:spcPct val="101000"/>
              </a:lnSpc>
              <a:spcBef>
                <a:spcPts val="0"/>
              </a:spcBef>
              <a:spcAft>
                <a:spcPts val="600"/>
              </a:spcAft>
              <a:buClr>
                <a:schemeClr val="accent1"/>
              </a:buClr>
              <a:buFont typeface="GT America Regular" charset="0"/>
              <a:buChar char="›"/>
              <a:defRPr sz="1100" kern="1200">
                <a:solidFill>
                  <a:schemeClr val="tx1"/>
                </a:solidFill>
                <a:latin typeface="+mn-lt"/>
                <a:ea typeface="GT America Regular" pitchFamily="2" charset="77"/>
                <a:cs typeface="GT America Regular" pitchFamily="2" charset="77"/>
              </a:defRPr>
            </a:lvl9pPr>
          </a:lstStyle>
          <a:p>
            <a:pPr marL="0" lvl="1" indent="0">
              <a:buNone/>
            </a:pPr>
            <a:r>
              <a:rPr lang="en-US" sz="1200" b="0" i="0" dirty="0">
                <a:solidFill>
                  <a:srgbClr val="1D1C1D"/>
                </a:solidFill>
                <a:effectLst/>
              </a:rPr>
              <a:t>Please be advised that while the template utilizes colors from our palette, it does not incorporate every shade available. For comprehensive guidance and access to our full color spectrum, we encourage you to explore the Data Visualization guidelines on</a:t>
            </a:r>
            <a:br>
              <a:rPr lang="en-US" sz="1200" b="0" i="0" dirty="0">
                <a:solidFill>
                  <a:srgbClr val="1D1C1D"/>
                </a:solidFill>
                <a:effectLst/>
              </a:rPr>
            </a:br>
            <a:r>
              <a:rPr lang="en-US" sz="1200" dirty="0">
                <a:hlinkClick r:id="rId3"/>
              </a:rPr>
              <a:t>Brand Center </a:t>
            </a:r>
            <a:endParaRPr lang="en-US" sz="1200" dirty="0"/>
          </a:p>
        </p:txBody>
      </p:sp>
      <p:sp>
        <p:nvSpPr>
          <p:cNvPr id="51" name="Content Placeholder 5">
            <a:extLst>
              <a:ext uri="{FF2B5EF4-FFF2-40B4-BE49-F238E27FC236}">
                <a16:creationId xmlns:a16="http://schemas.microsoft.com/office/drawing/2014/main" id="{8E3DCD10-911E-FEB8-4708-3D406E3CA14A}"/>
              </a:ext>
            </a:extLst>
          </p:cNvPr>
          <p:cNvSpPr txBox="1">
            <a:spLocks/>
          </p:cNvSpPr>
          <p:nvPr/>
        </p:nvSpPr>
        <p:spPr>
          <a:xfrm>
            <a:off x="546100" y="2942431"/>
            <a:ext cx="3762664" cy="2642394"/>
          </a:xfrm>
          <a:prstGeom prst="rect">
            <a:avLst/>
          </a:prstGeom>
        </p:spPr>
        <p:txBody>
          <a:bodyPr vert="horz" lIns="0" tIns="0" rIns="0" bIns="0" rtlCol="0">
            <a:spAutoFit/>
          </a:bodyPr>
          <a:lstStyle>
            <a:lvl1pPr marL="0" indent="0" algn="l" defTabSz="914400" rtl="0" eaLnBrk="1" latinLnBrk="0" hangingPunct="1">
              <a:lnSpc>
                <a:spcPct val="101000"/>
              </a:lnSpc>
              <a:spcBef>
                <a:spcPts val="0"/>
              </a:spcBef>
              <a:spcAft>
                <a:spcPts val="600"/>
              </a:spcAft>
              <a:buFont typeface="GT America Regular"/>
              <a:buNone/>
              <a:defRPr sz="1400" b="0" i="0" kern="1200">
                <a:solidFill>
                  <a:schemeClr val="tx1"/>
                </a:solidFill>
                <a:latin typeface="+mn-lt"/>
                <a:ea typeface="GT America Regular" charset="0"/>
                <a:cs typeface="GT America Regular" charset="0"/>
              </a:defRPr>
            </a:lvl1pPr>
            <a:lvl2pPr marL="285750" indent="-285750" algn="l" defTabSz="914400" rtl="0" eaLnBrk="1" latinLnBrk="0" hangingPunct="1">
              <a:lnSpc>
                <a:spcPct val="101000"/>
              </a:lnSpc>
              <a:spcBef>
                <a:spcPts val="0"/>
              </a:spcBef>
              <a:spcAft>
                <a:spcPts val="600"/>
              </a:spcAft>
              <a:buFont typeface="GT America Regular" charset="0"/>
              <a:buChar char="→"/>
              <a:defRPr sz="1400" b="0" i="0" kern="1200">
                <a:solidFill>
                  <a:schemeClr val="tx1"/>
                </a:solidFill>
                <a:latin typeface="+mn-lt"/>
                <a:ea typeface="GT America Regular"/>
                <a:cs typeface="GT America Regular"/>
              </a:defRPr>
            </a:lvl2pPr>
            <a:lvl3pPr marL="458788" indent="-171450" algn="l" defTabSz="914400" rtl="0" eaLnBrk="1" latinLnBrk="0" hangingPunct="1">
              <a:lnSpc>
                <a:spcPct val="101000"/>
              </a:lnSpc>
              <a:spcBef>
                <a:spcPts val="0"/>
              </a:spcBef>
              <a:spcAft>
                <a:spcPts val="600"/>
              </a:spcAft>
              <a:buClr>
                <a:schemeClr val="accent1"/>
              </a:buClr>
              <a:buFont typeface="GT America Regular" pitchFamily="50" charset="0"/>
              <a:buChar char="•"/>
              <a:defRPr sz="1400" b="0" i="0" kern="1200">
                <a:solidFill>
                  <a:schemeClr val="tx1"/>
                </a:solidFill>
                <a:latin typeface="+mn-lt"/>
                <a:ea typeface="GT America Regular" pitchFamily="2" charset="77"/>
                <a:cs typeface="GT America Regular" pitchFamily="2" charset="77"/>
              </a:defRPr>
            </a:lvl3pPr>
            <a:lvl4pPr marL="628650" indent="-171450" algn="l" defTabSz="914400" rtl="0" eaLnBrk="1" latinLnBrk="0" hangingPunct="1">
              <a:lnSpc>
                <a:spcPct val="101000"/>
              </a:lnSpc>
              <a:spcBef>
                <a:spcPts val="0"/>
              </a:spcBef>
              <a:spcAft>
                <a:spcPts val="600"/>
              </a:spcAft>
              <a:buClrTx/>
              <a:buFont typeface="GT America Regular" pitchFamily="50" charset="0"/>
              <a:buChar char="–"/>
              <a:defRPr sz="1300" b="0" i="0" kern="1200">
                <a:solidFill>
                  <a:schemeClr val="tx1"/>
                </a:solidFill>
                <a:latin typeface="+mn-lt"/>
                <a:ea typeface="GT America Regular" pitchFamily="2" charset="77"/>
                <a:cs typeface="GT America Regular" pitchFamily="2" charset="77"/>
              </a:defRPr>
            </a:lvl4pPr>
            <a:lvl5pPr marL="801688" indent="-171450" algn="l" defTabSz="914400" rtl="0" eaLnBrk="1" latinLnBrk="0" hangingPunct="1">
              <a:lnSpc>
                <a:spcPct val="101000"/>
              </a:lnSpc>
              <a:spcBef>
                <a:spcPts val="0"/>
              </a:spcBef>
              <a:spcAft>
                <a:spcPts val="600"/>
              </a:spcAft>
              <a:buClr>
                <a:schemeClr val="accent1"/>
              </a:buClr>
              <a:buFont typeface="GT America Regular" charset="0"/>
              <a:buChar char="–"/>
              <a:tabLst/>
              <a:defRPr sz="1200" b="0" i="0" kern="1200">
                <a:solidFill>
                  <a:schemeClr val="tx1"/>
                </a:solidFill>
                <a:latin typeface="+mn-lt"/>
                <a:ea typeface="GT America Regular" pitchFamily="2" charset="77"/>
                <a:cs typeface="GT America Regular" pitchFamily="2" charset="77"/>
              </a:defRPr>
            </a:lvl5pPr>
            <a:lvl6pPr marL="971550" indent="-171450" algn="l" defTabSz="914400" rtl="0" eaLnBrk="1" latinLnBrk="0" hangingPunct="1">
              <a:lnSpc>
                <a:spcPct val="101000"/>
              </a:lnSpc>
              <a:spcBef>
                <a:spcPts val="0"/>
              </a:spcBef>
              <a:spcAft>
                <a:spcPts val="600"/>
              </a:spcAft>
              <a:buClrTx/>
              <a:buFont typeface="GT America Regular" pitchFamily="50" charset="0"/>
              <a:buChar char="»"/>
              <a:defRPr sz="1200" b="0" i="0" kern="1200">
                <a:solidFill>
                  <a:schemeClr val="tx1"/>
                </a:solidFill>
                <a:latin typeface="+mn-lt"/>
                <a:ea typeface="GT America Regular" pitchFamily="2" charset="77"/>
                <a:cs typeface="GT America Regular" pitchFamily="2" charset="77"/>
              </a:defRPr>
            </a:lvl6pPr>
            <a:lvl7pPr marL="1144588" indent="-171450" algn="l" defTabSz="914400" rtl="0" eaLnBrk="1" latinLnBrk="0" hangingPunct="1">
              <a:lnSpc>
                <a:spcPct val="101000"/>
              </a:lnSpc>
              <a:spcBef>
                <a:spcPts val="0"/>
              </a:spcBef>
              <a:spcAft>
                <a:spcPts val="600"/>
              </a:spcAft>
              <a:buClr>
                <a:schemeClr val="accent1"/>
              </a:buClr>
              <a:buFont typeface="GT America Regular" charset="0"/>
              <a:buChar char="»"/>
              <a:defRPr sz="1100" kern="1200">
                <a:solidFill>
                  <a:schemeClr val="tx1"/>
                </a:solidFill>
                <a:latin typeface="+mn-lt"/>
                <a:ea typeface="GT America Regular" pitchFamily="2" charset="77"/>
                <a:cs typeface="GT America Regular" pitchFamily="2" charset="77"/>
              </a:defRPr>
            </a:lvl7pPr>
            <a:lvl8pPr marL="1312863" indent="-171450" algn="l" defTabSz="914400" rtl="0" eaLnBrk="1" latinLnBrk="0" hangingPunct="1">
              <a:lnSpc>
                <a:spcPct val="101000"/>
              </a:lnSpc>
              <a:spcBef>
                <a:spcPts val="0"/>
              </a:spcBef>
              <a:spcAft>
                <a:spcPts val="600"/>
              </a:spcAft>
              <a:buClrTx/>
              <a:buFont typeface="GT America Regular" pitchFamily="50" charset="0"/>
              <a:buChar char="›"/>
              <a:defRPr sz="1100" kern="1200">
                <a:solidFill>
                  <a:schemeClr val="tx1"/>
                </a:solidFill>
                <a:latin typeface="+mn-lt"/>
                <a:ea typeface="GT America Regular" pitchFamily="2" charset="77"/>
                <a:cs typeface="GT America Regular" pitchFamily="2" charset="77"/>
              </a:defRPr>
            </a:lvl8pPr>
            <a:lvl9pPr marL="1485900" indent="-171450" algn="l" defTabSz="914400" rtl="0" eaLnBrk="1" latinLnBrk="0" hangingPunct="1">
              <a:lnSpc>
                <a:spcPct val="101000"/>
              </a:lnSpc>
              <a:spcBef>
                <a:spcPts val="0"/>
              </a:spcBef>
              <a:spcAft>
                <a:spcPts val="600"/>
              </a:spcAft>
              <a:buClr>
                <a:schemeClr val="accent1"/>
              </a:buClr>
              <a:buFont typeface="GT America Regular" charset="0"/>
              <a:buChar char="›"/>
              <a:defRPr sz="1100" kern="1200">
                <a:solidFill>
                  <a:schemeClr val="tx1"/>
                </a:solidFill>
                <a:latin typeface="+mn-lt"/>
                <a:ea typeface="GT America Regular" pitchFamily="2" charset="77"/>
                <a:cs typeface="GT America Regular" pitchFamily="2" charset="77"/>
              </a:defRPr>
            </a:lvl9pPr>
          </a:lstStyle>
          <a:p>
            <a:pPr marL="0" lvl="1" indent="0">
              <a:buNone/>
            </a:pPr>
            <a:r>
              <a:rPr lang="en-US" sz="1200" b="1" i="0" dirty="0">
                <a:solidFill>
                  <a:srgbClr val="1D1C1D"/>
                </a:solidFill>
                <a:effectLst/>
              </a:rPr>
              <a:t>USAGE</a:t>
            </a:r>
            <a:br>
              <a:rPr lang="en-US" sz="1200" b="1" i="0" dirty="0">
                <a:solidFill>
                  <a:srgbClr val="1D1C1D"/>
                </a:solidFill>
                <a:effectLst/>
              </a:rPr>
            </a:br>
            <a:br>
              <a:rPr lang="en-US" sz="1200" b="0" i="0" dirty="0">
                <a:solidFill>
                  <a:srgbClr val="1D1C1D"/>
                </a:solidFill>
                <a:effectLst/>
              </a:rPr>
            </a:br>
            <a:r>
              <a:rPr lang="en-US" sz="1200" b="1" dirty="0">
                <a:solidFill>
                  <a:srgbClr val="1D1C1D"/>
                </a:solidFill>
              </a:rPr>
              <a:t>P</a:t>
            </a:r>
            <a:r>
              <a:rPr lang="en-US" sz="1200" b="1" i="0" dirty="0">
                <a:solidFill>
                  <a:srgbClr val="1D1C1D"/>
                </a:solidFill>
                <a:effectLst/>
              </a:rPr>
              <a:t>rimary palette: </a:t>
            </a:r>
            <a:r>
              <a:rPr lang="en-US" sz="1200" b="0" i="0" dirty="0">
                <a:solidFill>
                  <a:srgbClr val="1D1C1D"/>
                </a:solidFill>
                <a:effectLst/>
              </a:rPr>
              <a:t>Moody’s Blue 10 and White should be the predominant colors in any layout.</a:t>
            </a:r>
            <a:br>
              <a:rPr lang="en-US" sz="1200" b="0" i="0" dirty="0">
                <a:solidFill>
                  <a:srgbClr val="1D1C1D"/>
                </a:solidFill>
                <a:effectLst/>
              </a:rPr>
            </a:br>
            <a:br>
              <a:rPr lang="en-US" sz="1200" b="0" i="0" dirty="0">
                <a:solidFill>
                  <a:srgbClr val="1D1C1D"/>
                </a:solidFill>
                <a:effectLst/>
              </a:rPr>
            </a:br>
            <a:r>
              <a:rPr lang="en-US" sz="1200" b="1" dirty="0">
                <a:solidFill>
                  <a:srgbClr val="1D1C1D"/>
                </a:solidFill>
              </a:rPr>
              <a:t>S</a:t>
            </a:r>
            <a:r>
              <a:rPr lang="en-US" sz="1200" b="1" i="0" dirty="0">
                <a:solidFill>
                  <a:srgbClr val="1D1C1D"/>
                </a:solidFill>
                <a:effectLst/>
              </a:rPr>
              <a:t>econdary palette: </a:t>
            </a:r>
            <a:r>
              <a:rPr lang="en-US" sz="1200" b="0" i="0" dirty="0">
                <a:solidFill>
                  <a:srgbClr val="1D1C1D"/>
                </a:solidFill>
                <a:effectLst/>
              </a:rPr>
              <a:t>neutral grays support</a:t>
            </a:r>
            <a:br>
              <a:rPr lang="en-US" sz="1200" b="0" i="0" dirty="0">
                <a:solidFill>
                  <a:srgbClr val="1D1C1D"/>
                </a:solidFill>
                <a:effectLst/>
              </a:rPr>
            </a:br>
            <a:r>
              <a:rPr lang="en-US" sz="1200" b="0" i="0" dirty="0">
                <a:solidFill>
                  <a:srgbClr val="1D1C1D"/>
                </a:solidFill>
                <a:effectLst/>
              </a:rPr>
              <a:t>the primary palette. Bright Blue 07 is useful for</a:t>
            </a:r>
            <a:br>
              <a:rPr lang="en-US" sz="1200" b="0" i="0" dirty="0">
                <a:solidFill>
                  <a:srgbClr val="1D1C1D"/>
                </a:solidFill>
                <a:effectLst/>
              </a:rPr>
            </a:br>
            <a:r>
              <a:rPr lang="en-US" sz="1200" b="0" i="0" dirty="0">
                <a:solidFill>
                  <a:srgbClr val="1D1C1D"/>
                </a:solidFill>
                <a:effectLst/>
              </a:rPr>
              <a:t>highlighting text and as a call-to-action in on-screen scenarios. Use Black for blocks</a:t>
            </a:r>
            <a:br>
              <a:rPr lang="en-US" sz="1200" b="0" i="0" dirty="0">
                <a:solidFill>
                  <a:srgbClr val="1D1C1D"/>
                </a:solidFill>
                <a:effectLst/>
              </a:rPr>
            </a:br>
            <a:r>
              <a:rPr lang="en-US" sz="1200" b="0" i="0" dirty="0">
                <a:solidFill>
                  <a:srgbClr val="1D1C1D"/>
                </a:solidFill>
                <a:effectLst/>
              </a:rPr>
              <a:t>of body copy.</a:t>
            </a:r>
            <a:br>
              <a:rPr lang="en-US" sz="1200" b="0" i="0" dirty="0">
                <a:solidFill>
                  <a:srgbClr val="1D1C1D"/>
                </a:solidFill>
                <a:effectLst/>
              </a:rPr>
            </a:br>
            <a:br>
              <a:rPr lang="en-US" sz="1200" b="0" i="0" dirty="0">
                <a:solidFill>
                  <a:srgbClr val="1D1C1D"/>
                </a:solidFill>
                <a:effectLst/>
              </a:rPr>
            </a:br>
            <a:r>
              <a:rPr lang="en-US" sz="1200" b="1" i="0" dirty="0">
                <a:solidFill>
                  <a:srgbClr val="1D1C1D"/>
                </a:solidFill>
                <a:effectLst/>
              </a:rPr>
              <a:t>Tertiary palette: </a:t>
            </a:r>
            <a:r>
              <a:rPr lang="en-US" sz="1200" b="0" i="0" dirty="0">
                <a:solidFill>
                  <a:srgbClr val="1D1C1D"/>
                </a:solidFill>
                <a:effectLst/>
              </a:rPr>
              <a:t>use sparingly, only in instances where data visualization requires an array of colors for differentiation.</a:t>
            </a:r>
            <a:endParaRPr lang="en-US" sz="1200" dirty="0"/>
          </a:p>
        </p:txBody>
      </p:sp>
      <p:sp>
        <p:nvSpPr>
          <p:cNvPr id="53" name="Content Placeholder 389">
            <a:extLst>
              <a:ext uri="{FF2B5EF4-FFF2-40B4-BE49-F238E27FC236}">
                <a16:creationId xmlns:a16="http://schemas.microsoft.com/office/drawing/2014/main" id="{54A84A66-A167-2832-2F0C-D0B0BE2962BF}"/>
              </a:ext>
            </a:extLst>
          </p:cNvPr>
          <p:cNvSpPr txBox="1">
            <a:spLocks/>
          </p:cNvSpPr>
          <p:nvPr/>
        </p:nvSpPr>
        <p:spPr>
          <a:xfrm>
            <a:off x="5128527" y="4041088"/>
            <a:ext cx="2005195" cy="177806"/>
          </a:xfrm>
          <a:prstGeom prst="rect">
            <a:avLst/>
          </a:prstGeom>
        </p:spPr>
        <p:txBody>
          <a:bodyPr vert="horz" wrap="square" lIns="0" tIns="0" rIns="0" bIns="0" rtlCol="0">
            <a:spAutoFit/>
          </a:bodyPr>
          <a:lstStyle>
            <a:lvl1pPr marL="0" indent="0" algn="l" defTabSz="914400" rtl="0" eaLnBrk="1" latinLnBrk="0" hangingPunct="1">
              <a:lnSpc>
                <a:spcPct val="101000"/>
              </a:lnSpc>
              <a:spcBef>
                <a:spcPts val="0"/>
              </a:spcBef>
              <a:spcAft>
                <a:spcPts val="600"/>
              </a:spcAft>
              <a:buFont typeface="GT America Regular"/>
              <a:buNone/>
              <a:defRPr sz="1400" b="0" i="0" kern="1200">
                <a:solidFill>
                  <a:schemeClr val="tx1"/>
                </a:solidFill>
                <a:latin typeface="+mn-lt"/>
                <a:ea typeface="GT America Regular" charset="0"/>
                <a:cs typeface="GT America Regular" charset="0"/>
              </a:defRPr>
            </a:lvl1pPr>
            <a:lvl2pPr marL="285750" indent="-285750" algn="l" defTabSz="914400" rtl="0" eaLnBrk="1" latinLnBrk="0" hangingPunct="1">
              <a:lnSpc>
                <a:spcPct val="101000"/>
              </a:lnSpc>
              <a:spcBef>
                <a:spcPts val="0"/>
              </a:spcBef>
              <a:spcAft>
                <a:spcPts val="600"/>
              </a:spcAft>
              <a:buFont typeface="GT America Regular" charset="0"/>
              <a:buChar char="→"/>
              <a:defRPr sz="1400" b="0" i="0" kern="1200">
                <a:solidFill>
                  <a:schemeClr val="tx1"/>
                </a:solidFill>
                <a:latin typeface="+mn-lt"/>
                <a:ea typeface="GT America Regular"/>
                <a:cs typeface="GT America Regular"/>
              </a:defRPr>
            </a:lvl2pPr>
            <a:lvl3pPr marL="458788" indent="-171450" algn="l" defTabSz="914400" rtl="0" eaLnBrk="1" latinLnBrk="0" hangingPunct="1">
              <a:lnSpc>
                <a:spcPct val="101000"/>
              </a:lnSpc>
              <a:spcBef>
                <a:spcPts val="0"/>
              </a:spcBef>
              <a:spcAft>
                <a:spcPts val="600"/>
              </a:spcAft>
              <a:buClr>
                <a:schemeClr val="accent1"/>
              </a:buClr>
              <a:buFont typeface="GT America Regular" pitchFamily="50" charset="0"/>
              <a:buChar char="•"/>
              <a:defRPr sz="1400" b="0" i="0" kern="1200">
                <a:solidFill>
                  <a:schemeClr val="tx1"/>
                </a:solidFill>
                <a:latin typeface="+mn-lt"/>
                <a:ea typeface="GT America Regular" pitchFamily="2" charset="77"/>
                <a:cs typeface="GT America Regular" pitchFamily="2" charset="77"/>
              </a:defRPr>
            </a:lvl3pPr>
            <a:lvl4pPr marL="628650" indent="-171450" algn="l" defTabSz="914400" rtl="0" eaLnBrk="1" latinLnBrk="0" hangingPunct="1">
              <a:lnSpc>
                <a:spcPct val="101000"/>
              </a:lnSpc>
              <a:spcBef>
                <a:spcPts val="0"/>
              </a:spcBef>
              <a:spcAft>
                <a:spcPts val="600"/>
              </a:spcAft>
              <a:buClrTx/>
              <a:buFont typeface="GT America Regular" pitchFamily="50" charset="0"/>
              <a:buChar char="–"/>
              <a:defRPr sz="1300" b="0" i="0" kern="1200">
                <a:solidFill>
                  <a:schemeClr val="tx1"/>
                </a:solidFill>
                <a:latin typeface="+mn-lt"/>
                <a:ea typeface="GT America Regular" pitchFamily="2" charset="77"/>
                <a:cs typeface="GT America Regular" pitchFamily="2" charset="77"/>
              </a:defRPr>
            </a:lvl4pPr>
            <a:lvl5pPr marL="801688" indent="-171450" algn="l" defTabSz="914400" rtl="0" eaLnBrk="1" latinLnBrk="0" hangingPunct="1">
              <a:lnSpc>
                <a:spcPct val="101000"/>
              </a:lnSpc>
              <a:spcBef>
                <a:spcPts val="0"/>
              </a:spcBef>
              <a:spcAft>
                <a:spcPts val="600"/>
              </a:spcAft>
              <a:buClr>
                <a:schemeClr val="accent1"/>
              </a:buClr>
              <a:buFont typeface="GT America Regular" charset="0"/>
              <a:buChar char="–"/>
              <a:tabLst/>
              <a:defRPr sz="1200" b="0" i="0" kern="1200">
                <a:solidFill>
                  <a:schemeClr val="tx1"/>
                </a:solidFill>
                <a:latin typeface="+mn-lt"/>
                <a:ea typeface="GT America Regular" pitchFamily="2" charset="77"/>
                <a:cs typeface="GT America Regular" pitchFamily="2" charset="77"/>
              </a:defRPr>
            </a:lvl5pPr>
            <a:lvl6pPr marL="971550" indent="-171450" algn="l" defTabSz="914400" rtl="0" eaLnBrk="1" latinLnBrk="0" hangingPunct="1">
              <a:lnSpc>
                <a:spcPct val="101000"/>
              </a:lnSpc>
              <a:spcBef>
                <a:spcPts val="0"/>
              </a:spcBef>
              <a:spcAft>
                <a:spcPts val="600"/>
              </a:spcAft>
              <a:buClrTx/>
              <a:buFont typeface="GT America Regular" pitchFamily="50" charset="0"/>
              <a:buChar char="»"/>
              <a:defRPr sz="1200" b="0" i="0" kern="1200">
                <a:solidFill>
                  <a:schemeClr val="tx1"/>
                </a:solidFill>
                <a:latin typeface="+mn-lt"/>
                <a:ea typeface="GT America Regular" pitchFamily="2" charset="77"/>
                <a:cs typeface="GT America Regular" pitchFamily="2" charset="77"/>
              </a:defRPr>
            </a:lvl6pPr>
            <a:lvl7pPr marL="1144588" indent="-171450" algn="l" defTabSz="914400" rtl="0" eaLnBrk="1" latinLnBrk="0" hangingPunct="1">
              <a:lnSpc>
                <a:spcPct val="101000"/>
              </a:lnSpc>
              <a:spcBef>
                <a:spcPts val="0"/>
              </a:spcBef>
              <a:spcAft>
                <a:spcPts val="600"/>
              </a:spcAft>
              <a:buClr>
                <a:schemeClr val="accent1"/>
              </a:buClr>
              <a:buFont typeface="GT America Regular" charset="0"/>
              <a:buChar char="»"/>
              <a:defRPr sz="1100" kern="1200">
                <a:solidFill>
                  <a:schemeClr val="tx1"/>
                </a:solidFill>
                <a:latin typeface="+mn-lt"/>
                <a:ea typeface="GT America Regular" pitchFamily="2" charset="77"/>
                <a:cs typeface="GT America Regular" pitchFamily="2" charset="77"/>
              </a:defRPr>
            </a:lvl7pPr>
            <a:lvl8pPr marL="1312863" indent="-171450" algn="l" defTabSz="914400" rtl="0" eaLnBrk="1" latinLnBrk="0" hangingPunct="1">
              <a:lnSpc>
                <a:spcPct val="101000"/>
              </a:lnSpc>
              <a:spcBef>
                <a:spcPts val="0"/>
              </a:spcBef>
              <a:spcAft>
                <a:spcPts val="600"/>
              </a:spcAft>
              <a:buClrTx/>
              <a:buFont typeface="GT America Regular" pitchFamily="50" charset="0"/>
              <a:buChar char="›"/>
              <a:defRPr sz="1100" kern="1200">
                <a:solidFill>
                  <a:schemeClr val="tx1"/>
                </a:solidFill>
                <a:latin typeface="+mn-lt"/>
                <a:ea typeface="GT America Regular" pitchFamily="2" charset="77"/>
                <a:cs typeface="GT America Regular" pitchFamily="2" charset="77"/>
              </a:defRPr>
            </a:lvl8pPr>
            <a:lvl9pPr marL="1485900" indent="-171450" algn="l" defTabSz="914400" rtl="0" eaLnBrk="1" latinLnBrk="0" hangingPunct="1">
              <a:lnSpc>
                <a:spcPct val="101000"/>
              </a:lnSpc>
              <a:spcBef>
                <a:spcPts val="0"/>
              </a:spcBef>
              <a:spcAft>
                <a:spcPts val="600"/>
              </a:spcAft>
              <a:buClr>
                <a:schemeClr val="accent1"/>
              </a:buClr>
              <a:buFont typeface="GT America Regular" charset="0"/>
              <a:buChar char="›"/>
              <a:defRPr sz="1100" kern="1200">
                <a:solidFill>
                  <a:schemeClr val="tx1"/>
                </a:solidFill>
                <a:latin typeface="+mn-lt"/>
                <a:ea typeface="GT America Regular" pitchFamily="2" charset="77"/>
                <a:cs typeface="GT America Regular" pitchFamily="2" charset="77"/>
              </a:defRPr>
            </a:lvl9pPr>
          </a:lstStyle>
          <a:p>
            <a:pPr marL="0" lvl="1" indent="0" algn="r">
              <a:buNone/>
            </a:pPr>
            <a:r>
              <a:rPr lang="en-US" sz="1200" dirty="0"/>
              <a:t> </a:t>
            </a:r>
            <a:r>
              <a:rPr lang="en-US" sz="1200" b="1" dirty="0"/>
              <a:t>Secondary</a:t>
            </a:r>
            <a:r>
              <a:rPr lang="en-US" sz="1200" dirty="0"/>
              <a:t> Bright Blue →</a:t>
            </a:r>
          </a:p>
        </p:txBody>
      </p:sp>
      <p:sp>
        <p:nvSpPr>
          <p:cNvPr id="55" name="Content Placeholder 389">
            <a:extLst>
              <a:ext uri="{FF2B5EF4-FFF2-40B4-BE49-F238E27FC236}">
                <a16:creationId xmlns:a16="http://schemas.microsoft.com/office/drawing/2014/main" id="{A37DCBB7-64E1-197E-DB99-7B3C138F8395}"/>
              </a:ext>
            </a:extLst>
          </p:cNvPr>
          <p:cNvSpPr txBox="1">
            <a:spLocks/>
          </p:cNvSpPr>
          <p:nvPr/>
        </p:nvSpPr>
        <p:spPr>
          <a:xfrm>
            <a:off x="5128527" y="4519401"/>
            <a:ext cx="2005195" cy="177806"/>
          </a:xfrm>
          <a:prstGeom prst="rect">
            <a:avLst/>
          </a:prstGeom>
        </p:spPr>
        <p:txBody>
          <a:bodyPr vert="horz" wrap="square" lIns="0" tIns="0" rIns="0" bIns="0" rtlCol="0">
            <a:spAutoFit/>
          </a:bodyPr>
          <a:lstStyle>
            <a:lvl1pPr marL="0" indent="0" algn="l" defTabSz="914400" rtl="0" eaLnBrk="1" latinLnBrk="0" hangingPunct="1">
              <a:lnSpc>
                <a:spcPct val="101000"/>
              </a:lnSpc>
              <a:spcBef>
                <a:spcPts val="0"/>
              </a:spcBef>
              <a:spcAft>
                <a:spcPts val="600"/>
              </a:spcAft>
              <a:buFont typeface="GT America Regular"/>
              <a:buNone/>
              <a:defRPr sz="1400" b="0" i="0" kern="1200">
                <a:solidFill>
                  <a:schemeClr val="tx1"/>
                </a:solidFill>
                <a:latin typeface="+mn-lt"/>
                <a:ea typeface="GT America Regular" charset="0"/>
                <a:cs typeface="GT America Regular" charset="0"/>
              </a:defRPr>
            </a:lvl1pPr>
            <a:lvl2pPr marL="285750" indent="-285750" algn="l" defTabSz="914400" rtl="0" eaLnBrk="1" latinLnBrk="0" hangingPunct="1">
              <a:lnSpc>
                <a:spcPct val="101000"/>
              </a:lnSpc>
              <a:spcBef>
                <a:spcPts val="0"/>
              </a:spcBef>
              <a:spcAft>
                <a:spcPts val="600"/>
              </a:spcAft>
              <a:buFont typeface="GT America Regular" charset="0"/>
              <a:buChar char="→"/>
              <a:defRPr sz="1400" b="0" i="0" kern="1200">
                <a:solidFill>
                  <a:schemeClr val="tx1"/>
                </a:solidFill>
                <a:latin typeface="+mn-lt"/>
                <a:ea typeface="GT America Regular"/>
                <a:cs typeface="GT America Regular"/>
              </a:defRPr>
            </a:lvl2pPr>
            <a:lvl3pPr marL="458788" indent="-171450" algn="l" defTabSz="914400" rtl="0" eaLnBrk="1" latinLnBrk="0" hangingPunct="1">
              <a:lnSpc>
                <a:spcPct val="101000"/>
              </a:lnSpc>
              <a:spcBef>
                <a:spcPts val="0"/>
              </a:spcBef>
              <a:spcAft>
                <a:spcPts val="600"/>
              </a:spcAft>
              <a:buClr>
                <a:schemeClr val="accent1"/>
              </a:buClr>
              <a:buFont typeface="GT America Regular" pitchFamily="50" charset="0"/>
              <a:buChar char="•"/>
              <a:defRPr sz="1400" b="0" i="0" kern="1200">
                <a:solidFill>
                  <a:schemeClr val="tx1"/>
                </a:solidFill>
                <a:latin typeface="+mn-lt"/>
                <a:ea typeface="GT America Regular" pitchFamily="2" charset="77"/>
                <a:cs typeface="GT America Regular" pitchFamily="2" charset="77"/>
              </a:defRPr>
            </a:lvl3pPr>
            <a:lvl4pPr marL="628650" indent="-171450" algn="l" defTabSz="914400" rtl="0" eaLnBrk="1" latinLnBrk="0" hangingPunct="1">
              <a:lnSpc>
                <a:spcPct val="101000"/>
              </a:lnSpc>
              <a:spcBef>
                <a:spcPts val="0"/>
              </a:spcBef>
              <a:spcAft>
                <a:spcPts val="600"/>
              </a:spcAft>
              <a:buClrTx/>
              <a:buFont typeface="GT America Regular" pitchFamily="50" charset="0"/>
              <a:buChar char="–"/>
              <a:defRPr sz="1300" b="0" i="0" kern="1200">
                <a:solidFill>
                  <a:schemeClr val="tx1"/>
                </a:solidFill>
                <a:latin typeface="+mn-lt"/>
                <a:ea typeface="GT America Regular" pitchFamily="2" charset="77"/>
                <a:cs typeface="GT America Regular" pitchFamily="2" charset="77"/>
              </a:defRPr>
            </a:lvl4pPr>
            <a:lvl5pPr marL="801688" indent="-171450" algn="l" defTabSz="914400" rtl="0" eaLnBrk="1" latinLnBrk="0" hangingPunct="1">
              <a:lnSpc>
                <a:spcPct val="101000"/>
              </a:lnSpc>
              <a:spcBef>
                <a:spcPts val="0"/>
              </a:spcBef>
              <a:spcAft>
                <a:spcPts val="600"/>
              </a:spcAft>
              <a:buClr>
                <a:schemeClr val="accent1"/>
              </a:buClr>
              <a:buFont typeface="GT America Regular" charset="0"/>
              <a:buChar char="–"/>
              <a:tabLst/>
              <a:defRPr sz="1200" b="0" i="0" kern="1200">
                <a:solidFill>
                  <a:schemeClr val="tx1"/>
                </a:solidFill>
                <a:latin typeface="+mn-lt"/>
                <a:ea typeface="GT America Regular" pitchFamily="2" charset="77"/>
                <a:cs typeface="GT America Regular" pitchFamily="2" charset="77"/>
              </a:defRPr>
            </a:lvl5pPr>
            <a:lvl6pPr marL="971550" indent="-171450" algn="l" defTabSz="914400" rtl="0" eaLnBrk="1" latinLnBrk="0" hangingPunct="1">
              <a:lnSpc>
                <a:spcPct val="101000"/>
              </a:lnSpc>
              <a:spcBef>
                <a:spcPts val="0"/>
              </a:spcBef>
              <a:spcAft>
                <a:spcPts val="600"/>
              </a:spcAft>
              <a:buClrTx/>
              <a:buFont typeface="GT America Regular" pitchFamily="50" charset="0"/>
              <a:buChar char="»"/>
              <a:defRPr sz="1200" b="0" i="0" kern="1200">
                <a:solidFill>
                  <a:schemeClr val="tx1"/>
                </a:solidFill>
                <a:latin typeface="+mn-lt"/>
                <a:ea typeface="GT America Regular" pitchFamily="2" charset="77"/>
                <a:cs typeface="GT America Regular" pitchFamily="2" charset="77"/>
              </a:defRPr>
            </a:lvl6pPr>
            <a:lvl7pPr marL="1144588" indent="-171450" algn="l" defTabSz="914400" rtl="0" eaLnBrk="1" latinLnBrk="0" hangingPunct="1">
              <a:lnSpc>
                <a:spcPct val="101000"/>
              </a:lnSpc>
              <a:spcBef>
                <a:spcPts val="0"/>
              </a:spcBef>
              <a:spcAft>
                <a:spcPts val="600"/>
              </a:spcAft>
              <a:buClr>
                <a:schemeClr val="accent1"/>
              </a:buClr>
              <a:buFont typeface="GT America Regular" charset="0"/>
              <a:buChar char="»"/>
              <a:defRPr sz="1100" kern="1200">
                <a:solidFill>
                  <a:schemeClr val="tx1"/>
                </a:solidFill>
                <a:latin typeface="+mn-lt"/>
                <a:ea typeface="GT America Regular" pitchFamily="2" charset="77"/>
                <a:cs typeface="GT America Regular" pitchFamily="2" charset="77"/>
              </a:defRPr>
            </a:lvl7pPr>
            <a:lvl8pPr marL="1312863" indent="-171450" algn="l" defTabSz="914400" rtl="0" eaLnBrk="1" latinLnBrk="0" hangingPunct="1">
              <a:lnSpc>
                <a:spcPct val="101000"/>
              </a:lnSpc>
              <a:spcBef>
                <a:spcPts val="0"/>
              </a:spcBef>
              <a:spcAft>
                <a:spcPts val="600"/>
              </a:spcAft>
              <a:buClrTx/>
              <a:buFont typeface="GT America Regular" pitchFamily="50" charset="0"/>
              <a:buChar char="›"/>
              <a:defRPr sz="1100" kern="1200">
                <a:solidFill>
                  <a:schemeClr val="tx1"/>
                </a:solidFill>
                <a:latin typeface="+mn-lt"/>
                <a:ea typeface="GT America Regular" pitchFamily="2" charset="77"/>
                <a:cs typeface="GT America Regular" pitchFamily="2" charset="77"/>
              </a:defRPr>
            </a:lvl8pPr>
            <a:lvl9pPr marL="1485900" indent="-171450" algn="l" defTabSz="914400" rtl="0" eaLnBrk="1" latinLnBrk="0" hangingPunct="1">
              <a:lnSpc>
                <a:spcPct val="101000"/>
              </a:lnSpc>
              <a:spcBef>
                <a:spcPts val="0"/>
              </a:spcBef>
              <a:spcAft>
                <a:spcPts val="600"/>
              </a:spcAft>
              <a:buClr>
                <a:schemeClr val="accent1"/>
              </a:buClr>
              <a:buFont typeface="GT America Regular" charset="0"/>
              <a:buChar char="›"/>
              <a:defRPr sz="1100" kern="1200">
                <a:solidFill>
                  <a:schemeClr val="tx1"/>
                </a:solidFill>
                <a:latin typeface="+mn-lt"/>
                <a:ea typeface="GT America Regular" pitchFamily="2" charset="77"/>
                <a:cs typeface="GT America Regular" pitchFamily="2" charset="77"/>
              </a:defRPr>
            </a:lvl9pPr>
          </a:lstStyle>
          <a:p>
            <a:pPr marL="0" lvl="1" indent="0" algn="r">
              <a:buNone/>
            </a:pPr>
            <a:r>
              <a:rPr lang="en-US" sz="1200" dirty="0"/>
              <a:t> </a:t>
            </a:r>
            <a:r>
              <a:rPr lang="en-US" sz="1200" b="1" dirty="0"/>
              <a:t>Tertiary</a:t>
            </a:r>
            <a:r>
              <a:rPr lang="en-US" sz="1200" dirty="0"/>
              <a:t> →</a:t>
            </a:r>
          </a:p>
        </p:txBody>
      </p:sp>
      <p:sp>
        <p:nvSpPr>
          <p:cNvPr id="56" name="Content Placeholder 389">
            <a:extLst>
              <a:ext uri="{FF2B5EF4-FFF2-40B4-BE49-F238E27FC236}">
                <a16:creationId xmlns:a16="http://schemas.microsoft.com/office/drawing/2014/main" id="{4D9EB68D-F9BE-E7E0-DBB3-89FB67F01572}"/>
              </a:ext>
            </a:extLst>
          </p:cNvPr>
          <p:cNvSpPr txBox="1">
            <a:spLocks/>
          </p:cNvSpPr>
          <p:nvPr/>
        </p:nvSpPr>
        <p:spPr>
          <a:xfrm>
            <a:off x="5128527" y="4280245"/>
            <a:ext cx="2005195" cy="177806"/>
          </a:xfrm>
          <a:prstGeom prst="rect">
            <a:avLst/>
          </a:prstGeom>
        </p:spPr>
        <p:txBody>
          <a:bodyPr vert="horz" wrap="square" lIns="0" tIns="0" rIns="0" bIns="0" rtlCol="0">
            <a:spAutoFit/>
          </a:bodyPr>
          <a:lstStyle>
            <a:lvl1pPr marL="0" indent="0" algn="l" defTabSz="914400" rtl="0" eaLnBrk="1" latinLnBrk="0" hangingPunct="1">
              <a:lnSpc>
                <a:spcPct val="101000"/>
              </a:lnSpc>
              <a:spcBef>
                <a:spcPts val="0"/>
              </a:spcBef>
              <a:spcAft>
                <a:spcPts val="600"/>
              </a:spcAft>
              <a:buFont typeface="GT America Regular"/>
              <a:buNone/>
              <a:defRPr sz="1400" b="0" i="0" kern="1200">
                <a:solidFill>
                  <a:schemeClr val="tx1"/>
                </a:solidFill>
                <a:latin typeface="+mn-lt"/>
                <a:ea typeface="GT America Regular" charset="0"/>
                <a:cs typeface="GT America Regular" charset="0"/>
              </a:defRPr>
            </a:lvl1pPr>
            <a:lvl2pPr marL="285750" indent="-285750" algn="l" defTabSz="914400" rtl="0" eaLnBrk="1" latinLnBrk="0" hangingPunct="1">
              <a:lnSpc>
                <a:spcPct val="101000"/>
              </a:lnSpc>
              <a:spcBef>
                <a:spcPts val="0"/>
              </a:spcBef>
              <a:spcAft>
                <a:spcPts val="600"/>
              </a:spcAft>
              <a:buFont typeface="GT America Regular" charset="0"/>
              <a:buChar char="→"/>
              <a:defRPr sz="1400" b="0" i="0" kern="1200">
                <a:solidFill>
                  <a:schemeClr val="tx1"/>
                </a:solidFill>
                <a:latin typeface="+mn-lt"/>
                <a:ea typeface="GT America Regular"/>
                <a:cs typeface="GT America Regular"/>
              </a:defRPr>
            </a:lvl2pPr>
            <a:lvl3pPr marL="458788" indent="-171450" algn="l" defTabSz="914400" rtl="0" eaLnBrk="1" latinLnBrk="0" hangingPunct="1">
              <a:lnSpc>
                <a:spcPct val="101000"/>
              </a:lnSpc>
              <a:spcBef>
                <a:spcPts val="0"/>
              </a:spcBef>
              <a:spcAft>
                <a:spcPts val="600"/>
              </a:spcAft>
              <a:buClr>
                <a:schemeClr val="accent1"/>
              </a:buClr>
              <a:buFont typeface="GT America Regular" pitchFamily="50" charset="0"/>
              <a:buChar char="•"/>
              <a:defRPr sz="1400" b="0" i="0" kern="1200">
                <a:solidFill>
                  <a:schemeClr val="tx1"/>
                </a:solidFill>
                <a:latin typeface="+mn-lt"/>
                <a:ea typeface="GT America Regular" pitchFamily="2" charset="77"/>
                <a:cs typeface="GT America Regular" pitchFamily="2" charset="77"/>
              </a:defRPr>
            </a:lvl3pPr>
            <a:lvl4pPr marL="628650" indent="-171450" algn="l" defTabSz="914400" rtl="0" eaLnBrk="1" latinLnBrk="0" hangingPunct="1">
              <a:lnSpc>
                <a:spcPct val="101000"/>
              </a:lnSpc>
              <a:spcBef>
                <a:spcPts val="0"/>
              </a:spcBef>
              <a:spcAft>
                <a:spcPts val="600"/>
              </a:spcAft>
              <a:buClrTx/>
              <a:buFont typeface="GT America Regular" pitchFamily="50" charset="0"/>
              <a:buChar char="–"/>
              <a:defRPr sz="1300" b="0" i="0" kern="1200">
                <a:solidFill>
                  <a:schemeClr val="tx1"/>
                </a:solidFill>
                <a:latin typeface="+mn-lt"/>
                <a:ea typeface="GT America Regular" pitchFamily="2" charset="77"/>
                <a:cs typeface="GT America Regular" pitchFamily="2" charset="77"/>
              </a:defRPr>
            </a:lvl4pPr>
            <a:lvl5pPr marL="801688" indent="-171450" algn="l" defTabSz="914400" rtl="0" eaLnBrk="1" latinLnBrk="0" hangingPunct="1">
              <a:lnSpc>
                <a:spcPct val="101000"/>
              </a:lnSpc>
              <a:spcBef>
                <a:spcPts val="0"/>
              </a:spcBef>
              <a:spcAft>
                <a:spcPts val="600"/>
              </a:spcAft>
              <a:buClr>
                <a:schemeClr val="accent1"/>
              </a:buClr>
              <a:buFont typeface="GT America Regular" charset="0"/>
              <a:buChar char="–"/>
              <a:tabLst/>
              <a:defRPr sz="1200" b="0" i="0" kern="1200">
                <a:solidFill>
                  <a:schemeClr val="tx1"/>
                </a:solidFill>
                <a:latin typeface="+mn-lt"/>
                <a:ea typeface="GT America Regular" pitchFamily="2" charset="77"/>
                <a:cs typeface="GT America Regular" pitchFamily="2" charset="77"/>
              </a:defRPr>
            </a:lvl5pPr>
            <a:lvl6pPr marL="971550" indent="-171450" algn="l" defTabSz="914400" rtl="0" eaLnBrk="1" latinLnBrk="0" hangingPunct="1">
              <a:lnSpc>
                <a:spcPct val="101000"/>
              </a:lnSpc>
              <a:spcBef>
                <a:spcPts val="0"/>
              </a:spcBef>
              <a:spcAft>
                <a:spcPts val="600"/>
              </a:spcAft>
              <a:buClrTx/>
              <a:buFont typeface="GT America Regular" pitchFamily="50" charset="0"/>
              <a:buChar char="»"/>
              <a:defRPr sz="1200" b="0" i="0" kern="1200">
                <a:solidFill>
                  <a:schemeClr val="tx1"/>
                </a:solidFill>
                <a:latin typeface="+mn-lt"/>
                <a:ea typeface="GT America Regular" pitchFamily="2" charset="77"/>
                <a:cs typeface="GT America Regular" pitchFamily="2" charset="77"/>
              </a:defRPr>
            </a:lvl6pPr>
            <a:lvl7pPr marL="1144588" indent="-171450" algn="l" defTabSz="914400" rtl="0" eaLnBrk="1" latinLnBrk="0" hangingPunct="1">
              <a:lnSpc>
                <a:spcPct val="101000"/>
              </a:lnSpc>
              <a:spcBef>
                <a:spcPts val="0"/>
              </a:spcBef>
              <a:spcAft>
                <a:spcPts val="600"/>
              </a:spcAft>
              <a:buClr>
                <a:schemeClr val="accent1"/>
              </a:buClr>
              <a:buFont typeface="GT America Regular" charset="0"/>
              <a:buChar char="»"/>
              <a:defRPr sz="1100" kern="1200">
                <a:solidFill>
                  <a:schemeClr val="tx1"/>
                </a:solidFill>
                <a:latin typeface="+mn-lt"/>
                <a:ea typeface="GT America Regular" pitchFamily="2" charset="77"/>
                <a:cs typeface="GT America Regular" pitchFamily="2" charset="77"/>
              </a:defRPr>
            </a:lvl7pPr>
            <a:lvl8pPr marL="1312863" indent="-171450" algn="l" defTabSz="914400" rtl="0" eaLnBrk="1" latinLnBrk="0" hangingPunct="1">
              <a:lnSpc>
                <a:spcPct val="101000"/>
              </a:lnSpc>
              <a:spcBef>
                <a:spcPts val="0"/>
              </a:spcBef>
              <a:spcAft>
                <a:spcPts val="600"/>
              </a:spcAft>
              <a:buClrTx/>
              <a:buFont typeface="GT America Regular" pitchFamily="50" charset="0"/>
              <a:buChar char="›"/>
              <a:defRPr sz="1100" kern="1200">
                <a:solidFill>
                  <a:schemeClr val="tx1"/>
                </a:solidFill>
                <a:latin typeface="+mn-lt"/>
                <a:ea typeface="GT America Regular" pitchFamily="2" charset="77"/>
                <a:cs typeface="GT America Regular" pitchFamily="2" charset="77"/>
              </a:defRPr>
            </a:lvl8pPr>
            <a:lvl9pPr marL="1485900" indent="-171450" algn="l" defTabSz="914400" rtl="0" eaLnBrk="1" latinLnBrk="0" hangingPunct="1">
              <a:lnSpc>
                <a:spcPct val="101000"/>
              </a:lnSpc>
              <a:spcBef>
                <a:spcPts val="0"/>
              </a:spcBef>
              <a:spcAft>
                <a:spcPts val="600"/>
              </a:spcAft>
              <a:buClr>
                <a:schemeClr val="accent1"/>
              </a:buClr>
              <a:buFont typeface="GT America Regular" charset="0"/>
              <a:buChar char="›"/>
              <a:defRPr sz="1100" kern="1200">
                <a:solidFill>
                  <a:schemeClr val="tx1"/>
                </a:solidFill>
                <a:latin typeface="+mn-lt"/>
                <a:ea typeface="GT America Regular" pitchFamily="2" charset="77"/>
                <a:cs typeface="GT America Regular" pitchFamily="2" charset="77"/>
              </a:defRPr>
            </a:lvl9pPr>
          </a:lstStyle>
          <a:p>
            <a:pPr marL="0" lvl="1" indent="0" algn="r">
              <a:buNone/>
            </a:pPr>
            <a:r>
              <a:rPr lang="en-US" sz="1200" dirty="0"/>
              <a:t> </a:t>
            </a:r>
            <a:r>
              <a:rPr lang="en-US" sz="1200" b="1" dirty="0"/>
              <a:t>Secondary </a:t>
            </a:r>
            <a:r>
              <a:rPr lang="en-US" sz="1200" dirty="0"/>
              <a:t>Neutral Grays →</a:t>
            </a:r>
          </a:p>
        </p:txBody>
      </p:sp>
      <p:grpSp>
        <p:nvGrpSpPr>
          <p:cNvPr id="9" name="Group 8">
            <a:extLst>
              <a:ext uri="{FF2B5EF4-FFF2-40B4-BE49-F238E27FC236}">
                <a16:creationId xmlns:a16="http://schemas.microsoft.com/office/drawing/2014/main" id="{A8567D03-AEB6-0132-7982-6A6F69C1E068}"/>
              </a:ext>
            </a:extLst>
          </p:cNvPr>
          <p:cNvGrpSpPr/>
          <p:nvPr/>
        </p:nvGrpSpPr>
        <p:grpSpPr>
          <a:xfrm>
            <a:off x="9232900" y="587772"/>
            <a:ext cx="2757316" cy="364331"/>
            <a:chOff x="9232900" y="587772"/>
            <a:chExt cx="2757316" cy="364331"/>
          </a:xfrm>
        </p:grpSpPr>
        <p:sp>
          <p:nvSpPr>
            <p:cNvPr id="5" name="Content Placeholder 389">
              <a:extLst>
                <a:ext uri="{FF2B5EF4-FFF2-40B4-BE49-F238E27FC236}">
                  <a16:creationId xmlns:a16="http://schemas.microsoft.com/office/drawing/2014/main" id="{251534CB-782E-D34E-8FB6-CAF0871D9168}"/>
                </a:ext>
              </a:extLst>
            </p:cNvPr>
            <p:cNvSpPr txBox="1">
              <a:spLocks/>
            </p:cNvSpPr>
            <p:nvPr/>
          </p:nvSpPr>
          <p:spPr>
            <a:xfrm>
              <a:off x="9232900" y="587772"/>
              <a:ext cx="2405061" cy="364331"/>
            </a:xfrm>
            <a:prstGeom prst="rect">
              <a:avLst/>
            </a:prstGeom>
          </p:spPr>
          <p:txBody>
            <a:bodyPr vert="horz" wrap="square" lIns="0" tIns="0" rIns="0" bIns="0" rtlCol="0">
              <a:spAutoFit/>
            </a:bodyPr>
            <a:lstStyle>
              <a:lvl1pPr marL="0" indent="0" algn="l" defTabSz="914400" rtl="0" eaLnBrk="1" latinLnBrk="0" hangingPunct="1">
                <a:lnSpc>
                  <a:spcPct val="101000"/>
                </a:lnSpc>
                <a:spcBef>
                  <a:spcPts val="0"/>
                </a:spcBef>
                <a:spcAft>
                  <a:spcPts val="600"/>
                </a:spcAft>
                <a:buFont typeface="GT America Regular"/>
                <a:buNone/>
                <a:defRPr sz="1400" b="0" i="0" kern="1200">
                  <a:solidFill>
                    <a:schemeClr val="tx1"/>
                  </a:solidFill>
                  <a:latin typeface="+mn-lt"/>
                  <a:ea typeface="GT America Regular" charset="0"/>
                  <a:cs typeface="GT America Regular" charset="0"/>
                </a:defRPr>
              </a:lvl1pPr>
              <a:lvl2pPr marL="285750" indent="-285750" algn="l" defTabSz="914400" rtl="0" eaLnBrk="1" latinLnBrk="0" hangingPunct="1">
                <a:lnSpc>
                  <a:spcPct val="101000"/>
                </a:lnSpc>
                <a:spcBef>
                  <a:spcPts val="0"/>
                </a:spcBef>
                <a:spcAft>
                  <a:spcPts val="600"/>
                </a:spcAft>
                <a:buFont typeface="GT America Regular" charset="0"/>
                <a:buChar char="→"/>
                <a:defRPr sz="1400" b="0" i="0" kern="1200">
                  <a:solidFill>
                    <a:schemeClr val="tx1"/>
                  </a:solidFill>
                  <a:latin typeface="+mn-lt"/>
                  <a:ea typeface="GT America Regular"/>
                  <a:cs typeface="GT America Regular"/>
                </a:defRPr>
              </a:lvl2pPr>
              <a:lvl3pPr marL="458788" indent="-171450" algn="l" defTabSz="914400" rtl="0" eaLnBrk="1" latinLnBrk="0" hangingPunct="1">
                <a:lnSpc>
                  <a:spcPct val="101000"/>
                </a:lnSpc>
                <a:spcBef>
                  <a:spcPts val="0"/>
                </a:spcBef>
                <a:spcAft>
                  <a:spcPts val="600"/>
                </a:spcAft>
                <a:buClr>
                  <a:schemeClr val="accent1"/>
                </a:buClr>
                <a:buFont typeface="GT America Regular" pitchFamily="50" charset="0"/>
                <a:buChar char="•"/>
                <a:defRPr sz="1400" b="0" i="0" kern="1200">
                  <a:solidFill>
                    <a:schemeClr val="tx1"/>
                  </a:solidFill>
                  <a:latin typeface="+mn-lt"/>
                  <a:ea typeface="GT America Regular" pitchFamily="2" charset="77"/>
                  <a:cs typeface="GT America Regular" pitchFamily="2" charset="77"/>
                </a:defRPr>
              </a:lvl3pPr>
              <a:lvl4pPr marL="628650" indent="-171450" algn="l" defTabSz="914400" rtl="0" eaLnBrk="1" latinLnBrk="0" hangingPunct="1">
                <a:lnSpc>
                  <a:spcPct val="101000"/>
                </a:lnSpc>
                <a:spcBef>
                  <a:spcPts val="0"/>
                </a:spcBef>
                <a:spcAft>
                  <a:spcPts val="600"/>
                </a:spcAft>
                <a:buClrTx/>
                <a:buFont typeface="GT America Regular" pitchFamily="50" charset="0"/>
                <a:buChar char="–"/>
                <a:defRPr sz="1300" b="0" i="0" kern="1200">
                  <a:solidFill>
                    <a:schemeClr val="tx1"/>
                  </a:solidFill>
                  <a:latin typeface="+mn-lt"/>
                  <a:ea typeface="GT America Regular" pitchFamily="2" charset="77"/>
                  <a:cs typeface="GT America Regular" pitchFamily="2" charset="77"/>
                </a:defRPr>
              </a:lvl4pPr>
              <a:lvl5pPr marL="801688" indent="-171450" algn="l" defTabSz="914400" rtl="0" eaLnBrk="1" latinLnBrk="0" hangingPunct="1">
                <a:lnSpc>
                  <a:spcPct val="101000"/>
                </a:lnSpc>
                <a:spcBef>
                  <a:spcPts val="0"/>
                </a:spcBef>
                <a:spcAft>
                  <a:spcPts val="600"/>
                </a:spcAft>
                <a:buClr>
                  <a:schemeClr val="accent1"/>
                </a:buClr>
                <a:buFont typeface="GT America Regular" charset="0"/>
                <a:buChar char="–"/>
                <a:tabLst/>
                <a:defRPr sz="1200" b="0" i="0" kern="1200">
                  <a:solidFill>
                    <a:schemeClr val="tx1"/>
                  </a:solidFill>
                  <a:latin typeface="+mn-lt"/>
                  <a:ea typeface="GT America Regular" pitchFamily="2" charset="77"/>
                  <a:cs typeface="GT America Regular" pitchFamily="2" charset="77"/>
                </a:defRPr>
              </a:lvl5pPr>
              <a:lvl6pPr marL="971550" indent="-171450" algn="l" defTabSz="914400" rtl="0" eaLnBrk="1" latinLnBrk="0" hangingPunct="1">
                <a:lnSpc>
                  <a:spcPct val="101000"/>
                </a:lnSpc>
                <a:spcBef>
                  <a:spcPts val="0"/>
                </a:spcBef>
                <a:spcAft>
                  <a:spcPts val="600"/>
                </a:spcAft>
                <a:buClrTx/>
                <a:buFont typeface="GT America Regular" pitchFamily="50" charset="0"/>
                <a:buChar char="»"/>
                <a:defRPr sz="1200" b="0" i="0" kern="1200">
                  <a:solidFill>
                    <a:schemeClr val="tx1"/>
                  </a:solidFill>
                  <a:latin typeface="+mn-lt"/>
                  <a:ea typeface="GT America Regular" pitchFamily="2" charset="77"/>
                  <a:cs typeface="GT America Regular" pitchFamily="2" charset="77"/>
                </a:defRPr>
              </a:lvl6pPr>
              <a:lvl7pPr marL="1144588" indent="-171450" algn="l" defTabSz="914400" rtl="0" eaLnBrk="1" latinLnBrk="0" hangingPunct="1">
                <a:lnSpc>
                  <a:spcPct val="101000"/>
                </a:lnSpc>
                <a:spcBef>
                  <a:spcPts val="0"/>
                </a:spcBef>
                <a:spcAft>
                  <a:spcPts val="600"/>
                </a:spcAft>
                <a:buClr>
                  <a:schemeClr val="accent1"/>
                </a:buClr>
                <a:buFont typeface="GT America Regular" charset="0"/>
                <a:buChar char="»"/>
                <a:defRPr sz="1100" kern="1200">
                  <a:solidFill>
                    <a:schemeClr val="tx1"/>
                  </a:solidFill>
                  <a:latin typeface="+mn-lt"/>
                  <a:ea typeface="GT America Regular" pitchFamily="2" charset="77"/>
                  <a:cs typeface="GT America Regular" pitchFamily="2" charset="77"/>
                </a:defRPr>
              </a:lvl7pPr>
              <a:lvl8pPr marL="1312863" indent="-171450" algn="l" defTabSz="914400" rtl="0" eaLnBrk="1" latinLnBrk="0" hangingPunct="1">
                <a:lnSpc>
                  <a:spcPct val="101000"/>
                </a:lnSpc>
                <a:spcBef>
                  <a:spcPts val="0"/>
                </a:spcBef>
                <a:spcAft>
                  <a:spcPts val="600"/>
                </a:spcAft>
                <a:buClrTx/>
                <a:buFont typeface="GT America Regular" pitchFamily="50" charset="0"/>
                <a:buChar char="›"/>
                <a:defRPr sz="1100" kern="1200">
                  <a:solidFill>
                    <a:schemeClr val="tx1"/>
                  </a:solidFill>
                  <a:latin typeface="+mn-lt"/>
                  <a:ea typeface="GT America Regular" pitchFamily="2" charset="77"/>
                  <a:cs typeface="GT America Regular" pitchFamily="2" charset="77"/>
                </a:defRPr>
              </a:lvl8pPr>
              <a:lvl9pPr marL="1485900" indent="-171450" algn="l" defTabSz="914400" rtl="0" eaLnBrk="1" latinLnBrk="0" hangingPunct="1">
                <a:lnSpc>
                  <a:spcPct val="101000"/>
                </a:lnSpc>
                <a:spcBef>
                  <a:spcPts val="0"/>
                </a:spcBef>
                <a:spcAft>
                  <a:spcPts val="600"/>
                </a:spcAft>
                <a:buClr>
                  <a:schemeClr val="accent1"/>
                </a:buClr>
                <a:buFont typeface="GT America Regular" charset="0"/>
                <a:buChar char="›"/>
                <a:defRPr sz="1100" kern="1200">
                  <a:solidFill>
                    <a:schemeClr val="tx1"/>
                  </a:solidFill>
                  <a:latin typeface="+mn-lt"/>
                  <a:ea typeface="GT America Regular" pitchFamily="2" charset="77"/>
                  <a:cs typeface="GT America Regular" pitchFamily="2" charset="77"/>
                </a:defRPr>
              </a:lvl9pPr>
            </a:lstStyle>
            <a:p>
              <a:pPr marL="0" lvl="1" indent="0" algn="r">
                <a:buNone/>
              </a:pPr>
              <a:r>
                <a:rPr lang="en-US" sz="1200" b="1" dirty="0"/>
                <a:t>Use the sidebar color palette</a:t>
              </a:r>
              <a:br>
                <a:rPr lang="en-US" sz="1200" b="1" dirty="0"/>
              </a:br>
              <a:r>
                <a:rPr lang="en-US" sz="1200" b="1" dirty="0"/>
                <a:t>for colorizing charts</a:t>
              </a:r>
            </a:p>
          </p:txBody>
        </p:sp>
        <p:sp>
          <p:nvSpPr>
            <p:cNvPr id="8" name="TextBox 7">
              <a:extLst>
                <a:ext uri="{FF2B5EF4-FFF2-40B4-BE49-F238E27FC236}">
                  <a16:creationId xmlns:a16="http://schemas.microsoft.com/office/drawing/2014/main" id="{391EBF35-9A94-6386-DC0A-C25FCE6A7DF9}"/>
                </a:ext>
              </a:extLst>
            </p:cNvPr>
            <p:cNvSpPr txBox="1">
              <a:spLocks/>
            </p:cNvSpPr>
            <p:nvPr/>
          </p:nvSpPr>
          <p:spPr>
            <a:xfrm>
              <a:off x="11781638" y="677013"/>
              <a:ext cx="208578" cy="185849"/>
            </a:xfrm>
            <a:custGeom>
              <a:avLst/>
              <a:gdLst/>
              <a:ahLst/>
              <a:cxnLst/>
              <a:rect l="l" t="t" r="r" b="b"/>
              <a:pathLst>
                <a:path w="208578" h="185849">
                  <a:moveTo>
                    <a:pt x="80730" y="0"/>
                  </a:moveTo>
                  <a:lnTo>
                    <a:pt x="115654" y="0"/>
                  </a:lnTo>
                  <a:lnTo>
                    <a:pt x="208578" y="92924"/>
                  </a:lnTo>
                  <a:lnTo>
                    <a:pt x="115654" y="185849"/>
                  </a:lnTo>
                  <a:lnTo>
                    <a:pt x="80730" y="185849"/>
                  </a:lnTo>
                  <a:lnTo>
                    <a:pt x="161223" y="105356"/>
                  </a:lnTo>
                  <a:lnTo>
                    <a:pt x="0" y="105356"/>
                  </a:lnTo>
                  <a:lnTo>
                    <a:pt x="0" y="80493"/>
                  </a:lnTo>
                  <a:lnTo>
                    <a:pt x="161223" y="80493"/>
                  </a:lnTo>
                  <a:close/>
                </a:path>
              </a:pathLst>
            </a:custGeom>
            <a:solidFill>
              <a:schemeClr val="accent1"/>
            </a:solidFill>
            <a:ln>
              <a:noFill/>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lvl1pPr marL="0" indent="0" algn="l" defTabSz="914377" rtl="0" eaLnBrk="1" latinLnBrk="0" hangingPunct="1">
                <a:lnSpc>
                  <a:spcPct val="100000"/>
                </a:lnSpc>
                <a:spcBef>
                  <a:spcPts val="0"/>
                </a:spcBef>
                <a:buFont typeface="Arial" panose="020B0604020202020204" pitchFamily="34" charset="0"/>
                <a:buNone/>
                <a:defRPr sz="2000" b="1" i="0" kern="1200" spc="0" baseline="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00000"/>
                </a:lnSpc>
                <a:spcBef>
                  <a:spcPts val="0"/>
                </a:spcBef>
                <a:spcAft>
                  <a:spcPts val="0"/>
                </a:spcAft>
                <a:buFont typeface="Arial" panose="020B0604020202020204" pitchFamily="34" charset="0"/>
                <a:buNone/>
                <a:defRPr sz="2000" b="0" i="0" kern="1200" spc="0" baseline="0">
                  <a:solidFill>
                    <a:schemeClr val="tx1"/>
                  </a:solidFill>
                  <a:latin typeface="Arial" panose="020B0604020202020204" pitchFamily="34" charset="0"/>
                  <a:ea typeface="+mn-ea"/>
                  <a:cs typeface="+mn-cs"/>
                </a:defRPr>
              </a:lvl2pPr>
              <a:lvl3pPr marL="0" indent="0" algn="l" defTabSz="914377" rtl="0" eaLnBrk="1" latinLnBrk="0" hangingPunct="1">
                <a:lnSpc>
                  <a:spcPct val="100000"/>
                </a:lnSpc>
                <a:spcBef>
                  <a:spcPts val="0"/>
                </a:spcBef>
                <a:buFont typeface="Arial" panose="020B0604020202020204" pitchFamily="34" charset="0"/>
                <a:buNone/>
                <a:defRPr sz="1000" b="1" i="0" kern="1200" cap="all" spc="0" baseline="0">
                  <a:solidFill>
                    <a:srgbClr val="005EFF"/>
                  </a:solidFill>
                  <a:latin typeface="Arial" panose="020B0604020202020204" pitchFamily="34" charset="0"/>
                  <a:ea typeface="+mn-ea"/>
                  <a:cs typeface="+mn-cs"/>
                </a:defRPr>
              </a:lvl3pPr>
              <a:lvl4pPr marL="0" indent="0" algn="l" defTabSz="914377" rtl="0" eaLnBrk="1" latinLnBrk="0" hangingPunct="1">
                <a:lnSpc>
                  <a:spcPct val="100000"/>
                </a:lnSpc>
                <a:spcBef>
                  <a:spcPts val="0"/>
                </a:spcBef>
                <a:buFont typeface="Arial" panose="020B0604020202020204" pitchFamily="34" charset="0"/>
                <a:buNone/>
                <a:defRPr sz="1400" b="0" i="0" kern="1200" spc="0" baseline="0">
                  <a:solidFill>
                    <a:schemeClr val="tx1"/>
                  </a:solidFill>
                  <a:latin typeface="Arial" panose="020B0604020202020204" pitchFamily="34" charset="0"/>
                  <a:ea typeface="+mn-ea"/>
                  <a:cs typeface="+mn-cs"/>
                </a:defRPr>
              </a:lvl4pPr>
              <a:lvl5pPr marL="0" indent="0" algn="l" defTabSz="914377" rtl="0" eaLnBrk="1" latinLnBrk="0" hangingPunct="1">
                <a:lnSpc>
                  <a:spcPct val="100000"/>
                </a:lnSpc>
                <a:spcBef>
                  <a:spcPts val="0"/>
                </a:spcBef>
                <a:buFont typeface="Arial" panose="020B0604020202020204" pitchFamily="34" charset="0"/>
                <a:buNone/>
                <a:defRPr sz="1000" b="0" i="0" kern="1200" spc="0">
                  <a:solidFill>
                    <a:schemeClr val="tx1"/>
                  </a:solidFill>
                  <a:latin typeface="Arial" panose="020B0604020202020204" pitchFamily="34" charset="0"/>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377" rtl="0" eaLnBrk="1" fontAlgn="auto" latinLnBrk="0" hangingPunct="1">
                <a:lnSpc>
                  <a:spcPct val="89000"/>
                </a:lnSpc>
                <a:spcBef>
                  <a:spcPts val="8000"/>
                </a:spcBef>
                <a:spcAft>
                  <a:spcPts val="0"/>
                </a:spcAft>
                <a:buClrTx/>
                <a:buSzTx/>
                <a:buFont typeface="Arial" panose="020B0604020202020204" pitchFamily="34" charset="0"/>
                <a:buNone/>
                <a:tabLst/>
                <a:defRPr/>
              </a:pPr>
              <a:endParaRPr kumimoji="0" lang="en-US" b="0" i="0" u="none" strike="noStrike" kern="1200" cap="none" spc="100" normalizeH="0" baseline="0" noProof="0" dirty="0">
                <a:ln>
                  <a:noFill/>
                </a:ln>
                <a:solidFill>
                  <a:schemeClr val="accent1"/>
                </a:solidFill>
                <a:effectLst/>
                <a:uLnTx/>
                <a:uFillTx/>
                <a:latin typeface="Financier Display Light" panose="020203030705060D0203" pitchFamily="18" charset="77"/>
                <a:ea typeface="+mn-ea"/>
                <a:cs typeface="Arial" panose="020B0604020202020204" pitchFamily="34" charset="0"/>
                <a:sym typeface="Wingdings" pitchFamily="2" charset="2"/>
              </a:endParaRPr>
            </a:p>
          </p:txBody>
        </p:sp>
      </p:grpSp>
    </p:spTree>
    <p:extLst>
      <p:ext uri="{BB962C8B-B14F-4D97-AF65-F5344CB8AC3E}">
        <p14:creationId xmlns:p14="http://schemas.microsoft.com/office/powerpoint/2010/main" val="185719260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571821-B660-2027-A8AC-3E6F44BA126C}"/>
            </a:ext>
          </a:extLst>
        </p:cNvPr>
        <p:cNvGrpSpPr/>
        <p:nvPr/>
      </p:nvGrpSpPr>
      <p:grpSpPr>
        <a:xfrm>
          <a:off x="0" y="0"/>
          <a:ext cx="0" cy="0"/>
          <a:chOff x="0" y="0"/>
          <a:chExt cx="0" cy="0"/>
        </a:xfrm>
      </p:grpSpPr>
      <p:sp>
        <p:nvSpPr>
          <p:cNvPr id="2" name="Footer Placeholder 1">
            <a:extLst>
              <a:ext uri="{FF2B5EF4-FFF2-40B4-BE49-F238E27FC236}">
                <a16:creationId xmlns:a16="http://schemas.microsoft.com/office/drawing/2014/main" id="{7AF258B9-24A7-6968-6BA4-2E5A665FEFA2}"/>
              </a:ext>
            </a:extLst>
          </p:cNvPr>
          <p:cNvSpPr>
            <a:spLocks noGrp="1"/>
          </p:cNvSpPr>
          <p:nvPr>
            <p:ph type="ftr" sz="quarter" idx="11"/>
          </p:nvPr>
        </p:nvSpPr>
        <p:spPr>
          <a:xfrm>
            <a:off x="4781550" y="6311900"/>
            <a:ext cx="5448300" cy="269875"/>
          </a:xfrm>
        </p:spPr>
        <p:txBody>
          <a:bodyPr/>
          <a:lstStyle/>
          <a:p>
            <a:r>
              <a:rPr lang="en-US"/>
              <a:t>See slide 12 for instructions on how to update footer</a:t>
            </a:r>
            <a:endParaRPr lang="en-US" dirty="0"/>
          </a:p>
        </p:txBody>
      </p:sp>
      <p:sp>
        <p:nvSpPr>
          <p:cNvPr id="3" name="Slide Number Placeholder 2">
            <a:extLst>
              <a:ext uri="{FF2B5EF4-FFF2-40B4-BE49-F238E27FC236}">
                <a16:creationId xmlns:a16="http://schemas.microsoft.com/office/drawing/2014/main" id="{C99344AE-49F7-431A-68A7-42BF6D4FACD0}"/>
              </a:ext>
            </a:extLst>
          </p:cNvPr>
          <p:cNvSpPr>
            <a:spLocks noGrp="1"/>
          </p:cNvSpPr>
          <p:nvPr>
            <p:ph type="sldNum" sz="quarter" idx="12"/>
          </p:nvPr>
        </p:nvSpPr>
        <p:spPr>
          <a:xfrm>
            <a:off x="10428288" y="6311900"/>
            <a:ext cx="1209674" cy="269875"/>
          </a:xfrm>
        </p:spPr>
        <p:txBody>
          <a:bodyPr/>
          <a:lstStyle/>
          <a:p>
            <a:fld id="{862A5111-985B-C14D-9115-5787026182A8}" type="slidenum">
              <a:rPr lang="en-US" smtClean="0"/>
              <a:pPr/>
              <a:t>19</a:t>
            </a:fld>
            <a:endParaRPr lang="en-US"/>
          </a:p>
        </p:txBody>
      </p:sp>
      <p:sp>
        <p:nvSpPr>
          <p:cNvPr id="4" name="Title 3">
            <a:extLst>
              <a:ext uri="{FF2B5EF4-FFF2-40B4-BE49-F238E27FC236}">
                <a16:creationId xmlns:a16="http://schemas.microsoft.com/office/drawing/2014/main" id="{060AFB48-C2A1-ED02-80F0-20336F510A1F}"/>
              </a:ext>
            </a:extLst>
          </p:cNvPr>
          <p:cNvSpPr>
            <a:spLocks noGrp="1"/>
          </p:cNvSpPr>
          <p:nvPr>
            <p:ph type="title"/>
          </p:nvPr>
        </p:nvSpPr>
        <p:spPr>
          <a:xfrm>
            <a:off x="546100" y="552450"/>
            <a:ext cx="11091861" cy="434975"/>
          </a:xfrm>
        </p:spPr>
        <p:txBody>
          <a:bodyPr/>
          <a:lstStyle/>
          <a:p>
            <a:r>
              <a:rPr lang="en-US" dirty="0"/>
              <a:t>Instructions</a:t>
            </a:r>
          </a:p>
        </p:txBody>
      </p:sp>
      <p:sp>
        <p:nvSpPr>
          <p:cNvPr id="5" name="Text Placeholder 4">
            <a:extLst>
              <a:ext uri="{FF2B5EF4-FFF2-40B4-BE49-F238E27FC236}">
                <a16:creationId xmlns:a16="http://schemas.microsoft.com/office/drawing/2014/main" id="{CDEC37C0-B425-B917-105D-F125307D1F17}"/>
              </a:ext>
            </a:extLst>
          </p:cNvPr>
          <p:cNvSpPr>
            <a:spLocks noGrp="1"/>
          </p:cNvSpPr>
          <p:nvPr>
            <p:ph type="body" sz="quarter" idx="45"/>
          </p:nvPr>
        </p:nvSpPr>
        <p:spPr>
          <a:xfrm>
            <a:off x="546100" y="1127125"/>
            <a:ext cx="11091862" cy="295275"/>
          </a:xfrm>
        </p:spPr>
        <p:txBody>
          <a:bodyPr/>
          <a:lstStyle/>
          <a:p>
            <a:r>
              <a:rPr lang="en-US" dirty="0"/>
              <a:t>Charts and colors</a:t>
            </a:r>
          </a:p>
        </p:txBody>
      </p:sp>
      <p:sp>
        <p:nvSpPr>
          <p:cNvPr id="57" name="Text Placeholder 56">
            <a:extLst>
              <a:ext uri="{FF2B5EF4-FFF2-40B4-BE49-F238E27FC236}">
                <a16:creationId xmlns:a16="http://schemas.microsoft.com/office/drawing/2014/main" id="{90275778-A4A1-50E5-EF1C-FAB994DCB437}"/>
              </a:ext>
            </a:extLst>
          </p:cNvPr>
          <p:cNvSpPr>
            <a:spLocks noGrp="1"/>
          </p:cNvSpPr>
          <p:nvPr>
            <p:ph type="body" sz="quarter" idx="46"/>
          </p:nvPr>
        </p:nvSpPr>
        <p:spPr/>
        <p:txBody>
          <a:bodyPr/>
          <a:lstStyle/>
          <a:p>
            <a:endParaRPr lang="en-US"/>
          </a:p>
        </p:txBody>
      </p:sp>
      <p:graphicFrame>
        <p:nvGraphicFramePr>
          <p:cNvPr id="6" name="Chart 5">
            <a:extLst>
              <a:ext uri="{FF2B5EF4-FFF2-40B4-BE49-F238E27FC236}">
                <a16:creationId xmlns:a16="http://schemas.microsoft.com/office/drawing/2014/main" id="{D0AA6232-2CFE-EA34-1180-4A0770E083A8}"/>
              </a:ext>
            </a:extLst>
          </p:cNvPr>
          <p:cNvGraphicFramePr>
            <a:graphicFrameLocks/>
          </p:cNvGraphicFramePr>
          <p:nvPr>
            <p:extLst>
              <p:ext uri="{D42A27DB-BD31-4B8C-83A1-F6EECF244321}">
                <p14:modId xmlns:p14="http://schemas.microsoft.com/office/powerpoint/2010/main" val="132002020"/>
              </p:ext>
            </p:extLst>
          </p:nvPr>
        </p:nvGraphicFramePr>
        <p:xfrm>
          <a:off x="4472030" y="987425"/>
          <a:ext cx="3240000" cy="4864608"/>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11" name="Content Placeholder 20">
            <a:extLst>
              <a:ext uri="{FF2B5EF4-FFF2-40B4-BE49-F238E27FC236}">
                <a16:creationId xmlns:a16="http://schemas.microsoft.com/office/drawing/2014/main" id="{FE95A8E3-0C47-D697-4864-5232B0F69F17}"/>
              </a:ext>
            </a:extLst>
          </p:cNvPr>
          <p:cNvGraphicFramePr>
            <a:graphicFrameLocks/>
          </p:cNvGraphicFramePr>
          <p:nvPr>
            <p:extLst>
              <p:ext uri="{D42A27DB-BD31-4B8C-83A1-F6EECF244321}">
                <p14:modId xmlns:p14="http://schemas.microsoft.com/office/powerpoint/2010/main" val="1605807794"/>
              </p:ext>
            </p:extLst>
          </p:nvPr>
        </p:nvGraphicFramePr>
        <p:xfrm>
          <a:off x="8113711" y="987425"/>
          <a:ext cx="3524250" cy="4864608"/>
        </p:xfrm>
        <a:graphic>
          <a:graphicData uri="http://schemas.openxmlformats.org/drawingml/2006/chart">
            <c:chart xmlns:c="http://schemas.openxmlformats.org/drawingml/2006/chart" xmlns:r="http://schemas.openxmlformats.org/officeDocument/2006/relationships" r:id="rId3"/>
          </a:graphicData>
        </a:graphic>
      </p:graphicFrame>
      <p:sp>
        <p:nvSpPr>
          <p:cNvPr id="51" name="Content Placeholder 6">
            <a:extLst>
              <a:ext uri="{FF2B5EF4-FFF2-40B4-BE49-F238E27FC236}">
                <a16:creationId xmlns:a16="http://schemas.microsoft.com/office/drawing/2014/main" id="{CB5CE044-2382-0DB5-11A9-62F8B6CFB60D}"/>
              </a:ext>
            </a:extLst>
          </p:cNvPr>
          <p:cNvSpPr txBox="1">
            <a:spLocks/>
          </p:cNvSpPr>
          <p:nvPr/>
        </p:nvSpPr>
        <p:spPr>
          <a:xfrm>
            <a:off x="546100" y="2324754"/>
            <a:ext cx="3524249" cy="2628797"/>
          </a:xfrm>
          <a:prstGeom prst="rect">
            <a:avLst/>
          </a:prstGeom>
        </p:spPr>
        <p:txBody>
          <a:bodyPr lIns="0" tIns="0" rIns="0" bIns="0">
            <a:spAutoFit/>
          </a:bodyPr>
          <a:lstStyle>
            <a:lvl1pPr marL="0" indent="0" algn="l" defTabSz="914400" rtl="0" eaLnBrk="1" latinLnBrk="0" hangingPunct="1">
              <a:lnSpc>
                <a:spcPct val="101000"/>
              </a:lnSpc>
              <a:spcBef>
                <a:spcPts val="0"/>
              </a:spcBef>
              <a:spcAft>
                <a:spcPts val="600"/>
              </a:spcAft>
              <a:buFont typeface="GT America Regular"/>
              <a:buNone/>
              <a:defRPr sz="1400" b="0" i="0" kern="1200">
                <a:solidFill>
                  <a:schemeClr val="tx1"/>
                </a:solidFill>
                <a:latin typeface="+mn-lt"/>
                <a:ea typeface="GT America Regular" charset="0"/>
                <a:cs typeface="GT America Regular" charset="0"/>
              </a:defRPr>
            </a:lvl1pPr>
            <a:lvl2pPr marL="285750" indent="-285750" algn="l" defTabSz="914400" rtl="0" eaLnBrk="1" latinLnBrk="0" hangingPunct="1">
              <a:lnSpc>
                <a:spcPct val="101000"/>
              </a:lnSpc>
              <a:spcBef>
                <a:spcPts val="0"/>
              </a:spcBef>
              <a:spcAft>
                <a:spcPts val="600"/>
              </a:spcAft>
              <a:buFont typeface="GT America Regular" charset="0"/>
              <a:buChar char="→"/>
              <a:defRPr sz="1400" b="0" i="0" kern="1200">
                <a:solidFill>
                  <a:schemeClr val="tx1"/>
                </a:solidFill>
                <a:latin typeface="+mn-lt"/>
                <a:ea typeface="GT America Regular"/>
                <a:cs typeface="GT America Regular"/>
              </a:defRPr>
            </a:lvl2pPr>
            <a:lvl3pPr marL="458788" indent="-171450" algn="l" defTabSz="914400" rtl="0" eaLnBrk="1" latinLnBrk="0" hangingPunct="1">
              <a:lnSpc>
                <a:spcPct val="101000"/>
              </a:lnSpc>
              <a:spcBef>
                <a:spcPts val="0"/>
              </a:spcBef>
              <a:spcAft>
                <a:spcPts val="600"/>
              </a:spcAft>
              <a:buClr>
                <a:schemeClr val="accent1"/>
              </a:buClr>
              <a:buFont typeface="GT America Regular" pitchFamily="50" charset="0"/>
              <a:buChar char="•"/>
              <a:defRPr sz="1400" b="0" i="0" kern="1200">
                <a:solidFill>
                  <a:schemeClr val="tx1"/>
                </a:solidFill>
                <a:latin typeface="+mn-lt"/>
                <a:ea typeface="GT America Regular" pitchFamily="2" charset="77"/>
                <a:cs typeface="GT America Regular" pitchFamily="2" charset="77"/>
              </a:defRPr>
            </a:lvl3pPr>
            <a:lvl4pPr marL="628650" indent="-171450" algn="l" defTabSz="914400" rtl="0" eaLnBrk="1" latinLnBrk="0" hangingPunct="1">
              <a:lnSpc>
                <a:spcPct val="101000"/>
              </a:lnSpc>
              <a:spcBef>
                <a:spcPts val="0"/>
              </a:spcBef>
              <a:spcAft>
                <a:spcPts val="600"/>
              </a:spcAft>
              <a:buClrTx/>
              <a:buFont typeface="GT America Regular" pitchFamily="50" charset="0"/>
              <a:buChar char="–"/>
              <a:defRPr sz="1300" b="0" i="0" kern="1200">
                <a:solidFill>
                  <a:schemeClr val="tx1"/>
                </a:solidFill>
                <a:latin typeface="+mn-lt"/>
                <a:ea typeface="GT America Regular" pitchFamily="2" charset="77"/>
                <a:cs typeface="GT America Regular" pitchFamily="2" charset="77"/>
              </a:defRPr>
            </a:lvl4pPr>
            <a:lvl5pPr marL="801688" indent="-171450" algn="l" defTabSz="914400" rtl="0" eaLnBrk="1" latinLnBrk="0" hangingPunct="1">
              <a:lnSpc>
                <a:spcPct val="101000"/>
              </a:lnSpc>
              <a:spcBef>
                <a:spcPts val="0"/>
              </a:spcBef>
              <a:spcAft>
                <a:spcPts val="600"/>
              </a:spcAft>
              <a:buClr>
                <a:schemeClr val="accent1"/>
              </a:buClr>
              <a:buFont typeface="GT America Regular" charset="0"/>
              <a:buChar char="–"/>
              <a:tabLst/>
              <a:defRPr sz="1200" b="0" i="0" kern="1200">
                <a:solidFill>
                  <a:schemeClr val="tx1"/>
                </a:solidFill>
                <a:latin typeface="+mn-lt"/>
                <a:ea typeface="GT America Regular" pitchFamily="2" charset="77"/>
                <a:cs typeface="GT America Regular" pitchFamily="2" charset="77"/>
              </a:defRPr>
            </a:lvl5pPr>
            <a:lvl6pPr marL="971550" indent="-171450" algn="l" defTabSz="914400" rtl="0" eaLnBrk="1" latinLnBrk="0" hangingPunct="1">
              <a:lnSpc>
                <a:spcPct val="101000"/>
              </a:lnSpc>
              <a:spcBef>
                <a:spcPts val="0"/>
              </a:spcBef>
              <a:spcAft>
                <a:spcPts val="600"/>
              </a:spcAft>
              <a:buClrTx/>
              <a:buFont typeface="GT America Regular" pitchFamily="50" charset="0"/>
              <a:buChar char="»"/>
              <a:defRPr sz="1200" b="0" i="0" kern="1200">
                <a:solidFill>
                  <a:schemeClr val="tx1"/>
                </a:solidFill>
                <a:latin typeface="+mn-lt"/>
                <a:ea typeface="GT America Regular" pitchFamily="2" charset="77"/>
                <a:cs typeface="GT America Regular" pitchFamily="2" charset="77"/>
              </a:defRPr>
            </a:lvl6pPr>
            <a:lvl7pPr marL="1144588" indent="-171450" algn="l" defTabSz="914400" rtl="0" eaLnBrk="1" latinLnBrk="0" hangingPunct="1">
              <a:lnSpc>
                <a:spcPct val="101000"/>
              </a:lnSpc>
              <a:spcBef>
                <a:spcPts val="0"/>
              </a:spcBef>
              <a:spcAft>
                <a:spcPts val="600"/>
              </a:spcAft>
              <a:buClr>
                <a:schemeClr val="accent1"/>
              </a:buClr>
              <a:buFont typeface="GT America Regular" charset="0"/>
              <a:buChar char="»"/>
              <a:defRPr sz="1100" kern="1200">
                <a:solidFill>
                  <a:schemeClr val="tx1"/>
                </a:solidFill>
                <a:latin typeface="+mn-lt"/>
                <a:ea typeface="GT America Regular" pitchFamily="2" charset="77"/>
                <a:cs typeface="GT America Regular" pitchFamily="2" charset="77"/>
              </a:defRPr>
            </a:lvl7pPr>
            <a:lvl8pPr marL="1312863" indent="-171450" algn="l" defTabSz="914400" rtl="0" eaLnBrk="1" latinLnBrk="0" hangingPunct="1">
              <a:lnSpc>
                <a:spcPct val="101000"/>
              </a:lnSpc>
              <a:spcBef>
                <a:spcPts val="0"/>
              </a:spcBef>
              <a:spcAft>
                <a:spcPts val="600"/>
              </a:spcAft>
              <a:buClrTx/>
              <a:buFont typeface="GT America Regular" pitchFamily="50" charset="0"/>
              <a:buChar char="›"/>
              <a:defRPr sz="1100" kern="1200">
                <a:solidFill>
                  <a:schemeClr val="tx1"/>
                </a:solidFill>
                <a:latin typeface="+mn-lt"/>
                <a:ea typeface="GT America Regular" pitchFamily="2" charset="77"/>
                <a:cs typeface="GT America Regular" pitchFamily="2" charset="77"/>
              </a:defRPr>
            </a:lvl8pPr>
            <a:lvl9pPr marL="1485900" indent="-171450" algn="l" defTabSz="914400" rtl="0" eaLnBrk="1" latinLnBrk="0" hangingPunct="1">
              <a:lnSpc>
                <a:spcPct val="101000"/>
              </a:lnSpc>
              <a:spcBef>
                <a:spcPts val="0"/>
              </a:spcBef>
              <a:spcAft>
                <a:spcPts val="600"/>
              </a:spcAft>
              <a:buClr>
                <a:schemeClr val="accent1"/>
              </a:buClr>
              <a:buFont typeface="GT America Regular" charset="0"/>
              <a:buChar char="›"/>
              <a:defRPr sz="1100" kern="1200">
                <a:solidFill>
                  <a:schemeClr val="tx1"/>
                </a:solidFill>
                <a:latin typeface="+mn-lt"/>
                <a:ea typeface="GT America Regular" pitchFamily="2" charset="77"/>
                <a:cs typeface="GT America Regular" pitchFamily="2" charset="77"/>
              </a:defRPr>
            </a:lvl9pPr>
          </a:lstStyle>
          <a:p>
            <a:pPr lvl="1"/>
            <a:r>
              <a:rPr lang="en-US" sz="1600" dirty="0"/>
              <a:t>For an extended guide on visualizations and charts please reference the Data Visualization guidelines on </a:t>
            </a:r>
            <a:r>
              <a:rPr lang="en-US" sz="1600" dirty="0">
                <a:hlinkClick r:id="rId4"/>
              </a:rPr>
              <a:t>Brand Center</a:t>
            </a:r>
            <a:endParaRPr lang="en-US" sz="1600" dirty="0"/>
          </a:p>
          <a:p>
            <a:pPr lvl="1"/>
            <a:r>
              <a:rPr lang="en-US" sz="1600" dirty="0"/>
              <a:t>See a sample set of how to apply color to your charts</a:t>
            </a:r>
          </a:p>
          <a:p>
            <a:pPr lvl="1"/>
            <a:r>
              <a:rPr lang="en-US" sz="1600" dirty="0"/>
              <a:t>When you have a chart with 4 or less categories next to a chart with more than 5, please use color palettes as similar as possible </a:t>
            </a:r>
          </a:p>
        </p:txBody>
      </p:sp>
      <p:sp>
        <p:nvSpPr>
          <p:cNvPr id="52" name="Text Placeholder 20">
            <a:extLst>
              <a:ext uri="{FF2B5EF4-FFF2-40B4-BE49-F238E27FC236}">
                <a16:creationId xmlns:a16="http://schemas.microsoft.com/office/drawing/2014/main" id="{D826CB34-9F60-B194-1CDD-B801572B3006}"/>
              </a:ext>
            </a:extLst>
          </p:cNvPr>
          <p:cNvSpPr txBox="1">
            <a:spLocks/>
          </p:cNvSpPr>
          <p:nvPr/>
        </p:nvSpPr>
        <p:spPr>
          <a:xfrm>
            <a:off x="546099" y="1849432"/>
            <a:ext cx="3514069" cy="300339"/>
          </a:xfrm>
          <a:prstGeom prst="rect">
            <a:avLst/>
          </a:prstGeom>
        </p:spPr>
        <p:txBody>
          <a:bodyPr lIns="0" tIns="0" rIns="0" bIns="0">
            <a:spAutoFit/>
          </a:bodyPr>
          <a:lstStyle>
            <a:lvl1pPr marL="0" indent="0" algn="l" defTabSz="914400" rtl="0" eaLnBrk="1" latinLnBrk="0" hangingPunct="1">
              <a:lnSpc>
                <a:spcPct val="101000"/>
              </a:lnSpc>
              <a:spcBef>
                <a:spcPts val="0"/>
              </a:spcBef>
              <a:spcAft>
                <a:spcPts val="600"/>
              </a:spcAft>
              <a:buFont typeface="GT America Regular"/>
              <a:buNone/>
              <a:defRPr sz="1400" b="0" i="0" kern="1200">
                <a:solidFill>
                  <a:schemeClr val="tx1"/>
                </a:solidFill>
                <a:latin typeface="+mn-lt"/>
                <a:ea typeface="GT America Regular" charset="0"/>
                <a:cs typeface="GT America Regular" charset="0"/>
              </a:defRPr>
            </a:lvl1pPr>
            <a:lvl2pPr marL="285750" indent="-285750" algn="l" defTabSz="914400" rtl="0" eaLnBrk="1" latinLnBrk="0" hangingPunct="1">
              <a:lnSpc>
                <a:spcPct val="101000"/>
              </a:lnSpc>
              <a:spcBef>
                <a:spcPts val="0"/>
              </a:spcBef>
              <a:spcAft>
                <a:spcPts val="600"/>
              </a:spcAft>
              <a:buFont typeface="GT America Regular" charset="0"/>
              <a:buChar char="→"/>
              <a:defRPr sz="1400" b="0" i="0" kern="1200">
                <a:solidFill>
                  <a:schemeClr val="tx1"/>
                </a:solidFill>
                <a:latin typeface="+mn-lt"/>
                <a:ea typeface="GT America Regular"/>
                <a:cs typeface="GT America Regular"/>
              </a:defRPr>
            </a:lvl2pPr>
            <a:lvl3pPr marL="458788" indent="-171450" algn="l" defTabSz="914400" rtl="0" eaLnBrk="1" latinLnBrk="0" hangingPunct="1">
              <a:lnSpc>
                <a:spcPct val="101000"/>
              </a:lnSpc>
              <a:spcBef>
                <a:spcPts val="0"/>
              </a:spcBef>
              <a:spcAft>
                <a:spcPts val="600"/>
              </a:spcAft>
              <a:buClr>
                <a:schemeClr val="accent1"/>
              </a:buClr>
              <a:buFont typeface="GT America Regular" pitchFamily="50" charset="0"/>
              <a:buChar char="•"/>
              <a:defRPr sz="1400" b="0" i="0" kern="1200">
                <a:solidFill>
                  <a:schemeClr val="tx1"/>
                </a:solidFill>
                <a:latin typeface="+mn-lt"/>
                <a:ea typeface="GT America Regular" pitchFamily="2" charset="77"/>
                <a:cs typeface="GT America Regular" pitchFamily="2" charset="77"/>
              </a:defRPr>
            </a:lvl3pPr>
            <a:lvl4pPr marL="628650" indent="-171450" algn="l" defTabSz="914400" rtl="0" eaLnBrk="1" latinLnBrk="0" hangingPunct="1">
              <a:lnSpc>
                <a:spcPct val="101000"/>
              </a:lnSpc>
              <a:spcBef>
                <a:spcPts val="0"/>
              </a:spcBef>
              <a:spcAft>
                <a:spcPts val="600"/>
              </a:spcAft>
              <a:buClrTx/>
              <a:buFont typeface="GT America Regular" pitchFamily="50" charset="0"/>
              <a:buChar char="–"/>
              <a:defRPr sz="1300" b="0" i="0" kern="1200">
                <a:solidFill>
                  <a:schemeClr val="tx1"/>
                </a:solidFill>
                <a:latin typeface="+mn-lt"/>
                <a:ea typeface="GT America Regular" pitchFamily="2" charset="77"/>
                <a:cs typeface="GT America Regular" pitchFamily="2" charset="77"/>
              </a:defRPr>
            </a:lvl4pPr>
            <a:lvl5pPr marL="801688" indent="-171450" algn="l" defTabSz="914400" rtl="0" eaLnBrk="1" latinLnBrk="0" hangingPunct="1">
              <a:lnSpc>
                <a:spcPct val="101000"/>
              </a:lnSpc>
              <a:spcBef>
                <a:spcPts val="0"/>
              </a:spcBef>
              <a:spcAft>
                <a:spcPts val="600"/>
              </a:spcAft>
              <a:buClr>
                <a:schemeClr val="accent1"/>
              </a:buClr>
              <a:buFont typeface="GT America Regular" charset="0"/>
              <a:buChar char="–"/>
              <a:tabLst/>
              <a:defRPr sz="1200" b="0" i="0" kern="1200">
                <a:solidFill>
                  <a:schemeClr val="tx1"/>
                </a:solidFill>
                <a:latin typeface="+mn-lt"/>
                <a:ea typeface="GT America Regular" pitchFamily="2" charset="77"/>
                <a:cs typeface="GT America Regular" pitchFamily="2" charset="77"/>
              </a:defRPr>
            </a:lvl5pPr>
            <a:lvl6pPr marL="971550" indent="-171450" algn="l" defTabSz="914400" rtl="0" eaLnBrk="1" latinLnBrk="0" hangingPunct="1">
              <a:lnSpc>
                <a:spcPct val="101000"/>
              </a:lnSpc>
              <a:spcBef>
                <a:spcPts val="0"/>
              </a:spcBef>
              <a:spcAft>
                <a:spcPts val="600"/>
              </a:spcAft>
              <a:buClrTx/>
              <a:buFont typeface="GT America Regular" pitchFamily="50" charset="0"/>
              <a:buChar char="»"/>
              <a:defRPr sz="1200" b="0" i="0" kern="1200">
                <a:solidFill>
                  <a:schemeClr val="tx1"/>
                </a:solidFill>
                <a:latin typeface="+mn-lt"/>
                <a:ea typeface="GT America Regular" pitchFamily="2" charset="77"/>
                <a:cs typeface="GT America Regular" pitchFamily="2" charset="77"/>
              </a:defRPr>
            </a:lvl6pPr>
            <a:lvl7pPr marL="1144588" indent="-171450" algn="l" defTabSz="914400" rtl="0" eaLnBrk="1" latinLnBrk="0" hangingPunct="1">
              <a:lnSpc>
                <a:spcPct val="101000"/>
              </a:lnSpc>
              <a:spcBef>
                <a:spcPts val="0"/>
              </a:spcBef>
              <a:spcAft>
                <a:spcPts val="600"/>
              </a:spcAft>
              <a:buClr>
                <a:schemeClr val="accent1"/>
              </a:buClr>
              <a:buFont typeface="GT America Regular" charset="0"/>
              <a:buChar char="»"/>
              <a:defRPr sz="1100" kern="1200">
                <a:solidFill>
                  <a:schemeClr val="tx1"/>
                </a:solidFill>
                <a:latin typeface="+mn-lt"/>
                <a:ea typeface="GT America Regular" pitchFamily="2" charset="77"/>
                <a:cs typeface="GT America Regular" pitchFamily="2" charset="77"/>
              </a:defRPr>
            </a:lvl7pPr>
            <a:lvl8pPr marL="1312863" indent="-171450" algn="l" defTabSz="914400" rtl="0" eaLnBrk="1" latinLnBrk="0" hangingPunct="1">
              <a:lnSpc>
                <a:spcPct val="101000"/>
              </a:lnSpc>
              <a:spcBef>
                <a:spcPts val="0"/>
              </a:spcBef>
              <a:spcAft>
                <a:spcPts val="600"/>
              </a:spcAft>
              <a:buClrTx/>
              <a:buFont typeface="GT America Regular" pitchFamily="50" charset="0"/>
              <a:buChar char="›"/>
              <a:defRPr sz="1100" kern="1200">
                <a:solidFill>
                  <a:schemeClr val="tx1"/>
                </a:solidFill>
                <a:latin typeface="+mn-lt"/>
                <a:ea typeface="GT America Regular" pitchFamily="2" charset="77"/>
                <a:cs typeface="GT America Regular" pitchFamily="2" charset="77"/>
              </a:defRPr>
            </a:lvl8pPr>
            <a:lvl9pPr marL="1485900" indent="-171450" algn="l" defTabSz="914400" rtl="0" eaLnBrk="1" latinLnBrk="0" hangingPunct="1">
              <a:lnSpc>
                <a:spcPct val="101000"/>
              </a:lnSpc>
              <a:spcBef>
                <a:spcPts val="0"/>
              </a:spcBef>
              <a:spcAft>
                <a:spcPts val="600"/>
              </a:spcAft>
              <a:buClr>
                <a:schemeClr val="accent1"/>
              </a:buClr>
              <a:buFont typeface="GT America Regular" charset="0"/>
              <a:buChar char="›"/>
              <a:defRPr sz="1100" kern="1200">
                <a:solidFill>
                  <a:schemeClr val="tx1"/>
                </a:solidFill>
                <a:latin typeface="+mn-lt"/>
                <a:ea typeface="GT America Regular" pitchFamily="2" charset="77"/>
                <a:cs typeface="GT America Regular" pitchFamily="2" charset="77"/>
              </a:defRPr>
            </a:lvl9pPr>
          </a:lstStyle>
          <a:p>
            <a:r>
              <a:rPr lang="en-US" sz="2000" dirty="0">
                <a:solidFill>
                  <a:schemeClr val="tx2"/>
                </a:solidFill>
                <a:latin typeface="+mj-lt"/>
              </a:rPr>
              <a:t>Overview</a:t>
            </a:r>
          </a:p>
        </p:txBody>
      </p:sp>
      <p:sp>
        <p:nvSpPr>
          <p:cNvPr id="58" name="TextBox 57">
            <a:extLst>
              <a:ext uri="{FF2B5EF4-FFF2-40B4-BE49-F238E27FC236}">
                <a16:creationId xmlns:a16="http://schemas.microsoft.com/office/drawing/2014/main" id="{65C207C2-FDEF-FF90-BB91-98C606D230DF}"/>
              </a:ext>
            </a:extLst>
          </p:cNvPr>
          <p:cNvSpPr txBox="1"/>
          <p:nvPr/>
        </p:nvSpPr>
        <p:spPr>
          <a:xfrm>
            <a:off x="4472030" y="523593"/>
            <a:ext cx="3827658" cy="221244"/>
          </a:xfrm>
          <a:prstGeom prst="rect">
            <a:avLst/>
          </a:prstGeom>
          <a:noFill/>
        </p:spPr>
        <p:txBody>
          <a:bodyPr wrap="none" lIns="0" tIns="0" rIns="0" bIns="0" rtlCol="0">
            <a:noAutofit/>
          </a:bodyPr>
          <a:lstStyle/>
          <a:p>
            <a:pPr>
              <a:lnSpc>
                <a:spcPct val="101000"/>
              </a:lnSpc>
              <a:spcAft>
                <a:spcPts val="600"/>
              </a:spcAft>
            </a:pPr>
            <a:r>
              <a:rPr kumimoji="0" lang="en-CR" sz="1100" b="0" i="0" u="none" strike="noStrike" kern="1200" cap="none" spc="0" normalizeH="0" baseline="0" noProof="0">
                <a:ln>
                  <a:noFill/>
                </a:ln>
                <a:solidFill>
                  <a:srgbClr val="000000"/>
                </a:solidFill>
                <a:effectLst/>
                <a:uLnTx/>
                <a:uFillTx/>
                <a:latin typeface="GT America Regular"/>
                <a:ea typeface="GT America Regular" charset="0"/>
                <a:cs typeface="GT America Regular" charset="0"/>
              </a:rPr>
              <a:t>Examples</a:t>
            </a:r>
          </a:p>
        </p:txBody>
      </p:sp>
    </p:spTree>
    <p:extLst>
      <p:ext uri="{BB962C8B-B14F-4D97-AF65-F5344CB8AC3E}">
        <p14:creationId xmlns:p14="http://schemas.microsoft.com/office/powerpoint/2010/main" val="425067912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72A9A4-B97A-6844-5A6D-9259D711043B}"/>
            </a:ext>
          </a:extLst>
        </p:cNvPr>
        <p:cNvGrpSpPr/>
        <p:nvPr/>
      </p:nvGrpSpPr>
      <p:grpSpPr>
        <a:xfrm>
          <a:off x="0" y="0"/>
          <a:ext cx="0" cy="0"/>
          <a:chOff x="0" y="0"/>
          <a:chExt cx="0" cy="0"/>
        </a:xfrm>
      </p:grpSpPr>
      <p:sp>
        <p:nvSpPr>
          <p:cNvPr id="18" name="TextBox 17">
            <a:extLst>
              <a:ext uri="{FF2B5EF4-FFF2-40B4-BE49-F238E27FC236}">
                <a16:creationId xmlns:a16="http://schemas.microsoft.com/office/drawing/2014/main" id="{FBC1A6E5-12C2-26AF-C00E-CB193B89268A}"/>
              </a:ext>
            </a:extLst>
          </p:cNvPr>
          <p:cNvSpPr txBox="1"/>
          <p:nvPr/>
        </p:nvSpPr>
        <p:spPr>
          <a:xfrm>
            <a:off x="6571813" y="436506"/>
            <a:ext cx="3827658" cy="221244"/>
          </a:xfrm>
          <a:prstGeom prst="rect">
            <a:avLst/>
          </a:prstGeom>
          <a:noFill/>
        </p:spPr>
        <p:txBody>
          <a:bodyPr wrap="none" lIns="0" tIns="0" rIns="0" bIns="0" rtlCol="0">
            <a:noAutofit/>
          </a:bodyPr>
          <a:lstStyle/>
          <a:p>
            <a:pPr>
              <a:lnSpc>
                <a:spcPct val="101000"/>
              </a:lnSpc>
              <a:spcAft>
                <a:spcPts val="600"/>
              </a:spcAft>
            </a:pPr>
            <a:r>
              <a:rPr kumimoji="0" lang="en-CR" sz="1100" b="0" i="0" u="none" strike="noStrike" kern="1200" cap="none" spc="0" normalizeH="0" baseline="0" noProof="0">
                <a:ln>
                  <a:noFill/>
                </a:ln>
                <a:solidFill>
                  <a:srgbClr val="000000"/>
                </a:solidFill>
                <a:effectLst/>
                <a:uLnTx/>
                <a:uFillTx/>
                <a:latin typeface="GT America Regular"/>
                <a:ea typeface="GT America Regular" charset="0"/>
                <a:cs typeface="GT America Regular" charset="0"/>
              </a:rPr>
              <a:t>Examples</a:t>
            </a:r>
          </a:p>
        </p:txBody>
      </p:sp>
      <p:sp>
        <p:nvSpPr>
          <p:cNvPr id="14" name="Rectangle 13">
            <a:extLst>
              <a:ext uri="{FF2B5EF4-FFF2-40B4-BE49-F238E27FC236}">
                <a16:creationId xmlns:a16="http://schemas.microsoft.com/office/drawing/2014/main" id="{0036BDE2-E443-8149-1849-0A71C8611362}"/>
              </a:ext>
            </a:extLst>
          </p:cNvPr>
          <p:cNvSpPr/>
          <p:nvPr/>
        </p:nvSpPr>
        <p:spPr>
          <a:xfrm>
            <a:off x="6096000" y="0"/>
            <a:ext cx="6096000" cy="3420000"/>
          </a:xfrm>
          <a:prstGeom prst="rect">
            <a:avLst/>
          </a:prstGeom>
          <a:solidFill>
            <a:schemeClr val="bg1">
              <a:lumMod val="95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a:p>
        </p:txBody>
      </p:sp>
      <p:graphicFrame>
        <p:nvGraphicFramePr>
          <p:cNvPr id="2" name="Chart 1">
            <a:extLst>
              <a:ext uri="{FF2B5EF4-FFF2-40B4-BE49-F238E27FC236}">
                <a16:creationId xmlns:a16="http://schemas.microsoft.com/office/drawing/2014/main" id="{04F04A15-BFE0-E7DA-708A-5AC6A299608C}"/>
              </a:ext>
            </a:extLst>
          </p:cNvPr>
          <p:cNvGraphicFramePr>
            <a:graphicFrameLocks/>
          </p:cNvGraphicFramePr>
          <p:nvPr/>
        </p:nvGraphicFramePr>
        <p:xfrm>
          <a:off x="7524000" y="720000"/>
          <a:ext cx="3240000" cy="2160000"/>
        </p:xfrm>
        <a:graphic>
          <a:graphicData uri="http://schemas.openxmlformats.org/drawingml/2006/chart">
            <c:chart xmlns:c="http://schemas.openxmlformats.org/drawingml/2006/chart" xmlns:r="http://schemas.openxmlformats.org/officeDocument/2006/relationships" r:id="rId2"/>
          </a:graphicData>
        </a:graphic>
      </p:graphicFrame>
      <p:sp>
        <p:nvSpPr>
          <p:cNvPr id="17" name="Rectangle 16">
            <a:extLst>
              <a:ext uri="{FF2B5EF4-FFF2-40B4-BE49-F238E27FC236}">
                <a16:creationId xmlns:a16="http://schemas.microsoft.com/office/drawing/2014/main" id="{237588B7-F1CD-7EC4-18D8-43D511790B39}"/>
              </a:ext>
            </a:extLst>
          </p:cNvPr>
          <p:cNvSpPr/>
          <p:nvPr/>
        </p:nvSpPr>
        <p:spPr>
          <a:xfrm>
            <a:off x="6096000" y="3438000"/>
            <a:ext cx="6096000" cy="3420000"/>
          </a:xfrm>
          <a:prstGeom prst="rect">
            <a:avLst/>
          </a:prstGeom>
          <a:solidFill>
            <a:schemeClr val="tx2"/>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a:p>
        </p:txBody>
      </p:sp>
      <p:graphicFrame>
        <p:nvGraphicFramePr>
          <p:cNvPr id="16" name="Chart 15">
            <a:extLst>
              <a:ext uri="{FF2B5EF4-FFF2-40B4-BE49-F238E27FC236}">
                <a16:creationId xmlns:a16="http://schemas.microsoft.com/office/drawing/2014/main" id="{BFB568E2-440F-C5C3-C1FE-532669B2F930}"/>
              </a:ext>
            </a:extLst>
          </p:cNvPr>
          <p:cNvGraphicFramePr>
            <a:graphicFrameLocks/>
          </p:cNvGraphicFramePr>
          <p:nvPr/>
        </p:nvGraphicFramePr>
        <p:xfrm>
          <a:off x="7524000" y="4068000"/>
          <a:ext cx="3240000" cy="2160000"/>
        </p:xfrm>
        <a:graphic>
          <a:graphicData uri="http://schemas.openxmlformats.org/drawingml/2006/chart">
            <c:chart xmlns:c="http://schemas.openxmlformats.org/drawingml/2006/chart" xmlns:r="http://schemas.openxmlformats.org/officeDocument/2006/relationships" r:id="rId3"/>
          </a:graphicData>
        </a:graphic>
      </p:graphicFrame>
      <p:grpSp>
        <p:nvGrpSpPr>
          <p:cNvPr id="15" name="Group 14">
            <a:extLst>
              <a:ext uri="{FF2B5EF4-FFF2-40B4-BE49-F238E27FC236}">
                <a16:creationId xmlns:a16="http://schemas.microsoft.com/office/drawing/2014/main" id="{0A9ABBEF-A0A0-C72A-5C92-B3BA02FCFF22}"/>
              </a:ext>
            </a:extLst>
          </p:cNvPr>
          <p:cNvGrpSpPr/>
          <p:nvPr/>
        </p:nvGrpSpPr>
        <p:grpSpPr>
          <a:xfrm>
            <a:off x="671528" y="2767422"/>
            <a:ext cx="1473508" cy="1136589"/>
            <a:chOff x="538337" y="3341542"/>
            <a:chExt cx="1473508" cy="1136589"/>
          </a:xfrm>
        </p:grpSpPr>
        <p:sp>
          <p:nvSpPr>
            <p:cNvPr id="3" name="TextBox 2">
              <a:extLst>
                <a:ext uri="{FF2B5EF4-FFF2-40B4-BE49-F238E27FC236}">
                  <a16:creationId xmlns:a16="http://schemas.microsoft.com/office/drawing/2014/main" id="{6857C72F-69DA-B578-0357-66A9923364B6}"/>
                </a:ext>
              </a:extLst>
            </p:cNvPr>
            <p:cNvSpPr txBox="1"/>
            <p:nvPr/>
          </p:nvSpPr>
          <p:spPr>
            <a:xfrm>
              <a:off x="538337" y="3341542"/>
              <a:ext cx="1473508" cy="123972"/>
            </a:xfrm>
            <a:prstGeom prst="rect">
              <a:avLst/>
            </a:prstGeom>
            <a:noFill/>
          </p:spPr>
          <p:txBody>
            <a:bodyPr wrap="none" lIns="0" tIns="0" rIns="0" bIns="0" rtlCol="0">
              <a:noAutofit/>
            </a:bodyPr>
            <a:lstStyle/>
            <a:p>
              <a:pPr algn="l">
                <a:lnSpc>
                  <a:spcPct val="101000"/>
                </a:lnSpc>
                <a:spcAft>
                  <a:spcPts val="600"/>
                </a:spcAft>
              </a:pPr>
              <a:r>
                <a:rPr lang="en-CR" sz="800" b="1">
                  <a:solidFill>
                    <a:srgbClr val="000000"/>
                  </a:solidFill>
                  <a:latin typeface="GT America Regular"/>
                  <a:ea typeface="GT America Regular" charset="0"/>
                  <a:cs typeface="GT America Regular" charset="0"/>
                </a:rPr>
                <a:t>ON LIGHT AND EXTRA LIGHT</a:t>
              </a:r>
              <a:endParaRPr kumimoji="0" lang="en-CR" sz="800" b="1" i="0" u="none" strike="noStrike" kern="1200" cap="none" spc="0" normalizeH="0" baseline="0" noProof="0" err="1">
                <a:ln>
                  <a:noFill/>
                </a:ln>
                <a:solidFill>
                  <a:srgbClr val="000000"/>
                </a:solidFill>
                <a:effectLst/>
                <a:uLnTx/>
                <a:uFillTx/>
                <a:latin typeface="GT America Regular"/>
                <a:ea typeface="GT America Regular" charset="0"/>
                <a:cs typeface="GT America Regular" charset="0"/>
              </a:endParaRPr>
            </a:p>
          </p:txBody>
        </p:sp>
        <p:sp>
          <p:nvSpPr>
            <p:cNvPr id="8" name="Rectangle 7">
              <a:extLst>
                <a:ext uri="{FF2B5EF4-FFF2-40B4-BE49-F238E27FC236}">
                  <a16:creationId xmlns:a16="http://schemas.microsoft.com/office/drawing/2014/main" id="{FB0EF1F8-970A-ABFD-A9A5-3D853968EDA6}"/>
                </a:ext>
              </a:extLst>
            </p:cNvPr>
            <p:cNvSpPr/>
            <p:nvPr/>
          </p:nvSpPr>
          <p:spPr>
            <a:xfrm>
              <a:off x="546100" y="3556144"/>
              <a:ext cx="1206500" cy="720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a:p>
          </p:txBody>
        </p:sp>
        <p:sp>
          <p:nvSpPr>
            <p:cNvPr id="9" name="TextBox 8">
              <a:extLst>
                <a:ext uri="{FF2B5EF4-FFF2-40B4-BE49-F238E27FC236}">
                  <a16:creationId xmlns:a16="http://schemas.microsoft.com/office/drawing/2014/main" id="{0FBCB5F7-7E9D-7306-206A-CE6D7C407C5D}"/>
                </a:ext>
              </a:extLst>
            </p:cNvPr>
            <p:cNvSpPr txBox="1"/>
            <p:nvPr/>
          </p:nvSpPr>
          <p:spPr>
            <a:xfrm>
              <a:off x="546100" y="4354159"/>
              <a:ext cx="757183" cy="123972"/>
            </a:xfrm>
            <a:prstGeom prst="rect">
              <a:avLst/>
            </a:prstGeom>
            <a:noFill/>
          </p:spPr>
          <p:txBody>
            <a:bodyPr wrap="none" lIns="0" tIns="0" rIns="0" bIns="0" rtlCol="0">
              <a:noAutofit/>
            </a:bodyPr>
            <a:lstStyle/>
            <a:p>
              <a:pPr algn="l">
                <a:lnSpc>
                  <a:spcPct val="101000"/>
                </a:lnSpc>
                <a:spcAft>
                  <a:spcPts val="600"/>
                </a:spcAft>
              </a:pPr>
              <a:r>
                <a:rPr kumimoji="0" lang="en-CR" sz="800" u="none" strike="noStrike" kern="1200" cap="none" spc="0" normalizeH="0" baseline="0" noProof="0">
                  <a:ln>
                    <a:noFill/>
                  </a:ln>
                  <a:solidFill>
                    <a:srgbClr val="000000"/>
                  </a:solidFill>
                  <a:effectLst/>
                  <a:uLnTx/>
                  <a:uFillTx/>
                  <a:latin typeface="GT America Regular" pitchFamily="2" charset="77"/>
                  <a:ea typeface="GT America Regular" pitchFamily="2" charset="77"/>
                  <a:cs typeface="GT America Regular" pitchFamily="2" charset="77"/>
                </a:rPr>
                <a:t>Bright Blue 07</a:t>
              </a:r>
            </a:p>
          </p:txBody>
        </p:sp>
      </p:grpSp>
      <p:grpSp>
        <p:nvGrpSpPr>
          <p:cNvPr id="20" name="Group 19">
            <a:extLst>
              <a:ext uri="{FF2B5EF4-FFF2-40B4-BE49-F238E27FC236}">
                <a16:creationId xmlns:a16="http://schemas.microsoft.com/office/drawing/2014/main" id="{194AFCCB-8899-59F3-BB97-7CF65EEB6A5B}"/>
              </a:ext>
            </a:extLst>
          </p:cNvPr>
          <p:cNvGrpSpPr/>
          <p:nvPr/>
        </p:nvGrpSpPr>
        <p:grpSpPr>
          <a:xfrm>
            <a:off x="671528" y="4197350"/>
            <a:ext cx="1473508" cy="1163952"/>
            <a:chOff x="546100" y="4913085"/>
            <a:chExt cx="1473508" cy="1163952"/>
          </a:xfrm>
        </p:grpSpPr>
        <p:sp>
          <p:nvSpPr>
            <p:cNvPr id="10" name="TextBox 9">
              <a:extLst>
                <a:ext uri="{FF2B5EF4-FFF2-40B4-BE49-F238E27FC236}">
                  <a16:creationId xmlns:a16="http://schemas.microsoft.com/office/drawing/2014/main" id="{7204CAAC-DDD3-AE19-48EB-329BE9A8629E}"/>
                </a:ext>
              </a:extLst>
            </p:cNvPr>
            <p:cNvSpPr txBox="1"/>
            <p:nvPr/>
          </p:nvSpPr>
          <p:spPr>
            <a:xfrm>
              <a:off x="546100" y="4913085"/>
              <a:ext cx="1473508" cy="123972"/>
            </a:xfrm>
            <a:prstGeom prst="rect">
              <a:avLst/>
            </a:prstGeom>
            <a:noFill/>
          </p:spPr>
          <p:txBody>
            <a:bodyPr wrap="none" lIns="0" tIns="0" rIns="0" bIns="0" rtlCol="0">
              <a:noAutofit/>
            </a:bodyPr>
            <a:lstStyle/>
            <a:p>
              <a:pPr algn="l">
                <a:lnSpc>
                  <a:spcPct val="101000"/>
                </a:lnSpc>
                <a:spcAft>
                  <a:spcPts val="600"/>
                </a:spcAft>
              </a:pPr>
              <a:r>
                <a:rPr lang="en-CR" sz="800" b="1">
                  <a:solidFill>
                    <a:srgbClr val="000000"/>
                  </a:solidFill>
                  <a:latin typeface="GT America Regular"/>
                  <a:ea typeface="GT America Regular" charset="0"/>
                  <a:cs typeface="GT America Regular" charset="0"/>
                </a:rPr>
                <a:t>ON MOODY´S BLUE</a:t>
              </a:r>
              <a:endParaRPr kumimoji="0" lang="en-CR" sz="800" b="1" i="0" u="none" strike="noStrike" kern="1200" cap="none" spc="0" normalizeH="0" baseline="0" noProof="0" err="1">
                <a:ln>
                  <a:noFill/>
                </a:ln>
                <a:solidFill>
                  <a:srgbClr val="000000"/>
                </a:solidFill>
                <a:effectLst/>
                <a:uLnTx/>
                <a:uFillTx/>
                <a:latin typeface="GT America Regular"/>
                <a:ea typeface="GT America Regular" charset="0"/>
                <a:cs typeface="GT America Regular" charset="0"/>
              </a:endParaRPr>
            </a:p>
          </p:txBody>
        </p:sp>
        <p:sp>
          <p:nvSpPr>
            <p:cNvPr id="11" name="Rectangle 10">
              <a:extLst>
                <a:ext uri="{FF2B5EF4-FFF2-40B4-BE49-F238E27FC236}">
                  <a16:creationId xmlns:a16="http://schemas.microsoft.com/office/drawing/2014/main" id="{DFBE469D-56FB-6A12-BBC5-D3205AC5607D}"/>
                </a:ext>
              </a:extLst>
            </p:cNvPr>
            <p:cNvSpPr/>
            <p:nvPr/>
          </p:nvSpPr>
          <p:spPr>
            <a:xfrm>
              <a:off x="551016" y="5148970"/>
              <a:ext cx="1206500" cy="720000"/>
            </a:xfrm>
            <a:prstGeom prst="rect">
              <a:avLst/>
            </a:prstGeom>
            <a:solidFill>
              <a:srgbClr val="9DC1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a:p>
          </p:txBody>
        </p:sp>
        <p:sp>
          <p:nvSpPr>
            <p:cNvPr id="12" name="TextBox 11">
              <a:extLst>
                <a:ext uri="{FF2B5EF4-FFF2-40B4-BE49-F238E27FC236}">
                  <a16:creationId xmlns:a16="http://schemas.microsoft.com/office/drawing/2014/main" id="{9272BAB4-7D19-75C7-7A4A-F411AF6EB5A9}"/>
                </a:ext>
              </a:extLst>
            </p:cNvPr>
            <p:cNvSpPr txBox="1"/>
            <p:nvPr/>
          </p:nvSpPr>
          <p:spPr>
            <a:xfrm>
              <a:off x="546682" y="5953065"/>
              <a:ext cx="764364" cy="123972"/>
            </a:xfrm>
            <a:prstGeom prst="rect">
              <a:avLst/>
            </a:prstGeom>
            <a:noFill/>
          </p:spPr>
          <p:txBody>
            <a:bodyPr wrap="none" lIns="0" tIns="0" rIns="0" bIns="0" rtlCol="0">
              <a:noAutofit/>
            </a:bodyPr>
            <a:lstStyle/>
            <a:p>
              <a:pPr algn="l">
                <a:lnSpc>
                  <a:spcPct val="101000"/>
                </a:lnSpc>
                <a:spcAft>
                  <a:spcPts val="600"/>
                </a:spcAft>
              </a:pPr>
              <a:r>
                <a:rPr kumimoji="0" lang="en-CR" sz="800" u="none" strike="noStrike" kern="1200" cap="none" spc="0" normalizeH="0" baseline="0" noProof="0">
                  <a:ln>
                    <a:noFill/>
                  </a:ln>
                  <a:solidFill>
                    <a:srgbClr val="000000"/>
                  </a:solidFill>
                  <a:effectLst/>
                  <a:uLnTx/>
                  <a:uFillTx/>
                  <a:latin typeface="GT America Regular" pitchFamily="2" charset="77"/>
                  <a:ea typeface="GT America Regular" pitchFamily="2" charset="77"/>
                  <a:cs typeface="GT America Regular" pitchFamily="2" charset="77"/>
                </a:rPr>
                <a:t>Bright Blue 03</a:t>
              </a:r>
            </a:p>
          </p:txBody>
        </p:sp>
      </p:grpSp>
      <p:sp>
        <p:nvSpPr>
          <p:cNvPr id="6" name="Footer Placeholder 4">
            <a:extLst>
              <a:ext uri="{FF2B5EF4-FFF2-40B4-BE49-F238E27FC236}">
                <a16:creationId xmlns:a16="http://schemas.microsoft.com/office/drawing/2014/main" id="{73364852-8D13-F739-BEBC-42E986B5AC45}"/>
              </a:ext>
            </a:extLst>
          </p:cNvPr>
          <p:cNvSpPr>
            <a:spLocks noGrp="1"/>
          </p:cNvSpPr>
          <p:nvPr>
            <p:ph type="ftr" sz="quarter" idx="11"/>
          </p:nvPr>
        </p:nvSpPr>
        <p:spPr>
          <a:xfrm>
            <a:off x="4781550" y="6311900"/>
            <a:ext cx="5448300" cy="269875"/>
          </a:xfrm>
        </p:spPr>
        <p:txBody>
          <a:bodyPr/>
          <a:lstStyle/>
          <a:p>
            <a:r>
              <a:rPr lang="en-US">
                <a:solidFill>
                  <a:schemeClr val="bg1"/>
                </a:solidFill>
              </a:rPr>
              <a:t>See slide 12 for instructions on how to update footer</a:t>
            </a:r>
            <a:endParaRPr lang="en-US" dirty="0">
              <a:solidFill>
                <a:schemeClr val="bg1"/>
              </a:solidFill>
            </a:endParaRPr>
          </a:p>
        </p:txBody>
      </p:sp>
      <p:sp>
        <p:nvSpPr>
          <p:cNvPr id="7" name="Slide Number Placeholder 6">
            <a:extLst>
              <a:ext uri="{FF2B5EF4-FFF2-40B4-BE49-F238E27FC236}">
                <a16:creationId xmlns:a16="http://schemas.microsoft.com/office/drawing/2014/main" id="{99BDE5C1-3EC6-779E-AE01-B792A8C6E931}"/>
              </a:ext>
            </a:extLst>
          </p:cNvPr>
          <p:cNvSpPr>
            <a:spLocks noGrp="1"/>
          </p:cNvSpPr>
          <p:nvPr>
            <p:ph type="sldNum" sz="quarter" idx="12"/>
          </p:nvPr>
        </p:nvSpPr>
        <p:spPr>
          <a:xfrm>
            <a:off x="10428288" y="6311900"/>
            <a:ext cx="1209674" cy="269875"/>
          </a:xfrm>
        </p:spPr>
        <p:txBody>
          <a:bodyPr/>
          <a:lstStyle/>
          <a:p>
            <a:fld id="{862A5111-985B-C14D-9115-5787026182A8}" type="slidenum">
              <a:rPr lang="en-US" smtClean="0">
                <a:solidFill>
                  <a:schemeClr val="bg1"/>
                </a:solidFill>
              </a:rPr>
              <a:pPr/>
              <a:t>20</a:t>
            </a:fld>
            <a:endParaRPr lang="en-US">
              <a:solidFill>
                <a:schemeClr val="bg1"/>
              </a:solidFill>
            </a:endParaRPr>
          </a:p>
        </p:txBody>
      </p:sp>
      <p:sp>
        <p:nvSpPr>
          <p:cNvPr id="23" name="Title 22">
            <a:extLst>
              <a:ext uri="{FF2B5EF4-FFF2-40B4-BE49-F238E27FC236}">
                <a16:creationId xmlns:a16="http://schemas.microsoft.com/office/drawing/2014/main" id="{99C91C12-83E5-BB01-E1DD-9A343C38863F}"/>
              </a:ext>
            </a:extLst>
          </p:cNvPr>
          <p:cNvSpPr>
            <a:spLocks noGrp="1"/>
          </p:cNvSpPr>
          <p:nvPr>
            <p:ph type="title"/>
          </p:nvPr>
        </p:nvSpPr>
        <p:spPr>
          <a:xfrm>
            <a:off x="546100" y="552450"/>
            <a:ext cx="11091861" cy="434975"/>
          </a:xfrm>
        </p:spPr>
        <p:txBody>
          <a:bodyPr/>
          <a:lstStyle/>
          <a:p>
            <a:r>
              <a:rPr lang="en-US"/>
              <a:t>Categorical palettes</a:t>
            </a:r>
            <a:endParaRPr lang="en-CR"/>
          </a:p>
        </p:txBody>
      </p:sp>
      <p:sp>
        <p:nvSpPr>
          <p:cNvPr id="24" name="Text Placeholder 23">
            <a:extLst>
              <a:ext uri="{FF2B5EF4-FFF2-40B4-BE49-F238E27FC236}">
                <a16:creationId xmlns:a16="http://schemas.microsoft.com/office/drawing/2014/main" id="{E1539592-5695-2320-0F9C-71AA613E7704}"/>
              </a:ext>
            </a:extLst>
          </p:cNvPr>
          <p:cNvSpPr>
            <a:spLocks noGrp="1"/>
          </p:cNvSpPr>
          <p:nvPr>
            <p:ph type="body" sz="quarter" idx="45"/>
          </p:nvPr>
        </p:nvSpPr>
        <p:spPr>
          <a:xfrm>
            <a:off x="546100" y="1127125"/>
            <a:ext cx="11091862" cy="295275"/>
          </a:xfrm>
        </p:spPr>
        <p:txBody>
          <a:bodyPr/>
          <a:lstStyle/>
          <a:p>
            <a:r>
              <a:rPr lang="en-US"/>
              <a:t>Primary for 1 category</a:t>
            </a:r>
          </a:p>
        </p:txBody>
      </p:sp>
      <p:sp>
        <p:nvSpPr>
          <p:cNvPr id="27" name="Text Placeholder 26">
            <a:extLst>
              <a:ext uri="{FF2B5EF4-FFF2-40B4-BE49-F238E27FC236}">
                <a16:creationId xmlns:a16="http://schemas.microsoft.com/office/drawing/2014/main" id="{F165325E-3C4D-D7D9-4496-1A6A227E62CA}"/>
              </a:ext>
            </a:extLst>
          </p:cNvPr>
          <p:cNvSpPr>
            <a:spLocks noGrp="1"/>
          </p:cNvSpPr>
          <p:nvPr>
            <p:ph type="body" sz="quarter" idx="46"/>
          </p:nvPr>
        </p:nvSpPr>
        <p:spPr/>
        <p:txBody>
          <a:bodyPr/>
          <a:lstStyle/>
          <a:p>
            <a:endParaRPr lang="en-US"/>
          </a:p>
        </p:txBody>
      </p:sp>
      <p:sp>
        <p:nvSpPr>
          <p:cNvPr id="26" name="Text Placeholder 36">
            <a:extLst>
              <a:ext uri="{FF2B5EF4-FFF2-40B4-BE49-F238E27FC236}">
                <a16:creationId xmlns:a16="http://schemas.microsoft.com/office/drawing/2014/main" id="{C75A1163-6324-8DAD-6E4C-2E12AEDA0244}"/>
              </a:ext>
            </a:extLst>
          </p:cNvPr>
          <p:cNvSpPr txBox="1">
            <a:spLocks/>
          </p:cNvSpPr>
          <p:nvPr/>
        </p:nvSpPr>
        <p:spPr>
          <a:xfrm>
            <a:off x="568077" y="1646338"/>
            <a:ext cx="5264979" cy="1065310"/>
          </a:xfrm>
          <a:prstGeom prst="rect">
            <a:avLst/>
          </a:prstGeom>
        </p:spPr>
        <p:txBody>
          <a:bodyPr vert="horz" lIns="0" tIns="0" rIns="0" bIns="0" rtlCol="0">
            <a:noAutofit/>
          </a:bodyPr>
          <a:lstStyle>
            <a:lvl1pPr marL="0" indent="0" algn="l" defTabSz="914400" rtl="0" eaLnBrk="1" latinLnBrk="0" hangingPunct="1">
              <a:lnSpc>
                <a:spcPct val="80000"/>
              </a:lnSpc>
              <a:spcBef>
                <a:spcPts val="0"/>
              </a:spcBef>
              <a:spcAft>
                <a:spcPts val="0"/>
              </a:spcAft>
              <a:buFont typeface="GT America Regular"/>
              <a:buNone/>
              <a:defRPr lang="en-US" sz="2400" b="0" i="0" kern="1200" dirty="0" smtClean="0">
                <a:solidFill>
                  <a:schemeClr val="accent1"/>
                </a:solidFill>
                <a:latin typeface="+mj-lt"/>
                <a:ea typeface="GT America Regular" charset="0"/>
                <a:cs typeface="GT America Regular" charset="0"/>
              </a:defRPr>
            </a:lvl1pPr>
            <a:lvl2pPr marL="0" indent="0" algn="l" defTabSz="914400" rtl="0" eaLnBrk="1" latinLnBrk="0" hangingPunct="1">
              <a:lnSpc>
                <a:spcPct val="80000"/>
              </a:lnSpc>
              <a:spcBef>
                <a:spcPts val="0"/>
              </a:spcBef>
              <a:spcAft>
                <a:spcPts val="0"/>
              </a:spcAft>
              <a:buFont typeface="GT America Regular" charset="0"/>
              <a:buNone/>
              <a:defRPr lang="en-US" sz="2400" b="0" i="0" kern="1200" dirty="0" smtClean="0">
                <a:solidFill>
                  <a:schemeClr val="accent1"/>
                </a:solidFill>
                <a:latin typeface="+mj-lt"/>
                <a:ea typeface="GT America Regular" charset="0"/>
                <a:cs typeface="GT America Regular" charset="0"/>
              </a:defRPr>
            </a:lvl2pPr>
            <a:lvl3pPr marL="0" indent="0" algn="l" defTabSz="914400" rtl="0" eaLnBrk="1" latinLnBrk="0" hangingPunct="1">
              <a:lnSpc>
                <a:spcPct val="80000"/>
              </a:lnSpc>
              <a:spcBef>
                <a:spcPts val="0"/>
              </a:spcBef>
              <a:spcAft>
                <a:spcPts val="0"/>
              </a:spcAft>
              <a:buClr>
                <a:schemeClr val="accent1"/>
              </a:buClr>
              <a:buFont typeface="GT America Regular" pitchFamily="50" charset="0"/>
              <a:buNone/>
              <a:defRPr lang="en-US" sz="2400" b="0" i="0" kern="1200" dirty="0" smtClean="0">
                <a:solidFill>
                  <a:schemeClr val="accent1"/>
                </a:solidFill>
                <a:latin typeface="+mj-lt"/>
                <a:ea typeface="GT America Regular" charset="0"/>
                <a:cs typeface="GT America Regular" charset="0"/>
              </a:defRPr>
            </a:lvl3pPr>
            <a:lvl4pPr marL="0" indent="0" algn="l" defTabSz="914400" rtl="0" eaLnBrk="1" latinLnBrk="0" hangingPunct="1">
              <a:lnSpc>
                <a:spcPct val="80000"/>
              </a:lnSpc>
              <a:spcBef>
                <a:spcPts val="0"/>
              </a:spcBef>
              <a:spcAft>
                <a:spcPts val="0"/>
              </a:spcAft>
              <a:buClrTx/>
              <a:buFont typeface="GT America Regular" pitchFamily="50" charset="0"/>
              <a:buNone/>
              <a:defRPr lang="en-US" sz="2400" b="0" i="0" kern="1200" dirty="0" smtClean="0">
                <a:solidFill>
                  <a:schemeClr val="accent1"/>
                </a:solidFill>
                <a:latin typeface="+mj-lt"/>
                <a:ea typeface="GT America Regular" charset="0"/>
                <a:cs typeface="GT America Regular" charset="0"/>
              </a:defRPr>
            </a:lvl4pPr>
            <a:lvl5pPr marL="0" indent="0" algn="l" defTabSz="914400" rtl="0" eaLnBrk="1" latinLnBrk="0" hangingPunct="1">
              <a:lnSpc>
                <a:spcPct val="80000"/>
              </a:lnSpc>
              <a:spcBef>
                <a:spcPts val="0"/>
              </a:spcBef>
              <a:spcAft>
                <a:spcPts val="0"/>
              </a:spcAft>
              <a:buClr>
                <a:schemeClr val="accent1"/>
              </a:buClr>
              <a:buFont typeface="GT America Regular" charset="0"/>
              <a:buNone/>
              <a:tabLst/>
              <a:defRPr lang="en-US" sz="2400" b="0" i="0" kern="1200" dirty="0" smtClean="0">
                <a:solidFill>
                  <a:schemeClr val="accent1"/>
                </a:solidFill>
                <a:latin typeface="+mj-lt"/>
                <a:ea typeface="GT America Regular" charset="0"/>
                <a:cs typeface="GT America Regular" charset="0"/>
              </a:defRPr>
            </a:lvl5pPr>
            <a:lvl6pPr marL="0" indent="0" algn="l" defTabSz="914400" rtl="0" eaLnBrk="1" latinLnBrk="0" hangingPunct="1">
              <a:lnSpc>
                <a:spcPct val="80000"/>
              </a:lnSpc>
              <a:spcBef>
                <a:spcPts val="0"/>
              </a:spcBef>
              <a:spcAft>
                <a:spcPts val="0"/>
              </a:spcAft>
              <a:buClrTx/>
              <a:buFont typeface="GT America Regular" pitchFamily="50" charset="0"/>
              <a:buNone/>
              <a:defRPr lang="en-US" sz="2400" b="0" i="0" kern="1200" dirty="0" smtClean="0">
                <a:solidFill>
                  <a:schemeClr val="accent1"/>
                </a:solidFill>
                <a:latin typeface="+mj-lt"/>
                <a:ea typeface="GT America Regular" charset="0"/>
                <a:cs typeface="GT America Regular" charset="0"/>
              </a:defRPr>
            </a:lvl6pPr>
            <a:lvl7pPr marL="0" indent="0" algn="l" defTabSz="914400" rtl="0" eaLnBrk="1" latinLnBrk="0" hangingPunct="1">
              <a:lnSpc>
                <a:spcPct val="80000"/>
              </a:lnSpc>
              <a:spcBef>
                <a:spcPts val="0"/>
              </a:spcBef>
              <a:spcAft>
                <a:spcPts val="0"/>
              </a:spcAft>
              <a:buClr>
                <a:schemeClr val="accent1"/>
              </a:buClr>
              <a:buFont typeface="GT America Regular" charset="0"/>
              <a:buNone/>
              <a:defRPr lang="en-US" sz="2400" b="0" i="0" kern="1200" dirty="0" smtClean="0">
                <a:solidFill>
                  <a:schemeClr val="accent1"/>
                </a:solidFill>
                <a:latin typeface="+mj-lt"/>
                <a:ea typeface="GT America Regular" charset="0"/>
                <a:cs typeface="GT America Regular" charset="0"/>
              </a:defRPr>
            </a:lvl7pPr>
            <a:lvl8pPr marL="0" indent="0" algn="l" defTabSz="914400" rtl="0" eaLnBrk="1" latinLnBrk="0" hangingPunct="1">
              <a:lnSpc>
                <a:spcPct val="80000"/>
              </a:lnSpc>
              <a:spcBef>
                <a:spcPts val="0"/>
              </a:spcBef>
              <a:spcAft>
                <a:spcPts val="0"/>
              </a:spcAft>
              <a:buClrTx/>
              <a:buFont typeface="GT America Regular" pitchFamily="50" charset="0"/>
              <a:buNone/>
              <a:defRPr lang="en-US" sz="2400" b="0" i="0" kern="1200" dirty="0" smtClean="0">
                <a:solidFill>
                  <a:schemeClr val="accent1"/>
                </a:solidFill>
                <a:latin typeface="+mj-lt"/>
                <a:ea typeface="GT America Regular" charset="0"/>
                <a:cs typeface="GT America Regular" charset="0"/>
              </a:defRPr>
            </a:lvl8pPr>
            <a:lvl9pPr marL="0" indent="0" algn="l" defTabSz="914400" rtl="0" eaLnBrk="1" latinLnBrk="0" hangingPunct="1">
              <a:lnSpc>
                <a:spcPct val="80000"/>
              </a:lnSpc>
              <a:spcBef>
                <a:spcPts val="0"/>
              </a:spcBef>
              <a:spcAft>
                <a:spcPts val="0"/>
              </a:spcAft>
              <a:buClr>
                <a:schemeClr val="accent1"/>
              </a:buClr>
              <a:buFont typeface="GT America Regular" charset="0"/>
              <a:buNone/>
              <a:defRPr lang="en-US" sz="2400" b="0" i="0" kern="1200" dirty="0">
                <a:solidFill>
                  <a:schemeClr val="accent1"/>
                </a:solidFill>
                <a:latin typeface="+mj-lt"/>
                <a:ea typeface="GT America Regular" charset="0"/>
                <a:cs typeface="GT America Regular" charset="0"/>
              </a:defRPr>
            </a:lvl9pPr>
          </a:lstStyle>
          <a:p>
            <a:pPr>
              <a:lnSpc>
                <a:spcPct val="100000"/>
              </a:lnSpc>
            </a:pPr>
            <a:r>
              <a:rPr lang="en-US" sz="1000">
                <a:solidFill>
                  <a:schemeClr val="tx1"/>
                </a:solidFill>
                <a:latin typeface="+mn-lt"/>
                <a:ea typeface="GT America Regular" pitchFamily="2" charset="77"/>
                <a:cs typeface="GT America Regular" pitchFamily="2" charset="77"/>
              </a:rPr>
              <a:t>These are the primary options for a data visualization with </a:t>
            </a:r>
            <a:r>
              <a:rPr lang="en-US" sz="1000" b="1">
                <a:solidFill>
                  <a:schemeClr val="tx1"/>
                </a:solidFill>
                <a:latin typeface="+mn-lt"/>
                <a:ea typeface="GT America Regular" pitchFamily="2" charset="77"/>
                <a:cs typeface="GT America Regular" pitchFamily="2" charset="77"/>
              </a:rPr>
              <a:t>one category.</a:t>
            </a:r>
          </a:p>
          <a:p>
            <a:pPr>
              <a:lnSpc>
                <a:spcPct val="100000"/>
              </a:lnSpc>
              <a:spcBef>
                <a:spcPts val="600"/>
              </a:spcBef>
            </a:pPr>
            <a:r>
              <a:rPr lang="en-US" sz="1000">
                <a:solidFill>
                  <a:schemeClr val="tx1"/>
                </a:solidFill>
                <a:latin typeface="+mn-lt"/>
                <a:ea typeface="GT America Regular" pitchFamily="2" charset="77"/>
                <a:cs typeface="GT America Regular" pitchFamily="2" charset="77"/>
              </a:rPr>
              <a:t>Prioritize using our brand blues for most data visualizations.</a:t>
            </a:r>
          </a:p>
          <a:p>
            <a:pPr>
              <a:lnSpc>
                <a:spcPct val="100000"/>
              </a:lnSpc>
              <a:spcBef>
                <a:spcPts val="600"/>
              </a:spcBef>
            </a:pPr>
            <a:r>
              <a:rPr lang="en-US" sz="1000" b="1">
                <a:solidFill>
                  <a:schemeClr val="tx1"/>
                </a:solidFill>
                <a:latin typeface="+mn-lt"/>
                <a:ea typeface="GT America Regular" pitchFamily="2" charset="77"/>
                <a:cs typeface="GT America Regular" pitchFamily="2" charset="77"/>
              </a:rPr>
              <a:t>Do not use these options together on one chart.</a:t>
            </a:r>
          </a:p>
          <a:p>
            <a:pPr>
              <a:lnSpc>
                <a:spcPct val="100000"/>
              </a:lnSpc>
              <a:spcBef>
                <a:spcPts val="600"/>
              </a:spcBef>
            </a:pPr>
            <a:r>
              <a:rPr lang="en-US" sz="1000">
                <a:solidFill>
                  <a:schemeClr val="tx1"/>
                </a:solidFill>
                <a:latin typeface="+mn-lt"/>
                <a:ea typeface="GT America Regular" pitchFamily="2" charset="77"/>
                <a:cs typeface="GT America Regular" pitchFamily="2" charset="77"/>
              </a:rPr>
              <a:t>Categorical palettes are all accessibility approved.</a:t>
            </a:r>
          </a:p>
        </p:txBody>
      </p:sp>
      <p:sp>
        <p:nvSpPr>
          <p:cNvPr id="4" name="TextBox 3">
            <a:extLst>
              <a:ext uri="{FF2B5EF4-FFF2-40B4-BE49-F238E27FC236}">
                <a16:creationId xmlns:a16="http://schemas.microsoft.com/office/drawing/2014/main" id="{A0AFC6B0-E501-C98E-3ECB-850074D44DF9}"/>
              </a:ext>
            </a:extLst>
          </p:cNvPr>
          <p:cNvSpPr txBox="1"/>
          <p:nvPr/>
        </p:nvSpPr>
        <p:spPr>
          <a:xfrm>
            <a:off x="6571813" y="523593"/>
            <a:ext cx="3827658" cy="221244"/>
          </a:xfrm>
          <a:prstGeom prst="rect">
            <a:avLst/>
          </a:prstGeom>
          <a:noFill/>
        </p:spPr>
        <p:txBody>
          <a:bodyPr wrap="none" lIns="0" tIns="0" rIns="0" bIns="0" rtlCol="0">
            <a:noAutofit/>
          </a:bodyPr>
          <a:lstStyle/>
          <a:p>
            <a:pPr>
              <a:lnSpc>
                <a:spcPct val="101000"/>
              </a:lnSpc>
              <a:spcAft>
                <a:spcPts val="600"/>
              </a:spcAft>
            </a:pPr>
            <a:r>
              <a:rPr kumimoji="0" lang="en-CR" sz="1100" b="0" i="0" u="none" strike="noStrike" kern="1200" cap="none" spc="0" normalizeH="0" baseline="0" noProof="0">
                <a:ln>
                  <a:noFill/>
                </a:ln>
                <a:solidFill>
                  <a:srgbClr val="000000"/>
                </a:solidFill>
                <a:effectLst/>
                <a:uLnTx/>
                <a:uFillTx/>
                <a:latin typeface="GT America Regular"/>
                <a:ea typeface="GT America Regular" charset="0"/>
                <a:cs typeface="GT America Regular" charset="0"/>
              </a:rPr>
              <a:t>Examples</a:t>
            </a:r>
          </a:p>
        </p:txBody>
      </p:sp>
    </p:spTree>
    <p:extLst>
      <p:ext uri="{BB962C8B-B14F-4D97-AF65-F5344CB8AC3E}">
        <p14:creationId xmlns:p14="http://schemas.microsoft.com/office/powerpoint/2010/main" val="315547311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001F58-F479-0506-8A6F-F28867C52D7E}"/>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35FFB797-46D3-AAC5-F39B-3F803147F844}"/>
              </a:ext>
            </a:extLst>
          </p:cNvPr>
          <p:cNvSpPr/>
          <p:nvPr/>
        </p:nvSpPr>
        <p:spPr>
          <a:xfrm>
            <a:off x="6096000" y="0"/>
            <a:ext cx="6096000" cy="3420000"/>
          </a:xfrm>
          <a:prstGeom prst="rect">
            <a:avLst/>
          </a:prstGeom>
          <a:solidFill>
            <a:schemeClr val="bg1">
              <a:lumMod val="95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a:p>
        </p:txBody>
      </p:sp>
      <p:sp>
        <p:nvSpPr>
          <p:cNvPr id="10" name="Rectangle 9">
            <a:extLst>
              <a:ext uri="{FF2B5EF4-FFF2-40B4-BE49-F238E27FC236}">
                <a16:creationId xmlns:a16="http://schemas.microsoft.com/office/drawing/2014/main" id="{98512D93-CF97-4519-27BD-8BC36682D944}"/>
              </a:ext>
            </a:extLst>
          </p:cNvPr>
          <p:cNvSpPr/>
          <p:nvPr/>
        </p:nvSpPr>
        <p:spPr>
          <a:xfrm>
            <a:off x="6096000" y="3438000"/>
            <a:ext cx="6096000" cy="3420000"/>
          </a:xfrm>
          <a:prstGeom prst="rect">
            <a:avLst/>
          </a:prstGeom>
          <a:solidFill>
            <a:schemeClr val="tx2"/>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a:p>
        </p:txBody>
      </p:sp>
      <p:graphicFrame>
        <p:nvGraphicFramePr>
          <p:cNvPr id="39" name="Chart 38">
            <a:extLst>
              <a:ext uri="{FF2B5EF4-FFF2-40B4-BE49-F238E27FC236}">
                <a16:creationId xmlns:a16="http://schemas.microsoft.com/office/drawing/2014/main" id="{C97CFF6F-DF3A-B06E-5850-2A3C52595843}"/>
              </a:ext>
            </a:extLst>
          </p:cNvPr>
          <p:cNvGraphicFramePr>
            <a:graphicFrameLocks/>
          </p:cNvGraphicFramePr>
          <p:nvPr/>
        </p:nvGraphicFramePr>
        <p:xfrm>
          <a:off x="10080000" y="720000"/>
          <a:ext cx="1620000" cy="216000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2" name="Chart 1">
            <a:extLst>
              <a:ext uri="{FF2B5EF4-FFF2-40B4-BE49-F238E27FC236}">
                <a16:creationId xmlns:a16="http://schemas.microsoft.com/office/drawing/2014/main" id="{6BD893A5-82C2-7F91-BD62-4BD92DC0FB77}"/>
              </a:ext>
            </a:extLst>
          </p:cNvPr>
          <p:cNvGraphicFramePr>
            <a:graphicFrameLocks/>
          </p:cNvGraphicFramePr>
          <p:nvPr/>
        </p:nvGraphicFramePr>
        <p:xfrm>
          <a:off x="6548400" y="720000"/>
          <a:ext cx="3240000" cy="2160000"/>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14" name="Chart 13">
            <a:extLst>
              <a:ext uri="{FF2B5EF4-FFF2-40B4-BE49-F238E27FC236}">
                <a16:creationId xmlns:a16="http://schemas.microsoft.com/office/drawing/2014/main" id="{495FFD88-21C7-4F45-610F-07184D0DD6FA}"/>
              </a:ext>
            </a:extLst>
          </p:cNvPr>
          <p:cNvGraphicFramePr>
            <a:graphicFrameLocks/>
          </p:cNvGraphicFramePr>
          <p:nvPr/>
        </p:nvGraphicFramePr>
        <p:xfrm>
          <a:off x="10080000" y="4068000"/>
          <a:ext cx="1620000" cy="2160000"/>
        </p:xfrm>
        <a:graphic>
          <a:graphicData uri="http://schemas.openxmlformats.org/drawingml/2006/chart">
            <c:chart xmlns:c="http://schemas.openxmlformats.org/drawingml/2006/chart" xmlns:r="http://schemas.openxmlformats.org/officeDocument/2006/relationships" r:id="rId5"/>
          </a:graphicData>
        </a:graphic>
      </p:graphicFrame>
      <p:graphicFrame>
        <p:nvGraphicFramePr>
          <p:cNvPr id="16" name="Chart 15">
            <a:extLst>
              <a:ext uri="{FF2B5EF4-FFF2-40B4-BE49-F238E27FC236}">
                <a16:creationId xmlns:a16="http://schemas.microsoft.com/office/drawing/2014/main" id="{055D9FB8-0333-D0A6-18C5-3932570D4121}"/>
              </a:ext>
            </a:extLst>
          </p:cNvPr>
          <p:cNvGraphicFramePr>
            <a:graphicFrameLocks/>
          </p:cNvGraphicFramePr>
          <p:nvPr/>
        </p:nvGraphicFramePr>
        <p:xfrm>
          <a:off x="6548400" y="4068000"/>
          <a:ext cx="3240000" cy="2160000"/>
        </p:xfrm>
        <a:graphic>
          <a:graphicData uri="http://schemas.openxmlformats.org/drawingml/2006/chart">
            <c:chart xmlns:c="http://schemas.openxmlformats.org/drawingml/2006/chart" xmlns:r="http://schemas.openxmlformats.org/officeDocument/2006/relationships" r:id="rId6"/>
          </a:graphicData>
        </a:graphic>
      </p:graphicFrame>
      <p:sp>
        <p:nvSpPr>
          <p:cNvPr id="20" name="Rectangle 19">
            <a:extLst>
              <a:ext uri="{FF2B5EF4-FFF2-40B4-BE49-F238E27FC236}">
                <a16:creationId xmlns:a16="http://schemas.microsoft.com/office/drawing/2014/main" id="{E0FDD221-9824-0363-6CF9-91816EDDA436}"/>
              </a:ext>
            </a:extLst>
          </p:cNvPr>
          <p:cNvSpPr/>
          <p:nvPr/>
        </p:nvSpPr>
        <p:spPr>
          <a:xfrm>
            <a:off x="548919" y="4202539"/>
            <a:ext cx="4392000" cy="2088000"/>
          </a:xfrm>
          <a:prstGeom prst="rect">
            <a:avLst/>
          </a:prstGeom>
          <a:solidFill>
            <a:srgbClr val="09126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a:p>
        </p:txBody>
      </p:sp>
      <p:sp>
        <p:nvSpPr>
          <p:cNvPr id="21" name="Rectangle 20">
            <a:extLst>
              <a:ext uri="{FF2B5EF4-FFF2-40B4-BE49-F238E27FC236}">
                <a16:creationId xmlns:a16="http://schemas.microsoft.com/office/drawing/2014/main" id="{31EE5C63-C98E-2CB5-410B-03E013324D3D}"/>
              </a:ext>
            </a:extLst>
          </p:cNvPr>
          <p:cNvSpPr/>
          <p:nvPr/>
        </p:nvSpPr>
        <p:spPr>
          <a:xfrm>
            <a:off x="3283200" y="3024000"/>
            <a:ext cx="720000" cy="21600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a:p>
        </p:txBody>
      </p:sp>
      <p:sp>
        <p:nvSpPr>
          <p:cNvPr id="25" name="Rectangle 24">
            <a:extLst>
              <a:ext uri="{FF2B5EF4-FFF2-40B4-BE49-F238E27FC236}">
                <a16:creationId xmlns:a16="http://schemas.microsoft.com/office/drawing/2014/main" id="{94B174A0-9912-25D7-4891-2CB3981FBAE1}"/>
              </a:ext>
            </a:extLst>
          </p:cNvPr>
          <p:cNvSpPr/>
          <p:nvPr/>
        </p:nvSpPr>
        <p:spPr>
          <a:xfrm>
            <a:off x="4086000" y="3024000"/>
            <a:ext cx="720000" cy="216000"/>
          </a:xfrm>
          <a:prstGeom prst="rect">
            <a:avLst/>
          </a:prstGeom>
          <a:solidFill>
            <a:srgbClr val="C6480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a:p>
        </p:txBody>
      </p:sp>
      <p:sp>
        <p:nvSpPr>
          <p:cNvPr id="28" name="TextBox 27">
            <a:extLst>
              <a:ext uri="{FF2B5EF4-FFF2-40B4-BE49-F238E27FC236}">
                <a16:creationId xmlns:a16="http://schemas.microsoft.com/office/drawing/2014/main" id="{5B402FB4-3997-C15E-DFBA-1B3535A9D0E4}"/>
              </a:ext>
            </a:extLst>
          </p:cNvPr>
          <p:cNvSpPr txBox="1"/>
          <p:nvPr/>
        </p:nvSpPr>
        <p:spPr>
          <a:xfrm>
            <a:off x="3283200" y="2844000"/>
            <a:ext cx="844783" cy="118559"/>
          </a:xfrm>
          <a:prstGeom prst="rect">
            <a:avLst/>
          </a:prstGeom>
          <a:noFill/>
        </p:spPr>
        <p:txBody>
          <a:bodyPr wrap="none" lIns="0" tIns="0" rIns="0" bIns="0" rtlCol="0">
            <a:spAutoFit/>
          </a:bodyPr>
          <a:lstStyle/>
          <a:p>
            <a:pPr algn="l">
              <a:lnSpc>
                <a:spcPct val="101000"/>
              </a:lnSpc>
              <a:spcAft>
                <a:spcPts val="600"/>
              </a:spcAft>
            </a:pPr>
            <a:r>
              <a:rPr kumimoji="0" lang="en-CR" sz="800" b="1" i="0" u="none" strike="noStrike" kern="1200" cap="none" spc="0" normalizeH="0" baseline="0" noProof="0">
                <a:ln>
                  <a:noFill/>
                </a:ln>
                <a:solidFill>
                  <a:srgbClr val="000000"/>
                </a:solidFill>
                <a:effectLst/>
                <a:uLnTx/>
                <a:uFillTx/>
                <a:ea typeface="GT America Regular" charset="0"/>
                <a:cs typeface="GT America Regular" charset="0"/>
              </a:rPr>
              <a:t>COMBINATION 4</a:t>
            </a:r>
          </a:p>
        </p:txBody>
      </p:sp>
      <p:sp>
        <p:nvSpPr>
          <p:cNvPr id="29" name="TextBox 28">
            <a:extLst>
              <a:ext uri="{FF2B5EF4-FFF2-40B4-BE49-F238E27FC236}">
                <a16:creationId xmlns:a16="http://schemas.microsoft.com/office/drawing/2014/main" id="{D3F84219-BD64-7410-BC8D-52A4F1507FA5}"/>
              </a:ext>
            </a:extLst>
          </p:cNvPr>
          <p:cNvSpPr txBox="1"/>
          <p:nvPr/>
        </p:nvSpPr>
        <p:spPr>
          <a:xfrm>
            <a:off x="3283200" y="3276000"/>
            <a:ext cx="541672" cy="114864"/>
          </a:xfrm>
          <a:prstGeom prst="rect">
            <a:avLst/>
          </a:prstGeom>
          <a:noFill/>
        </p:spPr>
        <p:txBody>
          <a:bodyPr wrap="none" lIns="0" tIns="0" rIns="0" bIns="0" rtlCol="0">
            <a:noAutofit/>
          </a:bodyPr>
          <a:lstStyle/>
          <a:p>
            <a:r>
              <a:rPr lang="en-US" sz="800">
                <a:effectLst/>
                <a:ea typeface="GT America Regular" pitchFamily="2" charset="77"/>
                <a:cs typeface="GT America Regular" pitchFamily="2" charset="77"/>
              </a:rPr>
              <a:t>Bright Blue 07</a:t>
            </a:r>
          </a:p>
        </p:txBody>
      </p:sp>
      <p:sp>
        <p:nvSpPr>
          <p:cNvPr id="32" name="TextBox 31">
            <a:extLst>
              <a:ext uri="{FF2B5EF4-FFF2-40B4-BE49-F238E27FC236}">
                <a16:creationId xmlns:a16="http://schemas.microsoft.com/office/drawing/2014/main" id="{5EB53939-C1FB-289C-8E55-5BF33572D4D2}"/>
              </a:ext>
            </a:extLst>
          </p:cNvPr>
          <p:cNvSpPr txBox="1"/>
          <p:nvPr/>
        </p:nvSpPr>
        <p:spPr>
          <a:xfrm>
            <a:off x="4086000" y="3276000"/>
            <a:ext cx="541672" cy="114864"/>
          </a:xfrm>
          <a:prstGeom prst="rect">
            <a:avLst/>
          </a:prstGeom>
          <a:noFill/>
        </p:spPr>
        <p:txBody>
          <a:bodyPr wrap="none" lIns="0" tIns="0" rIns="0" bIns="0" rtlCol="0">
            <a:noAutofit/>
          </a:bodyPr>
          <a:lstStyle/>
          <a:p>
            <a:pPr algn="l">
              <a:lnSpc>
                <a:spcPct val="101000"/>
              </a:lnSpc>
              <a:spcAft>
                <a:spcPts val="600"/>
              </a:spcAft>
            </a:pPr>
            <a:r>
              <a:rPr kumimoji="0" lang="en-CR" sz="800" i="0" u="none" strike="noStrike" kern="1200" cap="none" spc="0" normalizeH="0" baseline="0" noProof="0">
                <a:ln>
                  <a:noFill/>
                </a:ln>
                <a:solidFill>
                  <a:srgbClr val="000000"/>
                </a:solidFill>
                <a:effectLst/>
                <a:uLnTx/>
                <a:uFillTx/>
                <a:ea typeface="GT America Regular" charset="0"/>
                <a:cs typeface="GT America Regular" charset="0"/>
              </a:rPr>
              <a:t>Orange 07</a:t>
            </a:r>
          </a:p>
        </p:txBody>
      </p:sp>
      <p:sp>
        <p:nvSpPr>
          <p:cNvPr id="34" name="TextBox 33">
            <a:extLst>
              <a:ext uri="{FF2B5EF4-FFF2-40B4-BE49-F238E27FC236}">
                <a16:creationId xmlns:a16="http://schemas.microsoft.com/office/drawing/2014/main" id="{265F91A1-6025-CF4A-CDD1-3FFBD8E0007E}"/>
              </a:ext>
            </a:extLst>
          </p:cNvPr>
          <p:cNvSpPr txBox="1"/>
          <p:nvPr/>
        </p:nvSpPr>
        <p:spPr>
          <a:xfrm>
            <a:off x="669600" y="3960000"/>
            <a:ext cx="660437" cy="123111"/>
          </a:xfrm>
          <a:prstGeom prst="rect">
            <a:avLst/>
          </a:prstGeom>
          <a:noFill/>
        </p:spPr>
        <p:txBody>
          <a:bodyPr wrap="none" lIns="0" tIns="0" rIns="0" bIns="0" rtlCol="0">
            <a:spAutoFit/>
          </a:bodyPr>
          <a:lstStyle/>
          <a:p>
            <a:r>
              <a:rPr lang="en-US" sz="800">
                <a:effectLst/>
                <a:ea typeface="GT America Regular" pitchFamily="2" charset="77"/>
                <a:cs typeface="GT America Regular" pitchFamily="2" charset="77"/>
              </a:rPr>
              <a:t>Bright Blue 07</a:t>
            </a:r>
          </a:p>
        </p:txBody>
      </p:sp>
      <p:sp>
        <p:nvSpPr>
          <p:cNvPr id="35" name="Rectangle 34">
            <a:extLst>
              <a:ext uri="{FF2B5EF4-FFF2-40B4-BE49-F238E27FC236}">
                <a16:creationId xmlns:a16="http://schemas.microsoft.com/office/drawing/2014/main" id="{94D68F35-5991-E3AC-E3B5-07F7BE62F804}"/>
              </a:ext>
            </a:extLst>
          </p:cNvPr>
          <p:cNvSpPr/>
          <p:nvPr/>
        </p:nvSpPr>
        <p:spPr>
          <a:xfrm>
            <a:off x="669600" y="3708000"/>
            <a:ext cx="720000" cy="216000"/>
          </a:xfrm>
          <a:prstGeom prst="rect">
            <a:avLst/>
          </a:prstGeom>
          <a:solidFill>
            <a:srgbClr val="005E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a:p>
        </p:txBody>
      </p:sp>
      <p:sp>
        <p:nvSpPr>
          <p:cNvPr id="36" name="Rectangle 35">
            <a:extLst>
              <a:ext uri="{FF2B5EF4-FFF2-40B4-BE49-F238E27FC236}">
                <a16:creationId xmlns:a16="http://schemas.microsoft.com/office/drawing/2014/main" id="{EEEAEE3A-2BC8-E9B8-DCAF-6FCED90A7656}"/>
              </a:ext>
            </a:extLst>
          </p:cNvPr>
          <p:cNvSpPr/>
          <p:nvPr/>
        </p:nvSpPr>
        <p:spPr>
          <a:xfrm>
            <a:off x="1465200" y="3708000"/>
            <a:ext cx="720000" cy="216000"/>
          </a:xfrm>
          <a:prstGeom prst="rect">
            <a:avLst/>
          </a:prstGeom>
          <a:solidFill>
            <a:srgbClr val="CC006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a:p>
        </p:txBody>
      </p:sp>
      <p:sp>
        <p:nvSpPr>
          <p:cNvPr id="42" name="TextBox 41">
            <a:extLst>
              <a:ext uri="{FF2B5EF4-FFF2-40B4-BE49-F238E27FC236}">
                <a16:creationId xmlns:a16="http://schemas.microsoft.com/office/drawing/2014/main" id="{7C01AE32-498A-CD77-DA95-A54AEA063F1B}"/>
              </a:ext>
            </a:extLst>
          </p:cNvPr>
          <p:cNvSpPr txBox="1"/>
          <p:nvPr/>
        </p:nvSpPr>
        <p:spPr>
          <a:xfrm>
            <a:off x="669600" y="3528000"/>
            <a:ext cx="839974" cy="118559"/>
          </a:xfrm>
          <a:prstGeom prst="rect">
            <a:avLst/>
          </a:prstGeom>
          <a:noFill/>
        </p:spPr>
        <p:txBody>
          <a:bodyPr wrap="none" lIns="0" tIns="0" rIns="0" bIns="0" rtlCol="0">
            <a:spAutoFit/>
          </a:bodyPr>
          <a:lstStyle/>
          <a:p>
            <a:pPr algn="l">
              <a:lnSpc>
                <a:spcPct val="101000"/>
              </a:lnSpc>
              <a:spcAft>
                <a:spcPts val="600"/>
              </a:spcAft>
            </a:pPr>
            <a:r>
              <a:rPr kumimoji="0" lang="en-CR" sz="800" b="1" i="0" u="none" strike="noStrike" kern="1200" cap="none" spc="0" normalizeH="0" baseline="0" noProof="0">
                <a:ln>
                  <a:noFill/>
                </a:ln>
                <a:solidFill>
                  <a:srgbClr val="000000"/>
                </a:solidFill>
                <a:effectLst/>
                <a:uLnTx/>
                <a:uFillTx/>
                <a:ea typeface="GT America Regular" charset="0"/>
                <a:cs typeface="GT America Regular" charset="0"/>
              </a:rPr>
              <a:t>COMBINATION 5</a:t>
            </a:r>
          </a:p>
        </p:txBody>
      </p:sp>
      <p:sp>
        <p:nvSpPr>
          <p:cNvPr id="45" name="TextBox 44">
            <a:extLst>
              <a:ext uri="{FF2B5EF4-FFF2-40B4-BE49-F238E27FC236}">
                <a16:creationId xmlns:a16="http://schemas.microsoft.com/office/drawing/2014/main" id="{DC12CB0C-CE50-BB36-9162-FAA5A47BA6FF}"/>
              </a:ext>
            </a:extLst>
          </p:cNvPr>
          <p:cNvSpPr txBox="1"/>
          <p:nvPr/>
        </p:nvSpPr>
        <p:spPr>
          <a:xfrm>
            <a:off x="1465200" y="3960000"/>
            <a:ext cx="541672" cy="114864"/>
          </a:xfrm>
          <a:prstGeom prst="rect">
            <a:avLst/>
          </a:prstGeom>
          <a:noFill/>
        </p:spPr>
        <p:txBody>
          <a:bodyPr wrap="none" lIns="0" tIns="0" rIns="0" bIns="0" rtlCol="0">
            <a:noAutofit/>
          </a:bodyPr>
          <a:lstStyle/>
          <a:p>
            <a:pPr algn="l">
              <a:lnSpc>
                <a:spcPct val="101000"/>
              </a:lnSpc>
              <a:spcAft>
                <a:spcPts val="600"/>
              </a:spcAft>
            </a:pPr>
            <a:r>
              <a:rPr kumimoji="0" lang="en-CR" sz="800" i="0" u="none" strike="noStrike" kern="1200" cap="none" spc="0" normalizeH="0" baseline="0" noProof="0">
                <a:ln>
                  <a:noFill/>
                </a:ln>
                <a:solidFill>
                  <a:srgbClr val="000000"/>
                </a:solidFill>
                <a:effectLst/>
                <a:uLnTx/>
                <a:uFillTx/>
                <a:ea typeface="GT America Regular" charset="0"/>
                <a:cs typeface="GT America Regular" charset="0"/>
              </a:rPr>
              <a:t>Magenta 08</a:t>
            </a:r>
          </a:p>
        </p:txBody>
      </p:sp>
      <p:sp>
        <p:nvSpPr>
          <p:cNvPr id="60" name="TextBox 59">
            <a:extLst>
              <a:ext uri="{FF2B5EF4-FFF2-40B4-BE49-F238E27FC236}">
                <a16:creationId xmlns:a16="http://schemas.microsoft.com/office/drawing/2014/main" id="{442B5CBA-B977-A04D-290B-4474F385218D}"/>
              </a:ext>
            </a:extLst>
          </p:cNvPr>
          <p:cNvSpPr txBox="1"/>
          <p:nvPr/>
        </p:nvSpPr>
        <p:spPr>
          <a:xfrm>
            <a:off x="1594704" y="2963688"/>
            <a:ext cx="0" cy="0"/>
          </a:xfrm>
          <a:prstGeom prst="rect">
            <a:avLst/>
          </a:prstGeom>
          <a:noFill/>
        </p:spPr>
        <p:txBody>
          <a:bodyPr wrap="none" lIns="0" tIns="0" rIns="0" bIns="0" rtlCol="0">
            <a:noAutofit/>
          </a:bodyPr>
          <a:lstStyle/>
          <a:p>
            <a:pPr marL="285750" indent="-285750" algn="l">
              <a:lnSpc>
                <a:spcPct val="101000"/>
              </a:lnSpc>
              <a:spcAft>
                <a:spcPts val="600"/>
              </a:spcAft>
              <a:buFont typeface="GT America" charset="0"/>
              <a:buChar char="→"/>
            </a:pPr>
            <a:endParaRPr kumimoji="0" lang="en-CR" sz="1400" b="0" i="0" u="none" strike="noStrike" kern="1200" cap="none" spc="0" normalizeH="0" baseline="0" noProof="0" err="1">
              <a:ln>
                <a:noFill/>
              </a:ln>
              <a:solidFill>
                <a:srgbClr val="000000"/>
              </a:solidFill>
              <a:effectLst/>
              <a:uLnTx/>
              <a:uFillTx/>
              <a:latin typeface="GT America Regular"/>
              <a:ea typeface="GT America Regular" charset="0"/>
              <a:cs typeface="GT America Regular" charset="0"/>
            </a:endParaRPr>
          </a:p>
        </p:txBody>
      </p:sp>
      <p:sp>
        <p:nvSpPr>
          <p:cNvPr id="61" name="Rectangle 60">
            <a:extLst>
              <a:ext uri="{FF2B5EF4-FFF2-40B4-BE49-F238E27FC236}">
                <a16:creationId xmlns:a16="http://schemas.microsoft.com/office/drawing/2014/main" id="{B24AC3B6-B6EE-1B11-A507-B0AF2E7316ED}"/>
              </a:ext>
            </a:extLst>
          </p:cNvPr>
          <p:cNvSpPr/>
          <p:nvPr/>
        </p:nvSpPr>
        <p:spPr>
          <a:xfrm>
            <a:off x="669600" y="3024000"/>
            <a:ext cx="720000" cy="216000"/>
          </a:xfrm>
          <a:prstGeom prst="rect">
            <a:avLst/>
          </a:prstGeom>
          <a:solidFill>
            <a:srgbClr val="005E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a:p>
        </p:txBody>
      </p:sp>
      <p:sp>
        <p:nvSpPr>
          <p:cNvPr id="62" name="Rectangle 61">
            <a:extLst>
              <a:ext uri="{FF2B5EF4-FFF2-40B4-BE49-F238E27FC236}">
                <a16:creationId xmlns:a16="http://schemas.microsoft.com/office/drawing/2014/main" id="{49E43CF6-EFC2-A5A9-BB83-46826E476033}"/>
              </a:ext>
            </a:extLst>
          </p:cNvPr>
          <p:cNvSpPr/>
          <p:nvPr/>
        </p:nvSpPr>
        <p:spPr>
          <a:xfrm>
            <a:off x="1472400" y="3024000"/>
            <a:ext cx="720000" cy="216000"/>
          </a:xfrm>
          <a:prstGeom prst="rect">
            <a:avLst/>
          </a:prstGeom>
          <a:solidFill>
            <a:srgbClr val="5C068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a:p>
        </p:txBody>
      </p:sp>
      <p:sp>
        <p:nvSpPr>
          <p:cNvPr id="65" name="TextBox 64">
            <a:extLst>
              <a:ext uri="{FF2B5EF4-FFF2-40B4-BE49-F238E27FC236}">
                <a16:creationId xmlns:a16="http://schemas.microsoft.com/office/drawing/2014/main" id="{1C906922-9AD1-DB48-9A5B-A2C2DB2AA6F5}"/>
              </a:ext>
            </a:extLst>
          </p:cNvPr>
          <p:cNvSpPr txBox="1"/>
          <p:nvPr/>
        </p:nvSpPr>
        <p:spPr>
          <a:xfrm>
            <a:off x="669600" y="2844000"/>
            <a:ext cx="841577" cy="118559"/>
          </a:xfrm>
          <a:prstGeom prst="rect">
            <a:avLst/>
          </a:prstGeom>
          <a:noFill/>
        </p:spPr>
        <p:txBody>
          <a:bodyPr wrap="none" lIns="0" tIns="0" rIns="0" bIns="0" rtlCol="0">
            <a:spAutoFit/>
          </a:bodyPr>
          <a:lstStyle/>
          <a:p>
            <a:pPr algn="l">
              <a:lnSpc>
                <a:spcPct val="101000"/>
              </a:lnSpc>
              <a:spcAft>
                <a:spcPts val="600"/>
              </a:spcAft>
            </a:pPr>
            <a:r>
              <a:rPr kumimoji="0" lang="en-CR" sz="800" b="1" i="0" u="none" strike="noStrike" kern="1200" cap="none" spc="0" normalizeH="0" baseline="0" noProof="0">
                <a:ln>
                  <a:noFill/>
                </a:ln>
                <a:solidFill>
                  <a:srgbClr val="000000"/>
                </a:solidFill>
                <a:effectLst/>
                <a:uLnTx/>
                <a:uFillTx/>
                <a:ea typeface="GT America Regular" charset="0"/>
                <a:cs typeface="GT America Regular" charset="0"/>
              </a:rPr>
              <a:t>COMBINATION 3</a:t>
            </a:r>
          </a:p>
        </p:txBody>
      </p:sp>
      <p:sp>
        <p:nvSpPr>
          <p:cNvPr id="66" name="TextBox 65">
            <a:extLst>
              <a:ext uri="{FF2B5EF4-FFF2-40B4-BE49-F238E27FC236}">
                <a16:creationId xmlns:a16="http://schemas.microsoft.com/office/drawing/2014/main" id="{53E98EB0-D0DF-5F02-1D81-611BF3BA13B0}"/>
              </a:ext>
            </a:extLst>
          </p:cNvPr>
          <p:cNvSpPr txBox="1"/>
          <p:nvPr/>
        </p:nvSpPr>
        <p:spPr>
          <a:xfrm>
            <a:off x="669600" y="3276000"/>
            <a:ext cx="731058" cy="107881"/>
          </a:xfrm>
          <a:prstGeom prst="rect">
            <a:avLst/>
          </a:prstGeom>
          <a:noFill/>
        </p:spPr>
        <p:txBody>
          <a:bodyPr wrap="none" lIns="0" tIns="0" rIns="0" bIns="0" rtlCol="0">
            <a:noAutofit/>
          </a:bodyPr>
          <a:lstStyle/>
          <a:p>
            <a:r>
              <a:rPr lang="en-US" sz="800">
                <a:effectLst/>
                <a:ea typeface="GT America Regular" pitchFamily="2" charset="77"/>
                <a:cs typeface="GT America Regular" pitchFamily="2" charset="77"/>
              </a:rPr>
              <a:t>Bright Blue 07</a:t>
            </a:r>
          </a:p>
        </p:txBody>
      </p:sp>
      <p:sp>
        <p:nvSpPr>
          <p:cNvPr id="67" name="TextBox 66">
            <a:extLst>
              <a:ext uri="{FF2B5EF4-FFF2-40B4-BE49-F238E27FC236}">
                <a16:creationId xmlns:a16="http://schemas.microsoft.com/office/drawing/2014/main" id="{B6C044C0-1D40-6ABF-1D69-39389CE2B605}"/>
              </a:ext>
            </a:extLst>
          </p:cNvPr>
          <p:cNvSpPr txBox="1"/>
          <p:nvPr/>
        </p:nvSpPr>
        <p:spPr>
          <a:xfrm>
            <a:off x="1472400" y="3276000"/>
            <a:ext cx="541672" cy="114864"/>
          </a:xfrm>
          <a:prstGeom prst="rect">
            <a:avLst/>
          </a:prstGeom>
          <a:noFill/>
        </p:spPr>
        <p:txBody>
          <a:bodyPr wrap="none" lIns="0" tIns="0" rIns="0" bIns="0" rtlCol="0">
            <a:noAutofit/>
          </a:bodyPr>
          <a:lstStyle/>
          <a:p>
            <a:pPr algn="l">
              <a:lnSpc>
                <a:spcPct val="101000"/>
              </a:lnSpc>
              <a:spcAft>
                <a:spcPts val="600"/>
              </a:spcAft>
            </a:pPr>
            <a:r>
              <a:rPr kumimoji="0" lang="en-CR" sz="800" i="0" u="none" strike="noStrike" kern="1200" cap="none" spc="0" normalizeH="0" baseline="0" noProof="0">
                <a:ln>
                  <a:noFill/>
                </a:ln>
                <a:solidFill>
                  <a:srgbClr val="000000"/>
                </a:solidFill>
                <a:effectLst/>
                <a:uLnTx/>
                <a:uFillTx/>
                <a:ea typeface="GT America Regular" charset="0"/>
                <a:cs typeface="GT America Regular" charset="0"/>
              </a:rPr>
              <a:t>Purple 10</a:t>
            </a:r>
          </a:p>
        </p:txBody>
      </p:sp>
      <p:sp>
        <p:nvSpPr>
          <p:cNvPr id="76" name="Rectangle 75">
            <a:extLst>
              <a:ext uri="{FF2B5EF4-FFF2-40B4-BE49-F238E27FC236}">
                <a16:creationId xmlns:a16="http://schemas.microsoft.com/office/drawing/2014/main" id="{CD7BDB31-5EA2-02FF-CAA9-20FD5D2AE925}"/>
              </a:ext>
            </a:extLst>
          </p:cNvPr>
          <p:cNvSpPr/>
          <p:nvPr/>
        </p:nvSpPr>
        <p:spPr>
          <a:xfrm>
            <a:off x="669600" y="2340000"/>
            <a:ext cx="720000" cy="216000"/>
          </a:xfrm>
          <a:prstGeom prst="rect">
            <a:avLst/>
          </a:prstGeom>
          <a:solidFill>
            <a:srgbClr val="005E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a:p>
        </p:txBody>
      </p:sp>
      <p:sp>
        <p:nvSpPr>
          <p:cNvPr id="77" name="Rectangle 76">
            <a:extLst>
              <a:ext uri="{FF2B5EF4-FFF2-40B4-BE49-F238E27FC236}">
                <a16:creationId xmlns:a16="http://schemas.microsoft.com/office/drawing/2014/main" id="{7EF2485C-DB31-6E65-63AC-127B50B2D6CD}"/>
              </a:ext>
            </a:extLst>
          </p:cNvPr>
          <p:cNvSpPr/>
          <p:nvPr/>
        </p:nvSpPr>
        <p:spPr>
          <a:xfrm>
            <a:off x="1472400" y="2340000"/>
            <a:ext cx="720000" cy="216000"/>
          </a:xfrm>
          <a:prstGeom prst="rect">
            <a:avLst/>
          </a:prstGeom>
          <a:solidFill>
            <a:srgbClr val="5EB6B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a:p>
        </p:txBody>
      </p:sp>
      <p:sp>
        <p:nvSpPr>
          <p:cNvPr id="79" name="TextBox 78">
            <a:extLst>
              <a:ext uri="{FF2B5EF4-FFF2-40B4-BE49-F238E27FC236}">
                <a16:creationId xmlns:a16="http://schemas.microsoft.com/office/drawing/2014/main" id="{701134A6-EB61-20F7-CC2A-78D33A8D3507}"/>
              </a:ext>
            </a:extLst>
          </p:cNvPr>
          <p:cNvSpPr txBox="1"/>
          <p:nvPr/>
        </p:nvSpPr>
        <p:spPr>
          <a:xfrm>
            <a:off x="669600" y="2160000"/>
            <a:ext cx="823944" cy="118559"/>
          </a:xfrm>
          <a:prstGeom prst="rect">
            <a:avLst/>
          </a:prstGeom>
          <a:noFill/>
        </p:spPr>
        <p:txBody>
          <a:bodyPr wrap="none" lIns="0" tIns="0" rIns="0" bIns="0" rtlCol="0">
            <a:spAutoFit/>
          </a:bodyPr>
          <a:lstStyle/>
          <a:p>
            <a:pPr algn="l">
              <a:lnSpc>
                <a:spcPct val="101000"/>
              </a:lnSpc>
              <a:spcAft>
                <a:spcPts val="600"/>
              </a:spcAft>
            </a:pPr>
            <a:r>
              <a:rPr kumimoji="0" lang="en-CR" sz="800" b="1" i="0" u="none" strike="noStrike" kern="1200" cap="none" spc="0" normalizeH="0" baseline="0" noProof="0">
                <a:ln>
                  <a:noFill/>
                </a:ln>
                <a:solidFill>
                  <a:srgbClr val="000000"/>
                </a:solidFill>
                <a:effectLst/>
                <a:uLnTx/>
                <a:uFillTx/>
                <a:ea typeface="GT America Regular" charset="0"/>
                <a:cs typeface="GT America Regular" charset="0"/>
              </a:rPr>
              <a:t>COMBINATION 1</a:t>
            </a:r>
          </a:p>
        </p:txBody>
      </p:sp>
      <p:sp>
        <p:nvSpPr>
          <p:cNvPr id="80" name="TextBox 79">
            <a:extLst>
              <a:ext uri="{FF2B5EF4-FFF2-40B4-BE49-F238E27FC236}">
                <a16:creationId xmlns:a16="http://schemas.microsoft.com/office/drawing/2014/main" id="{8CA07090-D5A8-3588-7185-9CF4C67463CF}"/>
              </a:ext>
            </a:extLst>
          </p:cNvPr>
          <p:cNvSpPr txBox="1"/>
          <p:nvPr/>
        </p:nvSpPr>
        <p:spPr>
          <a:xfrm>
            <a:off x="669600" y="2592000"/>
            <a:ext cx="731058" cy="113118"/>
          </a:xfrm>
          <a:prstGeom prst="rect">
            <a:avLst/>
          </a:prstGeom>
          <a:noFill/>
        </p:spPr>
        <p:txBody>
          <a:bodyPr wrap="none" lIns="0" tIns="0" rIns="0" bIns="0" rtlCol="0">
            <a:noAutofit/>
          </a:bodyPr>
          <a:lstStyle/>
          <a:p>
            <a:r>
              <a:rPr lang="en-US" sz="800">
                <a:effectLst/>
                <a:ea typeface="GT America Regular" pitchFamily="2" charset="77"/>
                <a:cs typeface="GT America Regular" pitchFamily="2" charset="77"/>
              </a:rPr>
              <a:t>Bright Blue 07</a:t>
            </a:r>
          </a:p>
        </p:txBody>
      </p:sp>
      <p:sp>
        <p:nvSpPr>
          <p:cNvPr id="81" name="TextBox 80">
            <a:extLst>
              <a:ext uri="{FF2B5EF4-FFF2-40B4-BE49-F238E27FC236}">
                <a16:creationId xmlns:a16="http://schemas.microsoft.com/office/drawing/2014/main" id="{D674E0FC-0DFC-2D09-8648-FC96244EC8D7}"/>
              </a:ext>
            </a:extLst>
          </p:cNvPr>
          <p:cNvSpPr txBox="1"/>
          <p:nvPr/>
        </p:nvSpPr>
        <p:spPr>
          <a:xfrm>
            <a:off x="1472400" y="2592000"/>
            <a:ext cx="541672" cy="114864"/>
          </a:xfrm>
          <a:prstGeom prst="rect">
            <a:avLst/>
          </a:prstGeom>
          <a:noFill/>
        </p:spPr>
        <p:txBody>
          <a:bodyPr wrap="none" lIns="0" tIns="0" rIns="0" bIns="0" rtlCol="0">
            <a:noAutofit/>
          </a:bodyPr>
          <a:lstStyle/>
          <a:p>
            <a:pPr algn="l">
              <a:lnSpc>
                <a:spcPct val="101000"/>
              </a:lnSpc>
              <a:spcAft>
                <a:spcPts val="600"/>
              </a:spcAft>
            </a:pPr>
            <a:r>
              <a:rPr kumimoji="0" lang="en-CR" sz="800" i="0" u="none" strike="noStrike" kern="1200" cap="none" spc="0" normalizeH="0" baseline="0" noProof="0">
                <a:ln>
                  <a:noFill/>
                </a:ln>
                <a:solidFill>
                  <a:srgbClr val="000000"/>
                </a:solidFill>
                <a:effectLst/>
                <a:uLnTx/>
                <a:uFillTx/>
                <a:ea typeface="GT America Regular" charset="0"/>
                <a:cs typeface="GT America Regular" charset="0"/>
              </a:rPr>
              <a:t>Teal 04</a:t>
            </a:r>
          </a:p>
        </p:txBody>
      </p:sp>
      <p:sp>
        <p:nvSpPr>
          <p:cNvPr id="83" name="Rectangle 82">
            <a:extLst>
              <a:ext uri="{FF2B5EF4-FFF2-40B4-BE49-F238E27FC236}">
                <a16:creationId xmlns:a16="http://schemas.microsoft.com/office/drawing/2014/main" id="{74A03FCA-941B-0C06-A269-E266500D7B32}"/>
              </a:ext>
            </a:extLst>
          </p:cNvPr>
          <p:cNvSpPr/>
          <p:nvPr/>
        </p:nvSpPr>
        <p:spPr>
          <a:xfrm>
            <a:off x="3283200" y="2340000"/>
            <a:ext cx="720000" cy="21600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a:p>
        </p:txBody>
      </p:sp>
      <p:sp>
        <p:nvSpPr>
          <p:cNvPr id="85" name="Rectangle 84">
            <a:extLst>
              <a:ext uri="{FF2B5EF4-FFF2-40B4-BE49-F238E27FC236}">
                <a16:creationId xmlns:a16="http://schemas.microsoft.com/office/drawing/2014/main" id="{DFC3B7E7-0B38-514B-F51C-9787EA82E211}"/>
              </a:ext>
            </a:extLst>
          </p:cNvPr>
          <p:cNvSpPr/>
          <p:nvPr/>
        </p:nvSpPr>
        <p:spPr>
          <a:xfrm>
            <a:off x="4078800" y="2340000"/>
            <a:ext cx="720000" cy="216000"/>
          </a:xfrm>
          <a:prstGeom prst="rect">
            <a:avLst/>
          </a:prstGeom>
          <a:solidFill>
            <a:srgbClr val="C7AB2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a:p>
        </p:txBody>
      </p:sp>
      <p:sp>
        <p:nvSpPr>
          <p:cNvPr id="86" name="TextBox 85">
            <a:extLst>
              <a:ext uri="{FF2B5EF4-FFF2-40B4-BE49-F238E27FC236}">
                <a16:creationId xmlns:a16="http://schemas.microsoft.com/office/drawing/2014/main" id="{FC1500C9-B25C-7D45-7374-C42F304C322E}"/>
              </a:ext>
            </a:extLst>
          </p:cNvPr>
          <p:cNvSpPr txBox="1"/>
          <p:nvPr/>
        </p:nvSpPr>
        <p:spPr>
          <a:xfrm>
            <a:off x="3283200" y="2160000"/>
            <a:ext cx="839974" cy="118559"/>
          </a:xfrm>
          <a:prstGeom prst="rect">
            <a:avLst/>
          </a:prstGeom>
          <a:noFill/>
        </p:spPr>
        <p:txBody>
          <a:bodyPr wrap="none" lIns="0" tIns="0" rIns="0" bIns="0" rtlCol="0">
            <a:spAutoFit/>
          </a:bodyPr>
          <a:lstStyle/>
          <a:p>
            <a:pPr algn="l">
              <a:lnSpc>
                <a:spcPct val="101000"/>
              </a:lnSpc>
              <a:spcAft>
                <a:spcPts val="600"/>
              </a:spcAft>
            </a:pPr>
            <a:r>
              <a:rPr kumimoji="0" lang="en-CR" sz="800" b="1" i="0" u="none" strike="noStrike" kern="1200" cap="none" spc="0" normalizeH="0" baseline="0" noProof="0">
                <a:ln>
                  <a:noFill/>
                </a:ln>
                <a:solidFill>
                  <a:srgbClr val="000000"/>
                </a:solidFill>
                <a:effectLst/>
                <a:uLnTx/>
                <a:uFillTx/>
                <a:ea typeface="GT America Regular" charset="0"/>
                <a:cs typeface="GT America Regular" charset="0"/>
              </a:rPr>
              <a:t>COMBINATION 2</a:t>
            </a:r>
          </a:p>
        </p:txBody>
      </p:sp>
      <p:sp>
        <p:nvSpPr>
          <p:cNvPr id="87" name="TextBox 86">
            <a:extLst>
              <a:ext uri="{FF2B5EF4-FFF2-40B4-BE49-F238E27FC236}">
                <a16:creationId xmlns:a16="http://schemas.microsoft.com/office/drawing/2014/main" id="{E50961D3-FC50-D885-6996-A399035C59E5}"/>
              </a:ext>
            </a:extLst>
          </p:cNvPr>
          <p:cNvSpPr txBox="1"/>
          <p:nvPr/>
        </p:nvSpPr>
        <p:spPr>
          <a:xfrm>
            <a:off x="4078800" y="2592000"/>
            <a:ext cx="541672" cy="114864"/>
          </a:xfrm>
          <a:prstGeom prst="rect">
            <a:avLst/>
          </a:prstGeom>
          <a:noFill/>
        </p:spPr>
        <p:txBody>
          <a:bodyPr wrap="none" lIns="0" tIns="0" rIns="0" bIns="0" rtlCol="0">
            <a:noAutofit/>
          </a:bodyPr>
          <a:lstStyle/>
          <a:p>
            <a:pPr algn="l">
              <a:lnSpc>
                <a:spcPct val="101000"/>
              </a:lnSpc>
              <a:spcAft>
                <a:spcPts val="600"/>
              </a:spcAft>
            </a:pPr>
            <a:r>
              <a:rPr kumimoji="0" lang="en-CR" sz="800" i="0" u="none" strike="noStrike" kern="1200" cap="none" spc="0" normalizeH="0" baseline="0" noProof="0">
                <a:ln>
                  <a:noFill/>
                </a:ln>
                <a:solidFill>
                  <a:srgbClr val="000000"/>
                </a:solidFill>
                <a:effectLst/>
                <a:uLnTx/>
                <a:uFillTx/>
                <a:ea typeface="GT America Regular" charset="0"/>
                <a:cs typeface="GT America Regular" charset="0"/>
              </a:rPr>
              <a:t>Yellow 05</a:t>
            </a:r>
          </a:p>
        </p:txBody>
      </p:sp>
      <p:sp>
        <p:nvSpPr>
          <p:cNvPr id="89" name="TextBox 88">
            <a:extLst>
              <a:ext uri="{FF2B5EF4-FFF2-40B4-BE49-F238E27FC236}">
                <a16:creationId xmlns:a16="http://schemas.microsoft.com/office/drawing/2014/main" id="{7419FF9C-00A9-9672-7197-DD55E13F5FAD}"/>
              </a:ext>
            </a:extLst>
          </p:cNvPr>
          <p:cNvSpPr txBox="1"/>
          <p:nvPr/>
        </p:nvSpPr>
        <p:spPr>
          <a:xfrm>
            <a:off x="3283200" y="2592000"/>
            <a:ext cx="731058" cy="119868"/>
          </a:xfrm>
          <a:prstGeom prst="rect">
            <a:avLst/>
          </a:prstGeom>
          <a:noFill/>
        </p:spPr>
        <p:txBody>
          <a:bodyPr wrap="none" lIns="0" tIns="0" rIns="0" bIns="0" rtlCol="0">
            <a:noAutofit/>
          </a:bodyPr>
          <a:lstStyle/>
          <a:p>
            <a:r>
              <a:rPr lang="en-US" sz="800">
                <a:effectLst/>
                <a:ea typeface="GT America Regular" pitchFamily="2" charset="77"/>
                <a:cs typeface="GT America Regular" pitchFamily="2" charset="77"/>
              </a:rPr>
              <a:t>Bright Blue 07</a:t>
            </a:r>
          </a:p>
        </p:txBody>
      </p:sp>
      <p:sp>
        <p:nvSpPr>
          <p:cNvPr id="90" name="Rectangle 89">
            <a:extLst>
              <a:ext uri="{FF2B5EF4-FFF2-40B4-BE49-F238E27FC236}">
                <a16:creationId xmlns:a16="http://schemas.microsoft.com/office/drawing/2014/main" id="{805AD0ED-4A2D-4C64-FCB5-0806E617459E}"/>
              </a:ext>
            </a:extLst>
          </p:cNvPr>
          <p:cNvSpPr/>
          <p:nvPr/>
        </p:nvSpPr>
        <p:spPr>
          <a:xfrm>
            <a:off x="669600" y="4466605"/>
            <a:ext cx="720000" cy="216000"/>
          </a:xfrm>
          <a:prstGeom prst="rect">
            <a:avLst/>
          </a:prstGeom>
          <a:solidFill>
            <a:srgbClr val="9DC1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a:p>
        </p:txBody>
      </p:sp>
      <p:sp>
        <p:nvSpPr>
          <p:cNvPr id="91" name="Rectangle 90">
            <a:extLst>
              <a:ext uri="{FF2B5EF4-FFF2-40B4-BE49-F238E27FC236}">
                <a16:creationId xmlns:a16="http://schemas.microsoft.com/office/drawing/2014/main" id="{7B028A73-262A-D9CB-4682-A457A73F70DA}"/>
              </a:ext>
            </a:extLst>
          </p:cNvPr>
          <p:cNvSpPr/>
          <p:nvPr/>
        </p:nvSpPr>
        <p:spPr>
          <a:xfrm>
            <a:off x="1472400" y="4466605"/>
            <a:ext cx="720000" cy="216000"/>
          </a:xfrm>
          <a:prstGeom prst="rect">
            <a:avLst/>
          </a:prstGeom>
          <a:solidFill>
            <a:srgbClr val="33A3A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a:p>
        </p:txBody>
      </p:sp>
      <p:sp>
        <p:nvSpPr>
          <p:cNvPr id="92" name="Rectangle 91">
            <a:extLst>
              <a:ext uri="{FF2B5EF4-FFF2-40B4-BE49-F238E27FC236}">
                <a16:creationId xmlns:a16="http://schemas.microsoft.com/office/drawing/2014/main" id="{6DFA0FC3-CE7F-67CF-4A67-269C0551AD31}"/>
              </a:ext>
            </a:extLst>
          </p:cNvPr>
          <p:cNvSpPr/>
          <p:nvPr/>
        </p:nvSpPr>
        <p:spPr>
          <a:xfrm>
            <a:off x="669600" y="5150605"/>
            <a:ext cx="720000" cy="216000"/>
          </a:xfrm>
          <a:prstGeom prst="rect">
            <a:avLst/>
          </a:prstGeom>
          <a:solidFill>
            <a:srgbClr val="9DC1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a:p>
        </p:txBody>
      </p:sp>
      <p:sp>
        <p:nvSpPr>
          <p:cNvPr id="93" name="Rectangle 92">
            <a:extLst>
              <a:ext uri="{FF2B5EF4-FFF2-40B4-BE49-F238E27FC236}">
                <a16:creationId xmlns:a16="http://schemas.microsoft.com/office/drawing/2014/main" id="{799CC2F2-CC66-197B-FB9A-6A6F34259500}"/>
              </a:ext>
            </a:extLst>
          </p:cNvPr>
          <p:cNvSpPr/>
          <p:nvPr/>
        </p:nvSpPr>
        <p:spPr>
          <a:xfrm>
            <a:off x="1472400" y="5150605"/>
            <a:ext cx="720000" cy="216000"/>
          </a:xfrm>
          <a:prstGeom prst="rect">
            <a:avLst/>
          </a:prstGeom>
          <a:solidFill>
            <a:srgbClr val="925AB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a:p>
        </p:txBody>
      </p:sp>
      <p:sp>
        <p:nvSpPr>
          <p:cNvPr id="95" name="Rectangle 94">
            <a:extLst>
              <a:ext uri="{FF2B5EF4-FFF2-40B4-BE49-F238E27FC236}">
                <a16:creationId xmlns:a16="http://schemas.microsoft.com/office/drawing/2014/main" id="{A95BC0B8-6B35-A43B-7394-F9AD6383DEEB}"/>
              </a:ext>
            </a:extLst>
          </p:cNvPr>
          <p:cNvSpPr/>
          <p:nvPr/>
        </p:nvSpPr>
        <p:spPr>
          <a:xfrm>
            <a:off x="669600" y="5834605"/>
            <a:ext cx="720000" cy="216000"/>
          </a:xfrm>
          <a:prstGeom prst="rect">
            <a:avLst/>
          </a:prstGeom>
          <a:solidFill>
            <a:srgbClr val="9DC1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a:p>
        </p:txBody>
      </p:sp>
      <p:sp>
        <p:nvSpPr>
          <p:cNvPr id="96" name="Rectangle 95">
            <a:extLst>
              <a:ext uri="{FF2B5EF4-FFF2-40B4-BE49-F238E27FC236}">
                <a16:creationId xmlns:a16="http://schemas.microsoft.com/office/drawing/2014/main" id="{ABE68098-4A3C-CA81-8B43-9E8CD3F2A7F4}"/>
              </a:ext>
            </a:extLst>
          </p:cNvPr>
          <p:cNvSpPr/>
          <p:nvPr/>
        </p:nvSpPr>
        <p:spPr>
          <a:xfrm>
            <a:off x="1472400" y="5834605"/>
            <a:ext cx="720000" cy="216000"/>
          </a:xfrm>
          <a:prstGeom prst="rect">
            <a:avLst/>
          </a:prstGeom>
          <a:solidFill>
            <a:srgbClr val="E5449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a:p>
        </p:txBody>
      </p:sp>
      <p:sp>
        <p:nvSpPr>
          <p:cNvPr id="97" name="TextBox 96">
            <a:extLst>
              <a:ext uri="{FF2B5EF4-FFF2-40B4-BE49-F238E27FC236}">
                <a16:creationId xmlns:a16="http://schemas.microsoft.com/office/drawing/2014/main" id="{7ADB5BA0-DF0B-4DF7-1342-03517EAF1FFA}"/>
              </a:ext>
            </a:extLst>
          </p:cNvPr>
          <p:cNvSpPr txBox="1"/>
          <p:nvPr/>
        </p:nvSpPr>
        <p:spPr>
          <a:xfrm>
            <a:off x="669600" y="4286605"/>
            <a:ext cx="823944" cy="118559"/>
          </a:xfrm>
          <a:prstGeom prst="rect">
            <a:avLst/>
          </a:prstGeom>
          <a:noFill/>
        </p:spPr>
        <p:txBody>
          <a:bodyPr wrap="none" lIns="0" tIns="0" rIns="0" bIns="0" rtlCol="0">
            <a:spAutoFit/>
          </a:bodyPr>
          <a:lstStyle>
            <a:defPPr>
              <a:defRPr lang="en-US"/>
            </a:defPPr>
            <a:lvl1pPr>
              <a:lnSpc>
                <a:spcPct val="101000"/>
              </a:lnSpc>
              <a:spcAft>
                <a:spcPts val="600"/>
              </a:spcAft>
              <a:defRPr kumimoji="0" sz="800" b="1" i="0" u="none" strike="noStrike" cap="none" spc="0" normalizeH="0" baseline="0">
                <a:ln>
                  <a:noFill/>
                </a:ln>
                <a:solidFill>
                  <a:srgbClr val="000000"/>
                </a:solidFill>
                <a:effectLst/>
                <a:uLnTx/>
                <a:uFillTx/>
                <a:ea typeface="GT America Regular" charset="0"/>
                <a:cs typeface="GT America Regular" charset="0"/>
              </a:defRPr>
            </a:lvl1pPr>
          </a:lstStyle>
          <a:p>
            <a:r>
              <a:rPr lang="en-CR">
                <a:solidFill>
                  <a:srgbClr val="FFFFFF"/>
                </a:solidFill>
              </a:rPr>
              <a:t>COMBINATION 1</a:t>
            </a:r>
          </a:p>
        </p:txBody>
      </p:sp>
      <p:sp>
        <p:nvSpPr>
          <p:cNvPr id="98" name="TextBox 97">
            <a:extLst>
              <a:ext uri="{FF2B5EF4-FFF2-40B4-BE49-F238E27FC236}">
                <a16:creationId xmlns:a16="http://schemas.microsoft.com/office/drawing/2014/main" id="{DF69E699-7E65-2B20-9C65-9CB293F02BF3}"/>
              </a:ext>
            </a:extLst>
          </p:cNvPr>
          <p:cNvSpPr txBox="1"/>
          <p:nvPr/>
        </p:nvSpPr>
        <p:spPr>
          <a:xfrm>
            <a:off x="669600" y="4970605"/>
            <a:ext cx="841577" cy="118559"/>
          </a:xfrm>
          <a:prstGeom prst="rect">
            <a:avLst/>
          </a:prstGeom>
          <a:noFill/>
        </p:spPr>
        <p:txBody>
          <a:bodyPr wrap="none" lIns="0" tIns="0" rIns="0" bIns="0" rtlCol="0">
            <a:spAutoFit/>
          </a:bodyPr>
          <a:lstStyle>
            <a:defPPr>
              <a:defRPr lang="en-US"/>
            </a:defPPr>
            <a:lvl1pPr>
              <a:lnSpc>
                <a:spcPct val="101000"/>
              </a:lnSpc>
              <a:spcAft>
                <a:spcPts val="600"/>
              </a:spcAft>
              <a:defRPr kumimoji="0" sz="800" b="1" i="0" u="none" strike="noStrike" cap="none" spc="0" normalizeH="0" baseline="0">
                <a:ln>
                  <a:noFill/>
                </a:ln>
                <a:solidFill>
                  <a:srgbClr val="000000"/>
                </a:solidFill>
                <a:effectLst/>
                <a:uLnTx/>
                <a:uFillTx/>
                <a:ea typeface="GT America Regular" charset="0"/>
                <a:cs typeface="GT America Regular" charset="0"/>
              </a:defRPr>
            </a:lvl1pPr>
          </a:lstStyle>
          <a:p>
            <a:r>
              <a:rPr lang="en-CR">
                <a:solidFill>
                  <a:srgbClr val="FFFFFF"/>
                </a:solidFill>
              </a:rPr>
              <a:t>COMBINATION 3</a:t>
            </a:r>
          </a:p>
        </p:txBody>
      </p:sp>
      <p:sp>
        <p:nvSpPr>
          <p:cNvPr id="99" name="TextBox 98">
            <a:extLst>
              <a:ext uri="{FF2B5EF4-FFF2-40B4-BE49-F238E27FC236}">
                <a16:creationId xmlns:a16="http://schemas.microsoft.com/office/drawing/2014/main" id="{C6BFE189-F7C4-9609-B491-7F2467EE32C2}"/>
              </a:ext>
            </a:extLst>
          </p:cNvPr>
          <p:cNvSpPr txBox="1"/>
          <p:nvPr/>
        </p:nvSpPr>
        <p:spPr>
          <a:xfrm>
            <a:off x="669600" y="5654605"/>
            <a:ext cx="839974" cy="118559"/>
          </a:xfrm>
          <a:prstGeom prst="rect">
            <a:avLst/>
          </a:prstGeom>
          <a:noFill/>
        </p:spPr>
        <p:txBody>
          <a:bodyPr wrap="none" lIns="0" tIns="0" rIns="0" bIns="0" rtlCol="0">
            <a:spAutoFit/>
          </a:bodyPr>
          <a:lstStyle>
            <a:defPPr>
              <a:defRPr lang="en-US"/>
            </a:defPPr>
            <a:lvl1pPr>
              <a:lnSpc>
                <a:spcPct val="101000"/>
              </a:lnSpc>
              <a:spcAft>
                <a:spcPts val="600"/>
              </a:spcAft>
              <a:defRPr kumimoji="0" sz="800" b="1" i="0" u="none" strike="noStrike" cap="none" spc="0" normalizeH="0" baseline="0">
                <a:ln>
                  <a:noFill/>
                </a:ln>
                <a:solidFill>
                  <a:srgbClr val="000000"/>
                </a:solidFill>
                <a:effectLst/>
                <a:uLnTx/>
                <a:uFillTx/>
                <a:ea typeface="GT America Regular" charset="0"/>
                <a:cs typeface="GT America Regular" charset="0"/>
              </a:defRPr>
            </a:lvl1pPr>
          </a:lstStyle>
          <a:p>
            <a:r>
              <a:rPr lang="en-CR">
                <a:solidFill>
                  <a:srgbClr val="FFFFFF"/>
                </a:solidFill>
              </a:rPr>
              <a:t>COMBINATION 5</a:t>
            </a:r>
          </a:p>
        </p:txBody>
      </p:sp>
      <p:sp>
        <p:nvSpPr>
          <p:cNvPr id="102" name="Rectangle 101">
            <a:extLst>
              <a:ext uri="{FF2B5EF4-FFF2-40B4-BE49-F238E27FC236}">
                <a16:creationId xmlns:a16="http://schemas.microsoft.com/office/drawing/2014/main" id="{F2F6BAB6-2CE4-1C28-1039-F2365EADF0F5}"/>
              </a:ext>
            </a:extLst>
          </p:cNvPr>
          <p:cNvSpPr/>
          <p:nvPr/>
        </p:nvSpPr>
        <p:spPr>
          <a:xfrm>
            <a:off x="3283200" y="4466605"/>
            <a:ext cx="720000" cy="216000"/>
          </a:xfrm>
          <a:prstGeom prst="rect">
            <a:avLst/>
          </a:prstGeom>
          <a:solidFill>
            <a:srgbClr val="9DC1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a:p>
        </p:txBody>
      </p:sp>
      <p:sp>
        <p:nvSpPr>
          <p:cNvPr id="104" name="TextBox 103">
            <a:extLst>
              <a:ext uri="{FF2B5EF4-FFF2-40B4-BE49-F238E27FC236}">
                <a16:creationId xmlns:a16="http://schemas.microsoft.com/office/drawing/2014/main" id="{087784AB-6170-7B49-C8AC-61EA98DECC91}"/>
              </a:ext>
            </a:extLst>
          </p:cNvPr>
          <p:cNvSpPr txBox="1"/>
          <p:nvPr/>
        </p:nvSpPr>
        <p:spPr>
          <a:xfrm>
            <a:off x="3283200" y="4286605"/>
            <a:ext cx="839974" cy="118559"/>
          </a:xfrm>
          <a:prstGeom prst="rect">
            <a:avLst/>
          </a:prstGeom>
          <a:noFill/>
        </p:spPr>
        <p:txBody>
          <a:bodyPr wrap="none" lIns="0" tIns="0" rIns="0" bIns="0" rtlCol="0">
            <a:spAutoFit/>
          </a:bodyPr>
          <a:lstStyle>
            <a:defPPr>
              <a:defRPr lang="en-US"/>
            </a:defPPr>
            <a:lvl1pPr>
              <a:lnSpc>
                <a:spcPct val="101000"/>
              </a:lnSpc>
              <a:spcAft>
                <a:spcPts val="600"/>
              </a:spcAft>
              <a:defRPr kumimoji="0" sz="800" b="1" i="0" u="none" strike="noStrike" cap="none" spc="0" normalizeH="0" baseline="0">
                <a:ln>
                  <a:noFill/>
                </a:ln>
                <a:solidFill>
                  <a:srgbClr val="000000"/>
                </a:solidFill>
                <a:effectLst/>
                <a:uLnTx/>
                <a:uFillTx/>
                <a:ea typeface="GT America Regular" charset="0"/>
                <a:cs typeface="GT America Regular" charset="0"/>
              </a:defRPr>
            </a:lvl1pPr>
          </a:lstStyle>
          <a:p>
            <a:r>
              <a:rPr lang="en-CR">
                <a:solidFill>
                  <a:srgbClr val="FFFFFF"/>
                </a:solidFill>
              </a:rPr>
              <a:t>COMBINATION 2</a:t>
            </a:r>
          </a:p>
        </p:txBody>
      </p:sp>
      <p:sp>
        <p:nvSpPr>
          <p:cNvPr id="105" name="Rectangle 104">
            <a:extLst>
              <a:ext uri="{FF2B5EF4-FFF2-40B4-BE49-F238E27FC236}">
                <a16:creationId xmlns:a16="http://schemas.microsoft.com/office/drawing/2014/main" id="{3CFA065C-B64F-E058-8A89-1765024548D6}"/>
              </a:ext>
            </a:extLst>
          </p:cNvPr>
          <p:cNvSpPr/>
          <p:nvPr/>
        </p:nvSpPr>
        <p:spPr>
          <a:xfrm>
            <a:off x="4078800" y="4466605"/>
            <a:ext cx="720000" cy="216000"/>
          </a:xfrm>
          <a:prstGeom prst="rect">
            <a:avLst/>
          </a:prstGeom>
          <a:solidFill>
            <a:srgbClr val="E2C22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a:p>
        </p:txBody>
      </p:sp>
      <p:sp>
        <p:nvSpPr>
          <p:cNvPr id="106" name="TextBox 105">
            <a:extLst>
              <a:ext uri="{FF2B5EF4-FFF2-40B4-BE49-F238E27FC236}">
                <a16:creationId xmlns:a16="http://schemas.microsoft.com/office/drawing/2014/main" id="{96A1D207-692E-E4BE-800B-9E3EC03DDC13}"/>
              </a:ext>
            </a:extLst>
          </p:cNvPr>
          <p:cNvSpPr txBox="1"/>
          <p:nvPr/>
        </p:nvSpPr>
        <p:spPr>
          <a:xfrm>
            <a:off x="4078800" y="4718605"/>
            <a:ext cx="541672" cy="114864"/>
          </a:xfrm>
          <a:prstGeom prst="rect">
            <a:avLst/>
          </a:prstGeom>
          <a:noFill/>
        </p:spPr>
        <p:txBody>
          <a:bodyPr wrap="none" lIns="0" tIns="0" rIns="0" bIns="0" rtlCol="0">
            <a:noAutofit/>
          </a:bodyPr>
          <a:lstStyle/>
          <a:p>
            <a:pPr>
              <a:lnSpc>
                <a:spcPct val="101000"/>
              </a:lnSpc>
              <a:spcAft>
                <a:spcPts val="600"/>
              </a:spcAft>
            </a:pPr>
            <a:r>
              <a:rPr kumimoji="0" lang="en-CR" sz="800" i="0" u="none" strike="noStrike" kern="1200" cap="none" spc="0" normalizeH="0" baseline="0" noProof="0">
                <a:ln>
                  <a:noFill/>
                </a:ln>
                <a:solidFill>
                  <a:schemeClr val="bg1"/>
                </a:solidFill>
                <a:effectLst/>
                <a:uLnTx/>
                <a:uFillTx/>
                <a:ea typeface="GT America Regular" charset="0"/>
                <a:cs typeface="GT America Regular" charset="0"/>
              </a:rPr>
              <a:t>Yellow 04</a:t>
            </a:r>
          </a:p>
        </p:txBody>
      </p:sp>
      <p:sp>
        <p:nvSpPr>
          <p:cNvPr id="108" name="TextBox 107">
            <a:extLst>
              <a:ext uri="{FF2B5EF4-FFF2-40B4-BE49-F238E27FC236}">
                <a16:creationId xmlns:a16="http://schemas.microsoft.com/office/drawing/2014/main" id="{CF293A5F-0AB2-9B5E-EA8E-8227DE2124FD}"/>
              </a:ext>
            </a:extLst>
          </p:cNvPr>
          <p:cNvSpPr txBox="1"/>
          <p:nvPr/>
        </p:nvSpPr>
        <p:spPr>
          <a:xfrm>
            <a:off x="3283200" y="4718605"/>
            <a:ext cx="731058" cy="119868"/>
          </a:xfrm>
          <a:prstGeom prst="rect">
            <a:avLst/>
          </a:prstGeom>
          <a:noFill/>
        </p:spPr>
        <p:txBody>
          <a:bodyPr wrap="none" lIns="0" tIns="0" rIns="0" bIns="0" rtlCol="0">
            <a:noAutofit/>
          </a:bodyPr>
          <a:lstStyle/>
          <a:p>
            <a:r>
              <a:rPr lang="en-US" sz="800">
                <a:solidFill>
                  <a:schemeClr val="bg1"/>
                </a:solidFill>
                <a:effectLst/>
                <a:ea typeface="GT America Regular" pitchFamily="2" charset="77"/>
                <a:cs typeface="GT America Regular" pitchFamily="2" charset="77"/>
              </a:rPr>
              <a:t>Bright Blue 03</a:t>
            </a:r>
          </a:p>
        </p:txBody>
      </p:sp>
      <p:sp>
        <p:nvSpPr>
          <p:cNvPr id="109" name="Rectangle 108">
            <a:extLst>
              <a:ext uri="{FF2B5EF4-FFF2-40B4-BE49-F238E27FC236}">
                <a16:creationId xmlns:a16="http://schemas.microsoft.com/office/drawing/2014/main" id="{A576D0A0-8D2F-5151-227B-94061EE5745C}"/>
              </a:ext>
            </a:extLst>
          </p:cNvPr>
          <p:cNvSpPr/>
          <p:nvPr/>
        </p:nvSpPr>
        <p:spPr>
          <a:xfrm>
            <a:off x="3283200" y="5150605"/>
            <a:ext cx="720000" cy="216000"/>
          </a:xfrm>
          <a:prstGeom prst="rect">
            <a:avLst/>
          </a:prstGeom>
          <a:solidFill>
            <a:srgbClr val="9DC1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a:p>
        </p:txBody>
      </p:sp>
      <p:sp>
        <p:nvSpPr>
          <p:cNvPr id="111" name="TextBox 110">
            <a:extLst>
              <a:ext uri="{FF2B5EF4-FFF2-40B4-BE49-F238E27FC236}">
                <a16:creationId xmlns:a16="http://schemas.microsoft.com/office/drawing/2014/main" id="{3982EEDD-759C-22CC-887E-AEDDD8C0B8BF}"/>
              </a:ext>
            </a:extLst>
          </p:cNvPr>
          <p:cNvSpPr txBox="1"/>
          <p:nvPr/>
        </p:nvSpPr>
        <p:spPr>
          <a:xfrm>
            <a:off x="3283200" y="4970605"/>
            <a:ext cx="844783" cy="118559"/>
          </a:xfrm>
          <a:prstGeom prst="rect">
            <a:avLst/>
          </a:prstGeom>
          <a:noFill/>
        </p:spPr>
        <p:txBody>
          <a:bodyPr wrap="none" lIns="0" tIns="0" rIns="0" bIns="0" rtlCol="0">
            <a:spAutoFit/>
          </a:bodyPr>
          <a:lstStyle>
            <a:defPPr>
              <a:defRPr lang="en-US"/>
            </a:defPPr>
            <a:lvl1pPr>
              <a:lnSpc>
                <a:spcPct val="101000"/>
              </a:lnSpc>
              <a:spcAft>
                <a:spcPts val="600"/>
              </a:spcAft>
              <a:defRPr kumimoji="0" sz="800" b="1" i="0" u="none" strike="noStrike" cap="none" spc="0" normalizeH="0" baseline="0">
                <a:ln>
                  <a:noFill/>
                </a:ln>
                <a:solidFill>
                  <a:srgbClr val="000000"/>
                </a:solidFill>
                <a:effectLst/>
                <a:uLnTx/>
                <a:uFillTx/>
                <a:ea typeface="GT America Regular" charset="0"/>
                <a:cs typeface="GT America Regular" charset="0"/>
              </a:defRPr>
            </a:lvl1pPr>
          </a:lstStyle>
          <a:p>
            <a:r>
              <a:rPr lang="en-CR">
                <a:solidFill>
                  <a:srgbClr val="FFFFFF"/>
                </a:solidFill>
              </a:rPr>
              <a:t>COMBINATION 4</a:t>
            </a:r>
          </a:p>
        </p:txBody>
      </p:sp>
      <p:sp>
        <p:nvSpPr>
          <p:cNvPr id="112" name="Rectangle 111">
            <a:extLst>
              <a:ext uri="{FF2B5EF4-FFF2-40B4-BE49-F238E27FC236}">
                <a16:creationId xmlns:a16="http://schemas.microsoft.com/office/drawing/2014/main" id="{661361F6-7AD9-CA9F-5B6E-CD1EC06CAE83}"/>
              </a:ext>
            </a:extLst>
          </p:cNvPr>
          <p:cNvSpPr/>
          <p:nvPr/>
        </p:nvSpPr>
        <p:spPr>
          <a:xfrm>
            <a:off x="4078800" y="5150605"/>
            <a:ext cx="720000" cy="216000"/>
          </a:xfrm>
          <a:prstGeom prst="rect">
            <a:avLst/>
          </a:prstGeom>
          <a:solidFill>
            <a:srgbClr val="EE966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a:p>
        </p:txBody>
      </p:sp>
      <p:sp>
        <p:nvSpPr>
          <p:cNvPr id="113" name="TextBox 112">
            <a:extLst>
              <a:ext uri="{FF2B5EF4-FFF2-40B4-BE49-F238E27FC236}">
                <a16:creationId xmlns:a16="http://schemas.microsoft.com/office/drawing/2014/main" id="{C88BEEA2-CC29-58B5-C6AC-94D9CB3F393B}"/>
              </a:ext>
            </a:extLst>
          </p:cNvPr>
          <p:cNvSpPr txBox="1"/>
          <p:nvPr/>
        </p:nvSpPr>
        <p:spPr>
          <a:xfrm>
            <a:off x="4078800" y="5407609"/>
            <a:ext cx="541672" cy="114864"/>
          </a:xfrm>
          <a:prstGeom prst="rect">
            <a:avLst/>
          </a:prstGeom>
          <a:noFill/>
        </p:spPr>
        <p:txBody>
          <a:bodyPr wrap="none" lIns="0" tIns="0" rIns="0" bIns="0" rtlCol="0">
            <a:noAutofit/>
          </a:bodyPr>
          <a:lstStyle/>
          <a:p>
            <a:pPr algn="l">
              <a:lnSpc>
                <a:spcPct val="101000"/>
              </a:lnSpc>
              <a:spcAft>
                <a:spcPts val="600"/>
              </a:spcAft>
            </a:pPr>
            <a:r>
              <a:rPr kumimoji="0" lang="en-CR" sz="800" i="0" u="none" strike="noStrike" kern="1200" cap="none" spc="0" normalizeH="0" baseline="0" noProof="0">
                <a:ln>
                  <a:noFill/>
                </a:ln>
                <a:solidFill>
                  <a:schemeClr val="bg1"/>
                </a:solidFill>
                <a:effectLst/>
                <a:uLnTx/>
                <a:uFillTx/>
                <a:ea typeface="GT America Regular" charset="0"/>
                <a:cs typeface="GT America Regular" charset="0"/>
              </a:rPr>
              <a:t>Orange 04</a:t>
            </a:r>
          </a:p>
        </p:txBody>
      </p:sp>
      <p:sp>
        <p:nvSpPr>
          <p:cNvPr id="115" name="TextBox 114">
            <a:extLst>
              <a:ext uri="{FF2B5EF4-FFF2-40B4-BE49-F238E27FC236}">
                <a16:creationId xmlns:a16="http://schemas.microsoft.com/office/drawing/2014/main" id="{71F63375-38FF-0D44-D9E6-03300E709D08}"/>
              </a:ext>
            </a:extLst>
          </p:cNvPr>
          <p:cNvSpPr txBox="1"/>
          <p:nvPr/>
        </p:nvSpPr>
        <p:spPr>
          <a:xfrm>
            <a:off x="3283200" y="5402605"/>
            <a:ext cx="731058" cy="119868"/>
          </a:xfrm>
          <a:prstGeom prst="rect">
            <a:avLst/>
          </a:prstGeom>
          <a:noFill/>
        </p:spPr>
        <p:txBody>
          <a:bodyPr wrap="none" lIns="0" tIns="0" rIns="0" bIns="0" rtlCol="0">
            <a:noAutofit/>
          </a:bodyPr>
          <a:lstStyle/>
          <a:p>
            <a:r>
              <a:rPr lang="en-US" sz="800">
                <a:solidFill>
                  <a:schemeClr val="bg1"/>
                </a:solidFill>
                <a:effectLst/>
                <a:ea typeface="GT America Regular" pitchFamily="2" charset="77"/>
                <a:cs typeface="GT America Regular" pitchFamily="2" charset="77"/>
              </a:rPr>
              <a:t>Bright Blue 03</a:t>
            </a:r>
          </a:p>
        </p:txBody>
      </p:sp>
      <p:sp>
        <p:nvSpPr>
          <p:cNvPr id="123" name="TextBox 122">
            <a:extLst>
              <a:ext uri="{FF2B5EF4-FFF2-40B4-BE49-F238E27FC236}">
                <a16:creationId xmlns:a16="http://schemas.microsoft.com/office/drawing/2014/main" id="{EFCA0BF7-BA16-CCB9-C1E4-E2437B750564}"/>
              </a:ext>
            </a:extLst>
          </p:cNvPr>
          <p:cNvSpPr txBox="1"/>
          <p:nvPr/>
        </p:nvSpPr>
        <p:spPr>
          <a:xfrm>
            <a:off x="1472400" y="4718605"/>
            <a:ext cx="541672" cy="114864"/>
          </a:xfrm>
          <a:prstGeom prst="rect">
            <a:avLst/>
          </a:prstGeom>
          <a:noFill/>
        </p:spPr>
        <p:txBody>
          <a:bodyPr wrap="none" lIns="0" tIns="0" rIns="0" bIns="0" rtlCol="0">
            <a:noAutofit/>
          </a:bodyPr>
          <a:lstStyle/>
          <a:p>
            <a:pPr algn="l">
              <a:lnSpc>
                <a:spcPct val="101000"/>
              </a:lnSpc>
              <a:spcAft>
                <a:spcPts val="600"/>
              </a:spcAft>
            </a:pPr>
            <a:r>
              <a:rPr kumimoji="0" lang="en-CR" sz="800" i="0" u="none" strike="noStrike" kern="1200" cap="none" spc="0" normalizeH="0" baseline="0" noProof="0">
                <a:ln>
                  <a:noFill/>
                </a:ln>
                <a:solidFill>
                  <a:schemeClr val="bg1"/>
                </a:solidFill>
                <a:effectLst/>
                <a:uLnTx/>
                <a:uFillTx/>
                <a:ea typeface="GT America Regular" charset="0"/>
                <a:cs typeface="GT America Regular" charset="0"/>
              </a:rPr>
              <a:t>Teal 05</a:t>
            </a:r>
          </a:p>
        </p:txBody>
      </p:sp>
      <p:sp>
        <p:nvSpPr>
          <p:cNvPr id="125" name="TextBox 124">
            <a:extLst>
              <a:ext uri="{FF2B5EF4-FFF2-40B4-BE49-F238E27FC236}">
                <a16:creationId xmlns:a16="http://schemas.microsoft.com/office/drawing/2014/main" id="{97571B61-A59B-5CB6-9DF1-FA5F162722A3}"/>
              </a:ext>
            </a:extLst>
          </p:cNvPr>
          <p:cNvSpPr txBox="1"/>
          <p:nvPr/>
        </p:nvSpPr>
        <p:spPr>
          <a:xfrm>
            <a:off x="669600" y="4718605"/>
            <a:ext cx="731058" cy="119868"/>
          </a:xfrm>
          <a:prstGeom prst="rect">
            <a:avLst/>
          </a:prstGeom>
          <a:noFill/>
        </p:spPr>
        <p:txBody>
          <a:bodyPr wrap="none" lIns="0" tIns="0" rIns="0" bIns="0" rtlCol="0">
            <a:noAutofit/>
          </a:bodyPr>
          <a:lstStyle/>
          <a:p>
            <a:r>
              <a:rPr lang="en-US" sz="800">
                <a:solidFill>
                  <a:schemeClr val="bg1"/>
                </a:solidFill>
                <a:effectLst/>
                <a:ea typeface="GT America Regular" pitchFamily="2" charset="77"/>
                <a:cs typeface="GT America Regular" pitchFamily="2" charset="77"/>
              </a:rPr>
              <a:t>Bright Blue 03</a:t>
            </a:r>
          </a:p>
        </p:txBody>
      </p:sp>
      <p:sp>
        <p:nvSpPr>
          <p:cNvPr id="126" name="TextBox 125">
            <a:extLst>
              <a:ext uri="{FF2B5EF4-FFF2-40B4-BE49-F238E27FC236}">
                <a16:creationId xmlns:a16="http://schemas.microsoft.com/office/drawing/2014/main" id="{83DF5AC8-055C-1C2B-412A-D48D47F1B494}"/>
              </a:ext>
            </a:extLst>
          </p:cNvPr>
          <p:cNvSpPr txBox="1"/>
          <p:nvPr/>
        </p:nvSpPr>
        <p:spPr>
          <a:xfrm>
            <a:off x="1472400" y="5407609"/>
            <a:ext cx="541672" cy="114864"/>
          </a:xfrm>
          <a:prstGeom prst="rect">
            <a:avLst/>
          </a:prstGeom>
          <a:noFill/>
        </p:spPr>
        <p:txBody>
          <a:bodyPr wrap="none" lIns="0" tIns="0" rIns="0" bIns="0" rtlCol="0">
            <a:noAutofit/>
          </a:bodyPr>
          <a:lstStyle/>
          <a:p>
            <a:pPr algn="l">
              <a:lnSpc>
                <a:spcPct val="101000"/>
              </a:lnSpc>
              <a:spcAft>
                <a:spcPts val="600"/>
              </a:spcAft>
            </a:pPr>
            <a:r>
              <a:rPr kumimoji="0" lang="en-CR" sz="800" i="0" u="none" strike="noStrike" kern="1200" cap="none" spc="0" normalizeH="0" baseline="0" noProof="0">
                <a:ln>
                  <a:noFill/>
                </a:ln>
                <a:solidFill>
                  <a:schemeClr val="bg1"/>
                </a:solidFill>
                <a:effectLst/>
                <a:uLnTx/>
                <a:uFillTx/>
                <a:ea typeface="GT America Regular" charset="0"/>
                <a:cs typeface="GT America Regular" charset="0"/>
              </a:rPr>
              <a:t>Purple 07</a:t>
            </a:r>
          </a:p>
        </p:txBody>
      </p:sp>
      <p:sp>
        <p:nvSpPr>
          <p:cNvPr id="128" name="TextBox 127">
            <a:extLst>
              <a:ext uri="{FF2B5EF4-FFF2-40B4-BE49-F238E27FC236}">
                <a16:creationId xmlns:a16="http://schemas.microsoft.com/office/drawing/2014/main" id="{8347EB91-B2F0-543F-77C1-5D3B5B4097EF}"/>
              </a:ext>
            </a:extLst>
          </p:cNvPr>
          <p:cNvSpPr txBox="1"/>
          <p:nvPr/>
        </p:nvSpPr>
        <p:spPr>
          <a:xfrm>
            <a:off x="669600" y="5402605"/>
            <a:ext cx="731058" cy="119868"/>
          </a:xfrm>
          <a:prstGeom prst="rect">
            <a:avLst/>
          </a:prstGeom>
          <a:noFill/>
        </p:spPr>
        <p:txBody>
          <a:bodyPr wrap="none" lIns="0" tIns="0" rIns="0" bIns="0" rtlCol="0">
            <a:noAutofit/>
          </a:bodyPr>
          <a:lstStyle/>
          <a:p>
            <a:r>
              <a:rPr lang="en-US" sz="800">
                <a:solidFill>
                  <a:schemeClr val="bg1"/>
                </a:solidFill>
                <a:effectLst/>
                <a:ea typeface="GT America Regular" pitchFamily="2" charset="77"/>
                <a:cs typeface="GT America Regular" pitchFamily="2" charset="77"/>
              </a:rPr>
              <a:t>Bright Blue 03</a:t>
            </a:r>
          </a:p>
        </p:txBody>
      </p:sp>
      <p:sp>
        <p:nvSpPr>
          <p:cNvPr id="129" name="TextBox 128">
            <a:extLst>
              <a:ext uri="{FF2B5EF4-FFF2-40B4-BE49-F238E27FC236}">
                <a16:creationId xmlns:a16="http://schemas.microsoft.com/office/drawing/2014/main" id="{0D826104-A9B4-5DEB-E3C4-A792ED471876}"/>
              </a:ext>
            </a:extLst>
          </p:cNvPr>
          <p:cNvSpPr txBox="1"/>
          <p:nvPr/>
        </p:nvSpPr>
        <p:spPr>
          <a:xfrm>
            <a:off x="1472400" y="6086605"/>
            <a:ext cx="541672" cy="114864"/>
          </a:xfrm>
          <a:prstGeom prst="rect">
            <a:avLst/>
          </a:prstGeom>
          <a:noFill/>
        </p:spPr>
        <p:txBody>
          <a:bodyPr wrap="none" lIns="0" tIns="0" rIns="0" bIns="0" rtlCol="0">
            <a:noAutofit/>
          </a:bodyPr>
          <a:lstStyle/>
          <a:p>
            <a:pPr algn="l">
              <a:lnSpc>
                <a:spcPct val="101000"/>
              </a:lnSpc>
              <a:spcAft>
                <a:spcPts val="600"/>
              </a:spcAft>
            </a:pPr>
            <a:r>
              <a:rPr kumimoji="0" lang="en-CR" sz="800" i="0" u="none" strike="noStrike" kern="1200" cap="none" spc="0" normalizeH="0" baseline="0" noProof="0">
                <a:ln>
                  <a:noFill/>
                </a:ln>
                <a:solidFill>
                  <a:schemeClr val="bg1"/>
                </a:solidFill>
                <a:effectLst/>
                <a:uLnTx/>
                <a:uFillTx/>
                <a:latin typeface="GT America Regular"/>
                <a:ea typeface="GT America Regular" charset="0"/>
                <a:cs typeface="GT America Regular" charset="0"/>
              </a:rPr>
              <a:t>Magenta 06</a:t>
            </a:r>
          </a:p>
        </p:txBody>
      </p:sp>
      <p:sp>
        <p:nvSpPr>
          <p:cNvPr id="131" name="TextBox 130">
            <a:extLst>
              <a:ext uri="{FF2B5EF4-FFF2-40B4-BE49-F238E27FC236}">
                <a16:creationId xmlns:a16="http://schemas.microsoft.com/office/drawing/2014/main" id="{E1331301-0FBA-C376-B548-D07B51D0347E}"/>
              </a:ext>
            </a:extLst>
          </p:cNvPr>
          <p:cNvSpPr txBox="1"/>
          <p:nvPr/>
        </p:nvSpPr>
        <p:spPr>
          <a:xfrm>
            <a:off x="669600" y="6086605"/>
            <a:ext cx="731058" cy="119868"/>
          </a:xfrm>
          <a:prstGeom prst="rect">
            <a:avLst/>
          </a:prstGeom>
          <a:noFill/>
        </p:spPr>
        <p:txBody>
          <a:bodyPr wrap="none" lIns="0" tIns="0" rIns="0" bIns="0" rtlCol="0">
            <a:noAutofit/>
          </a:bodyPr>
          <a:lstStyle/>
          <a:p>
            <a:r>
              <a:rPr lang="en-US" sz="800">
                <a:solidFill>
                  <a:schemeClr val="bg1"/>
                </a:solidFill>
                <a:effectLst/>
                <a:ea typeface="GT America Regular" pitchFamily="2" charset="77"/>
                <a:cs typeface="GT America Regular" pitchFamily="2" charset="77"/>
              </a:rPr>
              <a:t>Bright Blue 03</a:t>
            </a:r>
          </a:p>
        </p:txBody>
      </p:sp>
      <p:sp>
        <p:nvSpPr>
          <p:cNvPr id="6" name="Footer Placeholder 4">
            <a:extLst>
              <a:ext uri="{FF2B5EF4-FFF2-40B4-BE49-F238E27FC236}">
                <a16:creationId xmlns:a16="http://schemas.microsoft.com/office/drawing/2014/main" id="{5011716D-B65D-74FE-A616-1E31F6AA9BD5}"/>
              </a:ext>
            </a:extLst>
          </p:cNvPr>
          <p:cNvSpPr>
            <a:spLocks noGrp="1"/>
          </p:cNvSpPr>
          <p:nvPr>
            <p:ph type="ftr" sz="quarter" idx="11"/>
          </p:nvPr>
        </p:nvSpPr>
        <p:spPr>
          <a:xfrm>
            <a:off x="4781550" y="6311900"/>
            <a:ext cx="5448300" cy="269875"/>
          </a:xfrm>
        </p:spPr>
        <p:txBody>
          <a:bodyPr/>
          <a:lstStyle/>
          <a:p>
            <a:r>
              <a:rPr lang="en-US">
                <a:solidFill>
                  <a:schemeClr val="bg1"/>
                </a:solidFill>
              </a:rPr>
              <a:t>See slide 12 for instructions on how to update footer</a:t>
            </a:r>
            <a:endParaRPr lang="en-US" dirty="0">
              <a:solidFill>
                <a:schemeClr val="bg1"/>
              </a:solidFill>
            </a:endParaRPr>
          </a:p>
        </p:txBody>
      </p:sp>
      <p:sp>
        <p:nvSpPr>
          <p:cNvPr id="8" name="Slide Number Placeholder 7">
            <a:extLst>
              <a:ext uri="{FF2B5EF4-FFF2-40B4-BE49-F238E27FC236}">
                <a16:creationId xmlns:a16="http://schemas.microsoft.com/office/drawing/2014/main" id="{25EB211D-521F-83FB-91FF-D9B29AB59BF9}"/>
              </a:ext>
            </a:extLst>
          </p:cNvPr>
          <p:cNvSpPr>
            <a:spLocks noGrp="1"/>
          </p:cNvSpPr>
          <p:nvPr>
            <p:ph type="sldNum" sz="quarter" idx="12"/>
          </p:nvPr>
        </p:nvSpPr>
        <p:spPr>
          <a:xfrm>
            <a:off x="10428288" y="6311900"/>
            <a:ext cx="1209674" cy="269875"/>
          </a:xfrm>
        </p:spPr>
        <p:txBody>
          <a:bodyPr/>
          <a:lstStyle/>
          <a:p>
            <a:fld id="{862A5111-985B-C14D-9115-5787026182A8}" type="slidenum">
              <a:rPr lang="en-US" smtClean="0">
                <a:solidFill>
                  <a:schemeClr val="bg1"/>
                </a:solidFill>
              </a:rPr>
              <a:pPr/>
              <a:t>21</a:t>
            </a:fld>
            <a:endParaRPr lang="en-US">
              <a:solidFill>
                <a:schemeClr val="bg1"/>
              </a:solidFill>
            </a:endParaRPr>
          </a:p>
        </p:txBody>
      </p:sp>
      <p:sp>
        <p:nvSpPr>
          <p:cNvPr id="133" name="Title 132">
            <a:extLst>
              <a:ext uri="{FF2B5EF4-FFF2-40B4-BE49-F238E27FC236}">
                <a16:creationId xmlns:a16="http://schemas.microsoft.com/office/drawing/2014/main" id="{79F6F338-ACBA-0757-19C7-404F841BE51A}"/>
              </a:ext>
            </a:extLst>
          </p:cNvPr>
          <p:cNvSpPr>
            <a:spLocks noGrp="1"/>
          </p:cNvSpPr>
          <p:nvPr>
            <p:ph type="title"/>
          </p:nvPr>
        </p:nvSpPr>
        <p:spPr>
          <a:xfrm>
            <a:off x="546100" y="552450"/>
            <a:ext cx="11091861" cy="434975"/>
          </a:xfrm>
        </p:spPr>
        <p:txBody>
          <a:bodyPr/>
          <a:lstStyle/>
          <a:p>
            <a:r>
              <a:rPr lang="en-CR"/>
              <a:t>Categorical palettes</a:t>
            </a:r>
          </a:p>
        </p:txBody>
      </p:sp>
      <p:sp>
        <p:nvSpPr>
          <p:cNvPr id="134" name="Text Placeholder 133">
            <a:extLst>
              <a:ext uri="{FF2B5EF4-FFF2-40B4-BE49-F238E27FC236}">
                <a16:creationId xmlns:a16="http://schemas.microsoft.com/office/drawing/2014/main" id="{1B016442-5EB6-B3AB-AC18-DFD33D7C61BE}"/>
              </a:ext>
            </a:extLst>
          </p:cNvPr>
          <p:cNvSpPr>
            <a:spLocks noGrp="1"/>
          </p:cNvSpPr>
          <p:nvPr>
            <p:ph type="body" sz="quarter" idx="45"/>
          </p:nvPr>
        </p:nvSpPr>
        <p:spPr>
          <a:xfrm>
            <a:off x="546100" y="1127125"/>
            <a:ext cx="11091862" cy="295275"/>
          </a:xfrm>
        </p:spPr>
        <p:txBody>
          <a:bodyPr/>
          <a:lstStyle/>
          <a:p>
            <a:r>
              <a:rPr lang="en-US"/>
              <a:t>Primary for 2 categories</a:t>
            </a:r>
          </a:p>
        </p:txBody>
      </p:sp>
      <p:sp>
        <p:nvSpPr>
          <p:cNvPr id="136" name="Text Placeholder 36">
            <a:extLst>
              <a:ext uri="{FF2B5EF4-FFF2-40B4-BE49-F238E27FC236}">
                <a16:creationId xmlns:a16="http://schemas.microsoft.com/office/drawing/2014/main" id="{9E9DA2E7-4EF8-5351-421A-6DCE6C85D4D7}"/>
              </a:ext>
            </a:extLst>
          </p:cNvPr>
          <p:cNvSpPr txBox="1">
            <a:spLocks/>
          </p:cNvSpPr>
          <p:nvPr/>
        </p:nvSpPr>
        <p:spPr>
          <a:xfrm>
            <a:off x="568077" y="1478174"/>
            <a:ext cx="5264979" cy="538609"/>
          </a:xfrm>
          <a:prstGeom prst="rect">
            <a:avLst/>
          </a:prstGeom>
        </p:spPr>
        <p:txBody>
          <a:bodyPr vert="horz" lIns="0" tIns="0" rIns="0" bIns="0" rtlCol="0">
            <a:spAutoFit/>
          </a:bodyPr>
          <a:lstStyle>
            <a:lvl1pPr marL="0" indent="0" algn="l" defTabSz="914400" rtl="0" eaLnBrk="1" latinLnBrk="0" hangingPunct="1">
              <a:lnSpc>
                <a:spcPct val="80000"/>
              </a:lnSpc>
              <a:spcBef>
                <a:spcPts val="0"/>
              </a:spcBef>
              <a:spcAft>
                <a:spcPts val="0"/>
              </a:spcAft>
              <a:buFont typeface="GT America Regular"/>
              <a:buNone/>
              <a:defRPr lang="en-US" sz="2400" b="0" i="0" kern="1200" dirty="0" smtClean="0">
                <a:solidFill>
                  <a:schemeClr val="accent1"/>
                </a:solidFill>
                <a:latin typeface="+mj-lt"/>
                <a:ea typeface="GT America Regular" charset="0"/>
                <a:cs typeface="GT America Regular" charset="0"/>
              </a:defRPr>
            </a:lvl1pPr>
            <a:lvl2pPr marL="0" indent="0" algn="l" defTabSz="914400" rtl="0" eaLnBrk="1" latinLnBrk="0" hangingPunct="1">
              <a:lnSpc>
                <a:spcPct val="80000"/>
              </a:lnSpc>
              <a:spcBef>
                <a:spcPts val="0"/>
              </a:spcBef>
              <a:spcAft>
                <a:spcPts val="0"/>
              </a:spcAft>
              <a:buFont typeface="GT America Regular" charset="0"/>
              <a:buNone/>
              <a:defRPr lang="en-US" sz="2400" b="0" i="0" kern="1200" dirty="0" smtClean="0">
                <a:solidFill>
                  <a:schemeClr val="accent1"/>
                </a:solidFill>
                <a:latin typeface="+mj-lt"/>
                <a:ea typeface="GT America Regular" charset="0"/>
                <a:cs typeface="GT America Regular" charset="0"/>
              </a:defRPr>
            </a:lvl2pPr>
            <a:lvl3pPr marL="0" indent="0" algn="l" defTabSz="914400" rtl="0" eaLnBrk="1" latinLnBrk="0" hangingPunct="1">
              <a:lnSpc>
                <a:spcPct val="80000"/>
              </a:lnSpc>
              <a:spcBef>
                <a:spcPts val="0"/>
              </a:spcBef>
              <a:spcAft>
                <a:spcPts val="0"/>
              </a:spcAft>
              <a:buClr>
                <a:schemeClr val="accent1"/>
              </a:buClr>
              <a:buFont typeface="GT America Regular" pitchFamily="50" charset="0"/>
              <a:buNone/>
              <a:defRPr lang="en-US" sz="2400" b="0" i="0" kern="1200" dirty="0" smtClean="0">
                <a:solidFill>
                  <a:schemeClr val="accent1"/>
                </a:solidFill>
                <a:latin typeface="+mj-lt"/>
                <a:ea typeface="GT America Regular" charset="0"/>
                <a:cs typeface="GT America Regular" charset="0"/>
              </a:defRPr>
            </a:lvl3pPr>
            <a:lvl4pPr marL="0" indent="0" algn="l" defTabSz="914400" rtl="0" eaLnBrk="1" latinLnBrk="0" hangingPunct="1">
              <a:lnSpc>
                <a:spcPct val="80000"/>
              </a:lnSpc>
              <a:spcBef>
                <a:spcPts val="0"/>
              </a:spcBef>
              <a:spcAft>
                <a:spcPts val="0"/>
              </a:spcAft>
              <a:buClrTx/>
              <a:buFont typeface="GT America Regular" pitchFamily="50" charset="0"/>
              <a:buNone/>
              <a:defRPr lang="en-US" sz="2400" b="0" i="0" kern="1200" dirty="0" smtClean="0">
                <a:solidFill>
                  <a:schemeClr val="accent1"/>
                </a:solidFill>
                <a:latin typeface="+mj-lt"/>
                <a:ea typeface="GT America Regular" charset="0"/>
                <a:cs typeface="GT America Regular" charset="0"/>
              </a:defRPr>
            </a:lvl4pPr>
            <a:lvl5pPr marL="0" indent="0" algn="l" defTabSz="914400" rtl="0" eaLnBrk="1" latinLnBrk="0" hangingPunct="1">
              <a:lnSpc>
                <a:spcPct val="80000"/>
              </a:lnSpc>
              <a:spcBef>
                <a:spcPts val="0"/>
              </a:spcBef>
              <a:spcAft>
                <a:spcPts val="0"/>
              </a:spcAft>
              <a:buClr>
                <a:schemeClr val="accent1"/>
              </a:buClr>
              <a:buFont typeface="GT America Regular" charset="0"/>
              <a:buNone/>
              <a:tabLst/>
              <a:defRPr lang="en-US" sz="2400" b="0" i="0" kern="1200" dirty="0" smtClean="0">
                <a:solidFill>
                  <a:schemeClr val="accent1"/>
                </a:solidFill>
                <a:latin typeface="+mj-lt"/>
                <a:ea typeface="GT America Regular" charset="0"/>
                <a:cs typeface="GT America Regular" charset="0"/>
              </a:defRPr>
            </a:lvl5pPr>
            <a:lvl6pPr marL="0" indent="0" algn="l" defTabSz="914400" rtl="0" eaLnBrk="1" latinLnBrk="0" hangingPunct="1">
              <a:lnSpc>
                <a:spcPct val="80000"/>
              </a:lnSpc>
              <a:spcBef>
                <a:spcPts val="0"/>
              </a:spcBef>
              <a:spcAft>
                <a:spcPts val="0"/>
              </a:spcAft>
              <a:buClrTx/>
              <a:buFont typeface="GT America Regular" pitchFamily="50" charset="0"/>
              <a:buNone/>
              <a:defRPr lang="en-US" sz="2400" b="0" i="0" kern="1200" dirty="0" smtClean="0">
                <a:solidFill>
                  <a:schemeClr val="accent1"/>
                </a:solidFill>
                <a:latin typeface="+mj-lt"/>
                <a:ea typeface="GT America Regular" charset="0"/>
                <a:cs typeface="GT America Regular" charset="0"/>
              </a:defRPr>
            </a:lvl6pPr>
            <a:lvl7pPr marL="0" indent="0" algn="l" defTabSz="914400" rtl="0" eaLnBrk="1" latinLnBrk="0" hangingPunct="1">
              <a:lnSpc>
                <a:spcPct val="80000"/>
              </a:lnSpc>
              <a:spcBef>
                <a:spcPts val="0"/>
              </a:spcBef>
              <a:spcAft>
                <a:spcPts val="0"/>
              </a:spcAft>
              <a:buClr>
                <a:schemeClr val="accent1"/>
              </a:buClr>
              <a:buFont typeface="GT America Regular" charset="0"/>
              <a:buNone/>
              <a:defRPr lang="en-US" sz="2400" b="0" i="0" kern="1200" dirty="0" smtClean="0">
                <a:solidFill>
                  <a:schemeClr val="accent1"/>
                </a:solidFill>
                <a:latin typeface="+mj-lt"/>
                <a:ea typeface="GT America Regular" charset="0"/>
                <a:cs typeface="GT America Regular" charset="0"/>
              </a:defRPr>
            </a:lvl7pPr>
            <a:lvl8pPr marL="0" indent="0" algn="l" defTabSz="914400" rtl="0" eaLnBrk="1" latinLnBrk="0" hangingPunct="1">
              <a:lnSpc>
                <a:spcPct val="80000"/>
              </a:lnSpc>
              <a:spcBef>
                <a:spcPts val="0"/>
              </a:spcBef>
              <a:spcAft>
                <a:spcPts val="0"/>
              </a:spcAft>
              <a:buClrTx/>
              <a:buFont typeface="GT America Regular" pitchFamily="50" charset="0"/>
              <a:buNone/>
              <a:defRPr lang="en-US" sz="2400" b="0" i="0" kern="1200" dirty="0" smtClean="0">
                <a:solidFill>
                  <a:schemeClr val="accent1"/>
                </a:solidFill>
                <a:latin typeface="+mj-lt"/>
                <a:ea typeface="GT America Regular" charset="0"/>
                <a:cs typeface="GT America Regular" charset="0"/>
              </a:defRPr>
            </a:lvl8pPr>
            <a:lvl9pPr marL="0" indent="0" algn="l" defTabSz="914400" rtl="0" eaLnBrk="1" latinLnBrk="0" hangingPunct="1">
              <a:lnSpc>
                <a:spcPct val="80000"/>
              </a:lnSpc>
              <a:spcBef>
                <a:spcPts val="0"/>
              </a:spcBef>
              <a:spcAft>
                <a:spcPts val="0"/>
              </a:spcAft>
              <a:buClr>
                <a:schemeClr val="accent1"/>
              </a:buClr>
              <a:buFont typeface="GT America Regular" charset="0"/>
              <a:buNone/>
              <a:defRPr lang="en-US" sz="2400" b="0" i="0" kern="1200" dirty="0">
                <a:solidFill>
                  <a:schemeClr val="accent1"/>
                </a:solidFill>
                <a:latin typeface="+mj-lt"/>
                <a:ea typeface="GT America Regular" charset="0"/>
                <a:cs typeface="GT America Regular" charset="0"/>
              </a:defRPr>
            </a:lvl9pPr>
          </a:lstStyle>
          <a:p>
            <a:pPr>
              <a:lnSpc>
                <a:spcPct val="100000"/>
              </a:lnSpc>
            </a:pPr>
            <a:r>
              <a:rPr lang="en-US" sz="1000">
                <a:solidFill>
                  <a:schemeClr val="tx1"/>
                </a:solidFill>
                <a:latin typeface="+mn-lt"/>
                <a:ea typeface="GT America Regular" pitchFamily="2" charset="77"/>
                <a:cs typeface="GT America Regular" pitchFamily="2" charset="77"/>
              </a:rPr>
              <a:t>Created out of the primary categorical palette, those premade combinations prioritize our primary brand colors.</a:t>
            </a:r>
          </a:p>
          <a:p>
            <a:pPr>
              <a:lnSpc>
                <a:spcPct val="100000"/>
              </a:lnSpc>
              <a:spcBef>
                <a:spcPts val="600"/>
              </a:spcBef>
            </a:pPr>
            <a:r>
              <a:rPr lang="en-US" sz="1000">
                <a:solidFill>
                  <a:schemeClr val="tx1"/>
                </a:solidFill>
                <a:latin typeface="+mn-lt"/>
                <a:ea typeface="GT America Regular" pitchFamily="2" charset="77"/>
                <a:cs typeface="GT America Regular" pitchFamily="2" charset="77"/>
              </a:rPr>
              <a:t>Only use those options for a data visualization </a:t>
            </a:r>
            <a:r>
              <a:rPr lang="en-US" sz="1000" b="1">
                <a:solidFill>
                  <a:schemeClr val="tx1"/>
                </a:solidFill>
                <a:latin typeface="+mn-lt"/>
                <a:ea typeface="GT America Regular" pitchFamily="2" charset="77"/>
                <a:cs typeface="GT America Regular" pitchFamily="2" charset="77"/>
              </a:rPr>
              <a:t>with two</a:t>
            </a:r>
            <a:r>
              <a:rPr lang="en-US" sz="1000">
                <a:solidFill>
                  <a:schemeClr val="tx1"/>
                </a:solidFill>
                <a:latin typeface="+mn-lt"/>
                <a:ea typeface="GT America Regular" pitchFamily="2" charset="77"/>
                <a:cs typeface="GT America Regular" pitchFamily="2" charset="77"/>
              </a:rPr>
              <a:t> </a:t>
            </a:r>
            <a:r>
              <a:rPr lang="en-US" sz="1000" b="1">
                <a:solidFill>
                  <a:schemeClr val="tx1"/>
                </a:solidFill>
                <a:latin typeface="+mn-lt"/>
                <a:ea typeface="GT America Regular" pitchFamily="2" charset="77"/>
                <a:cs typeface="GT America Regular" pitchFamily="2" charset="77"/>
              </a:rPr>
              <a:t>categories.</a:t>
            </a:r>
          </a:p>
        </p:txBody>
      </p:sp>
      <p:sp>
        <p:nvSpPr>
          <p:cNvPr id="4" name="TextBox 3">
            <a:extLst>
              <a:ext uri="{FF2B5EF4-FFF2-40B4-BE49-F238E27FC236}">
                <a16:creationId xmlns:a16="http://schemas.microsoft.com/office/drawing/2014/main" id="{1988C29F-7637-0A32-08D4-00F110809805}"/>
              </a:ext>
            </a:extLst>
          </p:cNvPr>
          <p:cNvSpPr txBox="1"/>
          <p:nvPr/>
        </p:nvSpPr>
        <p:spPr>
          <a:xfrm>
            <a:off x="6571813" y="523593"/>
            <a:ext cx="3827658" cy="221244"/>
          </a:xfrm>
          <a:prstGeom prst="rect">
            <a:avLst/>
          </a:prstGeom>
          <a:noFill/>
        </p:spPr>
        <p:txBody>
          <a:bodyPr wrap="none" lIns="0" tIns="0" rIns="0" bIns="0" rtlCol="0">
            <a:noAutofit/>
          </a:bodyPr>
          <a:lstStyle/>
          <a:p>
            <a:pPr>
              <a:lnSpc>
                <a:spcPct val="101000"/>
              </a:lnSpc>
              <a:spcAft>
                <a:spcPts val="600"/>
              </a:spcAft>
            </a:pPr>
            <a:r>
              <a:rPr kumimoji="0" lang="en-CR" sz="1100" b="0" i="0" u="none" strike="noStrike" kern="1200" cap="none" spc="0" normalizeH="0" baseline="0" noProof="0">
                <a:ln>
                  <a:noFill/>
                </a:ln>
                <a:solidFill>
                  <a:srgbClr val="000000"/>
                </a:solidFill>
                <a:effectLst/>
                <a:uLnTx/>
                <a:uFillTx/>
                <a:latin typeface="GT America Regular"/>
                <a:ea typeface="GT America Regular" charset="0"/>
                <a:cs typeface="GT America Regular" charset="0"/>
              </a:rPr>
              <a:t>Examples</a:t>
            </a:r>
          </a:p>
        </p:txBody>
      </p:sp>
    </p:spTree>
    <p:extLst>
      <p:ext uri="{BB962C8B-B14F-4D97-AF65-F5344CB8AC3E}">
        <p14:creationId xmlns:p14="http://schemas.microsoft.com/office/powerpoint/2010/main" val="107389578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26E1C1-3900-4742-1DDB-728D9A6590BC}"/>
            </a:ext>
          </a:extLst>
        </p:cNvPr>
        <p:cNvGrpSpPr/>
        <p:nvPr/>
      </p:nvGrpSpPr>
      <p:grpSpPr>
        <a:xfrm>
          <a:off x="0" y="0"/>
          <a:ext cx="0" cy="0"/>
          <a:chOff x="0" y="0"/>
          <a:chExt cx="0" cy="0"/>
        </a:xfrm>
      </p:grpSpPr>
      <p:sp>
        <p:nvSpPr>
          <p:cNvPr id="43" name="Rectangle 42">
            <a:extLst>
              <a:ext uri="{FF2B5EF4-FFF2-40B4-BE49-F238E27FC236}">
                <a16:creationId xmlns:a16="http://schemas.microsoft.com/office/drawing/2014/main" id="{07933C85-9925-F152-2FF0-605FB02D6AF7}"/>
              </a:ext>
            </a:extLst>
          </p:cNvPr>
          <p:cNvSpPr/>
          <p:nvPr/>
        </p:nvSpPr>
        <p:spPr>
          <a:xfrm>
            <a:off x="6096000" y="0"/>
            <a:ext cx="6096000" cy="3420000"/>
          </a:xfrm>
          <a:prstGeom prst="rect">
            <a:avLst/>
          </a:prstGeom>
          <a:solidFill>
            <a:schemeClr val="bg1">
              <a:lumMod val="95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a:p>
        </p:txBody>
      </p:sp>
      <p:sp>
        <p:nvSpPr>
          <p:cNvPr id="54" name="Rectangle 53">
            <a:extLst>
              <a:ext uri="{FF2B5EF4-FFF2-40B4-BE49-F238E27FC236}">
                <a16:creationId xmlns:a16="http://schemas.microsoft.com/office/drawing/2014/main" id="{87A51113-D793-7EC2-A9D1-610F97FE996F}"/>
              </a:ext>
            </a:extLst>
          </p:cNvPr>
          <p:cNvSpPr/>
          <p:nvPr/>
        </p:nvSpPr>
        <p:spPr>
          <a:xfrm>
            <a:off x="6096000" y="3438000"/>
            <a:ext cx="6096000" cy="3420000"/>
          </a:xfrm>
          <a:prstGeom prst="rect">
            <a:avLst/>
          </a:prstGeom>
          <a:solidFill>
            <a:schemeClr val="tx2"/>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a:p>
        </p:txBody>
      </p:sp>
      <p:sp>
        <p:nvSpPr>
          <p:cNvPr id="19" name="Text Placeholder 36">
            <a:extLst>
              <a:ext uri="{FF2B5EF4-FFF2-40B4-BE49-F238E27FC236}">
                <a16:creationId xmlns:a16="http://schemas.microsoft.com/office/drawing/2014/main" id="{8CD96F91-3ED6-DAB7-EB91-DF4264B784F0}"/>
              </a:ext>
            </a:extLst>
          </p:cNvPr>
          <p:cNvSpPr txBox="1">
            <a:spLocks/>
          </p:cNvSpPr>
          <p:nvPr/>
        </p:nvSpPr>
        <p:spPr>
          <a:xfrm>
            <a:off x="568077" y="1478174"/>
            <a:ext cx="5264979" cy="563727"/>
          </a:xfrm>
          <a:prstGeom prst="rect">
            <a:avLst/>
          </a:prstGeom>
        </p:spPr>
        <p:txBody>
          <a:bodyPr vert="horz" lIns="0" tIns="0" rIns="0" bIns="0" rtlCol="0">
            <a:noAutofit/>
          </a:bodyPr>
          <a:lstStyle>
            <a:lvl1pPr marL="0" indent="0" algn="l" defTabSz="914400" rtl="0" eaLnBrk="1" latinLnBrk="0" hangingPunct="1">
              <a:lnSpc>
                <a:spcPct val="80000"/>
              </a:lnSpc>
              <a:spcBef>
                <a:spcPts val="0"/>
              </a:spcBef>
              <a:spcAft>
                <a:spcPts val="0"/>
              </a:spcAft>
              <a:buFont typeface="GT America Regular"/>
              <a:buNone/>
              <a:defRPr lang="en-US" sz="2400" b="0" i="0" kern="1200" dirty="0" smtClean="0">
                <a:solidFill>
                  <a:schemeClr val="accent1"/>
                </a:solidFill>
                <a:latin typeface="+mj-lt"/>
                <a:ea typeface="GT America Regular" charset="0"/>
                <a:cs typeface="GT America Regular" charset="0"/>
              </a:defRPr>
            </a:lvl1pPr>
            <a:lvl2pPr marL="0" indent="0" algn="l" defTabSz="914400" rtl="0" eaLnBrk="1" latinLnBrk="0" hangingPunct="1">
              <a:lnSpc>
                <a:spcPct val="80000"/>
              </a:lnSpc>
              <a:spcBef>
                <a:spcPts val="0"/>
              </a:spcBef>
              <a:spcAft>
                <a:spcPts val="0"/>
              </a:spcAft>
              <a:buFont typeface="GT America Regular" charset="0"/>
              <a:buNone/>
              <a:defRPr lang="en-US" sz="2400" b="0" i="0" kern="1200" dirty="0" smtClean="0">
                <a:solidFill>
                  <a:schemeClr val="accent1"/>
                </a:solidFill>
                <a:latin typeface="+mj-lt"/>
                <a:ea typeface="GT America Regular" charset="0"/>
                <a:cs typeface="GT America Regular" charset="0"/>
              </a:defRPr>
            </a:lvl2pPr>
            <a:lvl3pPr marL="0" indent="0" algn="l" defTabSz="914400" rtl="0" eaLnBrk="1" latinLnBrk="0" hangingPunct="1">
              <a:lnSpc>
                <a:spcPct val="80000"/>
              </a:lnSpc>
              <a:spcBef>
                <a:spcPts val="0"/>
              </a:spcBef>
              <a:spcAft>
                <a:spcPts val="0"/>
              </a:spcAft>
              <a:buClr>
                <a:schemeClr val="accent1"/>
              </a:buClr>
              <a:buFont typeface="GT America Regular" pitchFamily="50" charset="0"/>
              <a:buNone/>
              <a:defRPr lang="en-US" sz="2400" b="0" i="0" kern="1200" dirty="0" smtClean="0">
                <a:solidFill>
                  <a:schemeClr val="accent1"/>
                </a:solidFill>
                <a:latin typeface="+mj-lt"/>
                <a:ea typeface="GT America Regular" charset="0"/>
                <a:cs typeface="GT America Regular" charset="0"/>
              </a:defRPr>
            </a:lvl3pPr>
            <a:lvl4pPr marL="0" indent="0" algn="l" defTabSz="914400" rtl="0" eaLnBrk="1" latinLnBrk="0" hangingPunct="1">
              <a:lnSpc>
                <a:spcPct val="80000"/>
              </a:lnSpc>
              <a:spcBef>
                <a:spcPts val="0"/>
              </a:spcBef>
              <a:spcAft>
                <a:spcPts val="0"/>
              </a:spcAft>
              <a:buClrTx/>
              <a:buFont typeface="GT America Regular" pitchFamily="50" charset="0"/>
              <a:buNone/>
              <a:defRPr lang="en-US" sz="2400" b="0" i="0" kern="1200" dirty="0" smtClean="0">
                <a:solidFill>
                  <a:schemeClr val="accent1"/>
                </a:solidFill>
                <a:latin typeface="+mj-lt"/>
                <a:ea typeface="GT America Regular" charset="0"/>
                <a:cs typeface="GT America Regular" charset="0"/>
              </a:defRPr>
            </a:lvl4pPr>
            <a:lvl5pPr marL="0" indent="0" algn="l" defTabSz="914400" rtl="0" eaLnBrk="1" latinLnBrk="0" hangingPunct="1">
              <a:lnSpc>
                <a:spcPct val="80000"/>
              </a:lnSpc>
              <a:spcBef>
                <a:spcPts val="0"/>
              </a:spcBef>
              <a:spcAft>
                <a:spcPts val="0"/>
              </a:spcAft>
              <a:buClr>
                <a:schemeClr val="accent1"/>
              </a:buClr>
              <a:buFont typeface="GT America Regular" charset="0"/>
              <a:buNone/>
              <a:tabLst/>
              <a:defRPr lang="en-US" sz="2400" b="0" i="0" kern="1200" dirty="0" smtClean="0">
                <a:solidFill>
                  <a:schemeClr val="accent1"/>
                </a:solidFill>
                <a:latin typeface="+mj-lt"/>
                <a:ea typeface="GT America Regular" charset="0"/>
                <a:cs typeface="GT America Regular" charset="0"/>
              </a:defRPr>
            </a:lvl5pPr>
            <a:lvl6pPr marL="0" indent="0" algn="l" defTabSz="914400" rtl="0" eaLnBrk="1" latinLnBrk="0" hangingPunct="1">
              <a:lnSpc>
                <a:spcPct val="80000"/>
              </a:lnSpc>
              <a:spcBef>
                <a:spcPts val="0"/>
              </a:spcBef>
              <a:spcAft>
                <a:spcPts val="0"/>
              </a:spcAft>
              <a:buClrTx/>
              <a:buFont typeface="GT America Regular" pitchFamily="50" charset="0"/>
              <a:buNone/>
              <a:defRPr lang="en-US" sz="2400" b="0" i="0" kern="1200" dirty="0" smtClean="0">
                <a:solidFill>
                  <a:schemeClr val="accent1"/>
                </a:solidFill>
                <a:latin typeface="+mj-lt"/>
                <a:ea typeface="GT America Regular" charset="0"/>
                <a:cs typeface="GT America Regular" charset="0"/>
              </a:defRPr>
            </a:lvl6pPr>
            <a:lvl7pPr marL="0" indent="0" algn="l" defTabSz="914400" rtl="0" eaLnBrk="1" latinLnBrk="0" hangingPunct="1">
              <a:lnSpc>
                <a:spcPct val="80000"/>
              </a:lnSpc>
              <a:spcBef>
                <a:spcPts val="0"/>
              </a:spcBef>
              <a:spcAft>
                <a:spcPts val="0"/>
              </a:spcAft>
              <a:buClr>
                <a:schemeClr val="accent1"/>
              </a:buClr>
              <a:buFont typeface="GT America Regular" charset="0"/>
              <a:buNone/>
              <a:defRPr lang="en-US" sz="2400" b="0" i="0" kern="1200" dirty="0" smtClean="0">
                <a:solidFill>
                  <a:schemeClr val="accent1"/>
                </a:solidFill>
                <a:latin typeface="+mj-lt"/>
                <a:ea typeface="GT America Regular" charset="0"/>
                <a:cs typeface="GT America Regular" charset="0"/>
              </a:defRPr>
            </a:lvl7pPr>
            <a:lvl8pPr marL="0" indent="0" algn="l" defTabSz="914400" rtl="0" eaLnBrk="1" latinLnBrk="0" hangingPunct="1">
              <a:lnSpc>
                <a:spcPct val="80000"/>
              </a:lnSpc>
              <a:spcBef>
                <a:spcPts val="0"/>
              </a:spcBef>
              <a:spcAft>
                <a:spcPts val="0"/>
              </a:spcAft>
              <a:buClrTx/>
              <a:buFont typeface="GT America Regular" pitchFamily="50" charset="0"/>
              <a:buNone/>
              <a:defRPr lang="en-US" sz="2400" b="0" i="0" kern="1200" dirty="0" smtClean="0">
                <a:solidFill>
                  <a:schemeClr val="accent1"/>
                </a:solidFill>
                <a:latin typeface="+mj-lt"/>
                <a:ea typeface="GT America Regular" charset="0"/>
                <a:cs typeface="GT America Regular" charset="0"/>
              </a:defRPr>
            </a:lvl8pPr>
            <a:lvl9pPr marL="0" indent="0" algn="l" defTabSz="914400" rtl="0" eaLnBrk="1" latinLnBrk="0" hangingPunct="1">
              <a:lnSpc>
                <a:spcPct val="80000"/>
              </a:lnSpc>
              <a:spcBef>
                <a:spcPts val="0"/>
              </a:spcBef>
              <a:spcAft>
                <a:spcPts val="0"/>
              </a:spcAft>
              <a:buClr>
                <a:schemeClr val="accent1"/>
              </a:buClr>
              <a:buFont typeface="GT America Regular" charset="0"/>
              <a:buNone/>
              <a:defRPr lang="en-US" sz="2400" b="0" i="0" kern="1200" dirty="0">
                <a:solidFill>
                  <a:schemeClr val="accent1"/>
                </a:solidFill>
                <a:latin typeface="+mj-lt"/>
                <a:ea typeface="GT America Regular" charset="0"/>
                <a:cs typeface="GT America Regular" charset="0"/>
              </a:defRPr>
            </a:lvl9pPr>
          </a:lstStyle>
          <a:p>
            <a:pPr>
              <a:lnSpc>
                <a:spcPct val="100000"/>
              </a:lnSpc>
            </a:pPr>
            <a:r>
              <a:rPr lang="en-US" sz="1000">
                <a:solidFill>
                  <a:schemeClr val="tx1"/>
                </a:solidFill>
                <a:latin typeface="+mn-lt"/>
                <a:ea typeface="GT America Regular" pitchFamily="2" charset="77"/>
                <a:cs typeface="GT America Regular" pitchFamily="2" charset="77"/>
              </a:rPr>
              <a:t>Created out of the primary categorical palette, those premade combinations prioritize our primary brand colors.</a:t>
            </a:r>
          </a:p>
          <a:p>
            <a:pPr>
              <a:lnSpc>
                <a:spcPct val="100000"/>
              </a:lnSpc>
              <a:spcBef>
                <a:spcPts val="600"/>
              </a:spcBef>
            </a:pPr>
            <a:r>
              <a:rPr lang="en-US" sz="1000">
                <a:solidFill>
                  <a:schemeClr val="tx1"/>
                </a:solidFill>
                <a:latin typeface="+mn-lt"/>
                <a:ea typeface="GT America Regular" pitchFamily="2" charset="77"/>
                <a:cs typeface="GT America Regular" pitchFamily="2" charset="77"/>
              </a:rPr>
              <a:t>Only use those options for a data visualization with three </a:t>
            </a:r>
            <a:r>
              <a:rPr lang="en-US" sz="1000" b="1">
                <a:solidFill>
                  <a:schemeClr val="tx1"/>
                </a:solidFill>
                <a:latin typeface="+mn-lt"/>
                <a:ea typeface="GT America Regular" pitchFamily="2" charset="77"/>
                <a:cs typeface="GT America Regular" pitchFamily="2" charset="77"/>
              </a:rPr>
              <a:t>categories.</a:t>
            </a:r>
          </a:p>
        </p:txBody>
      </p:sp>
      <p:graphicFrame>
        <p:nvGraphicFramePr>
          <p:cNvPr id="39" name="Chart 38">
            <a:extLst>
              <a:ext uri="{FF2B5EF4-FFF2-40B4-BE49-F238E27FC236}">
                <a16:creationId xmlns:a16="http://schemas.microsoft.com/office/drawing/2014/main" id="{C8690B0E-DFCD-B8CE-855E-2550C4E9B62D}"/>
              </a:ext>
            </a:extLst>
          </p:cNvPr>
          <p:cNvGraphicFramePr>
            <a:graphicFrameLocks/>
          </p:cNvGraphicFramePr>
          <p:nvPr>
            <p:extLst>
              <p:ext uri="{D42A27DB-BD31-4B8C-83A1-F6EECF244321}">
                <p14:modId xmlns:p14="http://schemas.microsoft.com/office/powerpoint/2010/main" val="2953482090"/>
              </p:ext>
            </p:extLst>
          </p:nvPr>
        </p:nvGraphicFramePr>
        <p:xfrm>
          <a:off x="10080000" y="720000"/>
          <a:ext cx="1620000" cy="2160000"/>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2" name="Chart 1">
            <a:extLst>
              <a:ext uri="{FF2B5EF4-FFF2-40B4-BE49-F238E27FC236}">
                <a16:creationId xmlns:a16="http://schemas.microsoft.com/office/drawing/2014/main" id="{FD6CF987-52E3-F594-5E8E-DA30D3381DF1}"/>
              </a:ext>
            </a:extLst>
          </p:cNvPr>
          <p:cNvGraphicFramePr>
            <a:graphicFrameLocks/>
          </p:cNvGraphicFramePr>
          <p:nvPr>
            <p:extLst>
              <p:ext uri="{D42A27DB-BD31-4B8C-83A1-F6EECF244321}">
                <p14:modId xmlns:p14="http://schemas.microsoft.com/office/powerpoint/2010/main" val="4197102145"/>
              </p:ext>
            </p:extLst>
          </p:nvPr>
        </p:nvGraphicFramePr>
        <p:xfrm>
          <a:off x="6548549" y="720000"/>
          <a:ext cx="3240000" cy="216000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14" name="Chart 13">
            <a:extLst>
              <a:ext uri="{FF2B5EF4-FFF2-40B4-BE49-F238E27FC236}">
                <a16:creationId xmlns:a16="http://schemas.microsoft.com/office/drawing/2014/main" id="{D18D0024-0E07-52BB-8B83-9BABD3D51919}"/>
              </a:ext>
            </a:extLst>
          </p:cNvPr>
          <p:cNvGraphicFramePr>
            <a:graphicFrameLocks/>
          </p:cNvGraphicFramePr>
          <p:nvPr>
            <p:extLst>
              <p:ext uri="{D42A27DB-BD31-4B8C-83A1-F6EECF244321}">
                <p14:modId xmlns:p14="http://schemas.microsoft.com/office/powerpoint/2010/main" val="3680565592"/>
              </p:ext>
            </p:extLst>
          </p:nvPr>
        </p:nvGraphicFramePr>
        <p:xfrm>
          <a:off x="10080000" y="4068000"/>
          <a:ext cx="1620000" cy="2160000"/>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16" name="Chart 15">
            <a:extLst>
              <a:ext uri="{FF2B5EF4-FFF2-40B4-BE49-F238E27FC236}">
                <a16:creationId xmlns:a16="http://schemas.microsoft.com/office/drawing/2014/main" id="{B79D9310-48F1-5901-C288-76655FC4C7D6}"/>
              </a:ext>
            </a:extLst>
          </p:cNvPr>
          <p:cNvGraphicFramePr>
            <a:graphicFrameLocks/>
          </p:cNvGraphicFramePr>
          <p:nvPr>
            <p:extLst>
              <p:ext uri="{D42A27DB-BD31-4B8C-83A1-F6EECF244321}">
                <p14:modId xmlns:p14="http://schemas.microsoft.com/office/powerpoint/2010/main" val="1484122068"/>
              </p:ext>
            </p:extLst>
          </p:nvPr>
        </p:nvGraphicFramePr>
        <p:xfrm>
          <a:off x="6548549" y="4068000"/>
          <a:ext cx="3240000" cy="2160000"/>
        </p:xfrm>
        <a:graphic>
          <a:graphicData uri="http://schemas.openxmlformats.org/drawingml/2006/chart">
            <c:chart xmlns:c="http://schemas.openxmlformats.org/drawingml/2006/chart" xmlns:r="http://schemas.openxmlformats.org/officeDocument/2006/relationships" r:id="rId5"/>
          </a:graphicData>
        </a:graphic>
      </p:graphicFrame>
      <p:sp>
        <p:nvSpPr>
          <p:cNvPr id="133" name="Rectangle 132">
            <a:extLst>
              <a:ext uri="{FF2B5EF4-FFF2-40B4-BE49-F238E27FC236}">
                <a16:creationId xmlns:a16="http://schemas.microsoft.com/office/drawing/2014/main" id="{DB046D86-1B58-B1C5-BE3B-F5A5360AC89B}"/>
              </a:ext>
            </a:extLst>
          </p:cNvPr>
          <p:cNvSpPr/>
          <p:nvPr/>
        </p:nvSpPr>
        <p:spPr>
          <a:xfrm>
            <a:off x="548919" y="4202539"/>
            <a:ext cx="5184000" cy="2088000"/>
          </a:xfrm>
          <a:prstGeom prst="rect">
            <a:avLst/>
          </a:prstGeom>
          <a:solidFill>
            <a:srgbClr val="09126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a:p>
        </p:txBody>
      </p:sp>
      <p:sp>
        <p:nvSpPr>
          <p:cNvPr id="149" name="Rectangle 148">
            <a:extLst>
              <a:ext uri="{FF2B5EF4-FFF2-40B4-BE49-F238E27FC236}">
                <a16:creationId xmlns:a16="http://schemas.microsoft.com/office/drawing/2014/main" id="{600CAB29-D12E-943E-B5CF-839DD7186D9B}"/>
              </a:ext>
            </a:extLst>
          </p:cNvPr>
          <p:cNvSpPr/>
          <p:nvPr/>
        </p:nvSpPr>
        <p:spPr>
          <a:xfrm>
            <a:off x="3283200" y="3024000"/>
            <a:ext cx="720000" cy="21600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a:p>
        </p:txBody>
      </p:sp>
      <p:sp>
        <p:nvSpPr>
          <p:cNvPr id="150" name="Rectangle 149">
            <a:extLst>
              <a:ext uri="{FF2B5EF4-FFF2-40B4-BE49-F238E27FC236}">
                <a16:creationId xmlns:a16="http://schemas.microsoft.com/office/drawing/2014/main" id="{E9C5D948-90C3-EB94-F44E-802EB3D86E95}"/>
              </a:ext>
            </a:extLst>
          </p:cNvPr>
          <p:cNvSpPr/>
          <p:nvPr/>
        </p:nvSpPr>
        <p:spPr>
          <a:xfrm>
            <a:off x="4888800" y="3024000"/>
            <a:ext cx="720000" cy="216000"/>
          </a:xfrm>
          <a:prstGeom prst="rect">
            <a:avLst/>
          </a:prstGeom>
          <a:solidFill>
            <a:srgbClr val="5C068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a:p>
        </p:txBody>
      </p:sp>
      <p:sp>
        <p:nvSpPr>
          <p:cNvPr id="152" name="Rectangle 151">
            <a:extLst>
              <a:ext uri="{FF2B5EF4-FFF2-40B4-BE49-F238E27FC236}">
                <a16:creationId xmlns:a16="http://schemas.microsoft.com/office/drawing/2014/main" id="{25AD661C-64ED-D211-CC61-73636718E807}"/>
              </a:ext>
            </a:extLst>
          </p:cNvPr>
          <p:cNvSpPr/>
          <p:nvPr/>
        </p:nvSpPr>
        <p:spPr>
          <a:xfrm>
            <a:off x="4086000" y="3024000"/>
            <a:ext cx="720000" cy="216000"/>
          </a:xfrm>
          <a:prstGeom prst="rect">
            <a:avLst/>
          </a:prstGeom>
          <a:solidFill>
            <a:srgbClr val="C7AB2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a:p>
        </p:txBody>
      </p:sp>
      <p:sp>
        <p:nvSpPr>
          <p:cNvPr id="35" name="TextBox 34">
            <a:extLst>
              <a:ext uri="{FF2B5EF4-FFF2-40B4-BE49-F238E27FC236}">
                <a16:creationId xmlns:a16="http://schemas.microsoft.com/office/drawing/2014/main" id="{E25B8248-94A8-A0F7-D2CF-0E1D6A93DE14}"/>
              </a:ext>
            </a:extLst>
          </p:cNvPr>
          <p:cNvSpPr txBox="1"/>
          <p:nvPr/>
        </p:nvSpPr>
        <p:spPr>
          <a:xfrm>
            <a:off x="3283200" y="2844000"/>
            <a:ext cx="844783" cy="118559"/>
          </a:xfrm>
          <a:prstGeom prst="rect">
            <a:avLst/>
          </a:prstGeom>
          <a:noFill/>
        </p:spPr>
        <p:txBody>
          <a:bodyPr wrap="none" lIns="0" tIns="0" rIns="0" bIns="0" rtlCol="0">
            <a:spAutoFit/>
          </a:bodyPr>
          <a:lstStyle/>
          <a:p>
            <a:pPr algn="l">
              <a:lnSpc>
                <a:spcPct val="101000"/>
              </a:lnSpc>
              <a:spcAft>
                <a:spcPts val="600"/>
              </a:spcAft>
            </a:pPr>
            <a:r>
              <a:rPr kumimoji="0" lang="en-CR" sz="800" b="1" i="0" u="none" strike="noStrike" kern="1200" cap="none" spc="0" normalizeH="0" baseline="0" noProof="0">
                <a:ln>
                  <a:noFill/>
                </a:ln>
                <a:solidFill>
                  <a:srgbClr val="000000"/>
                </a:solidFill>
                <a:effectLst/>
                <a:uLnTx/>
                <a:uFillTx/>
                <a:ea typeface="GT America Regular" charset="0"/>
                <a:cs typeface="GT America Regular" charset="0"/>
              </a:rPr>
              <a:t>COMBINATION 4</a:t>
            </a:r>
          </a:p>
        </p:txBody>
      </p:sp>
      <p:sp>
        <p:nvSpPr>
          <p:cNvPr id="23" name="TextBox 22">
            <a:extLst>
              <a:ext uri="{FF2B5EF4-FFF2-40B4-BE49-F238E27FC236}">
                <a16:creationId xmlns:a16="http://schemas.microsoft.com/office/drawing/2014/main" id="{11A87A3D-FB50-63D6-9A87-EAC852FA0BDF}"/>
              </a:ext>
            </a:extLst>
          </p:cNvPr>
          <p:cNvSpPr txBox="1"/>
          <p:nvPr/>
        </p:nvSpPr>
        <p:spPr>
          <a:xfrm>
            <a:off x="3283200" y="3276000"/>
            <a:ext cx="541672" cy="114864"/>
          </a:xfrm>
          <a:prstGeom prst="rect">
            <a:avLst/>
          </a:prstGeom>
          <a:noFill/>
        </p:spPr>
        <p:txBody>
          <a:bodyPr wrap="none" lIns="0" tIns="0" rIns="0" bIns="0" rtlCol="0">
            <a:noAutofit/>
          </a:bodyPr>
          <a:lstStyle/>
          <a:p>
            <a:r>
              <a:rPr lang="en-US" sz="800">
                <a:effectLst/>
                <a:ea typeface="GT America Regular" pitchFamily="2" charset="77"/>
                <a:cs typeface="GT America Regular" pitchFamily="2" charset="77"/>
              </a:rPr>
              <a:t>Bright Blue 07</a:t>
            </a:r>
          </a:p>
        </p:txBody>
      </p:sp>
      <p:sp>
        <p:nvSpPr>
          <p:cNvPr id="24" name="TextBox 23">
            <a:extLst>
              <a:ext uri="{FF2B5EF4-FFF2-40B4-BE49-F238E27FC236}">
                <a16:creationId xmlns:a16="http://schemas.microsoft.com/office/drawing/2014/main" id="{09B4155F-589F-2C52-5A55-C72E28D90898}"/>
              </a:ext>
            </a:extLst>
          </p:cNvPr>
          <p:cNvSpPr txBox="1"/>
          <p:nvPr/>
        </p:nvSpPr>
        <p:spPr>
          <a:xfrm>
            <a:off x="4086000" y="3276000"/>
            <a:ext cx="541672" cy="114864"/>
          </a:xfrm>
          <a:prstGeom prst="rect">
            <a:avLst/>
          </a:prstGeom>
          <a:noFill/>
        </p:spPr>
        <p:txBody>
          <a:bodyPr wrap="none" lIns="0" tIns="0" rIns="0" bIns="0" rtlCol="0">
            <a:noAutofit/>
          </a:bodyPr>
          <a:lstStyle/>
          <a:p>
            <a:pPr algn="l">
              <a:lnSpc>
                <a:spcPct val="101000"/>
              </a:lnSpc>
              <a:spcAft>
                <a:spcPts val="600"/>
              </a:spcAft>
            </a:pPr>
            <a:r>
              <a:rPr kumimoji="0" lang="en-CR" sz="800" i="0" u="none" strike="noStrike" kern="1200" cap="none" spc="0" normalizeH="0" baseline="0" noProof="0">
                <a:ln>
                  <a:noFill/>
                </a:ln>
                <a:solidFill>
                  <a:srgbClr val="000000"/>
                </a:solidFill>
                <a:effectLst/>
                <a:uLnTx/>
                <a:uFillTx/>
                <a:ea typeface="GT America Regular" charset="0"/>
                <a:cs typeface="GT America Regular" charset="0"/>
              </a:rPr>
              <a:t>Yellow 05</a:t>
            </a:r>
          </a:p>
        </p:txBody>
      </p:sp>
      <p:sp>
        <p:nvSpPr>
          <p:cNvPr id="25" name="TextBox 24">
            <a:extLst>
              <a:ext uri="{FF2B5EF4-FFF2-40B4-BE49-F238E27FC236}">
                <a16:creationId xmlns:a16="http://schemas.microsoft.com/office/drawing/2014/main" id="{19DCF852-0716-B826-33E6-EABBE89737F9}"/>
              </a:ext>
            </a:extLst>
          </p:cNvPr>
          <p:cNvSpPr txBox="1"/>
          <p:nvPr/>
        </p:nvSpPr>
        <p:spPr>
          <a:xfrm>
            <a:off x="4888800" y="3276000"/>
            <a:ext cx="541672" cy="114864"/>
          </a:xfrm>
          <a:prstGeom prst="rect">
            <a:avLst/>
          </a:prstGeom>
          <a:noFill/>
        </p:spPr>
        <p:txBody>
          <a:bodyPr wrap="none" lIns="0" tIns="0" rIns="0" bIns="0" rtlCol="0">
            <a:noAutofit/>
          </a:bodyPr>
          <a:lstStyle/>
          <a:p>
            <a:pPr algn="l">
              <a:lnSpc>
                <a:spcPct val="101000"/>
              </a:lnSpc>
              <a:spcAft>
                <a:spcPts val="600"/>
              </a:spcAft>
            </a:pPr>
            <a:r>
              <a:rPr kumimoji="0" lang="en-CR" sz="800" i="0" u="none" strike="noStrike" kern="1200" cap="none" spc="0" normalizeH="0" baseline="0" noProof="0">
                <a:ln>
                  <a:noFill/>
                </a:ln>
                <a:solidFill>
                  <a:srgbClr val="000000"/>
                </a:solidFill>
                <a:effectLst/>
                <a:uLnTx/>
                <a:uFillTx/>
                <a:ea typeface="GT America Regular" charset="0"/>
                <a:cs typeface="GT America Regular" charset="0"/>
              </a:rPr>
              <a:t>Purple 10</a:t>
            </a:r>
          </a:p>
        </p:txBody>
      </p:sp>
      <p:sp>
        <p:nvSpPr>
          <p:cNvPr id="26" name="TextBox 25">
            <a:extLst>
              <a:ext uri="{FF2B5EF4-FFF2-40B4-BE49-F238E27FC236}">
                <a16:creationId xmlns:a16="http://schemas.microsoft.com/office/drawing/2014/main" id="{B18EE59C-071C-827E-5CB7-E909AF5F5C3A}"/>
              </a:ext>
            </a:extLst>
          </p:cNvPr>
          <p:cNvSpPr txBox="1"/>
          <p:nvPr/>
        </p:nvSpPr>
        <p:spPr>
          <a:xfrm>
            <a:off x="669600" y="3960000"/>
            <a:ext cx="660437" cy="123111"/>
          </a:xfrm>
          <a:prstGeom prst="rect">
            <a:avLst/>
          </a:prstGeom>
          <a:noFill/>
        </p:spPr>
        <p:txBody>
          <a:bodyPr wrap="none" lIns="0" tIns="0" rIns="0" bIns="0" rtlCol="0">
            <a:spAutoFit/>
          </a:bodyPr>
          <a:lstStyle/>
          <a:p>
            <a:r>
              <a:rPr lang="en-US" sz="800">
                <a:effectLst/>
                <a:ea typeface="GT America Regular" pitchFamily="2" charset="77"/>
                <a:cs typeface="GT America Regular" pitchFamily="2" charset="77"/>
              </a:rPr>
              <a:t>Bright Blue 07</a:t>
            </a:r>
          </a:p>
        </p:txBody>
      </p:sp>
      <p:sp>
        <p:nvSpPr>
          <p:cNvPr id="141" name="Rectangle 140">
            <a:extLst>
              <a:ext uri="{FF2B5EF4-FFF2-40B4-BE49-F238E27FC236}">
                <a16:creationId xmlns:a16="http://schemas.microsoft.com/office/drawing/2014/main" id="{A356F55D-57B7-2852-8AEF-B27133385AF3}"/>
              </a:ext>
            </a:extLst>
          </p:cNvPr>
          <p:cNvSpPr/>
          <p:nvPr/>
        </p:nvSpPr>
        <p:spPr>
          <a:xfrm>
            <a:off x="669600" y="3708000"/>
            <a:ext cx="720000" cy="216000"/>
          </a:xfrm>
          <a:prstGeom prst="rect">
            <a:avLst/>
          </a:prstGeom>
          <a:solidFill>
            <a:srgbClr val="005E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a:p>
        </p:txBody>
      </p:sp>
      <p:sp>
        <p:nvSpPr>
          <p:cNvPr id="142" name="Rectangle 141">
            <a:extLst>
              <a:ext uri="{FF2B5EF4-FFF2-40B4-BE49-F238E27FC236}">
                <a16:creationId xmlns:a16="http://schemas.microsoft.com/office/drawing/2014/main" id="{3B340409-3FBC-CEE7-7BA9-8BF286D2AA20}"/>
              </a:ext>
            </a:extLst>
          </p:cNvPr>
          <p:cNvSpPr/>
          <p:nvPr/>
        </p:nvSpPr>
        <p:spPr>
          <a:xfrm>
            <a:off x="1465200" y="3708000"/>
            <a:ext cx="720000" cy="216000"/>
          </a:xfrm>
          <a:prstGeom prst="rect">
            <a:avLst/>
          </a:prstGeom>
          <a:solidFill>
            <a:srgbClr val="CC006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a:p>
        </p:txBody>
      </p:sp>
      <p:sp>
        <p:nvSpPr>
          <p:cNvPr id="153" name="Rectangle 152">
            <a:extLst>
              <a:ext uri="{FF2B5EF4-FFF2-40B4-BE49-F238E27FC236}">
                <a16:creationId xmlns:a16="http://schemas.microsoft.com/office/drawing/2014/main" id="{978AAE51-87D5-8192-90C2-B0F09BC115C1}"/>
              </a:ext>
            </a:extLst>
          </p:cNvPr>
          <p:cNvSpPr/>
          <p:nvPr/>
        </p:nvSpPr>
        <p:spPr>
          <a:xfrm>
            <a:off x="2260800" y="3708000"/>
            <a:ext cx="720000" cy="216000"/>
          </a:xfrm>
          <a:prstGeom prst="rect">
            <a:avLst/>
          </a:prstGeom>
          <a:solidFill>
            <a:srgbClr val="2A431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a:p>
        </p:txBody>
      </p:sp>
      <p:sp>
        <p:nvSpPr>
          <p:cNvPr id="36" name="TextBox 35">
            <a:extLst>
              <a:ext uri="{FF2B5EF4-FFF2-40B4-BE49-F238E27FC236}">
                <a16:creationId xmlns:a16="http://schemas.microsoft.com/office/drawing/2014/main" id="{69F21876-4DCB-F7E3-DE14-392465593528}"/>
              </a:ext>
            </a:extLst>
          </p:cNvPr>
          <p:cNvSpPr txBox="1"/>
          <p:nvPr/>
        </p:nvSpPr>
        <p:spPr>
          <a:xfrm>
            <a:off x="669600" y="3528000"/>
            <a:ext cx="839974" cy="118559"/>
          </a:xfrm>
          <a:prstGeom prst="rect">
            <a:avLst/>
          </a:prstGeom>
          <a:noFill/>
        </p:spPr>
        <p:txBody>
          <a:bodyPr wrap="none" lIns="0" tIns="0" rIns="0" bIns="0" rtlCol="0">
            <a:spAutoFit/>
          </a:bodyPr>
          <a:lstStyle/>
          <a:p>
            <a:pPr algn="l">
              <a:lnSpc>
                <a:spcPct val="101000"/>
              </a:lnSpc>
              <a:spcAft>
                <a:spcPts val="600"/>
              </a:spcAft>
            </a:pPr>
            <a:r>
              <a:rPr kumimoji="0" lang="en-CR" sz="800" b="1" i="0" u="none" strike="noStrike" kern="1200" cap="none" spc="0" normalizeH="0" baseline="0" noProof="0">
                <a:ln>
                  <a:noFill/>
                </a:ln>
                <a:solidFill>
                  <a:srgbClr val="000000"/>
                </a:solidFill>
                <a:effectLst/>
                <a:uLnTx/>
                <a:uFillTx/>
                <a:ea typeface="GT America Regular" charset="0"/>
                <a:cs typeface="GT America Regular" charset="0"/>
              </a:rPr>
              <a:t>COMBINATION 5</a:t>
            </a:r>
          </a:p>
        </p:txBody>
      </p:sp>
      <p:sp>
        <p:nvSpPr>
          <p:cNvPr id="27" name="TextBox 26">
            <a:extLst>
              <a:ext uri="{FF2B5EF4-FFF2-40B4-BE49-F238E27FC236}">
                <a16:creationId xmlns:a16="http://schemas.microsoft.com/office/drawing/2014/main" id="{F020506C-8389-C335-929A-18FE5AC866B3}"/>
              </a:ext>
            </a:extLst>
          </p:cNvPr>
          <p:cNvSpPr txBox="1"/>
          <p:nvPr/>
        </p:nvSpPr>
        <p:spPr>
          <a:xfrm>
            <a:off x="1465200" y="3960000"/>
            <a:ext cx="541672" cy="114864"/>
          </a:xfrm>
          <a:prstGeom prst="rect">
            <a:avLst/>
          </a:prstGeom>
          <a:noFill/>
        </p:spPr>
        <p:txBody>
          <a:bodyPr wrap="none" lIns="0" tIns="0" rIns="0" bIns="0" rtlCol="0">
            <a:noAutofit/>
          </a:bodyPr>
          <a:lstStyle/>
          <a:p>
            <a:pPr algn="l">
              <a:lnSpc>
                <a:spcPct val="101000"/>
              </a:lnSpc>
              <a:spcAft>
                <a:spcPts val="600"/>
              </a:spcAft>
            </a:pPr>
            <a:r>
              <a:rPr kumimoji="0" lang="en-CR" sz="800" i="0" u="none" strike="noStrike" kern="1200" cap="none" spc="0" normalizeH="0" baseline="0" noProof="0">
                <a:ln>
                  <a:noFill/>
                </a:ln>
                <a:solidFill>
                  <a:srgbClr val="000000"/>
                </a:solidFill>
                <a:effectLst/>
                <a:uLnTx/>
                <a:uFillTx/>
                <a:ea typeface="GT America Regular" charset="0"/>
                <a:cs typeface="GT America Regular" charset="0"/>
              </a:rPr>
              <a:t>Magenta 08</a:t>
            </a:r>
          </a:p>
        </p:txBody>
      </p:sp>
      <p:sp>
        <p:nvSpPr>
          <p:cNvPr id="28" name="TextBox 27">
            <a:extLst>
              <a:ext uri="{FF2B5EF4-FFF2-40B4-BE49-F238E27FC236}">
                <a16:creationId xmlns:a16="http://schemas.microsoft.com/office/drawing/2014/main" id="{23367BFD-CB98-CCE9-CBC7-58C6B8AAEE20}"/>
              </a:ext>
            </a:extLst>
          </p:cNvPr>
          <p:cNvSpPr txBox="1"/>
          <p:nvPr/>
        </p:nvSpPr>
        <p:spPr>
          <a:xfrm>
            <a:off x="2260800" y="3960000"/>
            <a:ext cx="541672" cy="114864"/>
          </a:xfrm>
          <a:prstGeom prst="rect">
            <a:avLst/>
          </a:prstGeom>
          <a:noFill/>
        </p:spPr>
        <p:txBody>
          <a:bodyPr wrap="none" lIns="0" tIns="0" rIns="0" bIns="0" rtlCol="0">
            <a:noAutofit/>
          </a:bodyPr>
          <a:lstStyle/>
          <a:p>
            <a:pPr algn="l">
              <a:lnSpc>
                <a:spcPct val="101000"/>
              </a:lnSpc>
              <a:spcAft>
                <a:spcPts val="600"/>
              </a:spcAft>
            </a:pPr>
            <a:r>
              <a:rPr kumimoji="0" lang="en-CR" sz="800" i="0" u="none" strike="noStrike" kern="1200" cap="none" spc="0" normalizeH="0" baseline="0" noProof="0">
                <a:ln>
                  <a:noFill/>
                </a:ln>
                <a:solidFill>
                  <a:srgbClr val="000000"/>
                </a:solidFill>
                <a:effectLst/>
                <a:uLnTx/>
                <a:uFillTx/>
                <a:ea typeface="GT America Regular" charset="0"/>
                <a:cs typeface="GT America Regular" charset="0"/>
              </a:rPr>
              <a:t>Green 10</a:t>
            </a:r>
          </a:p>
        </p:txBody>
      </p:sp>
      <p:sp>
        <p:nvSpPr>
          <p:cNvPr id="44" name="TextBox 43">
            <a:extLst>
              <a:ext uri="{FF2B5EF4-FFF2-40B4-BE49-F238E27FC236}">
                <a16:creationId xmlns:a16="http://schemas.microsoft.com/office/drawing/2014/main" id="{9DD168A5-2E1A-96E0-F2AB-B73C3BB3F941}"/>
              </a:ext>
            </a:extLst>
          </p:cNvPr>
          <p:cNvSpPr txBox="1"/>
          <p:nvPr/>
        </p:nvSpPr>
        <p:spPr>
          <a:xfrm>
            <a:off x="1594704" y="2963688"/>
            <a:ext cx="0" cy="0"/>
          </a:xfrm>
          <a:prstGeom prst="rect">
            <a:avLst/>
          </a:prstGeom>
          <a:noFill/>
        </p:spPr>
        <p:txBody>
          <a:bodyPr wrap="none" lIns="0" tIns="0" rIns="0" bIns="0" rtlCol="0">
            <a:noAutofit/>
          </a:bodyPr>
          <a:lstStyle/>
          <a:p>
            <a:pPr marL="285750" indent="-285750" algn="l">
              <a:lnSpc>
                <a:spcPct val="101000"/>
              </a:lnSpc>
              <a:spcAft>
                <a:spcPts val="600"/>
              </a:spcAft>
              <a:buFont typeface="GT America" charset="0"/>
              <a:buChar char="→"/>
            </a:pPr>
            <a:endParaRPr kumimoji="0" lang="en-CR" sz="1400" b="0" i="0" u="none" strike="noStrike" kern="1200" cap="none" spc="0" normalizeH="0" baseline="0" noProof="0" err="1">
              <a:ln>
                <a:noFill/>
              </a:ln>
              <a:solidFill>
                <a:srgbClr val="000000"/>
              </a:solidFill>
              <a:effectLst/>
              <a:uLnTx/>
              <a:uFillTx/>
              <a:latin typeface="GT America Regular"/>
              <a:ea typeface="GT America Regular" charset="0"/>
              <a:cs typeface="GT America Regular" charset="0"/>
            </a:endParaRPr>
          </a:p>
        </p:txBody>
      </p:sp>
      <p:sp>
        <p:nvSpPr>
          <p:cNvPr id="138" name="Rectangle 137">
            <a:extLst>
              <a:ext uri="{FF2B5EF4-FFF2-40B4-BE49-F238E27FC236}">
                <a16:creationId xmlns:a16="http://schemas.microsoft.com/office/drawing/2014/main" id="{4F597E32-330A-A8DC-40A5-06CB816A4250}"/>
              </a:ext>
            </a:extLst>
          </p:cNvPr>
          <p:cNvSpPr/>
          <p:nvPr/>
        </p:nvSpPr>
        <p:spPr>
          <a:xfrm>
            <a:off x="669600" y="3024000"/>
            <a:ext cx="720000" cy="216000"/>
          </a:xfrm>
          <a:prstGeom prst="rect">
            <a:avLst/>
          </a:prstGeom>
          <a:solidFill>
            <a:srgbClr val="005E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a:p>
        </p:txBody>
      </p:sp>
      <p:sp>
        <p:nvSpPr>
          <p:cNvPr id="139" name="Rectangle 138">
            <a:extLst>
              <a:ext uri="{FF2B5EF4-FFF2-40B4-BE49-F238E27FC236}">
                <a16:creationId xmlns:a16="http://schemas.microsoft.com/office/drawing/2014/main" id="{0B72392E-023E-6063-12E9-5931ED4364A3}"/>
              </a:ext>
            </a:extLst>
          </p:cNvPr>
          <p:cNvSpPr/>
          <p:nvPr/>
        </p:nvSpPr>
        <p:spPr>
          <a:xfrm>
            <a:off x="1472400" y="3024000"/>
            <a:ext cx="720000" cy="216000"/>
          </a:xfrm>
          <a:prstGeom prst="rect">
            <a:avLst/>
          </a:prstGeom>
          <a:solidFill>
            <a:srgbClr val="5EB6B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a:p>
        </p:txBody>
      </p:sp>
      <p:sp>
        <p:nvSpPr>
          <p:cNvPr id="140" name="Rectangle 139">
            <a:extLst>
              <a:ext uri="{FF2B5EF4-FFF2-40B4-BE49-F238E27FC236}">
                <a16:creationId xmlns:a16="http://schemas.microsoft.com/office/drawing/2014/main" id="{AFC1AEF5-91F0-97DA-5387-A30D5849B2B5}"/>
              </a:ext>
            </a:extLst>
          </p:cNvPr>
          <p:cNvSpPr/>
          <p:nvPr/>
        </p:nvSpPr>
        <p:spPr>
          <a:xfrm>
            <a:off x="2275200" y="3024000"/>
            <a:ext cx="720000" cy="216000"/>
          </a:xfrm>
          <a:prstGeom prst="rect">
            <a:avLst/>
          </a:prstGeom>
          <a:solidFill>
            <a:srgbClr val="C6480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a:p>
        </p:txBody>
      </p:sp>
      <p:sp>
        <p:nvSpPr>
          <p:cNvPr id="33" name="TextBox 32">
            <a:extLst>
              <a:ext uri="{FF2B5EF4-FFF2-40B4-BE49-F238E27FC236}">
                <a16:creationId xmlns:a16="http://schemas.microsoft.com/office/drawing/2014/main" id="{8E8B7CD2-3745-7F03-B4CB-AE90D283F609}"/>
              </a:ext>
            </a:extLst>
          </p:cNvPr>
          <p:cNvSpPr txBox="1"/>
          <p:nvPr/>
        </p:nvSpPr>
        <p:spPr>
          <a:xfrm>
            <a:off x="669600" y="2844000"/>
            <a:ext cx="841577" cy="118559"/>
          </a:xfrm>
          <a:prstGeom prst="rect">
            <a:avLst/>
          </a:prstGeom>
          <a:noFill/>
        </p:spPr>
        <p:txBody>
          <a:bodyPr wrap="none" lIns="0" tIns="0" rIns="0" bIns="0" rtlCol="0">
            <a:spAutoFit/>
          </a:bodyPr>
          <a:lstStyle/>
          <a:p>
            <a:pPr algn="l">
              <a:lnSpc>
                <a:spcPct val="101000"/>
              </a:lnSpc>
              <a:spcAft>
                <a:spcPts val="600"/>
              </a:spcAft>
            </a:pPr>
            <a:r>
              <a:rPr kumimoji="0" lang="en-CR" sz="800" b="1" i="0" u="none" strike="noStrike" kern="1200" cap="none" spc="0" normalizeH="0" baseline="0" noProof="0">
                <a:ln>
                  <a:noFill/>
                </a:ln>
                <a:solidFill>
                  <a:srgbClr val="000000"/>
                </a:solidFill>
                <a:effectLst/>
                <a:uLnTx/>
                <a:uFillTx/>
                <a:ea typeface="GT America Regular" charset="0"/>
                <a:cs typeface="GT America Regular" charset="0"/>
              </a:rPr>
              <a:t>COMBINATION 3</a:t>
            </a:r>
          </a:p>
        </p:txBody>
      </p:sp>
      <p:sp>
        <p:nvSpPr>
          <p:cNvPr id="29" name="TextBox 28">
            <a:extLst>
              <a:ext uri="{FF2B5EF4-FFF2-40B4-BE49-F238E27FC236}">
                <a16:creationId xmlns:a16="http://schemas.microsoft.com/office/drawing/2014/main" id="{B3ED7FD1-0EFE-5130-6EE5-C767855A4CF9}"/>
              </a:ext>
            </a:extLst>
          </p:cNvPr>
          <p:cNvSpPr txBox="1"/>
          <p:nvPr/>
        </p:nvSpPr>
        <p:spPr>
          <a:xfrm>
            <a:off x="669600" y="3276000"/>
            <a:ext cx="731058" cy="107881"/>
          </a:xfrm>
          <a:prstGeom prst="rect">
            <a:avLst/>
          </a:prstGeom>
          <a:noFill/>
        </p:spPr>
        <p:txBody>
          <a:bodyPr wrap="none" lIns="0" tIns="0" rIns="0" bIns="0" rtlCol="0">
            <a:noAutofit/>
          </a:bodyPr>
          <a:lstStyle/>
          <a:p>
            <a:r>
              <a:rPr lang="en-US" sz="800">
                <a:effectLst/>
                <a:ea typeface="GT America Regular" pitchFamily="2" charset="77"/>
                <a:cs typeface="GT America Regular" pitchFamily="2" charset="77"/>
              </a:rPr>
              <a:t>Bright Blue 07</a:t>
            </a:r>
          </a:p>
        </p:txBody>
      </p:sp>
      <p:sp>
        <p:nvSpPr>
          <p:cNvPr id="30" name="TextBox 29">
            <a:extLst>
              <a:ext uri="{FF2B5EF4-FFF2-40B4-BE49-F238E27FC236}">
                <a16:creationId xmlns:a16="http://schemas.microsoft.com/office/drawing/2014/main" id="{D4068A0B-5DC9-8A1A-E446-9BCC29430267}"/>
              </a:ext>
            </a:extLst>
          </p:cNvPr>
          <p:cNvSpPr txBox="1"/>
          <p:nvPr/>
        </p:nvSpPr>
        <p:spPr>
          <a:xfrm>
            <a:off x="1472400" y="3276000"/>
            <a:ext cx="541672" cy="114864"/>
          </a:xfrm>
          <a:prstGeom prst="rect">
            <a:avLst/>
          </a:prstGeom>
          <a:noFill/>
        </p:spPr>
        <p:txBody>
          <a:bodyPr wrap="none" lIns="0" tIns="0" rIns="0" bIns="0" rtlCol="0">
            <a:noAutofit/>
          </a:bodyPr>
          <a:lstStyle/>
          <a:p>
            <a:pPr algn="l">
              <a:lnSpc>
                <a:spcPct val="101000"/>
              </a:lnSpc>
              <a:spcAft>
                <a:spcPts val="600"/>
              </a:spcAft>
            </a:pPr>
            <a:r>
              <a:rPr kumimoji="0" lang="en-CR" sz="800" i="0" u="none" strike="noStrike" kern="1200" cap="none" spc="0" normalizeH="0" baseline="0" noProof="0">
                <a:ln>
                  <a:noFill/>
                </a:ln>
                <a:solidFill>
                  <a:srgbClr val="000000"/>
                </a:solidFill>
                <a:effectLst/>
                <a:uLnTx/>
                <a:uFillTx/>
                <a:ea typeface="GT America Regular" charset="0"/>
                <a:cs typeface="GT America Regular" charset="0"/>
              </a:rPr>
              <a:t>Teal 04</a:t>
            </a:r>
          </a:p>
        </p:txBody>
      </p:sp>
      <p:sp>
        <p:nvSpPr>
          <p:cNvPr id="31" name="TextBox 30">
            <a:extLst>
              <a:ext uri="{FF2B5EF4-FFF2-40B4-BE49-F238E27FC236}">
                <a16:creationId xmlns:a16="http://schemas.microsoft.com/office/drawing/2014/main" id="{081E06AA-51C0-70D7-CD23-2C75C1ACE498}"/>
              </a:ext>
            </a:extLst>
          </p:cNvPr>
          <p:cNvSpPr txBox="1"/>
          <p:nvPr/>
        </p:nvSpPr>
        <p:spPr>
          <a:xfrm>
            <a:off x="2275200" y="3276000"/>
            <a:ext cx="541672" cy="114864"/>
          </a:xfrm>
          <a:prstGeom prst="rect">
            <a:avLst/>
          </a:prstGeom>
          <a:noFill/>
        </p:spPr>
        <p:txBody>
          <a:bodyPr wrap="none" lIns="0" tIns="0" rIns="0" bIns="0" rtlCol="0">
            <a:noAutofit/>
          </a:bodyPr>
          <a:lstStyle/>
          <a:p>
            <a:pPr algn="l">
              <a:lnSpc>
                <a:spcPct val="101000"/>
              </a:lnSpc>
              <a:spcAft>
                <a:spcPts val="600"/>
              </a:spcAft>
            </a:pPr>
            <a:r>
              <a:rPr kumimoji="0" lang="en-CR" sz="800" i="0" u="none" strike="noStrike" kern="1200" cap="none" spc="0" normalizeH="0" baseline="0" noProof="0">
                <a:ln>
                  <a:noFill/>
                </a:ln>
                <a:solidFill>
                  <a:srgbClr val="000000"/>
                </a:solidFill>
                <a:effectLst/>
                <a:uLnTx/>
                <a:uFillTx/>
                <a:ea typeface="GT America Regular" charset="0"/>
                <a:cs typeface="GT America Regular" charset="0"/>
              </a:rPr>
              <a:t>Orange 07</a:t>
            </a:r>
          </a:p>
        </p:txBody>
      </p:sp>
      <p:sp>
        <p:nvSpPr>
          <p:cNvPr id="154" name="Rectangle 153">
            <a:extLst>
              <a:ext uri="{FF2B5EF4-FFF2-40B4-BE49-F238E27FC236}">
                <a16:creationId xmlns:a16="http://schemas.microsoft.com/office/drawing/2014/main" id="{64DEE24C-E049-ADD7-714D-784A089E7E56}"/>
              </a:ext>
            </a:extLst>
          </p:cNvPr>
          <p:cNvSpPr/>
          <p:nvPr/>
        </p:nvSpPr>
        <p:spPr>
          <a:xfrm>
            <a:off x="3283200" y="3708000"/>
            <a:ext cx="720000" cy="21600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a:p>
        </p:txBody>
      </p:sp>
      <p:sp>
        <p:nvSpPr>
          <p:cNvPr id="155" name="Rectangle 154">
            <a:extLst>
              <a:ext uri="{FF2B5EF4-FFF2-40B4-BE49-F238E27FC236}">
                <a16:creationId xmlns:a16="http://schemas.microsoft.com/office/drawing/2014/main" id="{23C6BEFA-9CC8-E822-E0F1-EB44C01AE163}"/>
              </a:ext>
            </a:extLst>
          </p:cNvPr>
          <p:cNvSpPr/>
          <p:nvPr/>
        </p:nvSpPr>
        <p:spPr>
          <a:xfrm>
            <a:off x="4874400" y="3708000"/>
            <a:ext cx="720000" cy="216000"/>
          </a:xfrm>
          <a:prstGeom prst="rect">
            <a:avLst/>
          </a:prstGeom>
          <a:solidFill>
            <a:srgbClr val="5C068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a:p>
        </p:txBody>
      </p:sp>
      <p:sp>
        <p:nvSpPr>
          <p:cNvPr id="156" name="TextBox 155">
            <a:extLst>
              <a:ext uri="{FF2B5EF4-FFF2-40B4-BE49-F238E27FC236}">
                <a16:creationId xmlns:a16="http://schemas.microsoft.com/office/drawing/2014/main" id="{936FC817-2A38-CE51-04F0-8938CDD7F08D}"/>
              </a:ext>
            </a:extLst>
          </p:cNvPr>
          <p:cNvSpPr txBox="1"/>
          <p:nvPr/>
        </p:nvSpPr>
        <p:spPr>
          <a:xfrm>
            <a:off x="3283200" y="3528000"/>
            <a:ext cx="841577" cy="118559"/>
          </a:xfrm>
          <a:prstGeom prst="rect">
            <a:avLst/>
          </a:prstGeom>
          <a:noFill/>
        </p:spPr>
        <p:txBody>
          <a:bodyPr wrap="none" lIns="0" tIns="0" rIns="0" bIns="0" rtlCol="0">
            <a:spAutoFit/>
          </a:bodyPr>
          <a:lstStyle/>
          <a:p>
            <a:pPr algn="l">
              <a:lnSpc>
                <a:spcPct val="101000"/>
              </a:lnSpc>
              <a:spcAft>
                <a:spcPts val="600"/>
              </a:spcAft>
            </a:pPr>
            <a:r>
              <a:rPr kumimoji="0" lang="en-CR" sz="800" b="1" i="0" u="none" strike="noStrike" kern="1200" cap="none" spc="0" normalizeH="0" baseline="0" noProof="0">
                <a:ln>
                  <a:noFill/>
                </a:ln>
                <a:solidFill>
                  <a:srgbClr val="000000"/>
                </a:solidFill>
                <a:effectLst/>
                <a:uLnTx/>
                <a:uFillTx/>
                <a:ea typeface="GT America Regular" charset="0"/>
                <a:cs typeface="GT America Regular" charset="0"/>
              </a:rPr>
              <a:t>COMBINATION </a:t>
            </a:r>
            <a:r>
              <a:rPr lang="en-CR" sz="800" b="1">
                <a:solidFill>
                  <a:srgbClr val="000000"/>
                </a:solidFill>
                <a:ea typeface="GT America Regular" charset="0"/>
                <a:cs typeface="GT America Regular" charset="0"/>
              </a:rPr>
              <a:t>6</a:t>
            </a:r>
            <a:endParaRPr kumimoji="0" lang="en-CR" sz="800" b="1" i="0" u="none" strike="noStrike" kern="1200" cap="none" spc="0" normalizeH="0" baseline="0" noProof="0">
              <a:ln>
                <a:noFill/>
              </a:ln>
              <a:solidFill>
                <a:srgbClr val="000000"/>
              </a:solidFill>
              <a:effectLst/>
              <a:uLnTx/>
              <a:uFillTx/>
              <a:ea typeface="GT America Regular" charset="0"/>
              <a:cs typeface="GT America Regular" charset="0"/>
            </a:endParaRPr>
          </a:p>
        </p:txBody>
      </p:sp>
      <p:sp>
        <p:nvSpPr>
          <p:cNvPr id="157" name="Rectangle 156">
            <a:extLst>
              <a:ext uri="{FF2B5EF4-FFF2-40B4-BE49-F238E27FC236}">
                <a16:creationId xmlns:a16="http://schemas.microsoft.com/office/drawing/2014/main" id="{D0CDD61F-428B-AEDA-CFEE-48BD47C312F4}"/>
              </a:ext>
            </a:extLst>
          </p:cNvPr>
          <p:cNvSpPr/>
          <p:nvPr/>
        </p:nvSpPr>
        <p:spPr>
          <a:xfrm>
            <a:off x="4078800" y="3708000"/>
            <a:ext cx="720000" cy="216000"/>
          </a:xfrm>
          <a:prstGeom prst="rect">
            <a:avLst/>
          </a:prstGeom>
          <a:solidFill>
            <a:srgbClr val="D73B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a:p>
        </p:txBody>
      </p:sp>
      <p:sp>
        <p:nvSpPr>
          <p:cNvPr id="37" name="TextBox 36">
            <a:extLst>
              <a:ext uri="{FF2B5EF4-FFF2-40B4-BE49-F238E27FC236}">
                <a16:creationId xmlns:a16="http://schemas.microsoft.com/office/drawing/2014/main" id="{66F597D9-E7EC-5862-D4BF-7F24B0BA09A9}"/>
              </a:ext>
            </a:extLst>
          </p:cNvPr>
          <p:cNvSpPr txBox="1"/>
          <p:nvPr/>
        </p:nvSpPr>
        <p:spPr>
          <a:xfrm>
            <a:off x="3283200" y="3960000"/>
            <a:ext cx="660437" cy="123111"/>
          </a:xfrm>
          <a:prstGeom prst="rect">
            <a:avLst/>
          </a:prstGeom>
          <a:noFill/>
        </p:spPr>
        <p:txBody>
          <a:bodyPr wrap="none" lIns="0" tIns="0" rIns="0" bIns="0" rtlCol="0">
            <a:spAutoFit/>
          </a:bodyPr>
          <a:lstStyle/>
          <a:p>
            <a:r>
              <a:rPr lang="en-US" sz="800">
                <a:effectLst/>
                <a:ea typeface="GT America Regular" pitchFamily="2" charset="77"/>
                <a:cs typeface="GT America Regular" pitchFamily="2" charset="77"/>
              </a:rPr>
              <a:t>Bright Blue 07</a:t>
            </a:r>
          </a:p>
        </p:txBody>
      </p:sp>
      <p:sp>
        <p:nvSpPr>
          <p:cNvPr id="38" name="TextBox 37">
            <a:extLst>
              <a:ext uri="{FF2B5EF4-FFF2-40B4-BE49-F238E27FC236}">
                <a16:creationId xmlns:a16="http://schemas.microsoft.com/office/drawing/2014/main" id="{F031C0E6-6C96-28A5-9E48-23532A4FF647}"/>
              </a:ext>
            </a:extLst>
          </p:cNvPr>
          <p:cNvSpPr txBox="1"/>
          <p:nvPr/>
        </p:nvSpPr>
        <p:spPr>
          <a:xfrm>
            <a:off x="4078800" y="3960000"/>
            <a:ext cx="541672" cy="114864"/>
          </a:xfrm>
          <a:prstGeom prst="rect">
            <a:avLst/>
          </a:prstGeom>
          <a:noFill/>
        </p:spPr>
        <p:txBody>
          <a:bodyPr wrap="none" lIns="0" tIns="0" rIns="0" bIns="0" rtlCol="0">
            <a:noAutofit/>
          </a:bodyPr>
          <a:lstStyle/>
          <a:p>
            <a:pPr algn="l">
              <a:lnSpc>
                <a:spcPct val="101000"/>
              </a:lnSpc>
              <a:spcAft>
                <a:spcPts val="600"/>
              </a:spcAft>
            </a:pPr>
            <a:r>
              <a:rPr kumimoji="0" lang="en-CR" sz="800" i="0" u="none" strike="noStrike" kern="1200" cap="none" spc="0" normalizeH="0" baseline="0" noProof="0">
                <a:ln>
                  <a:noFill/>
                </a:ln>
                <a:solidFill>
                  <a:srgbClr val="000000"/>
                </a:solidFill>
                <a:effectLst/>
                <a:uLnTx/>
                <a:uFillTx/>
                <a:ea typeface="GT America Regular" charset="0"/>
                <a:cs typeface="GT America Regular" charset="0"/>
              </a:rPr>
              <a:t>Orange 07</a:t>
            </a:r>
          </a:p>
        </p:txBody>
      </p:sp>
      <p:sp>
        <p:nvSpPr>
          <p:cNvPr id="40" name="TextBox 39">
            <a:extLst>
              <a:ext uri="{FF2B5EF4-FFF2-40B4-BE49-F238E27FC236}">
                <a16:creationId xmlns:a16="http://schemas.microsoft.com/office/drawing/2014/main" id="{50770F2A-0339-9301-93B3-B73CBD76E8BA}"/>
              </a:ext>
            </a:extLst>
          </p:cNvPr>
          <p:cNvSpPr txBox="1"/>
          <p:nvPr/>
        </p:nvSpPr>
        <p:spPr>
          <a:xfrm>
            <a:off x="4874400" y="3960000"/>
            <a:ext cx="541672" cy="114864"/>
          </a:xfrm>
          <a:prstGeom prst="rect">
            <a:avLst/>
          </a:prstGeom>
          <a:noFill/>
        </p:spPr>
        <p:txBody>
          <a:bodyPr wrap="none" lIns="0" tIns="0" rIns="0" bIns="0" rtlCol="0">
            <a:noAutofit/>
          </a:bodyPr>
          <a:lstStyle/>
          <a:p>
            <a:pPr algn="l">
              <a:lnSpc>
                <a:spcPct val="101000"/>
              </a:lnSpc>
              <a:spcAft>
                <a:spcPts val="600"/>
              </a:spcAft>
            </a:pPr>
            <a:r>
              <a:rPr kumimoji="0" lang="en-CR" sz="800" i="0" u="none" strike="noStrike" kern="1200" cap="none" spc="0" normalizeH="0" baseline="0" noProof="0">
                <a:ln>
                  <a:noFill/>
                </a:ln>
                <a:solidFill>
                  <a:srgbClr val="000000"/>
                </a:solidFill>
                <a:effectLst/>
                <a:uLnTx/>
                <a:uFillTx/>
                <a:ea typeface="GT America Regular" charset="0"/>
                <a:cs typeface="GT America Regular" charset="0"/>
              </a:rPr>
              <a:t>Purple 10</a:t>
            </a:r>
          </a:p>
        </p:txBody>
      </p:sp>
      <p:sp>
        <p:nvSpPr>
          <p:cNvPr id="134" name="Rectangle 133">
            <a:extLst>
              <a:ext uri="{FF2B5EF4-FFF2-40B4-BE49-F238E27FC236}">
                <a16:creationId xmlns:a16="http://schemas.microsoft.com/office/drawing/2014/main" id="{6B7B404D-4907-7C80-5919-0DF1791DC2ED}"/>
              </a:ext>
            </a:extLst>
          </p:cNvPr>
          <p:cNvSpPr/>
          <p:nvPr/>
        </p:nvSpPr>
        <p:spPr>
          <a:xfrm>
            <a:off x="669600" y="2340000"/>
            <a:ext cx="720000" cy="216000"/>
          </a:xfrm>
          <a:prstGeom prst="rect">
            <a:avLst/>
          </a:prstGeom>
          <a:solidFill>
            <a:srgbClr val="005E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a:p>
        </p:txBody>
      </p:sp>
      <p:sp>
        <p:nvSpPr>
          <p:cNvPr id="135" name="Rectangle 134">
            <a:extLst>
              <a:ext uri="{FF2B5EF4-FFF2-40B4-BE49-F238E27FC236}">
                <a16:creationId xmlns:a16="http://schemas.microsoft.com/office/drawing/2014/main" id="{9D1D020C-1CE4-669E-F9A9-0CE69C823507}"/>
              </a:ext>
            </a:extLst>
          </p:cNvPr>
          <p:cNvSpPr/>
          <p:nvPr/>
        </p:nvSpPr>
        <p:spPr>
          <a:xfrm>
            <a:off x="1472400" y="2340000"/>
            <a:ext cx="720000" cy="216000"/>
          </a:xfrm>
          <a:prstGeom prst="rect">
            <a:avLst/>
          </a:prstGeom>
          <a:solidFill>
            <a:srgbClr val="5EB6B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a:p>
        </p:txBody>
      </p:sp>
      <p:sp>
        <p:nvSpPr>
          <p:cNvPr id="146" name="Rectangle 145">
            <a:extLst>
              <a:ext uri="{FF2B5EF4-FFF2-40B4-BE49-F238E27FC236}">
                <a16:creationId xmlns:a16="http://schemas.microsoft.com/office/drawing/2014/main" id="{CFDE64A7-8FDA-F423-B95D-2886F9DAD785}"/>
              </a:ext>
            </a:extLst>
          </p:cNvPr>
          <p:cNvSpPr/>
          <p:nvPr/>
        </p:nvSpPr>
        <p:spPr>
          <a:xfrm>
            <a:off x="2275200" y="2340000"/>
            <a:ext cx="720000" cy="216000"/>
          </a:xfrm>
          <a:prstGeom prst="rect">
            <a:avLst/>
          </a:prstGeom>
          <a:solidFill>
            <a:srgbClr val="C7AB2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a:p>
        </p:txBody>
      </p:sp>
      <p:sp>
        <p:nvSpPr>
          <p:cNvPr id="32" name="TextBox 31">
            <a:extLst>
              <a:ext uri="{FF2B5EF4-FFF2-40B4-BE49-F238E27FC236}">
                <a16:creationId xmlns:a16="http://schemas.microsoft.com/office/drawing/2014/main" id="{06693EEA-ADE7-63FF-F73F-C42BD953C27E}"/>
              </a:ext>
            </a:extLst>
          </p:cNvPr>
          <p:cNvSpPr txBox="1"/>
          <p:nvPr/>
        </p:nvSpPr>
        <p:spPr>
          <a:xfrm>
            <a:off x="669600" y="2160000"/>
            <a:ext cx="823944" cy="118559"/>
          </a:xfrm>
          <a:prstGeom prst="rect">
            <a:avLst/>
          </a:prstGeom>
          <a:noFill/>
        </p:spPr>
        <p:txBody>
          <a:bodyPr wrap="none" lIns="0" tIns="0" rIns="0" bIns="0" rtlCol="0">
            <a:spAutoFit/>
          </a:bodyPr>
          <a:lstStyle/>
          <a:p>
            <a:pPr algn="l">
              <a:lnSpc>
                <a:spcPct val="101000"/>
              </a:lnSpc>
              <a:spcAft>
                <a:spcPts val="600"/>
              </a:spcAft>
            </a:pPr>
            <a:r>
              <a:rPr kumimoji="0" lang="en-CR" sz="800" b="1" i="0" u="none" strike="noStrike" kern="1200" cap="none" spc="0" normalizeH="0" baseline="0" noProof="0">
                <a:ln>
                  <a:noFill/>
                </a:ln>
                <a:solidFill>
                  <a:srgbClr val="000000"/>
                </a:solidFill>
                <a:effectLst/>
                <a:uLnTx/>
                <a:uFillTx/>
                <a:ea typeface="GT America Regular" charset="0"/>
                <a:cs typeface="GT America Regular" charset="0"/>
              </a:rPr>
              <a:t>COMBINATION 1</a:t>
            </a:r>
          </a:p>
        </p:txBody>
      </p:sp>
      <p:sp>
        <p:nvSpPr>
          <p:cNvPr id="3" name="TextBox 2">
            <a:extLst>
              <a:ext uri="{FF2B5EF4-FFF2-40B4-BE49-F238E27FC236}">
                <a16:creationId xmlns:a16="http://schemas.microsoft.com/office/drawing/2014/main" id="{03033723-D0AA-8726-6D4D-1145AFED675D}"/>
              </a:ext>
            </a:extLst>
          </p:cNvPr>
          <p:cNvSpPr txBox="1"/>
          <p:nvPr/>
        </p:nvSpPr>
        <p:spPr>
          <a:xfrm>
            <a:off x="669600" y="2592000"/>
            <a:ext cx="731058" cy="113118"/>
          </a:xfrm>
          <a:prstGeom prst="rect">
            <a:avLst/>
          </a:prstGeom>
          <a:noFill/>
        </p:spPr>
        <p:txBody>
          <a:bodyPr wrap="none" lIns="0" tIns="0" rIns="0" bIns="0" rtlCol="0">
            <a:noAutofit/>
          </a:bodyPr>
          <a:lstStyle/>
          <a:p>
            <a:r>
              <a:rPr lang="en-US" sz="800">
                <a:effectLst/>
                <a:ea typeface="GT America Regular" pitchFamily="2" charset="77"/>
                <a:cs typeface="GT America Regular" pitchFamily="2" charset="77"/>
              </a:rPr>
              <a:t>Bright Blue 07</a:t>
            </a:r>
          </a:p>
        </p:txBody>
      </p:sp>
      <p:sp>
        <p:nvSpPr>
          <p:cNvPr id="8" name="TextBox 7">
            <a:extLst>
              <a:ext uri="{FF2B5EF4-FFF2-40B4-BE49-F238E27FC236}">
                <a16:creationId xmlns:a16="http://schemas.microsoft.com/office/drawing/2014/main" id="{89838B05-C105-33B2-300C-F3D6FF77354C}"/>
              </a:ext>
            </a:extLst>
          </p:cNvPr>
          <p:cNvSpPr txBox="1"/>
          <p:nvPr/>
        </p:nvSpPr>
        <p:spPr>
          <a:xfrm>
            <a:off x="1472400" y="2592000"/>
            <a:ext cx="541672" cy="114864"/>
          </a:xfrm>
          <a:prstGeom prst="rect">
            <a:avLst/>
          </a:prstGeom>
          <a:noFill/>
        </p:spPr>
        <p:txBody>
          <a:bodyPr wrap="none" lIns="0" tIns="0" rIns="0" bIns="0" rtlCol="0">
            <a:noAutofit/>
          </a:bodyPr>
          <a:lstStyle/>
          <a:p>
            <a:pPr algn="l">
              <a:lnSpc>
                <a:spcPct val="101000"/>
              </a:lnSpc>
              <a:spcAft>
                <a:spcPts val="600"/>
              </a:spcAft>
            </a:pPr>
            <a:r>
              <a:rPr kumimoji="0" lang="en-CR" sz="800" i="0" u="none" strike="noStrike" kern="1200" cap="none" spc="0" normalizeH="0" baseline="0" noProof="0">
                <a:ln>
                  <a:noFill/>
                </a:ln>
                <a:solidFill>
                  <a:srgbClr val="000000"/>
                </a:solidFill>
                <a:effectLst/>
                <a:uLnTx/>
                <a:uFillTx/>
                <a:ea typeface="GT America Regular" charset="0"/>
                <a:cs typeface="GT America Regular" charset="0"/>
              </a:rPr>
              <a:t>Teal 04</a:t>
            </a:r>
          </a:p>
        </p:txBody>
      </p:sp>
      <p:sp>
        <p:nvSpPr>
          <p:cNvPr id="9" name="TextBox 8">
            <a:extLst>
              <a:ext uri="{FF2B5EF4-FFF2-40B4-BE49-F238E27FC236}">
                <a16:creationId xmlns:a16="http://schemas.microsoft.com/office/drawing/2014/main" id="{09426AB6-46DB-AA13-B333-D77283003C31}"/>
              </a:ext>
            </a:extLst>
          </p:cNvPr>
          <p:cNvSpPr txBox="1"/>
          <p:nvPr/>
        </p:nvSpPr>
        <p:spPr>
          <a:xfrm>
            <a:off x="2275200" y="2592000"/>
            <a:ext cx="541672" cy="114864"/>
          </a:xfrm>
          <a:prstGeom prst="rect">
            <a:avLst/>
          </a:prstGeom>
          <a:noFill/>
        </p:spPr>
        <p:txBody>
          <a:bodyPr wrap="none" lIns="0" tIns="0" rIns="0" bIns="0" rtlCol="0">
            <a:noAutofit/>
          </a:bodyPr>
          <a:lstStyle/>
          <a:p>
            <a:pPr algn="l">
              <a:lnSpc>
                <a:spcPct val="101000"/>
              </a:lnSpc>
              <a:spcAft>
                <a:spcPts val="600"/>
              </a:spcAft>
            </a:pPr>
            <a:r>
              <a:rPr kumimoji="0" lang="en-CR" sz="800" i="0" u="none" strike="noStrike" kern="1200" cap="none" spc="0" normalizeH="0" baseline="0" noProof="0">
                <a:ln>
                  <a:noFill/>
                </a:ln>
                <a:solidFill>
                  <a:srgbClr val="000000"/>
                </a:solidFill>
                <a:effectLst/>
                <a:uLnTx/>
                <a:uFillTx/>
                <a:ea typeface="GT America Regular" charset="0"/>
                <a:cs typeface="GT America Regular" charset="0"/>
              </a:rPr>
              <a:t>Yellow 05</a:t>
            </a:r>
          </a:p>
        </p:txBody>
      </p:sp>
      <p:sp>
        <p:nvSpPr>
          <p:cNvPr id="136" name="Rectangle 135">
            <a:extLst>
              <a:ext uri="{FF2B5EF4-FFF2-40B4-BE49-F238E27FC236}">
                <a16:creationId xmlns:a16="http://schemas.microsoft.com/office/drawing/2014/main" id="{A011EE7D-406E-9F94-CE65-4F230493D5E6}"/>
              </a:ext>
            </a:extLst>
          </p:cNvPr>
          <p:cNvSpPr/>
          <p:nvPr/>
        </p:nvSpPr>
        <p:spPr>
          <a:xfrm>
            <a:off x="3283200" y="2340000"/>
            <a:ext cx="720000" cy="21600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a:p>
        </p:txBody>
      </p:sp>
      <p:sp>
        <p:nvSpPr>
          <p:cNvPr id="137" name="Rectangle 136">
            <a:extLst>
              <a:ext uri="{FF2B5EF4-FFF2-40B4-BE49-F238E27FC236}">
                <a16:creationId xmlns:a16="http://schemas.microsoft.com/office/drawing/2014/main" id="{2AF16F39-88A8-73BB-1C5B-6E7D703BEB10}"/>
              </a:ext>
            </a:extLst>
          </p:cNvPr>
          <p:cNvSpPr/>
          <p:nvPr/>
        </p:nvSpPr>
        <p:spPr>
          <a:xfrm>
            <a:off x="4874400" y="2340000"/>
            <a:ext cx="720000" cy="216000"/>
          </a:xfrm>
          <a:prstGeom prst="rect">
            <a:avLst/>
          </a:prstGeom>
          <a:solidFill>
            <a:srgbClr val="5C068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a:p>
        </p:txBody>
      </p:sp>
      <p:sp>
        <p:nvSpPr>
          <p:cNvPr id="148" name="Rectangle 147">
            <a:extLst>
              <a:ext uri="{FF2B5EF4-FFF2-40B4-BE49-F238E27FC236}">
                <a16:creationId xmlns:a16="http://schemas.microsoft.com/office/drawing/2014/main" id="{57261BCE-2582-7DF1-E47C-7530FD25BB28}"/>
              </a:ext>
            </a:extLst>
          </p:cNvPr>
          <p:cNvSpPr/>
          <p:nvPr/>
        </p:nvSpPr>
        <p:spPr>
          <a:xfrm>
            <a:off x="4078800" y="2340000"/>
            <a:ext cx="720000" cy="216000"/>
          </a:xfrm>
          <a:prstGeom prst="rect">
            <a:avLst/>
          </a:prstGeom>
          <a:solidFill>
            <a:srgbClr val="5EB6B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a:p>
        </p:txBody>
      </p:sp>
      <p:sp>
        <p:nvSpPr>
          <p:cNvPr id="34" name="TextBox 33">
            <a:extLst>
              <a:ext uri="{FF2B5EF4-FFF2-40B4-BE49-F238E27FC236}">
                <a16:creationId xmlns:a16="http://schemas.microsoft.com/office/drawing/2014/main" id="{377ED138-5374-8884-3255-F0F548F9D127}"/>
              </a:ext>
            </a:extLst>
          </p:cNvPr>
          <p:cNvSpPr txBox="1"/>
          <p:nvPr/>
        </p:nvSpPr>
        <p:spPr>
          <a:xfrm>
            <a:off x="3283200" y="2160000"/>
            <a:ext cx="839974" cy="118559"/>
          </a:xfrm>
          <a:prstGeom prst="rect">
            <a:avLst/>
          </a:prstGeom>
          <a:noFill/>
        </p:spPr>
        <p:txBody>
          <a:bodyPr wrap="none" lIns="0" tIns="0" rIns="0" bIns="0" rtlCol="0">
            <a:spAutoFit/>
          </a:bodyPr>
          <a:lstStyle/>
          <a:p>
            <a:pPr algn="l">
              <a:lnSpc>
                <a:spcPct val="101000"/>
              </a:lnSpc>
              <a:spcAft>
                <a:spcPts val="600"/>
              </a:spcAft>
            </a:pPr>
            <a:r>
              <a:rPr kumimoji="0" lang="en-CR" sz="800" b="1" i="0" u="none" strike="noStrike" kern="1200" cap="none" spc="0" normalizeH="0" baseline="0" noProof="0">
                <a:ln>
                  <a:noFill/>
                </a:ln>
                <a:solidFill>
                  <a:srgbClr val="000000"/>
                </a:solidFill>
                <a:effectLst/>
                <a:uLnTx/>
                <a:uFillTx/>
                <a:ea typeface="GT America Regular" charset="0"/>
                <a:cs typeface="GT America Regular" charset="0"/>
              </a:rPr>
              <a:t>COMBINATION 2</a:t>
            </a:r>
          </a:p>
        </p:txBody>
      </p:sp>
      <p:sp>
        <p:nvSpPr>
          <p:cNvPr id="11" name="TextBox 10">
            <a:extLst>
              <a:ext uri="{FF2B5EF4-FFF2-40B4-BE49-F238E27FC236}">
                <a16:creationId xmlns:a16="http://schemas.microsoft.com/office/drawing/2014/main" id="{EFDF02DA-5DD0-D995-6154-A8FE0C9A4B24}"/>
              </a:ext>
            </a:extLst>
          </p:cNvPr>
          <p:cNvSpPr txBox="1"/>
          <p:nvPr/>
        </p:nvSpPr>
        <p:spPr>
          <a:xfrm>
            <a:off x="4078800" y="2592000"/>
            <a:ext cx="541672" cy="114864"/>
          </a:xfrm>
          <a:prstGeom prst="rect">
            <a:avLst/>
          </a:prstGeom>
          <a:noFill/>
        </p:spPr>
        <p:txBody>
          <a:bodyPr wrap="none" lIns="0" tIns="0" rIns="0" bIns="0" rtlCol="0">
            <a:noAutofit/>
          </a:bodyPr>
          <a:lstStyle/>
          <a:p>
            <a:pPr algn="l">
              <a:lnSpc>
                <a:spcPct val="101000"/>
              </a:lnSpc>
              <a:spcAft>
                <a:spcPts val="600"/>
              </a:spcAft>
            </a:pPr>
            <a:r>
              <a:rPr kumimoji="0" lang="en-CR" sz="800" i="0" u="none" strike="noStrike" kern="1200" cap="none" spc="0" normalizeH="0" baseline="0" noProof="0">
                <a:ln>
                  <a:noFill/>
                </a:ln>
                <a:solidFill>
                  <a:srgbClr val="000000"/>
                </a:solidFill>
                <a:effectLst/>
                <a:uLnTx/>
                <a:uFillTx/>
                <a:ea typeface="GT America Regular" charset="0"/>
                <a:cs typeface="GT America Regular" charset="0"/>
              </a:rPr>
              <a:t>Teal 04</a:t>
            </a:r>
          </a:p>
        </p:txBody>
      </p:sp>
      <p:sp>
        <p:nvSpPr>
          <p:cNvPr id="12" name="TextBox 11">
            <a:extLst>
              <a:ext uri="{FF2B5EF4-FFF2-40B4-BE49-F238E27FC236}">
                <a16:creationId xmlns:a16="http://schemas.microsoft.com/office/drawing/2014/main" id="{4A08EABA-024F-2625-2023-C3004FE3E75B}"/>
              </a:ext>
            </a:extLst>
          </p:cNvPr>
          <p:cNvSpPr txBox="1"/>
          <p:nvPr/>
        </p:nvSpPr>
        <p:spPr>
          <a:xfrm>
            <a:off x="4874400" y="2592000"/>
            <a:ext cx="541672" cy="114864"/>
          </a:xfrm>
          <a:prstGeom prst="rect">
            <a:avLst/>
          </a:prstGeom>
          <a:noFill/>
        </p:spPr>
        <p:txBody>
          <a:bodyPr wrap="none" lIns="0" tIns="0" rIns="0" bIns="0" rtlCol="0">
            <a:noAutofit/>
          </a:bodyPr>
          <a:lstStyle/>
          <a:p>
            <a:pPr algn="l">
              <a:lnSpc>
                <a:spcPct val="101000"/>
              </a:lnSpc>
              <a:spcAft>
                <a:spcPts val="600"/>
              </a:spcAft>
            </a:pPr>
            <a:r>
              <a:rPr kumimoji="0" lang="en-CR" sz="800" i="0" u="none" strike="noStrike" kern="1200" cap="none" spc="0" normalizeH="0" baseline="0" noProof="0">
                <a:ln>
                  <a:noFill/>
                </a:ln>
                <a:solidFill>
                  <a:srgbClr val="000000"/>
                </a:solidFill>
                <a:effectLst/>
                <a:uLnTx/>
                <a:uFillTx/>
                <a:ea typeface="GT America Regular" charset="0"/>
                <a:cs typeface="GT America Regular" charset="0"/>
              </a:rPr>
              <a:t>Purple 10</a:t>
            </a:r>
          </a:p>
        </p:txBody>
      </p:sp>
      <p:sp>
        <p:nvSpPr>
          <p:cNvPr id="41" name="TextBox 40">
            <a:extLst>
              <a:ext uri="{FF2B5EF4-FFF2-40B4-BE49-F238E27FC236}">
                <a16:creationId xmlns:a16="http://schemas.microsoft.com/office/drawing/2014/main" id="{E9E2DE47-B0AF-5A51-9DDA-A431E4ABB824}"/>
              </a:ext>
            </a:extLst>
          </p:cNvPr>
          <p:cNvSpPr txBox="1"/>
          <p:nvPr/>
        </p:nvSpPr>
        <p:spPr>
          <a:xfrm>
            <a:off x="3283200" y="2592000"/>
            <a:ext cx="731058" cy="119868"/>
          </a:xfrm>
          <a:prstGeom prst="rect">
            <a:avLst/>
          </a:prstGeom>
          <a:noFill/>
        </p:spPr>
        <p:txBody>
          <a:bodyPr wrap="none" lIns="0" tIns="0" rIns="0" bIns="0" rtlCol="0">
            <a:noAutofit/>
          </a:bodyPr>
          <a:lstStyle/>
          <a:p>
            <a:r>
              <a:rPr lang="en-US" sz="800">
                <a:effectLst/>
                <a:ea typeface="GT America Regular" pitchFamily="2" charset="77"/>
                <a:cs typeface="GT America Regular" pitchFamily="2" charset="77"/>
              </a:rPr>
              <a:t>Bright Blue 07</a:t>
            </a:r>
          </a:p>
        </p:txBody>
      </p:sp>
      <p:sp>
        <p:nvSpPr>
          <p:cNvPr id="158" name="Rectangle 157">
            <a:extLst>
              <a:ext uri="{FF2B5EF4-FFF2-40B4-BE49-F238E27FC236}">
                <a16:creationId xmlns:a16="http://schemas.microsoft.com/office/drawing/2014/main" id="{AD2F16FE-5F76-3FD2-FB44-615D9ACC3A8B}"/>
              </a:ext>
            </a:extLst>
          </p:cNvPr>
          <p:cNvSpPr/>
          <p:nvPr/>
        </p:nvSpPr>
        <p:spPr>
          <a:xfrm>
            <a:off x="669600" y="4466605"/>
            <a:ext cx="720000" cy="216000"/>
          </a:xfrm>
          <a:prstGeom prst="rect">
            <a:avLst/>
          </a:prstGeom>
          <a:solidFill>
            <a:srgbClr val="9DC1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a:p>
        </p:txBody>
      </p:sp>
      <p:sp>
        <p:nvSpPr>
          <p:cNvPr id="159" name="Rectangle 158">
            <a:extLst>
              <a:ext uri="{FF2B5EF4-FFF2-40B4-BE49-F238E27FC236}">
                <a16:creationId xmlns:a16="http://schemas.microsoft.com/office/drawing/2014/main" id="{F4F0B87D-9DA4-BFDD-9CBF-6DB33447DBD6}"/>
              </a:ext>
            </a:extLst>
          </p:cNvPr>
          <p:cNvSpPr/>
          <p:nvPr/>
        </p:nvSpPr>
        <p:spPr>
          <a:xfrm>
            <a:off x="1472400" y="4466605"/>
            <a:ext cx="720000" cy="216000"/>
          </a:xfrm>
          <a:prstGeom prst="rect">
            <a:avLst/>
          </a:prstGeom>
          <a:solidFill>
            <a:srgbClr val="33A3A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a:p>
        </p:txBody>
      </p:sp>
      <p:sp>
        <p:nvSpPr>
          <p:cNvPr id="162" name="Rectangle 161">
            <a:extLst>
              <a:ext uri="{FF2B5EF4-FFF2-40B4-BE49-F238E27FC236}">
                <a16:creationId xmlns:a16="http://schemas.microsoft.com/office/drawing/2014/main" id="{3F0F1CF4-FE2A-D93F-1D59-909E072B9038}"/>
              </a:ext>
            </a:extLst>
          </p:cNvPr>
          <p:cNvSpPr/>
          <p:nvPr/>
        </p:nvSpPr>
        <p:spPr>
          <a:xfrm>
            <a:off x="669600" y="5150605"/>
            <a:ext cx="720000" cy="216000"/>
          </a:xfrm>
          <a:prstGeom prst="rect">
            <a:avLst/>
          </a:prstGeom>
          <a:solidFill>
            <a:srgbClr val="9DC1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a:p>
        </p:txBody>
      </p:sp>
      <p:sp>
        <p:nvSpPr>
          <p:cNvPr id="163" name="Rectangle 162">
            <a:extLst>
              <a:ext uri="{FF2B5EF4-FFF2-40B4-BE49-F238E27FC236}">
                <a16:creationId xmlns:a16="http://schemas.microsoft.com/office/drawing/2014/main" id="{EABD9C13-D853-6BF7-574D-5B432D3582C9}"/>
              </a:ext>
            </a:extLst>
          </p:cNvPr>
          <p:cNvSpPr/>
          <p:nvPr/>
        </p:nvSpPr>
        <p:spPr>
          <a:xfrm>
            <a:off x="1472400" y="5150605"/>
            <a:ext cx="720000" cy="216000"/>
          </a:xfrm>
          <a:prstGeom prst="rect">
            <a:avLst/>
          </a:prstGeom>
          <a:solidFill>
            <a:srgbClr val="33A3A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a:p>
        </p:txBody>
      </p:sp>
      <p:sp>
        <p:nvSpPr>
          <p:cNvPr id="164" name="Rectangle 163">
            <a:extLst>
              <a:ext uri="{FF2B5EF4-FFF2-40B4-BE49-F238E27FC236}">
                <a16:creationId xmlns:a16="http://schemas.microsoft.com/office/drawing/2014/main" id="{63B0967C-40D8-3104-C2D1-578A8A06F320}"/>
              </a:ext>
            </a:extLst>
          </p:cNvPr>
          <p:cNvSpPr/>
          <p:nvPr/>
        </p:nvSpPr>
        <p:spPr>
          <a:xfrm>
            <a:off x="2275200" y="5150605"/>
            <a:ext cx="720000" cy="216000"/>
          </a:xfrm>
          <a:prstGeom prst="rect">
            <a:avLst/>
          </a:prstGeom>
          <a:solidFill>
            <a:srgbClr val="E9783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a:p>
        </p:txBody>
      </p:sp>
      <p:sp>
        <p:nvSpPr>
          <p:cNvPr id="165" name="Rectangle 164">
            <a:extLst>
              <a:ext uri="{FF2B5EF4-FFF2-40B4-BE49-F238E27FC236}">
                <a16:creationId xmlns:a16="http://schemas.microsoft.com/office/drawing/2014/main" id="{F9B3A8D2-2959-7853-60CC-CBAAA0EDACB1}"/>
              </a:ext>
            </a:extLst>
          </p:cNvPr>
          <p:cNvSpPr/>
          <p:nvPr/>
        </p:nvSpPr>
        <p:spPr>
          <a:xfrm>
            <a:off x="669600" y="5834605"/>
            <a:ext cx="720000" cy="216000"/>
          </a:xfrm>
          <a:prstGeom prst="rect">
            <a:avLst/>
          </a:prstGeom>
          <a:solidFill>
            <a:srgbClr val="9DC1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a:p>
        </p:txBody>
      </p:sp>
      <p:sp>
        <p:nvSpPr>
          <p:cNvPr id="166" name="Rectangle 165">
            <a:extLst>
              <a:ext uri="{FF2B5EF4-FFF2-40B4-BE49-F238E27FC236}">
                <a16:creationId xmlns:a16="http://schemas.microsoft.com/office/drawing/2014/main" id="{E392CC20-3526-1982-D435-758D2E7B2144}"/>
              </a:ext>
            </a:extLst>
          </p:cNvPr>
          <p:cNvSpPr/>
          <p:nvPr/>
        </p:nvSpPr>
        <p:spPr>
          <a:xfrm>
            <a:off x="1472400" y="5834605"/>
            <a:ext cx="720000" cy="216000"/>
          </a:xfrm>
          <a:prstGeom prst="rect">
            <a:avLst/>
          </a:prstGeom>
          <a:solidFill>
            <a:srgbClr val="BCE09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a:p>
        </p:txBody>
      </p:sp>
      <p:sp>
        <p:nvSpPr>
          <p:cNvPr id="167" name="TextBox 166">
            <a:extLst>
              <a:ext uri="{FF2B5EF4-FFF2-40B4-BE49-F238E27FC236}">
                <a16:creationId xmlns:a16="http://schemas.microsoft.com/office/drawing/2014/main" id="{5199A200-EC3C-0A03-9FF3-99EE308949D8}"/>
              </a:ext>
            </a:extLst>
          </p:cNvPr>
          <p:cNvSpPr txBox="1"/>
          <p:nvPr/>
        </p:nvSpPr>
        <p:spPr>
          <a:xfrm>
            <a:off x="669600" y="4286605"/>
            <a:ext cx="823944" cy="118559"/>
          </a:xfrm>
          <a:prstGeom prst="rect">
            <a:avLst/>
          </a:prstGeom>
          <a:noFill/>
        </p:spPr>
        <p:txBody>
          <a:bodyPr wrap="none" lIns="0" tIns="0" rIns="0" bIns="0" rtlCol="0">
            <a:spAutoFit/>
          </a:bodyPr>
          <a:lstStyle>
            <a:defPPr>
              <a:defRPr lang="en-US"/>
            </a:defPPr>
            <a:lvl1pPr>
              <a:lnSpc>
                <a:spcPct val="101000"/>
              </a:lnSpc>
              <a:spcAft>
                <a:spcPts val="600"/>
              </a:spcAft>
              <a:defRPr kumimoji="0" sz="800" b="1" i="0" u="none" strike="noStrike" cap="none" spc="0" normalizeH="0" baseline="0">
                <a:ln>
                  <a:noFill/>
                </a:ln>
                <a:solidFill>
                  <a:srgbClr val="000000"/>
                </a:solidFill>
                <a:effectLst/>
                <a:uLnTx/>
                <a:uFillTx/>
                <a:ea typeface="GT America Regular" charset="0"/>
                <a:cs typeface="GT America Regular" charset="0"/>
              </a:defRPr>
            </a:lvl1pPr>
          </a:lstStyle>
          <a:p>
            <a:r>
              <a:rPr lang="en-CR">
                <a:solidFill>
                  <a:srgbClr val="FFFFFF"/>
                </a:solidFill>
              </a:rPr>
              <a:t>COMBINATION 1</a:t>
            </a:r>
          </a:p>
        </p:txBody>
      </p:sp>
      <p:sp>
        <p:nvSpPr>
          <p:cNvPr id="168" name="TextBox 167">
            <a:extLst>
              <a:ext uri="{FF2B5EF4-FFF2-40B4-BE49-F238E27FC236}">
                <a16:creationId xmlns:a16="http://schemas.microsoft.com/office/drawing/2014/main" id="{C5725EE6-3C27-B482-9A9A-04865910FBDC}"/>
              </a:ext>
            </a:extLst>
          </p:cNvPr>
          <p:cNvSpPr txBox="1"/>
          <p:nvPr/>
        </p:nvSpPr>
        <p:spPr>
          <a:xfrm>
            <a:off x="669600" y="4970605"/>
            <a:ext cx="841577" cy="118559"/>
          </a:xfrm>
          <a:prstGeom prst="rect">
            <a:avLst/>
          </a:prstGeom>
          <a:noFill/>
        </p:spPr>
        <p:txBody>
          <a:bodyPr wrap="none" lIns="0" tIns="0" rIns="0" bIns="0" rtlCol="0">
            <a:spAutoFit/>
          </a:bodyPr>
          <a:lstStyle>
            <a:defPPr>
              <a:defRPr lang="en-US"/>
            </a:defPPr>
            <a:lvl1pPr>
              <a:lnSpc>
                <a:spcPct val="101000"/>
              </a:lnSpc>
              <a:spcAft>
                <a:spcPts val="600"/>
              </a:spcAft>
              <a:defRPr kumimoji="0" sz="800" b="1" i="0" u="none" strike="noStrike" cap="none" spc="0" normalizeH="0" baseline="0">
                <a:ln>
                  <a:noFill/>
                </a:ln>
                <a:solidFill>
                  <a:srgbClr val="000000"/>
                </a:solidFill>
                <a:effectLst/>
                <a:uLnTx/>
                <a:uFillTx/>
                <a:ea typeface="GT America Regular" charset="0"/>
                <a:cs typeface="GT America Regular" charset="0"/>
              </a:defRPr>
            </a:lvl1pPr>
          </a:lstStyle>
          <a:p>
            <a:r>
              <a:rPr lang="en-CR">
                <a:solidFill>
                  <a:srgbClr val="FFFFFF"/>
                </a:solidFill>
              </a:rPr>
              <a:t>COMBINATION 3</a:t>
            </a:r>
          </a:p>
        </p:txBody>
      </p:sp>
      <p:sp>
        <p:nvSpPr>
          <p:cNvPr id="169" name="TextBox 168">
            <a:extLst>
              <a:ext uri="{FF2B5EF4-FFF2-40B4-BE49-F238E27FC236}">
                <a16:creationId xmlns:a16="http://schemas.microsoft.com/office/drawing/2014/main" id="{95F3C3A7-E555-7A04-99FA-ED8E374EF935}"/>
              </a:ext>
            </a:extLst>
          </p:cNvPr>
          <p:cNvSpPr txBox="1"/>
          <p:nvPr/>
        </p:nvSpPr>
        <p:spPr>
          <a:xfrm>
            <a:off x="669600" y="5654605"/>
            <a:ext cx="839974" cy="118559"/>
          </a:xfrm>
          <a:prstGeom prst="rect">
            <a:avLst/>
          </a:prstGeom>
          <a:noFill/>
        </p:spPr>
        <p:txBody>
          <a:bodyPr wrap="none" lIns="0" tIns="0" rIns="0" bIns="0" rtlCol="0">
            <a:spAutoFit/>
          </a:bodyPr>
          <a:lstStyle>
            <a:defPPr>
              <a:defRPr lang="en-US"/>
            </a:defPPr>
            <a:lvl1pPr>
              <a:lnSpc>
                <a:spcPct val="101000"/>
              </a:lnSpc>
              <a:spcAft>
                <a:spcPts val="600"/>
              </a:spcAft>
              <a:defRPr kumimoji="0" sz="800" b="1" i="0" u="none" strike="noStrike" cap="none" spc="0" normalizeH="0" baseline="0">
                <a:ln>
                  <a:noFill/>
                </a:ln>
                <a:solidFill>
                  <a:srgbClr val="000000"/>
                </a:solidFill>
                <a:effectLst/>
                <a:uLnTx/>
                <a:uFillTx/>
                <a:ea typeface="GT America Regular" charset="0"/>
                <a:cs typeface="GT America Regular" charset="0"/>
              </a:defRPr>
            </a:lvl1pPr>
          </a:lstStyle>
          <a:p>
            <a:r>
              <a:rPr lang="en-CR">
                <a:solidFill>
                  <a:srgbClr val="FFFFFF"/>
                </a:solidFill>
              </a:rPr>
              <a:t>COMBINATION 5</a:t>
            </a:r>
          </a:p>
        </p:txBody>
      </p:sp>
      <p:sp>
        <p:nvSpPr>
          <p:cNvPr id="170" name="Rectangle 169">
            <a:extLst>
              <a:ext uri="{FF2B5EF4-FFF2-40B4-BE49-F238E27FC236}">
                <a16:creationId xmlns:a16="http://schemas.microsoft.com/office/drawing/2014/main" id="{0D7155A9-A622-4EA6-DE07-6C454F60ED7E}"/>
              </a:ext>
            </a:extLst>
          </p:cNvPr>
          <p:cNvSpPr/>
          <p:nvPr/>
        </p:nvSpPr>
        <p:spPr>
          <a:xfrm>
            <a:off x="2275200" y="4466605"/>
            <a:ext cx="720000" cy="216000"/>
          </a:xfrm>
          <a:prstGeom prst="rect">
            <a:avLst/>
          </a:prstGeom>
          <a:solidFill>
            <a:srgbClr val="C7AB2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a:p>
        </p:txBody>
      </p:sp>
      <p:sp>
        <p:nvSpPr>
          <p:cNvPr id="177" name="Rectangle 176">
            <a:extLst>
              <a:ext uri="{FF2B5EF4-FFF2-40B4-BE49-F238E27FC236}">
                <a16:creationId xmlns:a16="http://schemas.microsoft.com/office/drawing/2014/main" id="{BC6BECB6-C35E-EFC0-7B29-7DD205240A5B}"/>
              </a:ext>
            </a:extLst>
          </p:cNvPr>
          <p:cNvSpPr/>
          <p:nvPr/>
        </p:nvSpPr>
        <p:spPr>
          <a:xfrm>
            <a:off x="2275200" y="5834605"/>
            <a:ext cx="720000" cy="216000"/>
          </a:xfrm>
          <a:prstGeom prst="rect">
            <a:avLst/>
          </a:prstGeom>
          <a:solidFill>
            <a:srgbClr val="E5449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a:p>
        </p:txBody>
      </p:sp>
      <p:sp>
        <p:nvSpPr>
          <p:cNvPr id="160" name="Rectangle 159">
            <a:extLst>
              <a:ext uri="{FF2B5EF4-FFF2-40B4-BE49-F238E27FC236}">
                <a16:creationId xmlns:a16="http://schemas.microsoft.com/office/drawing/2014/main" id="{CF4B1F65-1BBD-BB7B-F54B-8C22F9C29C21}"/>
              </a:ext>
            </a:extLst>
          </p:cNvPr>
          <p:cNvSpPr/>
          <p:nvPr/>
        </p:nvSpPr>
        <p:spPr>
          <a:xfrm>
            <a:off x="3283200" y="4466605"/>
            <a:ext cx="720000" cy="216000"/>
          </a:xfrm>
          <a:prstGeom prst="rect">
            <a:avLst/>
          </a:prstGeom>
          <a:solidFill>
            <a:srgbClr val="9DC1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a:p>
        </p:txBody>
      </p:sp>
      <p:sp>
        <p:nvSpPr>
          <p:cNvPr id="161" name="Rectangle 160">
            <a:extLst>
              <a:ext uri="{FF2B5EF4-FFF2-40B4-BE49-F238E27FC236}">
                <a16:creationId xmlns:a16="http://schemas.microsoft.com/office/drawing/2014/main" id="{C2E8F0C3-9E11-00F4-188C-5D569BE2319C}"/>
              </a:ext>
            </a:extLst>
          </p:cNvPr>
          <p:cNvSpPr/>
          <p:nvPr/>
        </p:nvSpPr>
        <p:spPr>
          <a:xfrm>
            <a:off x="4874400" y="4466605"/>
            <a:ext cx="720000" cy="216000"/>
          </a:xfrm>
          <a:prstGeom prst="rect">
            <a:avLst/>
          </a:prstGeom>
          <a:solidFill>
            <a:srgbClr val="925AB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a:p>
        </p:txBody>
      </p:sp>
      <p:sp>
        <p:nvSpPr>
          <p:cNvPr id="171" name="TextBox 170">
            <a:extLst>
              <a:ext uri="{FF2B5EF4-FFF2-40B4-BE49-F238E27FC236}">
                <a16:creationId xmlns:a16="http://schemas.microsoft.com/office/drawing/2014/main" id="{47EFD8A2-086A-CAB6-5655-BDD9974B4308}"/>
              </a:ext>
            </a:extLst>
          </p:cNvPr>
          <p:cNvSpPr txBox="1"/>
          <p:nvPr/>
        </p:nvSpPr>
        <p:spPr>
          <a:xfrm>
            <a:off x="3283200" y="4286605"/>
            <a:ext cx="839974" cy="118559"/>
          </a:xfrm>
          <a:prstGeom prst="rect">
            <a:avLst/>
          </a:prstGeom>
          <a:noFill/>
        </p:spPr>
        <p:txBody>
          <a:bodyPr wrap="none" lIns="0" tIns="0" rIns="0" bIns="0" rtlCol="0">
            <a:spAutoFit/>
          </a:bodyPr>
          <a:lstStyle>
            <a:defPPr>
              <a:defRPr lang="en-US"/>
            </a:defPPr>
            <a:lvl1pPr>
              <a:lnSpc>
                <a:spcPct val="101000"/>
              </a:lnSpc>
              <a:spcAft>
                <a:spcPts val="600"/>
              </a:spcAft>
              <a:defRPr kumimoji="0" sz="800" b="1" i="0" u="none" strike="noStrike" cap="none" spc="0" normalizeH="0" baseline="0">
                <a:ln>
                  <a:noFill/>
                </a:ln>
                <a:solidFill>
                  <a:srgbClr val="000000"/>
                </a:solidFill>
                <a:effectLst/>
                <a:uLnTx/>
                <a:uFillTx/>
                <a:ea typeface="GT America Regular" charset="0"/>
                <a:cs typeface="GT America Regular" charset="0"/>
              </a:defRPr>
            </a:lvl1pPr>
          </a:lstStyle>
          <a:p>
            <a:r>
              <a:rPr lang="en-CR">
                <a:solidFill>
                  <a:srgbClr val="FFFFFF"/>
                </a:solidFill>
              </a:rPr>
              <a:t>COMBINATION 2</a:t>
            </a:r>
          </a:p>
        </p:txBody>
      </p:sp>
      <p:sp>
        <p:nvSpPr>
          <p:cNvPr id="172" name="Rectangle 171">
            <a:extLst>
              <a:ext uri="{FF2B5EF4-FFF2-40B4-BE49-F238E27FC236}">
                <a16:creationId xmlns:a16="http://schemas.microsoft.com/office/drawing/2014/main" id="{EC8C20D3-426A-3C8C-98BB-0823E4809FDA}"/>
              </a:ext>
            </a:extLst>
          </p:cNvPr>
          <p:cNvSpPr/>
          <p:nvPr/>
        </p:nvSpPr>
        <p:spPr>
          <a:xfrm>
            <a:off x="4078800" y="4466605"/>
            <a:ext cx="720000" cy="216000"/>
          </a:xfrm>
          <a:prstGeom prst="rect">
            <a:avLst/>
          </a:prstGeom>
          <a:solidFill>
            <a:srgbClr val="33A3A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a:p>
        </p:txBody>
      </p:sp>
      <p:sp>
        <p:nvSpPr>
          <p:cNvPr id="45" name="TextBox 44">
            <a:extLst>
              <a:ext uri="{FF2B5EF4-FFF2-40B4-BE49-F238E27FC236}">
                <a16:creationId xmlns:a16="http://schemas.microsoft.com/office/drawing/2014/main" id="{B62B1DC5-17C0-7BB5-6F52-086E61664266}"/>
              </a:ext>
            </a:extLst>
          </p:cNvPr>
          <p:cNvSpPr txBox="1"/>
          <p:nvPr/>
        </p:nvSpPr>
        <p:spPr>
          <a:xfrm>
            <a:off x="4078800" y="4718605"/>
            <a:ext cx="541672" cy="114864"/>
          </a:xfrm>
          <a:prstGeom prst="rect">
            <a:avLst/>
          </a:prstGeom>
          <a:noFill/>
        </p:spPr>
        <p:txBody>
          <a:bodyPr wrap="none" lIns="0" tIns="0" rIns="0" bIns="0" rtlCol="0">
            <a:noAutofit/>
          </a:bodyPr>
          <a:lstStyle/>
          <a:p>
            <a:pPr algn="l">
              <a:lnSpc>
                <a:spcPct val="101000"/>
              </a:lnSpc>
              <a:spcAft>
                <a:spcPts val="600"/>
              </a:spcAft>
            </a:pPr>
            <a:r>
              <a:rPr kumimoji="0" lang="en-CR" sz="800" i="0" u="none" strike="noStrike" kern="1200" cap="none" spc="0" normalizeH="0" baseline="0" noProof="0">
                <a:ln>
                  <a:noFill/>
                </a:ln>
                <a:solidFill>
                  <a:schemeClr val="bg1"/>
                </a:solidFill>
                <a:effectLst/>
                <a:uLnTx/>
                <a:uFillTx/>
                <a:ea typeface="GT America Regular" charset="0"/>
                <a:cs typeface="GT America Regular" charset="0"/>
              </a:rPr>
              <a:t>Teal 05</a:t>
            </a:r>
          </a:p>
        </p:txBody>
      </p:sp>
      <p:sp>
        <p:nvSpPr>
          <p:cNvPr id="46" name="TextBox 45">
            <a:extLst>
              <a:ext uri="{FF2B5EF4-FFF2-40B4-BE49-F238E27FC236}">
                <a16:creationId xmlns:a16="http://schemas.microsoft.com/office/drawing/2014/main" id="{F2965EE0-60EA-D09A-6FA6-DE9E105F25A3}"/>
              </a:ext>
            </a:extLst>
          </p:cNvPr>
          <p:cNvSpPr txBox="1"/>
          <p:nvPr/>
        </p:nvSpPr>
        <p:spPr>
          <a:xfrm>
            <a:off x="4874400" y="4718605"/>
            <a:ext cx="541672" cy="114864"/>
          </a:xfrm>
          <a:prstGeom prst="rect">
            <a:avLst/>
          </a:prstGeom>
          <a:noFill/>
        </p:spPr>
        <p:txBody>
          <a:bodyPr wrap="none" lIns="0" tIns="0" rIns="0" bIns="0" rtlCol="0">
            <a:noAutofit/>
          </a:bodyPr>
          <a:lstStyle/>
          <a:p>
            <a:pPr algn="l">
              <a:lnSpc>
                <a:spcPct val="101000"/>
              </a:lnSpc>
              <a:spcAft>
                <a:spcPts val="600"/>
              </a:spcAft>
            </a:pPr>
            <a:r>
              <a:rPr kumimoji="0" lang="en-CR" sz="800" i="0" u="none" strike="noStrike" kern="1200" cap="none" spc="0" normalizeH="0" baseline="0" noProof="0">
                <a:ln>
                  <a:noFill/>
                </a:ln>
                <a:solidFill>
                  <a:schemeClr val="bg1"/>
                </a:solidFill>
                <a:effectLst/>
                <a:uLnTx/>
                <a:uFillTx/>
                <a:ea typeface="GT America Regular" charset="0"/>
                <a:cs typeface="GT America Regular" charset="0"/>
              </a:rPr>
              <a:t>Purple </a:t>
            </a:r>
            <a:r>
              <a:rPr lang="en-CR" sz="800">
                <a:solidFill>
                  <a:schemeClr val="bg1"/>
                </a:solidFill>
                <a:ea typeface="GT America Regular" charset="0"/>
                <a:cs typeface="GT America Regular" charset="0"/>
              </a:rPr>
              <a:t>07</a:t>
            </a:r>
            <a:endParaRPr kumimoji="0" lang="en-CR" sz="800" i="0" u="none" strike="noStrike" kern="1200" cap="none" spc="0" normalizeH="0" baseline="0" noProof="0">
              <a:ln>
                <a:noFill/>
              </a:ln>
              <a:solidFill>
                <a:schemeClr val="bg1"/>
              </a:solidFill>
              <a:effectLst/>
              <a:uLnTx/>
              <a:uFillTx/>
              <a:ea typeface="GT America Regular" charset="0"/>
              <a:cs typeface="GT America Regular" charset="0"/>
            </a:endParaRPr>
          </a:p>
        </p:txBody>
      </p:sp>
      <p:sp>
        <p:nvSpPr>
          <p:cNvPr id="47" name="TextBox 46">
            <a:extLst>
              <a:ext uri="{FF2B5EF4-FFF2-40B4-BE49-F238E27FC236}">
                <a16:creationId xmlns:a16="http://schemas.microsoft.com/office/drawing/2014/main" id="{1E363009-C3DB-E2B9-7A5C-EA0B1D34D563}"/>
              </a:ext>
            </a:extLst>
          </p:cNvPr>
          <p:cNvSpPr txBox="1"/>
          <p:nvPr/>
        </p:nvSpPr>
        <p:spPr>
          <a:xfrm>
            <a:off x="3283200" y="4718605"/>
            <a:ext cx="731058" cy="119868"/>
          </a:xfrm>
          <a:prstGeom prst="rect">
            <a:avLst/>
          </a:prstGeom>
          <a:noFill/>
        </p:spPr>
        <p:txBody>
          <a:bodyPr wrap="none" lIns="0" tIns="0" rIns="0" bIns="0" rtlCol="0">
            <a:noAutofit/>
          </a:bodyPr>
          <a:lstStyle/>
          <a:p>
            <a:r>
              <a:rPr lang="en-US" sz="800">
                <a:solidFill>
                  <a:schemeClr val="bg1"/>
                </a:solidFill>
                <a:effectLst/>
                <a:ea typeface="GT America Regular" pitchFamily="2" charset="77"/>
                <a:cs typeface="GT America Regular" pitchFamily="2" charset="77"/>
              </a:rPr>
              <a:t>Bright Blue 03</a:t>
            </a:r>
          </a:p>
        </p:txBody>
      </p:sp>
      <p:sp>
        <p:nvSpPr>
          <p:cNvPr id="173" name="Rectangle 172">
            <a:extLst>
              <a:ext uri="{FF2B5EF4-FFF2-40B4-BE49-F238E27FC236}">
                <a16:creationId xmlns:a16="http://schemas.microsoft.com/office/drawing/2014/main" id="{323C4EF1-A31C-93D5-26E3-23D46F25A160}"/>
              </a:ext>
            </a:extLst>
          </p:cNvPr>
          <p:cNvSpPr/>
          <p:nvPr/>
        </p:nvSpPr>
        <p:spPr>
          <a:xfrm>
            <a:off x="3283200" y="5150605"/>
            <a:ext cx="720000" cy="216000"/>
          </a:xfrm>
          <a:prstGeom prst="rect">
            <a:avLst/>
          </a:prstGeom>
          <a:solidFill>
            <a:srgbClr val="9DC1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a:p>
        </p:txBody>
      </p:sp>
      <p:sp>
        <p:nvSpPr>
          <p:cNvPr id="174" name="Rectangle 173">
            <a:extLst>
              <a:ext uri="{FF2B5EF4-FFF2-40B4-BE49-F238E27FC236}">
                <a16:creationId xmlns:a16="http://schemas.microsoft.com/office/drawing/2014/main" id="{088DE4EE-A1BA-7561-A4B8-9AB63FA3E9FB}"/>
              </a:ext>
            </a:extLst>
          </p:cNvPr>
          <p:cNvSpPr/>
          <p:nvPr/>
        </p:nvSpPr>
        <p:spPr>
          <a:xfrm>
            <a:off x="4874400" y="5150605"/>
            <a:ext cx="720000" cy="216000"/>
          </a:xfrm>
          <a:prstGeom prst="rect">
            <a:avLst/>
          </a:prstGeom>
          <a:solidFill>
            <a:srgbClr val="925AB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a:p>
        </p:txBody>
      </p:sp>
      <p:sp>
        <p:nvSpPr>
          <p:cNvPr id="175" name="TextBox 174">
            <a:extLst>
              <a:ext uri="{FF2B5EF4-FFF2-40B4-BE49-F238E27FC236}">
                <a16:creationId xmlns:a16="http://schemas.microsoft.com/office/drawing/2014/main" id="{203EC104-ACAB-CAD2-1C7D-937EFA9C5116}"/>
              </a:ext>
            </a:extLst>
          </p:cNvPr>
          <p:cNvSpPr txBox="1"/>
          <p:nvPr/>
        </p:nvSpPr>
        <p:spPr>
          <a:xfrm>
            <a:off x="3283200" y="4970605"/>
            <a:ext cx="844783" cy="118559"/>
          </a:xfrm>
          <a:prstGeom prst="rect">
            <a:avLst/>
          </a:prstGeom>
          <a:noFill/>
        </p:spPr>
        <p:txBody>
          <a:bodyPr wrap="none" lIns="0" tIns="0" rIns="0" bIns="0" rtlCol="0">
            <a:spAutoFit/>
          </a:bodyPr>
          <a:lstStyle>
            <a:defPPr>
              <a:defRPr lang="en-US"/>
            </a:defPPr>
            <a:lvl1pPr>
              <a:lnSpc>
                <a:spcPct val="101000"/>
              </a:lnSpc>
              <a:spcAft>
                <a:spcPts val="600"/>
              </a:spcAft>
              <a:defRPr kumimoji="0" sz="800" b="1" i="0" u="none" strike="noStrike" cap="none" spc="0" normalizeH="0" baseline="0">
                <a:ln>
                  <a:noFill/>
                </a:ln>
                <a:solidFill>
                  <a:srgbClr val="000000"/>
                </a:solidFill>
                <a:effectLst/>
                <a:uLnTx/>
                <a:uFillTx/>
                <a:ea typeface="GT America Regular" charset="0"/>
                <a:cs typeface="GT America Regular" charset="0"/>
              </a:defRPr>
            </a:lvl1pPr>
          </a:lstStyle>
          <a:p>
            <a:r>
              <a:rPr lang="en-CR">
                <a:solidFill>
                  <a:srgbClr val="FFFFFF"/>
                </a:solidFill>
              </a:rPr>
              <a:t>COMBINATION 4</a:t>
            </a:r>
          </a:p>
        </p:txBody>
      </p:sp>
      <p:sp>
        <p:nvSpPr>
          <p:cNvPr id="176" name="Rectangle 175">
            <a:extLst>
              <a:ext uri="{FF2B5EF4-FFF2-40B4-BE49-F238E27FC236}">
                <a16:creationId xmlns:a16="http://schemas.microsoft.com/office/drawing/2014/main" id="{F93AC617-7A76-40B9-B5DF-E7485494FCF4}"/>
              </a:ext>
            </a:extLst>
          </p:cNvPr>
          <p:cNvSpPr/>
          <p:nvPr/>
        </p:nvSpPr>
        <p:spPr>
          <a:xfrm>
            <a:off x="4078800" y="5150605"/>
            <a:ext cx="720000" cy="216000"/>
          </a:xfrm>
          <a:prstGeom prst="rect">
            <a:avLst/>
          </a:prstGeom>
          <a:solidFill>
            <a:srgbClr val="C7AB2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a:p>
        </p:txBody>
      </p:sp>
      <p:sp>
        <p:nvSpPr>
          <p:cNvPr id="48" name="TextBox 47">
            <a:extLst>
              <a:ext uri="{FF2B5EF4-FFF2-40B4-BE49-F238E27FC236}">
                <a16:creationId xmlns:a16="http://schemas.microsoft.com/office/drawing/2014/main" id="{CEA6D65C-72E6-F11A-CD6E-0A62BBE9A8C1}"/>
              </a:ext>
            </a:extLst>
          </p:cNvPr>
          <p:cNvSpPr txBox="1"/>
          <p:nvPr/>
        </p:nvSpPr>
        <p:spPr>
          <a:xfrm>
            <a:off x="4078800" y="5407609"/>
            <a:ext cx="541672" cy="114864"/>
          </a:xfrm>
          <a:prstGeom prst="rect">
            <a:avLst/>
          </a:prstGeom>
          <a:noFill/>
        </p:spPr>
        <p:txBody>
          <a:bodyPr wrap="none" lIns="0" tIns="0" rIns="0" bIns="0" rtlCol="0">
            <a:noAutofit/>
          </a:bodyPr>
          <a:lstStyle/>
          <a:p>
            <a:pPr algn="l">
              <a:lnSpc>
                <a:spcPct val="101000"/>
              </a:lnSpc>
              <a:spcAft>
                <a:spcPts val="600"/>
              </a:spcAft>
            </a:pPr>
            <a:r>
              <a:rPr kumimoji="0" lang="en-CR" sz="800" i="0" u="none" strike="noStrike" kern="1200" cap="none" spc="0" normalizeH="0" baseline="0" noProof="0">
                <a:ln>
                  <a:noFill/>
                </a:ln>
                <a:solidFill>
                  <a:schemeClr val="bg1"/>
                </a:solidFill>
                <a:effectLst/>
                <a:uLnTx/>
                <a:uFillTx/>
                <a:ea typeface="GT America Regular" charset="0"/>
                <a:cs typeface="GT America Regular" charset="0"/>
              </a:rPr>
              <a:t>Yellow 04</a:t>
            </a:r>
          </a:p>
        </p:txBody>
      </p:sp>
      <p:sp>
        <p:nvSpPr>
          <p:cNvPr id="49" name="TextBox 48">
            <a:extLst>
              <a:ext uri="{FF2B5EF4-FFF2-40B4-BE49-F238E27FC236}">
                <a16:creationId xmlns:a16="http://schemas.microsoft.com/office/drawing/2014/main" id="{32348CBE-1DF1-497D-3E6B-39192E69C265}"/>
              </a:ext>
            </a:extLst>
          </p:cNvPr>
          <p:cNvSpPr txBox="1"/>
          <p:nvPr/>
        </p:nvSpPr>
        <p:spPr>
          <a:xfrm>
            <a:off x="4874400" y="5407609"/>
            <a:ext cx="541672" cy="114864"/>
          </a:xfrm>
          <a:prstGeom prst="rect">
            <a:avLst/>
          </a:prstGeom>
          <a:noFill/>
        </p:spPr>
        <p:txBody>
          <a:bodyPr wrap="none" lIns="0" tIns="0" rIns="0" bIns="0" rtlCol="0">
            <a:noAutofit/>
          </a:bodyPr>
          <a:lstStyle/>
          <a:p>
            <a:pPr algn="l">
              <a:lnSpc>
                <a:spcPct val="101000"/>
              </a:lnSpc>
              <a:spcAft>
                <a:spcPts val="600"/>
              </a:spcAft>
            </a:pPr>
            <a:r>
              <a:rPr kumimoji="0" lang="en-CR" sz="800" i="0" u="none" strike="noStrike" kern="1200" cap="none" spc="0" normalizeH="0" baseline="0" noProof="0">
                <a:ln>
                  <a:noFill/>
                </a:ln>
                <a:solidFill>
                  <a:schemeClr val="bg1"/>
                </a:solidFill>
                <a:effectLst/>
                <a:uLnTx/>
                <a:uFillTx/>
                <a:ea typeface="GT America Regular" charset="0"/>
                <a:cs typeface="GT America Regular" charset="0"/>
              </a:rPr>
              <a:t>Purple </a:t>
            </a:r>
            <a:r>
              <a:rPr lang="en-CR" sz="800">
                <a:solidFill>
                  <a:schemeClr val="bg1"/>
                </a:solidFill>
                <a:ea typeface="GT America Regular" charset="0"/>
                <a:cs typeface="GT America Regular" charset="0"/>
              </a:rPr>
              <a:t>07</a:t>
            </a:r>
            <a:endParaRPr kumimoji="0" lang="en-CR" sz="800" i="0" u="none" strike="noStrike" kern="1200" cap="none" spc="0" normalizeH="0" baseline="0" noProof="0">
              <a:ln>
                <a:noFill/>
              </a:ln>
              <a:solidFill>
                <a:schemeClr val="bg1"/>
              </a:solidFill>
              <a:effectLst/>
              <a:uLnTx/>
              <a:uFillTx/>
              <a:ea typeface="GT America Regular" charset="0"/>
              <a:cs typeface="GT America Regular" charset="0"/>
            </a:endParaRPr>
          </a:p>
        </p:txBody>
      </p:sp>
      <p:sp>
        <p:nvSpPr>
          <p:cNvPr id="50" name="TextBox 49">
            <a:extLst>
              <a:ext uri="{FF2B5EF4-FFF2-40B4-BE49-F238E27FC236}">
                <a16:creationId xmlns:a16="http://schemas.microsoft.com/office/drawing/2014/main" id="{CA772D3C-85C7-7D13-D828-9AC4B70F5C96}"/>
              </a:ext>
            </a:extLst>
          </p:cNvPr>
          <p:cNvSpPr txBox="1"/>
          <p:nvPr/>
        </p:nvSpPr>
        <p:spPr>
          <a:xfrm>
            <a:off x="3283200" y="5402605"/>
            <a:ext cx="731058" cy="119868"/>
          </a:xfrm>
          <a:prstGeom prst="rect">
            <a:avLst/>
          </a:prstGeom>
          <a:noFill/>
        </p:spPr>
        <p:txBody>
          <a:bodyPr wrap="none" lIns="0" tIns="0" rIns="0" bIns="0" rtlCol="0">
            <a:noAutofit/>
          </a:bodyPr>
          <a:lstStyle/>
          <a:p>
            <a:r>
              <a:rPr lang="en-US" sz="800">
                <a:solidFill>
                  <a:schemeClr val="bg1"/>
                </a:solidFill>
                <a:effectLst/>
                <a:ea typeface="GT America Regular" pitchFamily="2" charset="77"/>
                <a:cs typeface="GT America Regular" pitchFamily="2" charset="77"/>
              </a:rPr>
              <a:t>Bright Blue 03</a:t>
            </a:r>
          </a:p>
        </p:txBody>
      </p:sp>
      <p:sp>
        <p:nvSpPr>
          <p:cNvPr id="178" name="Rectangle 177">
            <a:extLst>
              <a:ext uri="{FF2B5EF4-FFF2-40B4-BE49-F238E27FC236}">
                <a16:creationId xmlns:a16="http://schemas.microsoft.com/office/drawing/2014/main" id="{8D0E2471-C7E4-5FFB-BAA3-D2EFBD05ACD3}"/>
              </a:ext>
            </a:extLst>
          </p:cNvPr>
          <p:cNvSpPr/>
          <p:nvPr/>
        </p:nvSpPr>
        <p:spPr>
          <a:xfrm>
            <a:off x="3283200" y="5834605"/>
            <a:ext cx="720000" cy="216000"/>
          </a:xfrm>
          <a:prstGeom prst="rect">
            <a:avLst/>
          </a:prstGeom>
          <a:solidFill>
            <a:srgbClr val="9DC1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a:p>
        </p:txBody>
      </p:sp>
      <p:sp>
        <p:nvSpPr>
          <p:cNvPr id="179" name="Rectangle 178">
            <a:extLst>
              <a:ext uri="{FF2B5EF4-FFF2-40B4-BE49-F238E27FC236}">
                <a16:creationId xmlns:a16="http://schemas.microsoft.com/office/drawing/2014/main" id="{07502A0E-117A-F82B-72B5-7B060F4E59B4}"/>
              </a:ext>
            </a:extLst>
          </p:cNvPr>
          <p:cNvSpPr/>
          <p:nvPr/>
        </p:nvSpPr>
        <p:spPr>
          <a:xfrm>
            <a:off x="4874400" y="5834605"/>
            <a:ext cx="720000" cy="216000"/>
          </a:xfrm>
          <a:prstGeom prst="rect">
            <a:avLst/>
          </a:prstGeom>
          <a:solidFill>
            <a:srgbClr val="925AB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a:p>
        </p:txBody>
      </p:sp>
      <p:sp>
        <p:nvSpPr>
          <p:cNvPr id="180" name="TextBox 179">
            <a:extLst>
              <a:ext uri="{FF2B5EF4-FFF2-40B4-BE49-F238E27FC236}">
                <a16:creationId xmlns:a16="http://schemas.microsoft.com/office/drawing/2014/main" id="{159341C2-5B41-FD36-2369-4D0E5DD03DB9}"/>
              </a:ext>
            </a:extLst>
          </p:cNvPr>
          <p:cNvSpPr txBox="1"/>
          <p:nvPr/>
        </p:nvSpPr>
        <p:spPr>
          <a:xfrm>
            <a:off x="3283200" y="5654605"/>
            <a:ext cx="841577" cy="118559"/>
          </a:xfrm>
          <a:prstGeom prst="rect">
            <a:avLst/>
          </a:prstGeom>
          <a:noFill/>
        </p:spPr>
        <p:txBody>
          <a:bodyPr wrap="none" lIns="0" tIns="0" rIns="0" bIns="0" rtlCol="0">
            <a:spAutoFit/>
          </a:bodyPr>
          <a:lstStyle>
            <a:defPPr>
              <a:defRPr lang="en-US"/>
            </a:defPPr>
            <a:lvl1pPr>
              <a:lnSpc>
                <a:spcPct val="101000"/>
              </a:lnSpc>
              <a:spcAft>
                <a:spcPts val="600"/>
              </a:spcAft>
              <a:defRPr kumimoji="0" sz="800" b="1" i="0" u="none" strike="noStrike" cap="none" spc="0" normalizeH="0" baseline="0">
                <a:ln>
                  <a:noFill/>
                </a:ln>
                <a:solidFill>
                  <a:srgbClr val="000000"/>
                </a:solidFill>
                <a:effectLst/>
                <a:uLnTx/>
                <a:uFillTx/>
                <a:ea typeface="GT America Regular" charset="0"/>
                <a:cs typeface="GT America Regular" charset="0"/>
              </a:defRPr>
            </a:lvl1pPr>
          </a:lstStyle>
          <a:p>
            <a:r>
              <a:rPr lang="en-CR">
                <a:solidFill>
                  <a:srgbClr val="FFFFFF"/>
                </a:solidFill>
              </a:rPr>
              <a:t>COMBINATION 6</a:t>
            </a:r>
          </a:p>
        </p:txBody>
      </p:sp>
      <p:sp>
        <p:nvSpPr>
          <p:cNvPr id="181" name="Rectangle 180">
            <a:extLst>
              <a:ext uri="{FF2B5EF4-FFF2-40B4-BE49-F238E27FC236}">
                <a16:creationId xmlns:a16="http://schemas.microsoft.com/office/drawing/2014/main" id="{631B89AB-8FB8-34C3-0BE7-4EC05D989544}"/>
              </a:ext>
            </a:extLst>
          </p:cNvPr>
          <p:cNvSpPr/>
          <p:nvPr/>
        </p:nvSpPr>
        <p:spPr>
          <a:xfrm>
            <a:off x="4078800" y="5834605"/>
            <a:ext cx="720000" cy="216000"/>
          </a:xfrm>
          <a:prstGeom prst="rect">
            <a:avLst/>
          </a:prstGeom>
          <a:solidFill>
            <a:srgbClr val="EE966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a:p>
        </p:txBody>
      </p:sp>
      <p:sp>
        <p:nvSpPr>
          <p:cNvPr id="51" name="TextBox 50">
            <a:extLst>
              <a:ext uri="{FF2B5EF4-FFF2-40B4-BE49-F238E27FC236}">
                <a16:creationId xmlns:a16="http://schemas.microsoft.com/office/drawing/2014/main" id="{726F3728-7E93-257E-7030-C24116C5333E}"/>
              </a:ext>
            </a:extLst>
          </p:cNvPr>
          <p:cNvSpPr txBox="1"/>
          <p:nvPr/>
        </p:nvSpPr>
        <p:spPr>
          <a:xfrm>
            <a:off x="4078800" y="6086605"/>
            <a:ext cx="541672" cy="114864"/>
          </a:xfrm>
          <a:prstGeom prst="rect">
            <a:avLst/>
          </a:prstGeom>
          <a:noFill/>
        </p:spPr>
        <p:txBody>
          <a:bodyPr wrap="none" lIns="0" tIns="0" rIns="0" bIns="0" rtlCol="0">
            <a:noAutofit/>
          </a:bodyPr>
          <a:lstStyle/>
          <a:p>
            <a:pPr algn="l">
              <a:lnSpc>
                <a:spcPct val="101000"/>
              </a:lnSpc>
              <a:spcAft>
                <a:spcPts val="600"/>
              </a:spcAft>
            </a:pPr>
            <a:r>
              <a:rPr kumimoji="0" lang="en-CR" sz="800" i="0" u="none" strike="noStrike" kern="1200" cap="none" spc="0" normalizeH="0" baseline="0" noProof="0">
                <a:ln>
                  <a:noFill/>
                </a:ln>
                <a:solidFill>
                  <a:schemeClr val="bg1"/>
                </a:solidFill>
                <a:effectLst/>
                <a:uLnTx/>
                <a:uFillTx/>
                <a:latin typeface="GT America Regular"/>
                <a:ea typeface="GT America Regular" charset="0"/>
                <a:cs typeface="GT America Regular" charset="0"/>
              </a:rPr>
              <a:t>Orange 04</a:t>
            </a:r>
          </a:p>
        </p:txBody>
      </p:sp>
      <p:sp>
        <p:nvSpPr>
          <p:cNvPr id="52" name="TextBox 51">
            <a:extLst>
              <a:ext uri="{FF2B5EF4-FFF2-40B4-BE49-F238E27FC236}">
                <a16:creationId xmlns:a16="http://schemas.microsoft.com/office/drawing/2014/main" id="{B3FA15BC-7D00-2850-8229-EA206A2D72EF}"/>
              </a:ext>
            </a:extLst>
          </p:cNvPr>
          <p:cNvSpPr txBox="1"/>
          <p:nvPr/>
        </p:nvSpPr>
        <p:spPr>
          <a:xfrm>
            <a:off x="4874400" y="6086605"/>
            <a:ext cx="541672" cy="114864"/>
          </a:xfrm>
          <a:prstGeom prst="rect">
            <a:avLst/>
          </a:prstGeom>
          <a:noFill/>
        </p:spPr>
        <p:txBody>
          <a:bodyPr wrap="none" lIns="0" tIns="0" rIns="0" bIns="0" rtlCol="0">
            <a:noAutofit/>
          </a:bodyPr>
          <a:lstStyle/>
          <a:p>
            <a:pPr algn="l">
              <a:lnSpc>
                <a:spcPct val="101000"/>
              </a:lnSpc>
              <a:spcAft>
                <a:spcPts val="600"/>
              </a:spcAft>
            </a:pPr>
            <a:r>
              <a:rPr kumimoji="0" lang="en-CR" sz="800" i="0" u="none" strike="noStrike" kern="1200" cap="none" spc="0" normalizeH="0" baseline="0" noProof="0">
                <a:ln>
                  <a:noFill/>
                </a:ln>
                <a:solidFill>
                  <a:schemeClr val="bg1"/>
                </a:solidFill>
                <a:effectLst/>
                <a:uLnTx/>
                <a:uFillTx/>
                <a:ea typeface="GT America Regular" charset="0"/>
                <a:cs typeface="GT America Regular" charset="0"/>
              </a:rPr>
              <a:t>Purple </a:t>
            </a:r>
            <a:r>
              <a:rPr lang="en-CR" sz="800">
                <a:solidFill>
                  <a:schemeClr val="bg1"/>
                </a:solidFill>
                <a:ea typeface="GT America Regular" charset="0"/>
                <a:cs typeface="GT America Regular" charset="0"/>
              </a:rPr>
              <a:t>07</a:t>
            </a:r>
            <a:endParaRPr kumimoji="0" lang="en-CR" sz="800" i="0" u="none" strike="noStrike" kern="1200" cap="none" spc="0" normalizeH="0" baseline="0" noProof="0">
              <a:ln>
                <a:noFill/>
              </a:ln>
              <a:solidFill>
                <a:schemeClr val="bg1"/>
              </a:solidFill>
              <a:effectLst/>
              <a:uLnTx/>
              <a:uFillTx/>
              <a:ea typeface="GT America Regular" charset="0"/>
              <a:cs typeface="GT America Regular" charset="0"/>
            </a:endParaRPr>
          </a:p>
        </p:txBody>
      </p:sp>
      <p:sp>
        <p:nvSpPr>
          <p:cNvPr id="53" name="TextBox 52">
            <a:extLst>
              <a:ext uri="{FF2B5EF4-FFF2-40B4-BE49-F238E27FC236}">
                <a16:creationId xmlns:a16="http://schemas.microsoft.com/office/drawing/2014/main" id="{478DB76D-07A3-C987-2409-8606CD1D02E8}"/>
              </a:ext>
            </a:extLst>
          </p:cNvPr>
          <p:cNvSpPr txBox="1"/>
          <p:nvPr/>
        </p:nvSpPr>
        <p:spPr>
          <a:xfrm>
            <a:off x="3282095" y="6086605"/>
            <a:ext cx="731058" cy="119868"/>
          </a:xfrm>
          <a:prstGeom prst="rect">
            <a:avLst/>
          </a:prstGeom>
          <a:noFill/>
        </p:spPr>
        <p:txBody>
          <a:bodyPr wrap="none" lIns="0" tIns="0" rIns="0" bIns="0" rtlCol="0">
            <a:noAutofit/>
          </a:bodyPr>
          <a:lstStyle/>
          <a:p>
            <a:r>
              <a:rPr lang="en-US" sz="800">
                <a:solidFill>
                  <a:schemeClr val="bg1"/>
                </a:solidFill>
                <a:effectLst/>
                <a:ea typeface="GT America Regular" pitchFamily="2" charset="77"/>
                <a:cs typeface="GT America Regular" pitchFamily="2" charset="77"/>
              </a:rPr>
              <a:t>Bright Blue 03</a:t>
            </a:r>
          </a:p>
        </p:txBody>
      </p:sp>
      <p:sp>
        <p:nvSpPr>
          <p:cNvPr id="55" name="TextBox 54">
            <a:extLst>
              <a:ext uri="{FF2B5EF4-FFF2-40B4-BE49-F238E27FC236}">
                <a16:creationId xmlns:a16="http://schemas.microsoft.com/office/drawing/2014/main" id="{B41CEF17-4724-5BD8-45F9-0373DFE90F0C}"/>
              </a:ext>
            </a:extLst>
          </p:cNvPr>
          <p:cNvSpPr txBox="1"/>
          <p:nvPr/>
        </p:nvSpPr>
        <p:spPr>
          <a:xfrm>
            <a:off x="1472400" y="4718605"/>
            <a:ext cx="541672" cy="114864"/>
          </a:xfrm>
          <a:prstGeom prst="rect">
            <a:avLst/>
          </a:prstGeom>
          <a:noFill/>
        </p:spPr>
        <p:txBody>
          <a:bodyPr wrap="none" lIns="0" tIns="0" rIns="0" bIns="0" rtlCol="0">
            <a:noAutofit/>
          </a:bodyPr>
          <a:lstStyle/>
          <a:p>
            <a:pPr algn="l">
              <a:lnSpc>
                <a:spcPct val="101000"/>
              </a:lnSpc>
              <a:spcAft>
                <a:spcPts val="600"/>
              </a:spcAft>
            </a:pPr>
            <a:r>
              <a:rPr kumimoji="0" lang="en-CR" sz="800" i="0" u="none" strike="noStrike" kern="1200" cap="none" spc="0" normalizeH="0" baseline="0" noProof="0">
                <a:ln>
                  <a:noFill/>
                </a:ln>
                <a:solidFill>
                  <a:schemeClr val="bg1"/>
                </a:solidFill>
                <a:effectLst/>
                <a:uLnTx/>
                <a:uFillTx/>
                <a:ea typeface="GT America Regular" charset="0"/>
                <a:cs typeface="GT America Regular" charset="0"/>
              </a:rPr>
              <a:t>Teal 05</a:t>
            </a:r>
          </a:p>
        </p:txBody>
      </p:sp>
      <p:sp>
        <p:nvSpPr>
          <p:cNvPr id="56" name="TextBox 55">
            <a:extLst>
              <a:ext uri="{FF2B5EF4-FFF2-40B4-BE49-F238E27FC236}">
                <a16:creationId xmlns:a16="http://schemas.microsoft.com/office/drawing/2014/main" id="{F19FF257-15B4-DAA0-3005-421279EF400B}"/>
              </a:ext>
            </a:extLst>
          </p:cNvPr>
          <p:cNvSpPr txBox="1"/>
          <p:nvPr/>
        </p:nvSpPr>
        <p:spPr>
          <a:xfrm>
            <a:off x="2275200" y="4718605"/>
            <a:ext cx="541672" cy="114864"/>
          </a:xfrm>
          <a:prstGeom prst="rect">
            <a:avLst/>
          </a:prstGeom>
          <a:noFill/>
        </p:spPr>
        <p:txBody>
          <a:bodyPr wrap="none" lIns="0" tIns="0" rIns="0" bIns="0" rtlCol="0">
            <a:noAutofit/>
          </a:bodyPr>
          <a:lstStyle/>
          <a:p>
            <a:pPr algn="l">
              <a:lnSpc>
                <a:spcPct val="101000"/>
              </a:lnSpc>
              <a:spcAft>
                <a:spcPts val="600"/>
              </a:spcAft>
            </a:pPr>
            <a:r>
              <a:rPr kumimoji="0" lang="en-CR" sz="800" i="0" u="none" strike="noStrike" kern="1200" cap="none" spc="0" normalizeH="0" baseline="0" noProof="0">
                <a:ln>
                  <a:noFill/>
                </a:ln>
                <a:solidFill>
                  <a:schemeClr val="bg1"/>
                </a:solidFill>
                <a:effectLst/>
                <a:uLnTx/>
                <a:uFillTx/>
                <a:ea typeface="GT America Regular" charset="0"/>
                <a:cs typeface="GT America Regular" charset="0"/>
              </a:rPr>
              <a:t>Yellow 04</a:t>
            </a:r>
          </a:p>
        </p:txBody>
      </p:sp>
      <p:sp>
        <p:nvSpPr>
          <p:cNvPr id="57" name="TextBox 56">
            <a:extLst>
              <a:ext uri="{FF2B5EF4-FFF2-40B4-BE49-F238E27FC236}">
                <a16:creationId xmlns:a16="http://schemas.microsoft.com/office/drawing/2014/main" id="{958F7273-A506-1D49-7160-729C762753B3}"/>
              </a:ext>
            </a:extLst>
          </p:cNvPr>
          <p:cNvSpPr txBox="1"/>
          <p:nvPr/>
        </p:nvSpPr>
        <p:spPr>
          <a:xfrm>
            <a:off x="669600" y="4718605"/>
            <a:ext cx="731058" cy="119868"/>
          </a:xfrm>
          <a:prstGeom prst="rect">
            <a:avLst/>
          </a:prstGeom>
          <a:noFill/>
        </p:spPr>
        <p:txBody>
          <a:bodyPr wrap="none" lIns="0" tIns="0" rIns="0" bIns="0" rtlCol="0">
            <a:noAutofit/>
          </a:bodyPr>
          <a:lstStyle/>
          <a:p>
            <a:r>
              <a:rPr lang="en-US" sz="800">
                <a:solidFill>
                  <a:schemeClr val="bg1"/>
                </a:solidFill>
                <a:effectLst/>
                <a:ea typeface="GT America Regular" pitchFamily="2" charset="77"/>
                <a:cs typeface="GT America Regular" pitchFamily="2" charset="77"/>
              </a:rPr>
              <a:t>Bright Blue 03</a:t>
            </a:r>
          </a:p>
        </p:txBody>
      </p:sp>
      <p:sp>
        <p:nvSpPr>
          <p:cNvPr id="61" name="TextBox 60">
            <a:extLst>
              <a:ext uri="{FF2B5EF4-FFF2-40B4-BE49-F238E27FC236}">
                <a16:creationId xmlns:a16="http://schemas.microsoft.com/office/drawing/2014/main" id="{1080217C-2CD5-CBC2-7553-0DA46AC8A85C}"/>
              </a:ext>
            </a:extLst>
          </p:cNvPr>
          <p:cNvSpPr txBox="1"/>
          <p:nvPr/>
        </p:nvSpPr>
        <p:spPr>
          <a:xfrm>
            <a:off x="1472400" y="5407609"/>
            <a:ext cx="541672" cy="114864"/>
          </a:xfrm>
          <a:prstGeom prst="rect">
            <a:avLst/>
          </a:prstGeom>
          <a:noFill/>
        </p:spPr>
        <p:txBody>
          <a:bodyPr wrap="none" lIns="0" tIns="0" rIns="0" bIns="0" rtlCol="0">
            <a:noAutofit/>
          </a:bodyPr>
          <a:lstStyle/>
          <a:p>
            <a:pPr algn="l">
              <a:lnSpc>
                <a:spcPct val="101000"/>
              </a:lnSpc>
              <a:spcAft>
                <a:spcPts val="600"/>
              </a:spcAft>
            </a:pPr>
            <a:r>
              <a:rPr kumimoji="0" lang="en-CR" sz="800" i="0" u="none" strike="noStrike" kern="1200" cap="none" spc="0" normalizeH="0" baseline="0" noProof="0">
                <a:ln>
                  <a:noFill/>
                </a:ln>
                <a:solidFill>
                  <a:schemeClr val="bg1"/>
                </a:solidFill>
                <a:effectLst/>
                <a:uLnTx/>
                <a:uFillTx/>
                <a:ea typeface="GT America Regular" charset="0"/>
                <a:cs typeface="GT America Regular" charset="0"/>
              </a:rPr>
              <a:t>Teal 05</a:t>
            </a:r>
          </a:p>
        </p:txBody>
      </p:sp>
      <p:sp>
        <p:nvSpPr>
          <p:cNvPr id="62" name="TextBox 61">
            <a:extLst>
              <a:ext uri="{FF2B5EF4-FFF2-40B4-BE49-F238E27FC236}">
                <a16:creationId xmlns:a16="http://schemas.microsoft.com/office/drawing/2014/main" id="{A19E2A50-4DCA-16E7-8A93-7FA7F8C5A2F5}"/>
              </a:ext>
            </a:extLst>
          </p:cNvPr>
          <p:cNvSpPr txBox="1"/>
          <p:nvPr/>
        </p:nvSpPr>
        <p:spPr>
          <a:xfrm>
            <a:off x="2275200" y="5407609"/>
            <a:ext cx="541672" cy="114864"/>
          </a:xfrm>
          <a:prstGeom prst="rect">
            <a:avLst/>
          </a:prstGeom>
          <a:noFill/>
        </p:spPr>
        <p:txBody>
          <a:bodyPr wrap="none" lIns="0" tIns="0" rIns="0" bIns="0" rtlCol="0">
            <a:noAutofit/>
          </a:bodyPr>
          <a:lstStyle/>
          <a:p>
            <a:pPr algn="l">
              <a:lnSpc>
                <a:spcPct val="101000"/>
              </a:lnSpc>
              <a:spcAft>
                <a:spcPts val="600"/>
              </a:spcAft>
            </a:pPr>
            <a:r>
              <a:rPr kumimoji="0" lang="en-CR" sz="800" i="0" u="none" strike="noStrike" kern="1200" cap="none" spc="0" normalizeH="0" baseline="0" noProof="0">
                <a:ln>
                  <a:noFill/>
                </a:ln>
                <a:solidFill>
                  <a:schemeClr val="bg1"/>
                </a:solidFill>
                <a:effectLst/>
                <a:uLnTx/>
                <a:uFillTx/>
                <a:ea typeface="GT America Regular" charset="0"/>
                <a:cs typeface="GT America Regular" charset="0"/>
              </a:rPr>
              <a:t>Orange 05</a:t>
            </a:r>
          </a:p>
        </p:txBody>
      </p:sp>
      <p:sp>
        <p:nvSpPr>
          <p:cNvPr id="63" name="TextBox 62">
            <a:extLst>
              <a:ext uri="{FF2B5EF4-FFF2-40B4-BE49-F238E27FC236}">
                <a16:creationId xmlns:a16="http://schemas.microsoft.com/office/drawing/2014/main" id="{5DE486B6-717E-C8A8-C03C-B43EB8C1265E}"/>
              </a:ext>
            </a:extLst>
          </p:cNvPr>
          <p:cNvSpPr txBox="1"/>
          <p:nvPr/>
        </p:nvSpPr>
        <p:spPr>
          <a:xfrm>
            <a:off x="669600" y="5402605"/>
            <a:ext cx="731058" cy="119868"/>
          </a:xfrm>
          <a:prstGeom prst="rect">
            <a:avLst/>
          </a:prstGeom>
          <a:noFill/>
        </p:spPr>
        <p:txBody>
          <a:bodyPr wrap="none" lIns="0" tIns="0" rIns="0" bIns="0" rtlCol="0">
            <a:noAutofit/>
          </a:bodyPr>
          <a:lstStyle/>
          <a:p>
            <a:r>
              <a:rPr lang="en-US" sz="800">
                <a:solidFill>
                  <a:schemeClr val="bg1"/>
                </a:solidFill>
                <a:effectLst/>
                <a:ea typeface="GT America Regular" pitchFamily="2" charset="77"/>
                <a:cs typeface="GT America Regular" pitchFamily="2" charset="77"/>
              </a:rPr>
              <a:t>Bright Blue 03</a:t>
            </a:r>
          </a:p>
        </p:txBody>
      </p:sp>
      <p:sp>
        <p:nvSpPr>
          <p:cNvPr id="128" name="TextBox 127">
            <a:extLst>
              <a:ext uri="{FF2B5EF4-FFF2-40B4-BE49-F238E27FC236}">
                <a16:creationId xmlns:a16="http://schemas.microsoft.com/office/drawing/2014/main" id="{C5DB63E7-C3EB-5827-1B8A-83B6B9DD6637}"/>
              </a:ext>
            </a:extLst>
          </p:cNvPr>
          <p:cNvSpPr txBox="1"/>
          <p:nvPr/>
        </p:nvSpPr>
        <p:spPr>
          <a:xfrm>
            <a:off x="1472400" y="6086605"/>
            <a:ext cx="541672" cy="114864"/>
          </a:xfrm>
          <a:prstGeom prst="rect">
            <a:avLst/>
          </a:prstGeom>
          <a:noFill/>
        </p:spPr>
        <p:txBody>
          <a:bodyPr wrap="none" lIns="0" tIns="0" rIns="0" bIns="0" rtlCol="0">
            <a:noAutofit/>
          </a:bodyPr>
          <a:lstStyle/>
          <a:p>
            <a:pPr algn="l">
              <a:lnSpc>
                <a:spcPct val="101000"/>
              </a:lnSpc>
              <a:spcAft>
                <a:spcPts val="600"/>
              </a:spcAft>
            </a:pPr>
            <a:r>
              <a:rPr kumimoji="0" lang="en-CR" sz="800" i="0" u="none" strike="noStrike" kern="1200" cap="none" spc="0" normalizeH="0" baseline="0" noProof="0">
                <a:ln>
                  <a:noFill/>
                </a:ln>
                <a:solidFill>
                  <a:schemeClr val="bg1"/>
                </a:solidFill>
                <a:effectLst/>
                <a:uLnTx/>
                <a:uFillTx/>
                <a:latin typeface="GT America Regular"/>
                <a:ea typeface="GT America Regular" charset="0"/>
                <a:cs typeface="GT America Regular" charset="0"/>
              </a:rPr>
              <a:t>Green 02</a:t>
            </a:r>
          </a:p>
        </p:txBody>
      </p:sp>
      <p:sp>
        <p:nvSpPr>
          <p:cNvPr id="129" name="TextBox 128">
            <a:extLst>
              <a:ext uri="{FF2B5EF4-FFF2-40B4-BE49-F238E27FC236}">
                <a16:creationId xmlns:a16="http://schemas.microsoft.com/office/drawing/2014/main" id="{C100BE08-677C-64FB-943A-C66E70C4F194}"/>
              </a:ext>
            </a:extLst>
          </p:cNvPr>
          <p:cNvSpPr txBox="1"/>
          <p:nvPr/>
        </p:nvSpPr>
        <p:spPr>
          <a:xfrm>
            <a:off x="2275200" y="6086605"/>
            <a:ext cx="541672" cy="114864"/>
          </a:xfrm>
          <a:prstGeom prst="rect">
            <a:avLst/>
          </a:prstGeom>
          <a:noFill/>
        </p:spPr>
        <p:txBody>
          <a:bodyPr wrap="none" lIns="0" tIns="0" rIns="0" bIns="0" rtlCol="0">
            <a:noAutofit/>
          </a:bodyPr>
          <a:lstStyle/>
          <a:p>
            <a:pPr algn="l">
              <a:lnSpc>
                <a:spcPct val="101000"/>
              </a:lnSpc>
              <a:spcAft>
                <a:spcPts val="600"/>
              </a:spcAft>
            </a:pPr>
            <a:r>
              <a:rPr kumimoji="0" lang="en-CR" sz="800" i="0" u="none" strike="noStrike" kern="1200" cap="none" spc="0" normalizeH="0" baseline="0" noProof="0">
                <a:ln>
                  <a:noFill/>
                </a:ln>
                <a:solidFill>
                  <a:schemeClr val="bg1"/>
                </a:solidFill>
                <a:effectLst/>
                <a:uLnTx/>
                <a:uFillTx/>
                <a:latin typeface="GT America Regular"/>
                <a:ea typeface="GT America Regular" charset="0"/>
                <a:cs typeface="GT America Regular" charset="0"/>
              </a:rPr>
              <a:t>Magenta 06</a:t>
            </a:r>
          </a:p>
        </p:txBody>
      </p:sp>
      <p:sp>
        <p:nvSpPr>
          <p:cNvPr id="130" name="TextBox 129">
            <a:extLst>
              <a:ext uri="{FF2B5EF4-FFF2-40B4-BE49-F238E27FC236}">
                <a16:creationId xmlns:a16="http://schemas.microsoft.com/office/drawing/2014/main" id="{3A836E57-A0B3-958C-50A5-54ACF9C4A143}"/>
              </a:ext>
            </a:extLst>
          </p:cNvPr>
          <p:cNvSpPr txBox="1"/>
          <p:nvPr/>
        </p:nvSpPr>
        <p:spPr>
          <a:xfrm>
            <a:off x="669600" y="6086605"/>
            <a:ext cx="731058" cy="119868"/>
          </a:xfrm>
          <a:prstGeom prst="rect">
            <a:avLst/>
          </a:prstGeom>
          <a:noFill/>
        </p:spPr>
        <p:txBody>
          <a:bodyPr wrap="none" lIns="0" tIns="0" rIns="0" bIns="0" rtlCol="0">
            <a:noAutofit/>
          </a:bodyPr>
          <a:lstStyle/>
          <a:p>
            <a:r>
              <a:rPr lang="en-US" sz="800">
                <a:solidFill>
                  <a:schemeClr val="bg1"/>
                </a:solidFill>
                <a:effectLst/>
                <a:ea typeface="GT America Regular" pitchFamily="2" charset="77"/>
                <a:cs typeface="GT America Regular" pitchFamily="2" charset="77"/>
              </a:rPr>
              <a:t>Bright Blue 03</a:t>
            </a:r>
          </a:p>
        </p:txBody>
      </p:sp>
      <p:sp>
        <p:nvSpPr>
          <p:cNvPr id="5" name="Footer Placeholder 4">
            <a:extLst>
              <a:ext uri="{FF2B5EF4-FFF2-40B4-BE49-F238E27FC236}">
                <a16:creationId xmlns:a16="http://schemas.microsoft.com/office/drawing/2014/main" id="{122D4BD8-C6FC-94B3-7E19-2E4D1EACC699}"/>
              </a:ext>
            </a:extLst>
          </p:cNvPr>
          <p:cNvSpPr>
            <a:spLocks noGrp="1"/>
          </p:cNvSpPr>
          <p:nvPr>
            <p:ph type="ftr" sz="quarter" idx="11"/>
          </p:nvPr>
        </p:nvSpPr>
        <p:spPr>
          <a:xfrm>
            <a:off x="4781550" y="6311900"/>
            <a:ext cx="5448300" cy="269875"/>
          </a:xfrm>
        </p:spPr>
        <p:txBody>
          <a:bodyPr/>
          <a:lstStyle/>
          <a:p>
            <a:r>
              <a:rPr lang="en-US">
                <a:solidFill>
                  <a:schemeClr val="bg1"/>
                </a:solidFill>
              </a:rPr>
              <a:t>See slide 12 for instructions on how to update footer</a:t>
            </a:r>
            <a:endParaRPr lang="en-US" dirty="0">
              <a:solidFill>
                <a:schemeClr val="bg1"/>
              </a:solidFill>
            </a:endParaRPr>
          </a:p>
        </p:txBody>
      </p:sp>
      <p:sp>
        <p:nvSpPr>
          <p:cNvPr id="13" name="Slide Number Placeholder 12">
            <a:extLst>
              <a:ext uri="{FF2B5EF4-FFF2-40B4-BE49-F238E27FC236}">
                <a16:creationId xmlns:a16="http://schemas.microsoft.com/office/drawing/2014/main" id="{87958DAA-01CB-5D34-AB69-039C1DFC891F}"/>
              </a:ext>
            </a:extLst>
          </p:cNvPr>
          <p:cNvSpPr>
            <a:spLocks noGrp="1"/>
          </p:cNvSpPr>
          <p:nvPr>
            <p:ph type="sldNum" sz="quarter" idx="12"/>
          </p:nvPr>
        </p:nvSpPr>
        <p:spPr>
          <a:xfrm>
            <a:off x="10428288" y="6311900"/>
            <a:ext cx="1209674" cy="269875"/>
          </a:xfrm>
        </p:spPr>
        <p:txBody>
          <a:bodyPr/>
          <a:lstStyle/>
          <a:p>
            <a:fld id="{862A5111-985B-C14D-9115-5787026182A8}" type="slidenum">
              <a:rPr lang="en-US" smtClean="0">
                <a:solidFill>
                  <a:schemeClr val="bg1"/>
                </a:solidFill>
              </a:rPr>
              <a:pPr/>
              <a:t>22</a:t>
            </a:fld>
            <a:endParaRPr lang="en-US">
              <a:solidFill>
                <a:schemeClr val="bg1"/>
              </a:solidFill>
            </a:endParaRPr>
          </a:p>
        </p:txBody>
      </p:sp>
      <p:sp>
        <p:nvSpPr>
          <p:cNvPr id="21" name="Title 20">
            <a:extLst>
              <a:ext uri="{FF2B5EF4-FFF2-40B4-BE49-F238E27FC236}">
                <a16:creationId xmlns:a16="http://schemas.microsoft.com/office/drawing/2014/main" id="{CE38D05A-E3BB-FA7B-61BC-5BA8A2A225DE}"/>
              </a:ext>
            </a:extLst>
          </p:cNvPr>
          <p:cNvSpPr>
            <a:spLocks noGrp="1"/>
          </p:cNvSpPr>
          <p:nvPr>
            <p:ph type="title"/>
          </p:nvPr>
        </p:nvSpPr>
        <p:spPr/>
        <p:txBody>
          <a:bodyPr/>
          <a:lstStyle/>
          <a:p>
            <a:r>
              <a:rPr lang="en-CR"/>
              <a:t>Categorical palettes</a:t>
            </a:r>
            <a:endParaRPr lang="en-US" dirty="0"/>
          </a:p>
        </p:txBody>
      </p:sp>
      <p:sp>
        <p:nvSpPr>
          <p:cNvPr id="151" name="Text Placeholder 150">
            <a:extLst>
              <a:ext uri="{FF2B5EF4-FFF2-40B4-BE49-F238E27FC236}">
                <a16:creationId xmlns:a16="http://schemas.microsoft.com/office/drawing/2014/main" id="{FC89667C-77FC-1C70-BDBC-A145508165E6}"/>
              </a:ext>
            </a:extLst>
          </p:cNvPr>
          <p:cNvSpPr>
            <a:spLocks noGrp="1"/>
          </p:cNvSpPr>
          <p:nvPr>
            <p:ph type="body" sz="quarter" idx="45"/>
          </p:nvPr>
        </p:nvSpPr>
        <p:spPr>
          <a:xfrm>
            <a:off x="546100" y="1127125"/>
            <a:ext cx="11091862" cy="295275"/>
          </a:xfrm>
        </p:spPr>
        <p:txBody>
          <a:bodyPr/>
          <a:lstStyle/>
          <a:p>
            <a:r>
              <a:rPr lang="en-US"/>
              <a:t>Primary for 3 categories</a:t>
            </a:r>
          </a:p>
          <a:p>
            <a:endParaRPr lang="en-US"/>
          </a:p>
        </p:txBody>
      </p:sp>
      <p:sp>
        <p:nvSpPr>
          <p:cNvPr id="20" name="TextBox 19">
            <a:extLst>
              <a:ext uri="{FF2B5EF4-FFF2-40B4-BE49-F238E27FC236}">
                <a16:creationId xmlns:a16="http://schemas.microsoft.com/office/drawing/2014/main" id="{FB7D053F-FEDE-EFDD-C25D-DA9F91AAAE6D}"/>
              </a:ext>
            </a:extLst>
          </p:cNvPr>
          <p:cNvSpPr txBox="1"/>
          <p:nvPr/>
        </p:nvSpPr>
        <p:spPr>
          <a:xfrm>
            <a:off x="3121152" y="2084832"/>
            <a:ext cx="0" cy="0"/>
          </a:xfrm>
          <a:prstGeom prst="rect">
            <a:avLst/>
          </a:prstGeom>
          <a:noFill/>
        </p:spPr>
        <p:txBody>
          <a:bodyPr wrap="none" lIns="0" tIns="0" rIns="0" bIns="0" rtlCol="0">
            <a:noAutofit/>
          </a:bodyPr>
          <a:lstStyle/>
          <a:p>
            <a:pPr marL="285750" indent="-285750" algn="l">
              <a:lnSpc>
                <a:spcPct val="101000"/>
              </a:lnSpc>
              <a:spcAft>
                <a:spcPts val="600"/>
              </a:spcAft>
              <a:buFont typeface="GT America" charset="0"/>
              <a:buChar char="→"/>
            </a:pPr>
            <a:endParaRPr kumimoji="0" lang="en-CR" sz="1400" b="0" i="0" u="none" strike="noStrike" kern="1200" cap="none" spc="0" normalizeH="0" baseline="0" noProof="0" err="1">
              <a:ln>
                <a:noFill/>
              </a:ln>
              <a:solidFill>
                <a:srgbClr val="000000"/>
              </a:solidFill>
              <a:effectLst/>
              <a:uLnTx/>
              <a:uFillTx/>
              <a:latin typeface="GT America Regular"/>
              <a:ea typeface="GT America Regular" charset="0"/>
              <a:cs typeface="GT America Regular" charset="0"/>
            </a:endParaRPr>
          </a:p>
        </p:txBody>
      </p:sp>
      <p:sp>
        <p:nvSpPr>
          <p:cNvPr id="15" name="TextBox 14">
            <a:extLst>
              <a:ext uri="{FF2B5EF4-FFF2-40B4-BE49-F238E27FC236}">
                <a16:creationId xmlns:a16="http://schemas.microsoft.com/office/drawing/2014/main" id="{4D95A8C0-3E52-5AEE-0868-5699B8924FF8}"/>
              </a:ext>
            </a:extLst>
          </p:cNvPr>
          <p:cNvSpPr txBox="1"/>
          <p:nvPr/>
        </p:nvSpPr>
        <p:spPr>
          <a:xfrm>
            <a:off x="6571813" y="523593"/>
            <a:ext cx="3827658" cy="221244"/>
          </a:xfrm>
          <a:prstGeom prst="rect">
            <a:avLst/>
          </a:prstGeom>
          <a:noFill/>
        </p:spPr>
        <p:txBody>
          <a:bodyPr wrap="none" lIns="0" tIns="0" rIns="0" bIns="0" rtlCol="0">
            <a:noAutofit/>
          </a:bodyPr>
          <a:lstStyle/>
          <a:p>
            <a:pPr>
              <a:lnSpc>
                <a:spcPct val="101000"/>
              </a:lnSpc>
              <a:spcAft>
                <a:spcPts val="600"/>
              </a:spcAft>
            </a:pPr>
            <a:r>
              <a:rPr kumimoji="0" lang="en-CR" sz="1100" b="0" i="0" u="none" strike="noStrike" kern="1200" cap="none" spc="0" normalizeH="0" baseline="0" noProof="0">
                <a:ln>
                  <a:noFill/>
                </a:ln>
                <a:solidFill>
                  <a:srgbClr val="000000"/>
                </a:solidFill>
                <a:effectLst/>
                <a:uLnTx/>
                <a:uFillTx/>
                <a:latin typeface="GT America Regular"/>
                <a:ea typeface="GT America Regular" charset="0"/>
                <a:cs typeface="GT America Regular" charset="0"/>
              </a:rPr>
              <a:t>Examples</a:t>
            </a:r>
          </a:p>
        </p:txBody>
      </p:sp>
    </p:spTree>
    <p:extLst>
      <p:ext uri="{BB962C8B-B14F-4D97-AF65-F5344CB8AC3E}">
        <p14:creationId xmlns:p14="http://schemas.microsoft.com/office/powerpoint/2010/main" val="333693504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E86DBE-6AC1-ADE0-685A-DEA4EB52703C}"/>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655CDCAB-29BE-DC18-8B85-DBC7DA83565F}"/>
              </a:ext>
            </a:extLst>
          </p:cNvPr>
          <p:cNvSpPr/>
          <p:nvPr/>
        </p:nvSpPr>
        <p:spPr>
          <a:xfrm>
            <a:off x="6096000" y="0"/>
            <a:ext cx="6096000" cy="3420000"/>
          </a:xfrm>
          <a:prstGeom prst="rect">
            <a:avLst/>
          </a:prstGeom>
          <a:solidFill>
            <a:schemeClr val="bg1">
              <a:lumMod val="95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a:p>
        </p:txBody>
      </p:sp>
      <p:sp>
        <p:nvSpPr>
          <p:cNvPr id="8" name="Rectangle 7">
            <a:extLst>
              <a:ext uri="{FF2B5EF4-FFF2-40B4-BE49-F238E27FC236}">
                <a16:creationId xmlns:a16="http://schemas.microsoft.com/office/drawing/2014/main" id="{EDE34048-696D-F088-4CD8-2E7C1ADEE4FD}"/>
              </a:ext>
            </a:extLst>
          </p:cNvPr>
          <p:cNvSpPr/>
          <p:nvPr/>
        </p:nvSpPr>
        <p:spPr>
          <a:xfrm>
            <a:off x="6096000" y="3438000"/>
            <a:ext cx="6096000" cy="3420000"/>
          </a:xfrm>
          <a:prstGeom prst="rect">
            <a:avLst/>
          </a:prstGeom>
          <a:solidFill>
            <a:schemeClr val="tx2"/>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a:p>
        </p:txBody>
      </p:sp>
      <p:graphicFrame>
        <p:nvGraphicFramePr>
          <p:cNvPr id="39" name="Chart 38">
            <a:extLst>
              <a:ext uri="{FF2B5EF4-FFF2-40B4-BE49-F238E27FC236}">
                <a16:creationId xmlns:a16="http://schemas.microsoft.com/office/drawing/2014/main" id="{5BCBB0E3-CAAA-4777-838E-9EEDA1E9337F}"/>
              </a:ext>
            </a:extLst>
          </p:cNvPr>
          <p:cNvGraphicFramePr>
            <a:graphicFrameLocks/>
          </p:cNvGraphicFramePr>
          <p:nvPr>
            <p:extLst>
              <p:ext uri="{D42A27DB-BD31-4B8C-83A1-F6EECF244321}">
                <p14:modId xmlns:p14="http://schemas.microsoft.com/office/powerpoint/2010/main" val="766791003"/>
              </p:ext>
            </p:extLst>
          </p:nvPr>
        </p:nvGraphicFramePr>
        <p:xfrm>
          <a:off x="10080000" y="720000"/>
          <a:ext cx="1620000" cy="216000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2" name="Chart 1">
            <a:extLst>
              <a:ext uri="{FF2B5EF4-FFF2-40B4-BE49-F238E27FC236}">
                <a16:creationId xmlns:a16="http://schemas.microsoft.com/office/drawing/2014/main" id="{8667DE0C-8434-EFBC-A218-341C7D45B831}"/>
              </a:ext>
            </a:extLst>
          </p:cNvPr>
          <p:cNvGraphicFramePr>
            <a:graphicFrameLocks/>
          </p:cNvGraphicFramePr>
          <p:nvPr>
            <p:extLst>
              <p:ext uri="{D42A27DB-BD31-4B8C-83A1-F6EECF244321}">
                <p14:modId xmlns:p14="http://schemas.microsoft.com/office/powerpoint/2010/main" val="1470656838"/>
              </p:ext>
            </p:extLst>
          </p:nvPr>
        </p:nvGraphicFramePr>
        <p:xfrm>
          <a:off x="6548400" y="720000"/>
          <a:ext cx="3240000" cy="2160000"/>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14" name="Chart 13">
            <a:extLst>
              <a:ext uri="{FF2B5EF4-FFF2-40B4-BE49-F238E27FC236}">
                <a16:creationId xmlns:a16="http://schemas.microsoft.com/office/drawing/2014/main" id="{73321FAD-CC3A-EA65-637E-600A23E4AF57}"/>
              </a:ext>
            </a:extLst>
          </p:cNvPr>
          <p:cNvGraphicFramePr>
            <a:graphicFrameLocks/>
          </p:cNvGraphicFramePr>
          <p:nvPr>
            <p:extLst>
              <p:ext uri="{D42A27DB-BD31-4B8C-83A1-F6EECF244321}">
                <p14:modId xmlns:p14="http://schemas.microsoft.com/office/powerpoint/2010/main" val="1158840987"/>
              </p:ext>
            </p:extLst>
          </p:nvPr>
        </p:nvGraphicFramePr>
        <p:xfrm>
          <a:off x="10080000" y="4068000"/>
          <a:ext cx="1620000" cy="2160000"/>
        </p:xfrm>
        <a:graphic>
          <a:graphicData uri="http://schemas.openxmlformats.org/drawingml/2006/chart">
            <c:chart xmlns:c="http://schemas.openxmlformats.org/drawingml/2006/chart" xmlns:r="http://schemas.openxmlformats.org/officeDocument/2006/relationships" r:id="rId5"/>
          </a:graphicData>
        </a:graphic>
      </p:graphicFrame>
      <p:graphicFrame>
        <p:nvGraphicFramePr>
          <p:cNvPr id="16" name="Chart 15">
            <a:extLst>
              <a:ext uri="{FF2B5EF4-FFF2-40B4-BE49-F238E27FC236}">
                <a16:creationId xmlns:a16="http://schemas.microsoft.com/office/drawing/2014/main" id="{F5460EE0-BCC2-AEA5-437A-221C5842F192}"/>
              </a:ext>
            </a:extLst>
          </p:cNvPr>
          <p:cNvGraphicFramePr>
            <a:graphicFrameLocks/>
          </p:cNvGraphicFramePr>
          <p:nvPr>
            <p:extLst>
              <p:ext uri="{D42A27DB-BD31-4B8C-83A1-F6EECF244321}">
                <p14:modId xmlns:p14="http://schemas.microsoft.com/office/powerpoint/2010/main" val="1436243108"/>
              </p:ext>
            </p:extLst>
          </p:nvPr>
        </p:nvGraphicFramePr>
        <p:xfrm>
          <a:off x="6548400" y="4068000"/>
          <a:ext cx="3240000" cy="2160000"/>
        </p:xfrm>
        <a:graphic>
          <a:graphicData uri="http://schemas.openxmlformats.org/drawingml/2006/chart">
            <c:chart xmlns:c="http://schemas.openxmlformats.org/drawingml/2006/chart" xmlns:r="http://schemas.openxmlformats.org/officeDocument/2006/relationships" r:id="rId6"/>
          </a:graphicData>
        </a:graphic>
      </p:graphicFrame>
      <p:sp>
        <p:nvSpPr>
          <p:cNvPr id="7" name="Footer Placeholder 4">
            <a:extLst>
              <a:ext uri="{FF2B5EF4-FFF2-40B4-BE49-F238E27FC236}">
                <a16:creationId xmlns:a16="http://schemas.microsoft.com/office/drawing/2014/main" id="{45684AF2-B1EA-91BF-0F0B-AE62F9C8C308}"/>
              </a:ext>
            </a:extLst>
          </p:cNvPr>
          <p:cNvSpPr>
            <a:spLocks noGrp="1"/>
          </p:cNvSpPr>
          <p:nvPr>
            <p:ph type="ftr" sz="quarter" idx="11"/>
          </p:nvPr>
        </p:nvSpPr>
        <p:spPr>
          <a:xfrm>
            <a:off x="4781550" y="6311900"/>
            <a:ext cx="5448300" cy="269875"/>
          </a:xfrm>
        </p:spPr>
        <p:txBody>
          <a:bodyPr/>
          <a:lstStyle/>
          <a:p>
            <a:r>
              <a:rPr lang="en-US">
                <a:solidFill>
                  <a:schemeClr val="bg1"/>
                </a:solidFill>
              </a:rPr>
              <a:t>See slide 12 for instructions on how to update footer</a:t>
            </a:r>
            <a:endParaRPr lang="en-US" dirty="0">
              <a:solidFill>
                <a:schemeClr val="bg1"/>
              </a:solidFill>
            </a:endParaRPr>
          </a:p>
        </p:txBody>
      </p:sp>
      <p:sp>
        <p:nvSpPr>
          <p:cNvPr id="12" name="Slide Number Placeholder 11">
            <a:extLst>
              <a:ext uri="{FF2B5EF4-FFF2-40B4-BE49-F238E27FC236}">
                <a16:creationId xmlns:a16="http://schemas.microsoft.com/office/drawing/2014/main" id="{F78A0977-C991-794F-F6F8-A719812CC1EE}"/>
              </a:ext>
            </a:extLst>
          </p:cNvPr>
          <p:cNvSpPr>
            <a:spLocks noGrp="1"/>
          </p:cNvSpPr>
          <p:nvPr>
            <p:ph type="sldNum" sz="quarter" idx="12"/>
          </p:nvPr>
        </p:nvSpPr>
        <p:spPr>
          <a:xfrm>
            <a:off x="10428288" y="6311900"/>
            <a:ext cx="1209674" cy="269875"/>
          </a:xfrm>
        </p:spPr>
        <p:txBody>
          <a:bodyPr/>
          <a:lstStyle/>
          <a:p>
            <a:fld id="{862A5111-985B-C14D-9115-5787026182A8}" type="slidenum">
              <a:rPr lang="en-US" smtClean="0">
                <a:solidFill>
                  <a:schemeClr val="bg1"/>
                </a:solidFill>
              </a:rPr>
              <a:pPr/>
              <a:t>23</a:t>
            </a:fld>
            <a:endParaRPr lang="en-US">
              <a:solidFill>
                <a:schemeClr val="bg1"/>
              </a:solidFill>
            </a:endParaRPr>
          </a:p>
        </p:txBody>
      </p:sp>
      <p:sp>
        <p:nvSpPr>
          <p:cNvPr id="10" name="Title 9">
            <a:extLst>
              <a:ext uri="{FF2B5EF4-FFF2-40B4-BE49-F238E27FC236}">
                <a16:creationId xmlns:a16="http://schemas.microsoft.com/office/drawing/2014/main" id="{456CDEDE-FC1F-D8AF-D44D-E46CB838C55D}"/>
              </a:ext>
            </a:extLst>
          </p:cNvPr>
          <p:cNvSpPr>
            <a:spLocks noGrp="1"/>
          </p:cNvSpPr>
          <p:nvPr>
            <p:ph type="title"/>
          </p:nvPr>
        </p:nvSpPr>
        <p:spPr>
          <a:xfrm>
            <a:off x="546100" y="552450"/>
            <a:ext cx="11091861" cy="434975"/>
          </a:xfrm>
        </p:spPr>
        <p:txBody>
          <a:bodyPr/>
          <a:lstStyle/>
          <a:p>
            <a:r>
              <a:rPr lang="en-CR"/>
              <a:t>Categorical palettes</a:t>
            </a:r>
          </a:p>
        </p:txBody>
      </p:sp>
      <p:sp>
        <p:nvSpPr>
          <p:cNvPr id="11" name="Text Placeholder 10">
            <a:extLst>
              <a:ext uri="{FF2B5EF4-FFF2-40B4-BE49-F238E27FC236}">
                <a16:creationId xmlns:a16="http://schemas.microsoft.com/office/drawing/2014/main" id="{8C395CDC-592A-1431-887D-689C83B24F5B}"/>
              </a:ext>
            </a:extLst>
          </p:cNvPr>
          <p:cNvSpPr>
            <a:spLocks noGrp="1"/>
          </p:cNvSpPr>
          <p:nvPr>
            <p:ph type="body" sz="quarter" idx="45"/>
          </p:nvPr>
        </p:nvSpPr>
        <p:spPr>
          <a:xfrm>
            <a:off x="546100" y="1127125"/>
            <a:ext cx="11091862" cy="295275"/>
          </a:xfrm>
        </p:spPr>
        <p:txBody>
          <a:bodyPr/>
          <a:lstStyle/>
          <a:p>
            <a:r>
              <a:rPr lang="en-US"/>
              <a:t>Primary for 4 categories</a:t>
            </a:r>
          </a:p>
        </p:txBody>
      </p:sp>
      <p:sp>
        <p:nvSpPr>
          <p:cNvPr id="18" name="Text Placeholder 17">
            <a:extLst>
              <a:ext uri="{FF2B5EF4-FFF2-40B4-BE49-F238E27FC236}">
                <a16:creationId xmlns:a16="http://schemas.microsoft.com/office/drawing/2014/main" id="{EE3735CD-09D4-5663-05F9-0C74CA4D1BE7}"/>
              </a:ext>
            </a:extLst>
          </p:cNvPr>
          <p:cNvSpPr>
            <a:spLocks noGrp="1"/>
          </p:cNvSpPr>
          <p:nvPr>
            <p:ph type="body" sz="quarter" idx="46"/>
          </p:nvPr>
        </p:nvSpPr>
        <p:spPr/>
        <p:txBody>
          <a:bodyPr/>
          <a:lstStyle/>
          <a:p>
            <a:endParaRPr lang="en-US"/>
          </a:p>
        </p:txBody>
      </p:sp>
      <p:sp>
        <p:nvSpPr>
          <p:cNvPr id="131" name="Rectangle 130">
            <a:extLst>
              <a:ext uri="{FF2B5EF4-FFF2-40B4-BE49-F238E27FC236}">
                <a16:creationId xmlns:a16="http://schemas.microsoft.com/office/drawing/2014/main" id="{F6807DAE-D76A-90AF-959B-4CCA7D5E523D}"/>
              </a:ext>
            </a:extLst>
          </p:cNvPr>
          <p:cNvSpPr/>
          <p:nvPr/>
        </p:nvSpPr>
        <p:spPr>
          <a:xfrm>
            <a:off x="548919" y="4202539"/>
            <a:ext cx="3384000" cy="1440000"/>
          </a:xfrm>
          <a:prstGeom prst="rect">
            <a:avLst/>
          </a:prstGeom>
          <a:solidFill>
            <a:srgbClr val="09126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a:p>
        </p:txBody>
      </p:sp>
      <p:sp>
        <p:nvSpPr>
          <p:cNvPr id="132" name="Rectangle 131">
            <a:extLst>
              <a:ext uri="{FF2B5EF4-FFF2-40B4-BE49-F238E27FC236}">
                <a16:creationId xmlns:a16="http://schemas.microsoft.com/office/drawing/2014/main" id="{9B57475A-2DFE-E4B8-0763-C0A093137B1C}"/>
              </a:ext>
            </a:extLst>
          </p:cNvPr>
          <p:cNvSpPr/>
          <p:nvPr/>
        </p:nvSpPr>
        <p:spPr>
          <a:xfrm>
            <a:off x="3078202" y="3024000"/>
            <a:ext cx="720000" cy="216000"/>
          </a:xfrm>
          <a:prstGeom prst="rect">
            <a:avLst/>
          </a:prstGeom>
          <a:solidFill>
            <a:srgbClr val="BA016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a:p>
        </p:txBody>
      </p:sp>
      <p:sp>
        <p:nvSpPr>
          <p:cNvPr id="136" name="TextBox 135">
            <a:extLst>
              <a:ext uri="{FF2B5EF4-FFF2-40B4-BE49-F238E27FC236}">
                <a16:creationId xmlns:a16="http://schemas.microsoft.com/office/drawing/2014/main" id="{E7D8F436-55DA-F9AA-5249-83F41883979E}"/>
              </a:ext>
            </a:extLst>
          </p:cNvPr>
          <p:cNvSpPr txBox="1"/>
          <p:nvPr/>
        </p:nvSpPr>
        <p:spPr>
          <a:xfrm>
            <a:off x="3078202" y="3276000"/>
            <a:ext cx="541672" cy="114864"/>
          </a:xfrm>
          <a:prstGeom prst="rect">
            <a:avLst/>
          </a:prstGeom>
          <a:noFill/>
        </p:spPr>
        <p:txBody>
          <a:bodyPr wrap="none" lIns="0" tIns="0" rIns="0" bIns="0" rtlCol="0">
            <a:noAutofit/>
          </a:bodyPr>
          <a:lstStyle/>
          <a:p>
            <a:r>
              <a:rPr lang="en-US" sz="800">
                <a:effectLst/>
                <a:ea typeface="GT America Regular" pitchFamily="2" charset="77"/>
                <a:cs typeface="GT America Regular" pitchFamily="2" charset="77"/>
              </a:rPr>
              <a:t>Magenta 08</a:t>
            </a:r>
          </a:p>
        </p:txBody>
      </p:sp>
      <p:sp>
        <p:nvSpPr>
          <p:cNvPr id="139" name="TextBox 138">
            <a:extLst>
              <a:ext uri="{FF2B5EF4-FFF2-40B4-BE49-F238E27FC236}">
                <a16:creationId xmlns:a16="http://schemas.microsoft.com/office/drawing/2014/main" id="{5AA43ED9-E276-F3E4-ECCD-0BD59068193C}"/>
              </a:ext>
            </a:extLst>
          </p:cNvPr>
          <p:cNvSpPr txBox="1"/>
          <p:nvPr/>
        </p:nvSpPr>
        <p:spPr>
          <a:xfrm>
            <a:off x="669600" y="3960000"/>
            <a:ext cx="660437" cy="123111"/>
          </a:xfrm>
          <a:prstGeom prst="rect">
            <a:avLst/>
          </a:prstGeom>
          <a:noFill/>
        </p:spPr>
        <p:txBody>
          <a:bodyPr wrap="none" lIns="0" tIns="0" rIns="0" bIns="0" rtlCol="0">
            <a:spAutoFit/>
          </a:bodyPr>
          <a:lstStyle/>
          <a:p>
            <a:r>
              <a:rPr lang="en-US" sz="800">
                <a:effectLst/>
                <a:ea typeface="GT America Regular" pitchFamily="2" charset="77"/>
                <a:cs typeface="GT America Regular" pitchFamily="2" charset="77"/>
              </a:rPr>
              <a:t>Bright Blue 07</a:t>
            </a:r>
          </a:p>
        </p:txBody>
      </p:sp>
      <p:sp>
        <p:nvSpPr>
          <p:cNvPr id="140" name="Rectangle 139">
            <a:extLst>
              <a:ext uri="{FF2B5EF4-FFF2-40B4-BE49-F238E27FC236}">
                <a16:creationId xmlns:a16="http://schemas.microsoft.com/office/drawing/2014/main" id="{2CE28F12-2A53-5C54-C11F-340A4EA65398}"/>
              </a:ext>
            </a:extLst>
          </p:cNvPr>
          <p:cNvSpPr/>
          <p:nvPr/>
        </p:nvSpPr>
        <p:spPr>
          <a:xfrm>
            <a:off x="669600" y="3708000"/>
            <a:ext cx="720000" cy="216000"/>
          </a:xfrm>
          <a:prstGeom prst="rect">
            <a:avLst/>
          </a:prstGeom>
          <a:solidFill>
            <a:srgbClr val="005E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a:p>
        </p:txBody>
      </p:sp>
      <p:sp>
        <p:nvSpPr>
          <p:cNvPr id="141" name="Rectangle 140">
            <a:extLst>
              <a:ext uri="{FF2B5EF4-FFF2-40B4-BE49-F238E27FC236}">
                <a16:creationId xmlns:a16="http://schemas.microsoft.com/office/drawing/2014/main" id="{0EFDBE99-45D8-D22C-5070-E18924F807D6}"/>
              </a:ext>
            </a:extLst>
          </p:cNvPr>
          <p:cNvSpPr/>
          <p:nvPr/>
        </p:nvSpPr>
        <p:spPr>
          <a:xfrm>
            <a:off x="1465200" y="3708000"/>
            <a:ext cx="720000" cy="216000"/>
          </a:xfrm>
          <a:prstGeom prst="rect">
            <a:avLst/>
          </a:prstGeom>
          <a:solidFill>
            <a:srgbClr val="C7AB2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a:p>
        </p:txBody>
      </p:sp>
      <p:sp>
        <p:nvSpPr>
          <p:cNvPr id="142" name="Rectangle 141">
            <a:extLst>
              <a:ext uri="{FF2B5EF4-FFF2-40B4-BE49-F238E27FC236}">
                <a16:creationId xmlns:a16="http://schemas.microsoft.com/office/drawing/2014/main" id="{E6047D91-6594-2386-8D4E-6CC3267AA988}"/>
              </a:ext>
            </a:extLst>
          </p:cNvPr>
          <p:cNvSpPr/>
          <p:nvPr/>
        </p:nvSpPr>
        <p:spPr>
          <a:xfrm>
            <a:off x="2260800" y="3708000"/>
            <a:ext cx="720000" cy="216000"/>
          </a:xfrm>
          <a:prstGeom prst="rect">
            <a:avLst/>
          </a:prstGeom>
          <a:solidFill>
            <a:srgbClr val="BA016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a:p>
        </p:txBody>
      </p:sp>
      <p:sp>
        <p:nvSpPr>
          <p:cNvPr id="143" name="TextBox 142">
            <a:extLst>
              <a:ext uri="{FF2B5EF4-FFF2-40B4-BE49-F238E27FC236}">
                <a16:creationId xmlns:a16="http://schemas.microsoft.com/office/drawing/2014/main" id="{65B83261-E992-B26B-3849-FF8E67F0ED99}"/>
              </a:ext>
            </a:extLst>
          </p:cNvPr>
          <p:cNvSpPr txBox="1"/>
          <p:nvPr/>
        </p:nvSpPr>
        <p:spPr>
          <a:xfrm>
            <a:off x="669600" y="3528000"/>
            <a:ext cx="839974" cy="118559"/>
          </a:xfrm>
          <a:prstGeom prst="rect">
            <a:avLst/>
          </a:prstGeom>
          <a:noFill/>
        </p:spPr>
        <p:txBody>
          <a:bodyPr wrap="none" lIns="0" tIns="0" rIns="0" bIns="0" rtlCol="0">
            <a:spAutoFit/>
          </a:bodyPr>
          <a:lstStyle/>
          <a:p>
            <a:pPr algn="l">
              <a:lnSpc>
                <a:spcPct val="101000"/>
              </a:lnSpc>
              <a:spcAft>
                <a:spcPts val="600"/>
              </a:spcAft>
            </a:pPr>
            <a:r>
              <a:rPr kumimoji="0" lang="en-CR" sz="800" b="1" i="0" u="none" strike="noStrike" kern="1200" cap="none" spc="0" normalizeH="0" baseline="0" noProof="0">
                <a:ln>
                  <a:noFill/>
                </a:ln>
                <a:solidFill>
                  <a:srgbClr val="000000"/>
                </a:solidFill>
                <a:effectLst/>
                <a:uLnTx/>
                <a:uFillTx/>
                <a:ea typeface="GT America Regular" charset="0"/>
                <a:cs typeface="GT America Regular" charset="0"/>
              </a:rPr>
              <a:t>COMBINATION 5</a:t>
            </a:r>
          </a:p>
        </p:txBody>
      </p:sp>
      <p:sp>
        <p:nvSpPr>
          <p:cNvPr id="144" name="TextBox 143">
            <a:extLst>
              <a:ext uri="{FF2B5EF4-FFF2-40B4-BE49-F238E27FC236}">
                <a16:creationId xmlns:a16="http://schemas.microsoft.com/office/drawing/2014/main" id="{36414D10-DA86-3228-8CC0-177FE729F589}"/>
              </a:ext>
            </a:extLst>
          </p:cNvPr>
          <p:cNvSpPr txBox="1"/>
          <p:nvPr/>
        </p:nvSpPr>
        <p:spPr>
          <a:xfrm>
            <a:off x="1465200" y="3960000"/>
            <a:ext cx="541672" cy="114864"/>
          </a:xfrm>
          <a:prstGeom prst="rect">
            <a:avLst/>
          </a:prstGeom>
          <a:noFill/>
        </p:spPr>
        <p:txBody>
          <a:bodyPr wrap="none" lIns="0" tIns="0" rIns="0" bIns="0" rtlCol="0">
            <a:noAutofit/>
          </a:bodyPr>
          <a:lstStyle/>
          <a:p>
            <a:pPr algn="l">
              <a:lnSpc>
                <a:spcPct val="101000"/>
              </a:lnSpc>
              <a:spcAft>
                <a:spcPts val="600"/>
              </a:spcAft>
            </a:pPr>
            <a:r>
              <a:rPr kumimoji="0" lang="en-CR" sz="800" i="0" u="none" strike="noStrike" kern="1200" cap="none" spc="0" normalizeH="0" baseline="0" noProof="0">
                <a:ln>
                  <a:noFill/>
                </a:ln>
                <a:solidFill>
                  <a:srgbClr val="000000"/>
                </a:solidFill>
                <a:effectLst/>
                <a:uLnTx/>
                <a:uFillTx/>
                <a:ea typeface="GT America Regular" charset="0"/>
                <a:cs typeface="GT America Regular" charset="0"/>
              </a:rPr>
              <a:t>Yellow 05</a:t>
            </a:r>
          </a:p>
        </p:txBody>
      </p:sp>
      <p:sp>
        <p:nvSpPr>
          <p:cNvPr id="145" name="TextBox 144">
            <a:extLst>
              <a:ext uri="{FF2B5EF4-FFF2-40B4-BE49-F238E27FC236}">
                <a16:creationId xmlns:a16="http://schemas.microsoft.com/office/drawing/2014/main" id="{02DF05EC-E3A2-587A-D859-95AD0FEE9D3C}"/>
              </a:ext>
            </a:extLst>
          </p:cNvPr>
          <p:cNvSpPr txBox="1"/>
          <p:nvPr/>
        </p:nvSpPr>
        <p:spPr>
          <a:xfrm>
            <a:off x="2260800" y="3960000"/>
            <a:ext cx="541672" cy="114864"/>
          </a:xfrm>
          <a:prstGeom prst="rect">
            <a:avLst/>
          </a:prstGeom>
          <a:noFill/>
        </p:spPr>
        <p:txBody>
          <a:bodyPr wrap="none" lIns="0" tIns="0" rIns="0" bIns="0" rtlCol="0">
            <a:noAutofit/>
          </a:bodyPr>
          <a:lstStyle/>
          <a:p>
            <a:r>
              <a:rPr lang="en-US" sz="800">
                <a:effectLst/>
                <a:ea typeface="GT America Regular" pitchFamily="2" charset="77"/>
                <a:cs typeface="GT America Regular" pitchFamily="2" charset="77"/>
              </a:rPr>
              <a:t>Magenta 08</a:t>
            </a:r>
          </a:p>
        </p:txBody>
      </p:sp>
      <p:sp>
        <p:nvSpPr>
          <p:cNvPr id="146" name="TextBox 145">
            <a:extLst>
              <a:ext uri="{FF2B5EF4-FFF2-40B4-BE49-F238E27FC236}">
                <a16:creationId xmlns:a16="http://schemas.microsoft.com/office/drawing/2014/main" id="{807E6DAE-21B2-6B40-D440-11100BC0D241}"/>
              </a:ext>
            </a:extLst>
          </p:cNvPr>
          <p:cNvSpPr txBox="1"/>
          <p:nvPr/>
        </p:nvSpPr>
        <p:spPr>
          <a:xfrm>
            <a:off x="1594704" y="2963688"/>
            <a:ext cx="0" cy="0"/>
          </a:xfrm>
          <a:prstGeom prst="rect">
            <a:avLst/>
          </a:prstGeom>
          <a:noFill/>
        </p:spPr>
        <p:txBody>
          <a:bodyPr wrap="none" lIns="0" tIns="0" rIns="0" bIns="0" rtlCol="0">
            <a:noAutofit/>
          </a:bodyPr>
          <a:lstStyle/>
          <a:p>
            <a:pPr marL="285750" indent="-285750" algn="l">
              <a:lnSpc>
                <a:spcPct val="101000"/>
              </a:lnSpc>
              <a:spcAft>
                <a:spcPts val="600"/>
              </a:spcAft>
              <a:buFont typeface="GT America" charset="0"/>
              <a:buChar char="→"/>
            </a:pPr>
            <a:endParaRPr kumimoji="0" lang="en-CR" sz="1400" b="0" i="0" u="none" strike="noStrike" kern="1200" cap="none" spc="0" normalizeH="0" baseline="0" noProof="0" err="1">
              <a:ln>
                <a:noFill/>
              </a:ln>
              <a:solidFill>
                <a:srgbClr val="000000"/>
              </a:solidFill>
              <a:effectLst/>
              <a:uLnTx/>
              <a:uFillTx/>
              <a:latin typeface="GT America Regular"/>
              <a:ea typeface="GT America Regular" charset="0"/>
              <a:cs typeface="GT America Regular" charset="0"/>
            </a:endParaRPr>
          </a:p>
        </p:txBody>
      </p:sp>
      <p:sp>
        <p:nvSpPr>
          <p:cNvPr id="147" name="Rectangle 146">
            <a:extLst>
              <a:ext uri="{FF2B5EF4-FFF2-40B4-BE49-F238E27FC236}">
                <a16:creationId xmlns:a16="http://schemas.microsoft.com/office/drawing/2014/main" id="{2171CA6D-F7F9-BF67-81F6-90FB823AEEDE}"/>
              </a:ext>
            </a:extLst>
          </p:cNvPr>
          <p:cNvSpPr/>
          <p:nvPr/>
        </p:nvSpPr>
        <p:spPr>
          <a:xfrm>
            <a:off x="669600" y="3024000"/>
            <a:ext cx="720000" cy="216000"/>
          </a:xfrm>
          <a:prstGeom prst="rect">
            <a:avLst/>
          </a:prstGeom>
          <a:solidFill>
            <a:srgbClr val="005E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a:p>
        </p:txBody>
      </p:sp>
      <p:sp>
        <p:nvSpPr>
          <p:cNvPr id="148" name="Rectangle 147">
            <a:extLst>
              <a:ext uri="{FF2B5EF4-FFF2-40B4-BE49-F238E27FC236}">
                <a16:creationId xmlns:a16="http://schemas.microsoft.com/office/drawing/2014/main" id="{847705C2-4994-9305-8BFD-374F343927E9}"/>
              </a:ext>
            </a:extLst>
          </p:cNvPr>
          <p:cNvSpPr/>
          <p:nvPr/>
        </p:nvSpPr>
        <p:spPr>
          <a:xfrm>
            <a:off x="1472400" y="3024000"/>
            <a:ext cx="720000" cy="216000"/>
          </a:xfrm>
          <a:prstGeom prst="rect">
            <a:avLst/>
          </a:prstGeom>
          <a:solidFill>
            <a:srgbClr val="5EB6B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a:p>
        </p:txBody>
      </p:sp>
      <p:sp>
        <p:nvSpPr>
          <p:cNvPr id="149" name="Rectangle 148">
            <a:extLst>
              <a:ext uri="{FF2B5EF4-FFF2-40B4-BE49-F238E27FC236}">
                <a16:creationId xmlns:a16="http://schemas.microsoft.com/office/drawing/2014/main" id="{1E577401-9C81-D812-B2A3-24FD4DEBAC50}"/>
              </a:ext>
            </a:extLst>
          </p:cNvPr>
          <p:cNvSpPr/>
          <p:nvPr/>
        </p:nvSpPr>
        <p:spPr>
          <a:xfrm>
            <a:off x="2275200" y="3024000"/>
            <a:ext cx="720000" cy="216000"/>
          </a:xfrm>
          <a:prstGeom prst="rect">
            <a:avLst/>
          </a:prstGeom>
          <a:solidFill>
            <a:srgbClr val="C6480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a:p>
        </p:txBody>
      </p:sp>
      <p:sp>
        <p:nvSpPr>
          <p:cNvPr id="150" name="TextBox 149">
            <a:extLst>
              <a:ext uri="{FF2B5EF4-FFF2-40B4-BE49-F238E27FC236}">
                <a16:creationId xmlns:a16="http://schemas.microsoft.com/office/drawing/2014/main" id="{2FB5F9A7-C905-2751-88DA-4C13E85F55C7}"/>
              </a:ext>
            </a:extLst>
          </p:cNvPr>
          <p:cNvSpPr txBox="1"/>
          <p:nvPr/>
        </p:nvSpPr>
        <p:spPr>
          <a:xfrm>
            <a:off x="669600" y="2844000"/>
            <a:ext cx="841577" cy="118559"/>
          </a:xfrm>
          <a:prstGeom prst="rect">
            <a:avLst/>
          </a:prstGeom>
          <a:noFill/>
        </p:spPr>
        <p:txBody>
          <a:bodyPr wrap="none" lIns="0" tIns="0" rIns="0" bIns="0" rtlCol="0">
            <a:spAutoFit/>
          </a:bodyPr>
          <a:lstStyle/>
          <a:p>
            <a:pPr algn="l">
              <a:lnSpc>
                <a:spcPct val="101000"/>
              </a:lnSpc>
              <a:spcAft>
                <a:spcPts val="600"/>
              </a:spcAft>
            </a:pPr>
            <a:r>
              <a:rPr kumimoji="0" lang="en-CR" sz="800" b="1" i="0" u="none" strike="noStrike" kern="1200" cap="none" spc="0" normalizeH="0" baseline="0" noProof="0">
                <a:ln>
                  <a:noFill/>
                </a:ln>
                <a:solidFill>
                  <a:srgbClr val="000000"/>
                </a:solidFill>
                <a:effectLst/>
                <a:uLnTx/>
                <a:uFillTx/>
                <a:ea typeface="GT America Regular" charset="0"/>
                <a:cs typeface="GT America Regular" charset="0"/>
              </a:rPr>
              <a:t>COMBINATION 3</a:t>
            </a:r>
          </a:p>
        </p:txBody>
      </p:sp>
      <p:sp>
        <p:nvSpPr>
          <p:cNvPr id="151" name="TextBox 150">
            <a:extLst>
              <a:ext uri="{FF2B5EF4-FFF2-40B4-BE49-F238E27FC236}">
                <a16:creationId xmlns:a16="http://schemas.microsoft.com/office/drawing/2014/main" id="{4374F875-31A2-5921-4CEA-C82B0ED4160B}"/>
              </a:ext>
            </a:extLst>
          </p:cNvPr>
          <p:cNvSpPr txBox="1"/>
          <p:nvPr/>
        </p:nvSpPr>
        <p:spPr>
          <a:xfrm>
            <a:off x="669600" y="3276000"/>
            <a:ext cx="731058" cy="107881"/>
          </a:xfrm>
          <a:prstGeom prst="rect">
            <a:avLst/>
          </a:prstGeom>
          <a:noFill/>
        </p:spPr>
        <p:txBody>
          <a:bodyPr wrap="none" lIns="0" tIns="0" rIns="0" bIns="0" rtlCol="0">
            <a:noAutofit/>
          </a:bodyPr>
          <a:lstStyle/>
          <a:p>
            <a:r>
              <a:rPr lang="en-US" sz="800">
                <a:effectLst/>
                <a:ea typeface="GT America Regular" pitchFamily="2" charset="77"/>
                <a:cs typeface="GT America Regular" pitchFamily="2" charset="77"/>
              </a:rPr>
              <a:t>Bright Blue 07</a:t>
            </a:r>
          </a:p>
        </p:txBody>
      </p:sp>
      <p:sp>
        <p:nvSpPr>
          <p:cNvPr id="152" name="TextBox 151">
            <a:extLst>
              <a:ext uri="{FF2B5EF4-FFF2-40B4-BE49-F238E27FC236}">
                <a16:creationId xmlns:a16="http://schemas.microsoft.com/office/drawing/2014/main" id="{61ED9B92-6ADB-2C3C-F600-DC1DC4F86FAC}"/>
              </a:ext>
            </a:extLst>
          </p:cNvPr>
          <p:cNvSpPr txBox="1"/>
          <p:nvPr/>
        </p:nvSpPr>
        <p:spPr>
          <a:xfrm>
            <a:off x="1472400" y="3276000"/>
            <a:ext cx="541672" cy="114864"/>
          </a:xfrm>
          <a:prstGeom prst="rect">
            <a:avLst/>
          </a:prstGeom>
          <a:noFill/>
        </p:spPr>
        <p:txBody>
          <a:bodyPr wrap="none" lIns="0" tIns="0" rIns="0" bIns="0" rtlCol="0">
            <a:noAutofit/>
          </a:bodyPr>
          <a:lstStyle/>
          <a:p>
            <a:pPr algn="l">
              <a:lnSpc>
                <a:spcPct val="101000"/>
              </a:lnSpc>
              <a:spcAft>
                <a:spcPts val="600"/>
              </a:spcAft>
            </a:pPr>
            <a:r>
              <a:rPr kumimoji="0" lang="en-CR" sz="800" i="0" u="none" strike="noStrike" kern="1200" cap="none" spc="0" normalizeH="0" baseline="0" noProof="0">
                <a:ln>
                  <a:noFill/>
                </a:ln>
                <a:solidFill>
                  <a:srgbClr val="000000"/>
                </a:solidFill>
                <a:effectLst/>
                <a:uLnTx/>
                <a:uFillTx/>
                <a:ea typeface="GT America Regular" charset="0"/>
                <a:cs typeface="GT America Regular" charset="0"/>
              </a:rPr>
              <a:t>Teal 04</a:t>
            </a:r>
          </a:p>
        </p:txBody>
      </p:sp>
      <p:sp>
        <p:nvSpPr>
          <p:cNvPr id="153" name="TextBox 152">
            <a:extLst>
              <a:ext uri="{FF2B5EF4-FFF2-40B4-BE49-F238E27FC236}">
                <a16:creationId xmlns:a16="http://schemas.microsoft.com/office/drawing/2014/main" id="{0AC924DE-3FFB-BFC5-581F-8715077BF5D5}"/>
              </a:ext>
            </a:extLst>
          </p:cNvPr>
          <p:cNvSpPr txBox="1"/>
          <p:nvPr/>
        </p:nvSpPr>
        <p:spPr>
          <a:xfrm>
            <a:off x="2275200" y="3276000"/>
            <a:ext cx="541672" cy="114864"/>
          </a:xfrm>
          <a:prstGeom prst="rect">
            <a:avLst/>
          </a:prstGeom>
          <a:noFill/>
        </p:spPr>
        <p:txBody>
          <a:bodyPr wrap="none" lIns="0" tIns="0" rIns="0" bIns="0" rtlCol="0">
            <a:noAutofit/>
          </a:bodyPr>
          <a:lstStyle/>
          <a:p>
            <a:pPr algn="l">
              <a:lnSpc>
                <a:spcPct val="101000"/>
              </a:lnSpc>
              <a:spcAft>
                <a:spcPts val="600"/>
              </a:spcAft>
            </a:pPr>
            <a:r>
              <a:rPr kumimoji="0" lang="en-CR" sz="800" i="0" u="none" strike="noStrike" kern="1200" cap="none" spc="0" normalizeH="0" baseline="0" noProof="0">
                <a:ln>
                  <a:noFill/>
                </a:ln>
                <a:solidFill>
                  <a:srgbClr val="000000"/>
                </a:solidFill>
                <a:effectLst/>
                <a:uLnTx/>
                <a:uFillTx/>
                <a:ea typeface="GT America Regular" charset="0"/>
                <a:cs typeface="GT America Regular" charset="0"/>
              </a:rPr>
              <a:t>Orange 07</a:t>
            </a:r>
          </a:p>
        </p:txBody>
      </p:sp>
      <p:sp>
        <p:nvSpPr>
          <p:cNvPr id="154" name="Rectangle 153">
            <a:extLst>
              <a:ext uri="{FF2B5EF4-FFF2-40B4-BE49-F238E27FC236}">
                <a16:creationId xmlns:a16="http://schemas.microsoft.com/office/drawing/2014/main" id="{9693C935-8E0B-DE53-B2C4-9BB6F6643A0E}"/>
              </a:ext>
            </a:extLst>
          </p:cNvPr>
          <p:cNvSpPr/>
          <p:nvPr/>
        </p:nvSpPr>
        <p:spPr>
          <a:xfrm>
            <a:off x="3078202" y="3708000"/>
            <a:ext cx="720000" cy="216000"/>
          </a:xfrm>
          <a:prstGeom prst="rect">
            <a:avLst/>
          </a:prstGeom>
          <a:solidFill>
            <a:srgbClr val="5C068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a:p>
        </p:txBody>
      </p:sp>
      <p:sp>
        <p:nvSpPr>
          <p:cNvPr id="158" name="TextBox 157">
            <a:extLst>
              <a:ext uri="{FF2B5EF4-FFF2-40B4-BE49-F238E27FC236}">
                <a16:creationId xmlns:a16="http://schemas.microsoft.com/office/drawing/2014/main" id="{1166F5AF-5FBF-B9FF-C616-DBD4D3C50C74}"/>
              </a:ext>
            </a:extLst>
          </p:cNvPr>
          <p:cNvSpPr txBox="1"/>
          <p:nvPr/>
        </p:nvSpPr>
        <p:spPr>
          <a:xfrm>
            <a:off x="3078202" y="3960000"/>
            <a:ext cx="436017" cy="118494"/>
          </a:xfrm>
          <a:prstGeom prst="rect">
            <a:avLst/>
          </a:prstGeom>
          <a:noFill/>
        </p:spPr>
        <p:txBody>
          <a:bodyPr wrap="none" lIns="0" tIns="0" rIns="0" bIns="0" rtlCol="0">
            <a:spAutoFit/>
          </a:bodyPr>
          <a:lstStyle/>
          <a:p>
            <a:pPr algn="l">
              <a:lnSpc>
                <a:spcPct val="101000"/>
              </a:lnSpc>
              <a:spcAft>
                <a:spcPts val="600"/>
              </a:spcAft>
            </a:pPr>
            <a:r>
              <a:rPr kumimoji="0" lang="en-CR" sz="800" i="0" u="none" strike="noStrike" kern="1200" cap="none" spc="0" normalizeH="0" baseline="0" noProof="0">
                <a:ln>
                  <a:noFill/>
                </a:ln>
                <a:solidFill>
                  <a:srgbClr val="000000"/>
                </a:solidFill>
                <a:effectLst/>
                <a:uLnTx/>
                <a:uFillTx/>
                <a:ea typeface="GT America Regular" charset="0"/>
                <a:cs typeface="GT America Regular" charset="0"/>
              </a:rPr>
              <a:t>Purple 10</a:t>
            </a:r>
          </a:p>
        </p:txBody>
      </p:sp>
      <p:sp>
        <p:nvSpPr>
          <p:cNvPr id="161" name="Rectangle 160">
            <a:extLst>
              <a:ext uri="{FF2B5EF4-FFF2-40B4-BE49-F238E27FC236}">
                <a16:creationId xmlns:a16="http://schemas.microsoft.com/office/drawing/2014/main" id="{C54A4CE9-6DE6-C2F8-13C7-495A5277A8C7}"/>
              </a:ext>
            </a:extLst>
          </p:cNvPr>
          <p:cNvSpPr/>
          <p:nvPr/>
        </p:nvSpPr>
        <p:spPr>
          <a:xfrm>
            <a:off x="669600" y="2340000"/>
            <a:ext cx="720000" cy="216000"/>
          </a:xfrm>
          <a:prstGeom prst="rect">
            <a:avLst/>
          </a:prstGeom>
          <a:solidFill>
            <a:srgbClr val="005E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a:p>
        </p:txBody>
      </p:sp>
      <p:sp>
        <p:nvSpPr>
          <p:cNvPr id="162" name="Rectangle 161">
            <a:extLst>
              <a:ext uri="{FF2B5EF4-FFF2-40B4-BE49-F238E27FC236}">
                <a16:creationId xmlns:a16="http://schemas.microsoft.com/office/drawing/2014/main" id="{6FC76FE8-44D6-036A-513C-B3F14F2C83B8}"/>
              </a:ext>
            </a:extLst>
          </p:cNvPr>
          <p:cNvSpPr/>
          <p:nvPr/>
        </p:nvSpPr>
        <p:spPr>
          <a:xfrm>
            <a:off x="1472400" y="2340000"/>
            <a:ext cx="720000" cy="216000"/>
          </a:xfrm>
          <a:prstGeom prst="rect">
            <a:avLst/>
          </a:prstGeom>
          <a:solidFill>
            <a:srgbClr val="5EB6B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a:p>
        </p:txBody>
      </p:sp>
      <p:sp>
        <p:nvSpPr>
          <p:cNvPr id="163" name="Rectangle 162">
            <a:extLst>
              <a:ext uri="{FF2B5EF4-FFF2-40B4-BE49-F238E27FC236}">
                <a16:creationId xmlns:a16="http://schemas.microsoft.com/office/drawing/2014/main" id="{5FCC032C-CE58-9D7F-927A-6FF9E1D7CD96}"/>
              </a:ext>
            </a:extLst>
          </p:cNvPr>
          <p:cNvSpPr/>
          <p:nvPr/>
        </p:nvSpPr>
        <p:spPr>
          <a:xfrm>
            <a:off x="2275200" y="2340000"/>
            <a:ext cx="720000" cy="216000"/>
          </a:xfrm>
          <a:prstGeom prst="rect">
            <a:avLst/>
          </a:prstGeom>
          <a:solidFill>
            <a:srgbClr val="C7AB2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a:p>
        </p:txBody>
      </p:sp>
      <p:sp>
        <p:nvSpPr>
          <p:cNvPr id="164" name="TextBox 163">
            <a:extLst>
              <a:ext uri="{FF2B5EF4-FFF2-40B4-BE49-F238E27FC236}">
                <a16:creationId xmlns:a16="http://schemas.microsoft.com/office/drawing/2014/main" id="{D385F7C7-F1F1-378D-D336-1DDF133D72AD}"/>
              </a:ext>
            </a:extLst>
          </p:cNvPr>
          <p:cNvSpPr txBox="1"/>
          <p:nvPr/>
        </p:nvSpPr>
        <p:spPr>
          <a:xfrm>
            <a:off x="669600" y="2160000"/>
            <a:ext cx="823944" cy="118559"/>
          </a:xfrm>
          <a:prstGeom prst="rect">
            <a:avLst/>
          </a:prstGeom>
          <a:noFill/>
        </p:spPr>
        <p:txBody>
          <a:bodyPr wrap="none" lIns="0" tIns="0" rIns="0" bIns="0" rtlCol="0">
            <a:spAutoFit/>
          </a:bodyPr>
          <a:lstStyle/>
          <a:p>
            <a:pPr algn="l">
              <a:lnSpc>
                <a:spcPct val="101000"/>
              </a:lnSpc>
              <a:spcAft>
                <a:spcPts val="600"/>
              </a:spcAft>
            </a:pPr>
            <a:r>
              <a:rPr kumimoji="0" lang="en-CR" sz="800" b="1" i="0" u="none" strike="noStrike" kern="1200" cap="none" spc="0" normalizeH="0" baseline="0" noProof="0">
                <a:ln>
                  <a:noFill/>
                </a:ln>
                <a:solidFill>
                  <a:srgbClr val="000000"/>
                </a:solidFill>
                <a:effectLst/>
                <a:uLnTx/>
                <a:uFillTx/>
                <a:ea typeface="GT America Regular" charset="0"/>
                <a:cs typeface="GT America Regular" charset="0"/>
              </a:rPr>
              <a:t>COMBINATION 1</a:t>
            </a:r>
          </a:p>
        </p:txBody>
      </p:sp>
      <p:sp>
        <p:nvSpPr>
          <p:cNvPr id="165" name="TextBox 164">
            <a:extLst>
              <a:ext uri="{FF2B5EF4-FFF2-40B4-BE49-F238E27FC236}">
                <a16:creationId xmlns:a16="http://schemas.microsoft.com/office/drawing/2014/main" id="{678DCC81-F910-A82B-3D17-E4C0BE70D0D5}"/>
              </a:ext>
            </a:extLst>
          </p:cNvPr>
          <p:cNvSpPr txBox="1"/>
          <p:nvPr/>
        </p:nvSpPr>
        <p:spPr>
          <a:xfrm>
            <a:off x="669600" y="2592000"/>
            <a:ext cx="731058" cy="113118"/>
          </a:xfrm>
          <a:prstGeom prst="rect">
            <a:avLst/>
          </a:prstGeom>
          <a:noFill/>
        </p:spPr>
        <p:txBody>
          <a:bodyPr wrap="none" lIns="0" tIns="0" rIns="0" bIns="0" rtlCol="0">
            <a:noAutofit/>
          </a:bodyPr>
          <a:lstStyle/>
          <a:p>
            <a:r>
              <a:rPr lang="en-US" sz="800">
                <a:effectLst/>
                <a:ea typeface="GT America Regular" pitchFamily="2" charset="77"/>
                <a:cs typeface="GT America Regular" pitchFamily="2" charset="77"/>
              </a:rPr>
              <a:t>Bright Blue 07</a:t>
            </a:r>
          </a:p>
        </p:txBody>
      </p:sp>
      <p:sp>
        <p:nvSpPr>
          <p:cNvPr id="166" name="TextBox 165">
            <a:extLst>
              <a:ext uri="{FF2B5EF4-FFF2-40B4-BE49-F238E27FC236}">
                <a16:creationId xmlns:a16="http://schemas.microsoft.com/office/drawing/2014/main" id="{A4574CFC-CB77-08A3-65B6-76C987B564A3}"/>
              </a:ext>
            </a:extLst>
          </p:cNvPr>
          <p:cNvSpPr txBox="1"/>
          <p:nvPr/>
        </p:nvSpPr>
        <p:spPr>
          <a:xfrm>
            <a:off x="1472400" y="2592000"/>
            <a:ext cx="541672" cy="114864"/>
          </a:xfrm>
          <a:prstGeom prst="rect">
            <a:avLst/>
          </a:prstGeom>
          <a:noFill/>
        </p:spPr>
        <p:txBody>
          <a:bodyPr wrap="none" lIns="0" tIns="0" rIns="0" bIns="0" rtlCol="0">
            <a:noAutofit/>
          </a:bodyPr>
          <a:lstStyle/>
          <a:p>
            <a:pPr algn="l">
              <a:lnSpc>
                <a:spcPct val="101000"/>
              </a:lnSpc>
              <a:spcAft>
                <a:spcPts val="600"/>
              </a:spcAft>
            </a:pPr>
            <a:r>
              <a:rPr kumimoji="0" lang="en-CR" sz="800" i="0" u="none" strike="noStrike" kern="1200" cap="none" spc="0" normalizeH="0" baseline="0" noProof="0">
                <a:ln>
                  <a:noFill/>
                </a:ln>
                <a:solidFill>
                  <a:srgbClr val="000000"/>
                </a:solidFill>
                <a:effectLst/>
                <a:uLnTx/>
                <a:uFillTx/>
                <a:ea typeface="GT America Regular" charset="0"/>
                <a:cs typeface="GT America Regular" charset="0"/>
              </a:rPr>
              <a:t>Teal 04</a:t>
            </a:r>
          </a:p>
        </p:txBody>
      </p:sp>
      <p:sp>
        <p:nvSpPr>
          <p:cNvPr id="167" name="TextBox 166">
            <a:extLst>
              <a:ext uri="{FF2B5EF4-FFF2-40B4-BE49-F238E27FC236}">
                <a16:creationId xmlns:a16="http://schemas.microsoft.com/office/drawing/2014/main" id="{D79B563B-356C-DEB8-F471-F0835D3EFF02}"/>
              </a:ext>
            </a:extLst>
          </p:cNvPr>
          <p:cNvSpPr txBox="1"/>
          <p:nvPr/>
        </p:nvSpPr>
        <p:spPr>
          <a:xfrm>
            <a:off x="2275200" y="2592000"/>
            <a:ext cx="541672" cy="114864"/>
          </a:xfrm>
          <a:prstGeom prst="rect">
            <a:avLst/>
          </a:prstGeom>
          <a:noFill/>
        </p:spPr>
        <p:txBody>
          <a:bodyPr wrap="none" lIns="0" tIns="0" rIns="0" bIns="0" rtlCol="0">
            <a:noAutofit/>
          </a:bodyPr>
          <a:lstStyle/>
          <a:p>
            <a:pPr algn="l">
              <a:lnSpc>
                <a:spcPct val="101000"/>
              </a:lnSpc>
              <a:spcAft>
                <a:spcPts val="600"/>
              </a:spcAft>
            </a:pPr>
            <a:r>
              <a:rPr kumimoji="0" lang="en-CR" sz="800" i="0" u="none" strike="noStrike" kern="1200" cap="none" spc="0" normalizeH="0" baseline="0" noProof="0">
                <a:ln>
                  <a:noFill/>
                </a:ln>
                <a:solidFill>
                  <a:srgbClr val="000000"/>
                </a:solidFill>
                <a:effectLst/>
                <a:uLnTx/>
                <a:uFillTx/>
                <a:ea typeface="GT America Regular" charset="0"/>
                <a:cs typeface="GT America Regular" charset="0"/>
              </a:rPr>
              <a:t>Yellow 05</a:t>
            </a:r>
          </a:p>
        </p:txBody>
      </p:sp>
      <p:sp>
        <p:nvSpPr>
          <p:cNvPr id="168" name="Rectangle 167">
            <a:extLst>
              <a:ext uri="{FF2B5EF4-FFF2-40B4-BE49-F238E27FC236}">
                <a16:creationId xmlns:a16="http://schemas.microsoft.com/office/drawing/2014/main" id="{48B8E48D-15BD-4680-818C-78377FD8EB24}"/>
              </a:ext>
            </a:extLst>
          </p:cNvPr>
          <p:cNvSpPr/>
          <p:nvPr/>
        </p:nvSpPr>
        <p:spPr>
          <a:xfrm>
            <a:off x="3078202" y="2340000"/>
            <a:ext cx="720000" cy="216000"/>
          </a:xfrm>
          <a:prstGeom prst="rect">
            <a:avLst/>
          </a:prstGeom>
          <a:solidFill>
            <a:srgbClr val="5C068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a:p>
        </p:txBody>
      </p:sp>
      <p:sp>
        <p:nvSpPr>
          <p:cNvPr id="174" name="TextBox 173">
            <a:extLst>
              <a:ext uri="{FF2B5EF4-FFF2-40B4-BE49-F238E27FC236}">
                <a16:creationId xmlns:a16="http://schemas.microsoft.com/office/drawing/2014/main" id="{D00DD6EF-F5C7-5FFA-CD2A-FCC58015A254}"/>
              </a:ext>
            </a:extLst>
          </p:cNvPr>
          <p:cNvSpPr txBox="1"/>
          <p:nvPr/>
        </p:nvSpPr>
        <p:spPr>
          <a:xfrm>
            <a:off x="3078202" y="2592000"/>
            <a:ext cx="731058" cy="119868"/>
          </a:xfrm>
          <a:prstGeom prst="rect">
            <a:avLst/>
          </a:prstGeom>
          <a:noFill/>
        </p:spPr>
        <p:txBody>
          <a:bodyPr wrap="none" lIns="0" tIns="0" rIns="0" bIns="0" rtlCol="0">
            <a:noAutofit/>
          </a:bodyPr>
          <a:lstStyle/>
          <a:p>
            <a:pPr algn="l">
              <a:lnSpc>
                <a:spcPct val="101000"/>
              </a:lnSpc>
              <a:spcAft>
                <a:spcPts val="600"/>
              </a:spcAft>
            </a:pPr>
            <a:r>
              <a:rPr kumimoji="0" lang="en-CR" sz="800" i="0" u="none" strike="noStrike" kern="1200" cap="none" spc="0" normalizeH="0" baseline="0" noProof="0">
                <a:ln>
                  <a:noFill/>
                </a:ln>
                <a:solidFill>
                  <a:srgbClr val="000000"/>
                </a:solidFill>
                <a:effectLst/>
                <a:uLnTx/>
                <a:uFillTx/>
                <a:ea typeface="GT America Regular" charset="0"/>
                <a:cs typeface="GT America Regular" charset="0"/>
              </a:rPr>
              <a:t>Purple 10</a:t>
            </a:r>
          </a:p>
        </p:txBody>
      </p:sp>
      <p:sp>
        <p:nvSpPr>
          <p:cNvPr id="175" name="Rectangle 174">
            <a:extLst>
              <a:ext uri="{FF2B5EF4-FFF2-40B4-BE49-F238E27FC236}">
                <a16:creationId xmlns:a16="http://schemas.microsoft.com/office/drawing/2014/main" id="{017AF859-5B80-C22E-7DF5-7B6A8E3EF830}"/>
              </a:ext>
            </a:extLst>
          </p:cNvPr>
          <p:cNvSpPr/>
          <p:nvPr/>
        </p:nvSpPr>
        <p:spPr>
          <a:xfrm>
            <a:off x="669600" y="4466605"/>
            <a:ext cx="720000" cy="216000"/>
          </a:xfrm>
          <a:prstGeom prst="rect">
            <a:avLst/>
          </a:prstGeom>
          <a:solidFill>
            <a:srgbClr val="9DC1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a:p>
        </p:txBody>
      </p:sp>
      <p:sp>
        <p:nvSpPr>
          <p:cNvPr id="176" name="Rectangle 175">
            <a:extLst>
              <a:ext uri="{FF2B5EF4-FFF2-40B4-BE49-F238E27FC236}">
                <a16:creationId xmlns:a16="http://schemas.microsoft.com/office/drawing/2014/main" id="{D68D08A5-851A-3E24-2F1E-28D535EB3284}"/>
              </a:ext>
            </a:extLst>
          </p:cNvPr>
          <p:cNvSpPr/>
          <p:nvPr/>
        </p:nvSpPr>
        <p:spPr>
          <a:xfrm>
            <a:off x="1472400" y="4466605"/>
            <a:ext cx="720000" cy="216000"/>
          </a:xfrm>
          <a:prstGeom prst="rect">
            <a:avLst/>
          </a:prstGeom>
          <a:solidFill>
            <a:srgbClr val="33A3A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a:p>
        </p:txBody>
      </p:sp>
      <p:sp>
        <p:nvSpPr>
          <p:cNvPr id="177" name="Rectangle 176">
            <a:extLst>
              <a:ext uri="{FF2B5EF4-FFF2-40B4-BE49-F238E27FC236}">
                <a16:creationId xmlns:a16="http://schemas.microsoft.com/office/drawing/2014/main" id="{52A4552F-599D-551D-C239-DE040242C1DC}"/>
              </a:ext>
            </a:extLst>
          </p:cNvPr>
          <p:cNvSpPr/>
          <p:nvPr/>
        </p:nvSpPr>
        <p:spPr>
          <a:xfrm>
            <a:off x="669600" y="5150605"/>
            <a:ext cx="720000" cy="216000"/>
          </a:xfrm>
          <a:prstGeom prst="rect">
            <a:avLst/>
          </a:prstGeom>
          <a:solidFill>
            <a:srgbClr val="9DC1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a:p>
        </p:txBody>
      </p:sp>
      <p:sp>
        <p:nvSpPr>
          <p:cNvPr id="178" name="Rectangle 177">
            <a:extLst>
              <a:ext uri="{FF2B5EF4-FFF2-40B4-BE49-F238E27FC236}">
                <a16:creationId xmlns:a16="http://schemas.microsoft.com/office/drawing/2014/main" id="{A6FACED9-440D-8979-4C81-92B5D7A8E555}"/>
              </a:ext>
            </a:extLst>
          </p:cNvPr>
          <p:cNvSpPr/>
          <p:nvPr/>
        </p:nvSpPr>
        <p:spPr>
          <a:xfrm>
            <a:off x="1472400" y="5150605"/>
            <a:ext cx="720000" cy="216000"/>
          </a:xfrm>
          <a:prstGeom prst="rect">
            <a:avLst/>
          </a:prstGeom>
          <a:solidFill>
            <a:srgbClr val="33A3A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a:p>
        </p:txBody>
      </p:sp>
      <p:sp>
        <p:nvSpPr>
          <p:cNvPr id="179" name="Rectangle 178">
            <a:extLst>
              <a:ext uri="{FF2B5EF4-FFF2-40B4-BE49-F238E27FC236}">
                <a16:creationId xmlns:a16="http://schemas.microsoft.com/office/drawing/2014/main" id="{E8795FD3-7C8C-A2E3-92C6-74786623C93E}"/>
              </a:ext>
            </a:extLst>
          </p:cNvPr>
          <p:cNvSpPr/>
          <p:nvPr/>
        </p:nvSpPr>
        <p:spPr>
          <a:xfrm>
            <a:off x="2275200" y="5150605"/>
            <a:ext cx="720000" cy="216000"/>
          </a:xfrm>
          <a:prstGeom prst="rect">
            <a:avLst/>
          </a:prstGeom>
          <a:solidFill>
            <a:srgbClr val="E9783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a:p>
        </p:txBody>
      </p:sp>
      <p:sp>
        <p:nvSpPr>
          <p:cNvPr id="182" name="TextBox 181">
            <a:extLst>
              <a:ext uri="{FF2B5EF4-FFF2-40B4-BE49-F238E27FC236}">
                <a16:creationId xmlns:a16="http://schemas.microsoft.com/office/drawing/2014/main" id="{4789610F-44E5-8008-AA40-76DA295D5937}"/>
              </a:ext>
            </a:extLst>
          </p:cNvPr>
          <p:cNvSpPr txBox="1"/>
          <p:nvPr/>
        </p:nvSpPr>
        <p:spPr>
          <a:xfrm>
            <a:off x="669600" y="4286605"/>
            <a:ext cx="823944" cy="118559"/>
          </a:xfrm>
          <a:prstGeom prst="rect">
            <a:avLst/>
          </a:prstGeom>
          <a:noFill/>
        </p:spPr>
        <p:txBody>
          <a:bodyPr wrap="none" lIns="0" tIns="0" rIns="0" bIns="0" rtlCol="0">
            <a:spAutoFit/>
          </a:bodyPr>
          <a:lstStyle>
            <a:defPPr>
              <a:defRPr lang="en-US"/>
            </a:defPPr>
            <a:lvl1pPr>
              <a:lnSpc>
                <a:spcPct val="101000"/>
              </a:lnSpc>
              <a:spcAft>
                <a:spcPts val="600"/>
              </a:spcAft>
              <a:defRPr kumimoji="0" sz="800" b="1" i="0" u="none" strike="noStrike" cap="none" spc="0" normalizeH="0" baseline="0">
                <a:ln>
                  <a:noFill/>
                </a:ln>
                <a:solidFill>
                  <a:srgbClr val="000000"/>
                </a:solidFill>
                <a:effectLst/>
                <a:uLnTx/>
                <a:uFillTx/>
                <a:ea typeface="GT America Regular" charset="0"/>
                <a:cs typeface="GT America Regular" charset="0"/>
              </a:defRPr>
            </a:lvl1pPr>
          </a:lstStyle>
          <a:p>
            <a:r>
              <a:rPr lang="en-CR">
                <a:solidFill>
                  <a:srgbClr val="FFFFFF"/>
                </a:solidFill>
              </a:rPr>
              <a:t>COMBINATION 1</a:t>
            </a:r>
          </a:p>
        </p:txBody>
      </p:sp>
      <p:sp>
        <p:nvSpPr>
          <p:cNvPr id="183" name="TextBox 182">
            <a:extLst>
              <a:ext uri="{FF2B5EF4-FFF2-40B4-BE49-F238E27FC236}">
                <a16:creationId xmlns:a16="http://schemas.microsoft.com/office/drawing/2014/main" id="{564221B8-221F-75E5-042C-8BFAAE82C032}"/>
              </a:ext>
            </a:extLst>
          </p:cNvPr>
          <p:cNvSpPr txBox="1"/>
          <p:nvPr/>
        </p:nvSpPr>
        <p:spPr>
          <a:xfrm>
            <a:off x="669600" y="4970605"/>
            <a:ext cx="841577" cy="118559"/>
          </a:xfrm>
          <a:prstGeom prst="rect">
            <a:avLst/>
          </a:prstGeom>
          <a:noFill/>
        </p:spPr>
        <p:txBody>
          <a:bodyPr wrap="none" lIns="0" tIns="0" rIns="0" bIns="0" rtlCol="0">
            <a:spAutoFit/>
          </a:bodyPr>
          <a:lstStyle>
            <a:defPPr>
              <a:defRPr lang="en-US"/>
            </a:defPPr>
            <a:lvl1pPr>
              <a:lnSpc>
                <a:spcPct val="101000"/>
              </a:lnSpc>
              <a:spcAft>
                <a:spcPts val="600"/>
              </a:spcAft>
              <a:defRPr kumimoji="0" sz="800" b="1" i="0" u="none" strike="noStrike" cap="none" spc="0" normalizeH="0" baseline="0">
                <a:ln>
                  <a:noFill/>
                </a:ln>
                <a:solidFill>
                  <a:srgbClr val="000000"/>
                </a:solidFill>
                <a:effectLst/>
                <a:uLnTx/>
                <a:uFillTx/>
                <a:ea typeface="GT America Regular" charset="0"/>
                <a:cs typeface="GT America Regular" charset="0"/>
              </a:defRPr>
            </a:lvl1pPr>
          </a:lstStyle>
          <a:p>
            <a:r>
              <a:rPr lang="en-CR">
                <a:solidFill>
                  <a:srgbClr val="FFFFFF"/>
                </a:solidFill>
              </a:rPr>
              <a:t>COMBINATION 3</a:t>
            </a:r>
          </a:p>
        </p:txBody>
      </p:sp>
      <p:sp>
        <p:nvSpPr>
          <p:cNvPr id="185" name="Rectangle 184">
            <a:extLst>
              <a:ext uri="{FF2B5EF4-FFF2-40B4-BE49-F238E27FC236}">
                <a16:creationId xmlns:a16="http://schemas.microsoft.com/office/drawing/2014/main" id="{98A00974-F909-0A59-BBF7-39A48742035F}"/>
              </a:ext>
            </a:extLst>
          </p:cNvPr>
          <p:cNvSpPr/>
          <p:nvPr/>
        </p:nvSpPr>
        <p:spPr>
          <a:xfrm>
            <a:off x="2275200" y="4466605"/>
            <a:ext cx="720000" cy="216000"/>
          </a:xfrm>
          <a:prstGeom prst="rect">
            <a:avLst/>
          </a:prstGeom>
          <a:solidFill>
            <a:srgbClr val="E2C22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a:p>
        </p:txBody>
      </p:sp>
      <p:sp>
        <p:nvSpPr>
          <p:cNvPr id="187" name="Rectangle 186">
            <a:extLst>
              <a:ext uri="{FF2B5EF4-FFF2-40B4-BE49-F238E27FC236}">
                <a16:creationId xmlns:a16="http://schemas.microsoft.com/office/drawing/2014/main" id="{8563DED5-91D7-3BBA-7B4B-A4DB0BA57805}"/>
              </a:ext>
            </a:extLst>
          </p:cNvPr>
          <p:cNvSpPr/>
          <p:nvPr/>
        </p:nvSpPr>
        <p:spPr>
          <a:xfrm>
            <a:off x="3078202" y="4466605"/>
            <a:ext cx="720000" cy="216000"/>
          </a:xfrm>
          <a:prstGeom prst="rect">
            <a:avLst/>
          </a:prstGeom>
          <a:solidFill>
            <a:srgbClr val="925AB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a:p>
        </p:txBody>
      </p:sp>
      <p:sp>
        <p:nvSpPr>
          <p:cNvPr id="193" name="TextBox 192">
            <a:extLst>
              <a:ext uri="{FF2B5EF4-FFF2-40B4-BE49-F238E27FC236}">
                <a16:creationId xmlns:a16="http://schemas.microsoft.com/office/drawing/2014/main" id="{9980FE76-94F8-7ED4-F7F3-BB61E0DB00B6}"/>
              </a:ext>
            </a:extLst>
          </p:cNvPr>
          <p:cNvSpPr txBox="1"/>
          <p:nvPr/>
        </p:nvSpPr>
        <p:spPr>
          <a:xfrm>
            <a:off x="3078202" y="4718605"/>
            <a:ext cx="731058" cy="119868"/>
          </a:xfrm>
          <a:prstGeom prst="rect">
            <a:avLst/>
          </a:prstGeom>
          <a:noFill/>
        </p:spPr>
        <p:txBody>
          <a:bodyPr wrap="none" lIns="0" tIns="0" rIns="0" bIns="0" rtlCol="0">
            <a:noAutofit/>
          </a:bodyPr>
          <a:lstStyle/>
          <a:p>
            <a:pPr algn="l">
              <a:lnSpc>
                <a:spcPct val="101000"/>
              </a:lnSpc>
              <a:spcAft>
                <a:spcPts val="600"/>
              </a:spcAft>
            </a:pPr>
            <a:r>
              <a:rPr kumimoji="0" lang="en-CR" sz="800" i="0" u="none" strike="noStrike" kern="1200" cap="none" spc="0" normalizeH="0" baseline="0" noProof="0">
                <a:ln>
                  <a:noFill/>
                </a:ln>
                <a:solidFill>
                  <a:schemeClr val="bg1"/>
                </a:solidFill>
                <a:effectLst/>
                <a:uLnTx/>
                <a:uFillTx/>
                <a:ea typeface="GT America Regular" charset="0"/>
                <a:cs typeface="GT America Regular" charset="0"/>
              </a:rPr>
              <a:t>Purple </a:t>
            </a:r>
            <a:r>
              <a:rPr lang="en-CR" sz="800">
                <a:solidFill>
                  <a:schemeClr val="bg1"/>
                </a:solidFill>
                <a:ea typeface="GT America Regular" charset="0"/>
                <a:cs typeface="GT America Regular" charset="0"/>
              </a:rPr>
              <a:t>07</a:t>
            </a:r>
            <a:endParaRPr kumimoji="0" lang="en-CR" sz="800" i="0" u="none" strike="noStrike" kern="1200" cap="none" spc="0" normalizeH="0" baseline="0" noProof="0">
              <a:ln>
                <a:noFill/>
              </a:ln>
              <a:solidFill>
                <a:schemeClr val="bg1"/>
              </a:solidFill>
              <a:effectLst/>
              <a:uLnTx/>
              <a:uFillTx/>
              <a:ea typeface="GT America Regular" charset="0"/>
              <a:cs typeface="GT America Regular" charset="0"/>
            </a:endParaRPr>
          </a:p>
        </p:txBody>
      </p:sp>
      <p:sp>
        <p:nvSpPr>
          <p:cNvPr id="194" name="Rectangle 193">
            <a:extLst>
              <a:ext uri="{FF2B5EF4-FFF2-40B4-BE49-F238E27FC236}">
                <a16:creationId xmlns:a16="http://schemas.microsoft.com/office/drawing/2014/main" id="{63D6BB2D-8BC1-C9D6-D6AE-5CF410989697}"/>
              </a:ext>
            </a:extLst>
          </p:cNvPr>
          <p:cNvSpPr/>
          <p:nvPr/>
        </p:nvSpPr>
        <p:spPr>
          <a:xfrm>
            <a:off x="3078202" y="5150605"/>
            <a:ext cx="720000" cy="216000"/>
          </a:xfrm>
          <a:prstGeom prst="rect">
            <a:avLst/>
          </a:prstGeom>
          <a:solidFill>
            <a:srgbClr val="D9017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a:p>
        </p:txBody>
      </p:sp>
      <p:sp>
        <p:nvSpPr>
          <p:cNvPr id="200" name="TextBox 199">
            <a:extLst>
              <a:ext uri="{FF2B5EF4-FFF2-40B4-BE49-F238E27FC236}">
                <a16:creationId xmlns:a16="http://schemas.microsoft.com/office/drawing/2014/main" id="{DA130E28-64E5-17AF-3322-470507D048D2}"/>
              </a:ext>
            </a:extLst>
          </p:cNvPr>
          <p:cNvSpPr txBox="1"/>
          <p:nvPr/>
        </p:nvSpPr>
        <p:spPr>
          <a:xfrm>
            <a:off x="3078202" y="5402605"/>
            <a:ext cx="731058" cy="119868"/>
          </a:xfrm>
          <a:prstGeom prst="rect">
            <a:avLst/>
          </a:prstGeom>
          <a:noFill/>
        </p:spPr>
        <p:txBody>
          <a:bodyPr wrap="none" lIns="0" tIns="0" rIns="0" bIns="0" rtlCol="0">
            <a:noAutofit/>
          </a:bodyPr>
          <a:lstStyle/>
          <a:p>
            <a:r>
              <a:rPr lang="en-US" sz="800">
                <a:solidFill>
                  <a:schemeClr val="bg1"/>
                </a:solidFill>
                <a:effectLst/>
                <a:ea typeface="GT America Regular" pitchFamily="2" charset="77"/>
                <a:cs typeface="GT America Regular" pitchFamily="2" charset="77"/>
              </a:rPr>
              <a:t>Magenta 07</a:t>
            </a:r>
          </a:p>
        </p:txBody>
      </p:sp>
      <p:sp>
        <p:nvSpPr>
          <p:cNvPr id="208" name="TextBox 207">
            <a:extLst>
              <a:ext uri="{FF2B5EF4-FFF2-40B4-BE49-F238E27FC236}">
                <a16:creationId xmlns:a16="http://schemas.microsoft.com/office/drawing/2014/main" id="{959C8C57-F0C7-9EBE-4DF9-A9D65BA8D9A8}"/>
              </a:ext>
            </a:extLst>
          </p:cNvPr>
          <p:cNvSpPr txBox="1"/>
          <p:nvPr/>
        </p:nvSpPr>
        <p:spPr>
          <a:xfrm>
            <a:off x="1472400" y="4718605"/>
            <a:ext cx="541672" cy="114864"/>
          </a:xfrm>
          <a:prstGeom prst="rect">
            <a:avLst/>
          </a:prstGeom>
          <a:noFill/>
        </p:spPr>
        <p:txBody>
          <a:bodyPr wrap="none" lIns="0" tIns="0" rIns="0" bIns="0" rtlCol="0">
            <a:noAutofit/>
          </a:bodyPr>
          <a:lstStyle/>
          <a:p>
            <a:pPr algn="l">
              <a:lnSpc>
                <a:spcPct val="101000"/>
              </a:lnSpc>
              <a:spcAft>
                <a:spcPts val="600"/>
              </a:spcAft>
            </a:pPr>
            <a:r>
              <a:rPr kumimoji="0" lang="en-CR" sz="800" i="0" u="none" strike="noStrike" kern="1200" cap="none" spc="0" normalizeH="0" baseline="0" noProof="0">
                <a:ln>
                  <a:noFill/>
                </a:ln>
                <a:solidFill>
                  <a:schemeClr val="bg1"/>
                </a:solidFill>
                <a:effectLst/>
                <a:uLnTx/>
                <a:uFillTx/>
                <a:ea typeface="GT America Regular" charset="0"/>
                <a:cs typeface="GT America Regular" charset="0"/>
              </a:rPr>
              <a:t>Teal 05</a:t>
            </a:r>
          </a:p>
        </p:txBody>
      </p:sp>
      <p:sp>
        <p:nvSpPr>
          <p:cNvPr id="209" name="TextBox 208">
            <a:extLst>
              <a:ext uri="{FF2B5EF4-FFF2-40B4-BE49-F238E27FC236}">
                <a16:creationId xmlns:a16="http://schemas.microsoft.com/office/drawing/2014/main" id="{2178CCB0-4689-48F5-F9CA-489FFBBC79A6}"/>
              </a:ext>
            </a:extLst>
          </p:cNvPr>
          <p:cNvSpPr txBox="1"/>
          <p:nvPr/>
        </p:nvSpPr>
        <p:spPr>
          <a:xfrm>
            <a:off x="2275200" y="4718605"/>
            <a:ext cx="541672" cy="114864"/>
          </a:xfrm>
          <a:prstGeom prst="rect">
            <a:avLst/>
          </a:prstGeom>
          <a:noFill/>
        </p:spPr>
        <p:txBody>
          <a:bodyPr wrap="none" lIns="0" tIns="0" rIns="0" bIns="0" rtlCol="0">
            <a:noAutofit/>
          </a:bodyPr>
          <a:lstStyle/>
          <a:p>
            <a:pPr algn="l">
              <a:lnSpc>
                <a:spcPct val="101000"/>
              </a:lnSpc>
              <a:spcAft>
                <a:spcPts val="600"/>
              </a:spcAft>
            </a:pPr>
            <a:r>
              <a:rPr kumimoji="0" lang="en-CR" sz="800" i="0" u="none" strike="noStrike" kern="1200" cap="none" spc="0" normalizeH="0" baseline="0" noProof="0">
                <a:ln>
                  <a:noFill/>
                </a:ln>
                <a:solidFill>
                  <a:schemeClr val="bg1"/>
                </a:solidFill>
                <a:effectLst/>
                <a:uLnTx/>
                <a:uFillTx/>
                <a:ea typeface="GT America Regular" charset="0"/>
                <a:cs typeface="GT America Regular" charset="0"/>
              </a:rPr>
              <a:t>Yellow 04</a:t>
            </a:r>
          </a:p>
        </p:txBody>
      </p:sp>
      <p:sp>
        <p:nvSpPr>
          <p:cNvPr id="210" name="TextBox 209">
            <a:extLst>
              <a:ext uri="{FF2B5EF4-FFF2-40B4-BE49-F238E27FC236}">
                <a16:creationId xmlns:a16="http://schemas.microsoft.com/office/drawing/2014/main" id="{AC0725F7-A864-C61B-972C-7B9E45DE2258}"/>
              </a:ext>
            </a:extLst>
          </p:cNvPr>
          <p:cNvSpPr txBox="1"/>
          <p:nvPr/>
        </p:nvSpPr>
        <p:spPr>
          <a:xfrm>
            <a:off x="669600" y="4718605"/>
            <a:ext cx="731058" cy="119868"/>
          </a:xfrm>
          <a:prstGeom prst="rect">
            <a:avLst/>
          </a:prstGeom>
          <a:noFill/>
        </p:spPr>
        <p:txBody>
          <a:bodyPr wrap="none" lIns="0" tIns="0" rIns="0" bIns="0" rtlCol="0">
            <a:noAutofit/>
          </a:bodyPr>
          <a:lstStyle/>
          <a:p>
            <a:r>
              <a:rPr lang="en-US" sz="800">
                <a:solidFill>
                  <a:schemeClr val="bg1"/>
                </a:solidFill>
                <a:effectLst/>
                <a:ea typeface="GT America Regular" pitchFamily="2" charset="77"/>
                <a:cs typeface="GT America Regular" pitchFamily="2" charset="77"/>
              </a:rPr>
              <a:t>Bright Blue 03</a:t>
            </a:r>
          </a:p>
        </p:txBody>
      </p:sp>
      <p:sp>
        <p:nvSpPr>
          <p:cNvPr id="211" name="TextBox 210">
            <a:extLst>
              <a:ext uri="{FF2B5EF4-FFF2-40B4-BE49-F238E27FC236}">
                <a16:creationId xmlns:a16="http://schemas.microsoft.com/office/drawing/2014/main" id="{2676E1D4-FE76-5B6B-854C-54FF0CB510E4}"/>
              </a:ext>
            </a:extLst>
          </p:cNvPr>
          <p:cNvSpPr txBox="1"/>
          <p:nvPr/>
        </p:nvSpPr>
        <p:spPr>
          <a:xfrm>
            <a:off x="1472400" y="5407609"/>
            <a:ext cx="541672" cy="114864"/>
          </a:xfrm>
          <a:prstGeom prst="rect">
            <a:avLst/>
          </a:prstGeom>
          <a:noFill/>
        </p:spPr>
        <p:txBody>
          <a:bodyPr wrap="none" lIns="0" tIns="0" rIns="0" bIns="0" rtlCol="0">
            <a:noAutofit/>
          </a:bodyPr>
          <a:lstStyle/>
          <a:p>
            <a:pPr algn="l">
              <a:lnSpc>
                <a:spcPct val="101000"/>
              </a:lnSpc>
              <a:spcAft>
                <a:spcPts val="600"/>
              </a:spcAft>
            </a:pPr>
            <a:r>
              <a:rPr kumimoji="0" lang="en-CR" sz="800" i="0" u="none" strike="noStrike" kern="1200" cap="none" spc="0" normalizeH="0" baseline="0" noProof="0">
                <a:ln>
                  <a:noFill/>
                </a:ln>
                <a:solidFill>
                  <a:schemeClr val="bg1"/>
                </a:solidFill>
                <a:effectLst/>
                <a:uLnTx/>
                <a:uFillTx/>
                <a:ea typeface="GT America Regular" charset="0"/>
                <a:cs typeface="GT America Regular" charset="0"/>
              </a:rPr>
              <a:t>Teal 05</a:t>
            </a:r>
          </a:p>
        </p:txBody>
      </p:sp>
      <p:sp>
        <p:nvSpPr>
          <p:cNvPr id="212" name="TextBox 211">
            <a:extLst>
              <a:ext uri="{FF2B5EF4-FFF2-40B4-BE49-F238E27FC236}">
                <a16:creationId xmlns:a16="http://schemas.microsoft.com/office/drawing/2014/main" id="{58E2FF0E-9D9A-5E59-FA45-83CAD886D9B7}"/>
              </a:ext>
            </a:extLst>
          </p:cNvPr>
          <p:cNvSpPr txBox="1"/>
          <p:nvPr/>
        </p:nvSpPr>
        <p:spPr>
          <a:xfrm>
            <a:off x="2275200" y="5407609"/>
            <a:ext cx="541672" cy="114864"/>
          </a:xfrm>
          <a:prstGeom prst="rect">
            <a:avLst/>
          </a:prstGeom>
          <a:noFill/>
        </p:spPr>
        <p:txBody>
          <a:bodyPr wrap="none" lIns="0" tIns="0" rIns="0" bIns="0" rtlCol="0">
            <a:noAutofit/>
          </a:bodyPr>
          <a:lstStyle/>
          <a:p>
            <a:pPr algn="l">
              <a:lnSpc>
                <a:spcPct val="101000"/>
              </a:lnSpc>
              <a:spcAft>
                <a:spcPts val="600"/>
              </a:spcAft>
            </a:pPr>
            <a:r>
              <a:rPr kumimoji="0" lang="en-CR" sz="800" i="0" u="none" strike="noStrike" kern="1200" cap="none" spc="0" normalizeH="0" baseline="0" noProof="0">
                <a:ln>
                  <a:noFill/>
                </a:ln>
                <a:solidFill>
                  <a:schemeClr val="bg1"/>
                </a:solidFill>
                <a:effectLst/>
                <a:uLnTx/>
                <a:uFillTx/>
                <a:ea typeface="GT America Regular" charset="0"/>
                <a:cs typeface="GT America Regular" charset="0"/>
              </a:rPr>
              <a:t>Orange 05</a:t>
            </a:r>
          </a:p>
        </p:txBody>
      </p:sp>
      <p:sp>
        <p:nvSpPr>
          <p:cNvPr id="213" name="TextBox 212">
            <a:extLst>
              <a:ext uri="{FF2B5EF4-FFF2-40B4-BE49-F238E27FC236}">
                <a16:creationId xmlns:a16="http://schemas.microsoft.com/office/drawing/2014/main" id="{C9C7C9E5-204F-1FDE-5A8A-A9AB5A1CBF40}"/>
              </a:ext>
            </a:extLst>
          </p:cNvPr>
          <p:cNvSpPr txBox="1"/>
          <p:nvPr/>
        </p:nvSpPr>
        <p:spPr>
          <a:xfrm>
            <a:off x="669600" y="5402605"/>
            <a:ext cx="731058" cy="119868"/>
          </a:xfrm>
          <a:prstGeom prst="rect">
            <a:avLst/>
          </a:prstGeom>
          <a:noFill/>
        </p:spPr>
        <p:txBody>
          <a:bodyPr wrap="none" lIns="0" tIns="0" rIns="0" bIns="0" rtlCol="0">
            <a:noAutofit/>
          </a:bodyPr>
          <a:lstStyle/>
          <a:p>
            <a:r>
              <a:rPr lang="en-US" sz="800">
                <a:solidFill>
                  <a:schemeClr val="bg1"/>
                </a:solidFill>
                <a:effectLst/>
                <a:ea typeface="GT America Regular" pitchFamily="2" charset="77"/>
                <a:cs typeface="GT America Regular" pitchFamily="2" charset="77"/>
              </a:rPr>
              <a:t>Bright Blue 03</a:t>
            </a:r>
          </a:p>
        </p:txBody>
      </p:sp>
      <p:sp>
        <p:nvSpPr>
          <p:cNvPr id="217" name="TextBox 216">
            <a:extLst>
              <a:ext uri="{FF2B5EF4-FFF2-40B4-BE49-F238E27FC236}">
                <a16:creationId xmlns:a16="http://schemas.microsoft.com/office/drawing/2014/main" id="{821C97CB-9DAB-80F5-0CB9-EB6DA6D24913}"/>
              </a:ext>
            </a:extLst>
          </p:cNvPr>
          <p:cNvSpPr txBox="1"/>
          <p:nvPr/>
        </p:nvSpPr>
        <p:spPr>
          <a:xfrm>
            <a:off x="3121152" y="2084832"/>
            <a:ext cx="0" cy="0"/>
          </a:xfrm>
          <a:prstGeom prst="rect">
            <a:avLst/>
          </a:prstGeom>
          <a:noFill/>
        </p:spPr>
        <p:txBody>
          <a:bodyPr wrap="none" lIns="0" tIns="0" rIns="0" bIns="0" rtlCol="0">
            <a:noAutofit/>
          </a:bodyPr>
          <a:lstStyle/>
          <a:p>
            <a:pPr marL="285750" indent="-285750" algn="l">
              <a:lnSpc>
                <a:spcPct val="101000"/>
              </a:lnSpc>
              <a:spcAft>
                <a:spcPts val="600"/>
              </a:spcAft>
              <a:buFont typeface="GT America" charset="0"/>
              <a:buChar char="→"/>
            </a:pPr>
            <a:endParaRPr kumimoji="0" lang="en-CR" sz="1400" b="0" i="0" u="none" strike="noStrike" kern="1200" cap="none" spc="0" normalizeH="0" baseline="0" noProof="0" err="1">
              <a:ln>
                <a:noFill/>
              </a:ln>
              <a:solidFill>
                <a:srgbClr val="000000"/>
              </a:solidFill>
              <a:effectLst/>
              <a:uLnTx/>
              <a:uFillTx/>
              <a:latin typeface="GT America Regular"/>
              <a:ea typeface="GT America Regular" charset="0"/>
              <a:cs typeface="GT America Regular" charset="0"/>
            </a:endParaRPr>
          </a:p>
        </p:txBody>
      </p:sp>
      <p:sp>
        <p:nvSpPr>
          <p:cNvPr id="218" name="Text Placeholder 36">
            <a:extLst>
              <a:ext uri="{FF2B5EF4-FFF2-40B4-BE49-F238E27FC236}">
                <a16:creationId xmlns:a16="http://schemas.microsoft.com/office/drawing/2014/main" id="{CB0FEEA8-0892-0081-44D9-95CC17FFDD57}"/>
              </a:ext>
            </a:extLst>
          </p:cNvPr>
          <p:cNvSpPr txBox="1">
            <a:spLocks/>
          </p:cNvSpPr>
          <p:nvPr/>
        </p:nvSpPr>
        <p:spPr>
          <a:xfrm>
            <a:off x="568077" y="1478174"/>
            <a:ext cx="5264979" cy="563727"/>
          </a:xfrm>
          <a:prstGeom prst="rect">
            <a:avLst/>
          </a:prstGeom>
        </p:spPr>
        <p:txBody>
          <a:bodyPr vert="horz" lIns="0" tIns="0" rIns="0" bIns="0" rtlCol="0">
            <a:noAutofit/>
          </a:bodyPr>
          <a:lstStyle>
            <a:lvl1pPr marL="0" indent="0" algn="l" defTabSz="914400" rtl="0" eaLnBrk="1" latinLnBrk="0" hangingPunct="1">
              <a:lnSpc>
                <a:spcPct val="80000"/>
              </a:lnSpc>
              <a:spcBef>
                <a:spcPts val="0"/>
              </a:spcBef>
              <a:spcAft>
                <a:spcPts val="0"/>
              </a:spcAft>
              <a:buFont typeface="GT America Regular"/>
              <a:buNone/>
              <a:defRPr lang="en-US" sz="2400" b="0" i="0" kern="1200" dirty="0" smtClean="0">
                <a:solidFill>
                  <a:schemeClr val="accent1"/>
                </a:solidFill>
                <a:latin typeface="+mj-lt"/>
                <a:ea typeface="GT America Regular" charset="0"/>
                <a:cs typeface="GT America Regular" charset="0"/>
              </a:defRPr>
            </a:lvl1pPr>
            <a:lvl2pPr marL="0" indent="0" algn="l" defTabSz="914400" rtl="0" eaLnBrk="1" latinLnBrk="0" hangingPunct="1">
              <a:lnSpc>
                <a:spcPct val="80000"/>
              </a:lnSpc>
              <a:spcBef>
                <a:spcPts val="0"/>
              </a:spcBef>
              <a:spcAft>
                <a:spcPts val="0"/>
              </a:spcAft>
              <a:buFont typeface="GT America Regular" charset="0"/>
              <a:buNone/>
              <a:defRPr lang="en-US" sz="2400" b="0" i="0" kern="1200" dirty="0" smtClean="0">
                <a:solidFill>
                  <a:schemeClr val="accent1"/>
                </a:solidFill>
                <a:latin typeface="+mj-lt"/>
                <a:ea typeface="GT America Regular" charset="0"/>
                <a:cs typeface="GT America Regular" charset="0"/>
              </a:defRPr>
            </a:lvl2pPr>
            <a:lvl3pPr marL="0" indent="0" algn="l" defTabSz="914400" rtl="0" eaLnBrk="1" latinLnBrk="0" hangingPunct="1">
              <a:lnSpc>
                <a:spcPct val="80000"/>
              </a:lnSpc>
              <a:spcBef>
                <a:spcPts val="0"/>
              </a:spcBef>
              <a:spcAft>
                <a:spcPts val="0"/>
              </a:spcAft>
              <a:buClr>
                <a:schemeClr val="accent1"/>
              </a:buClr>
              <a:buFont typeface="GT America Regular" pitchFamily="50" charset="0"/>
              <a:buNone/>
              <a:defRPr lang="en-US" sz="2400" b="0" i="0" kern="1200" dirty="0" smtClean="0">
                <a:solidFill>
                  <a:schemeClr val="accent1"/>
                </a:solidFill>
                <a:latin typeface="+mj-lt"/>
                <a:ea typeface="GT America Regular" charset="0"/>
                <a:cs typeface="GT America Regular" charset="0"/>
              </a:defRPr>
            </a:lvl3pPr>
            <a:lvl4pPr marL="0" indent="0" algn="l" defTabSz="914400" rtl="0" eaLnBrk="1" latinLnBrk="0" hangingPunct="1">
              <a:lnSpc>
                <a:spcPct val="80000"/>
              </a:lnSpc>
              <a:spcBef>
                <a:spcPts val="0"/>
              </a:spcBef>
              <a:spcAft>
                <a:spcPts val="0"/>
              </a:spcAft>
              <a:buClrTx/>
              <a:buFont typeface="GT America Regular" pitchFamily="50" charset="0"/>
              <a:buNone/>
              <a:defRPr lang="en-US" sz="2400" b="0" i="0" kern="1200" dirty="0" smtClean="0">
                <a:solidFill>
                  <a:schemeClr val="accent1"/>
                </a:solidFill>
                <a:latin typeface="+mj-lt"/>
                <a:ea typeface="GT America Regular" charset="0"/>
                <a:cs typeface="GT America Regular" charset="0"/>
              </a:defRPr>
            </a:lvl4pPr>
            <a:lvl5pPr marL="0" indent="0" algn="l" defTabSz="914400" rtl="0" eaLnBrk="1" latinLnBrk="0" hangingPunct="1">
              <a:lnSpc>
                <a:spcPct val="80000"/>
              </a:lnSpc>
              <a:spcBef>
                <a:spcPts val="0"/>
              </a:spcBef>
              <a:spcAft>
                <a:spcPts val="0"/>
              </a:spcAft>
              <a:buClr>
                <a:schemeClr val="accent1"/>
              </a:buClr>
              <a:buFont typeface="GT America Regular" charset="0"/>
              <a:buNone/>
              <a:tabLst/>
              <a:defRPr lang="en-US" sz="2400" b="0" i="0" kern="1200" dirty="0" smtClean="0">
                <a:solidFill>
                  <a:schemeClr val="accent1"/>
                </a:solidFill>
                <a:latin typeface="+mj-lt"/>
                <a:ea typeface="GT America Regular" charset="0"/>
                <a:cs typeface="GT America Regular" charset="0"/>
              </a:defRPr>
            </a:lvl5pPr>
            <a:lvl6pPr marL="0" indent="0" algn="l" defTabSz="914400" rtl="0" eaLnBrk="1" latinLnBrk="0" hangingPunct="1">
              <a:lnSpc>
                <a:spcPct val="80000"/>
              </a:lnSpc>
              <a:spcBef>
                <a:spcPts val="0"/>
              </a:spcBef>
              <a:spcAft>
                <a:spcPts val="0"/>
              </a:spcAft>
              <a:buClrTx/>
              <a:buFont typeface="GT America Regular" pitchFamily="50" charset="0"/>
              <a:buNone/>
              <a:defRPr lang="en-US" sz="2400" b="0" i="0" kern="1200" dirty="0" smtClean="0">
                <a:solidFill>
                  <a:schemeClr val="accent1"/>
                </a:solidFill>
                <a:latin typeface="+mj-lt"/>
                <a:ea typeface="GT America Regular" charset="0"/>
                <a:cs typeface="GT America Regular" charset="0"/>
              </a:defRPr>
            </a:lvl6pPr>
            <a:lvl7pPr marL="0" indent="0" algn="l" defTabSz="914400" rtl="0" eaLnBrk="1" latinLnBrk="0" hangingPunct="1">
              <a:lnSpc>
                <a:spcPct val="80000"/>
              </a:lnSpc>
              <a:spcBef>
                <a:spcPts val="0"/>
              </a:spcBef>
              <a:spcAft>
                <a:spcPts val="0"/>
              </a:spcAft>
              <a:buClr>
                <a:schemeClr val="accent1"/>
              </a:buClr>
              <a:buFont typeface="GT America Regular" charset="0"/>
              <a:buNone/>
              <a:defRPr lang="en-US" sz="2400" b="0" i="0" kern="1200" dirty="0" smtClean="0">
                <a:solidFill>
                  <a:schemeClr val="accent1"/>
                </a:solidFill>
                <a:latin typeface="+mj-lt"/>
                <a:ea typeface="GT America Regular" charset="0"/>
                <a:cs typeface="GT America Regular" charset="0"/>
              </a:defRPr>
            </a:lvl7pPr>
            <a:lvl8pPr marL="0" indent="0" algn="l" defTabSz="914400" rtl="0" eaLnBrk="1" latinLnBrk="0" hangingPunct="1">
              <a:lnSpc>
                <a:spcPct val="80000"/>
              </a:lnSpc>
              <a:spcBef>
                <a:spcPts val="0"/>
              </a:spcBef>
              <a:spcAft>
                <a:spcPts val="0"/>
              </a:spcAft>
              <a:buClrTx/>
              <a:buFont typeface="GT America Regular" pitchFamily="50" charset="0"/>
              <a:buNone/>
              <a:defRPr lang="en-US" sz="2400" b="0" i="0" kern="1200" dirty="0" smtClean="0">
                <a:solidFill>
                  <a:schemeClr val="accent1"/>
                </a:solidFill>
                <a:latin typeface="+mj-lt"/>
                <a:ea typeface="GT America Regular" charset="0"/>
                <a:cs typeface="GT America Regular" charset="0"/>
              </a:defRPr>
            </a:lvl8pPr>
            <a:lvl9pPr marL="0" indent="0" algn="l" defTabSz="914400" rtl="0" eaLnBrk="1" latinLnBrk="0" hangingPunct="1">
              <a:lnSpc>
                <a:spcPct val="80000"/>
              </a:lnSpc>
              <a:spcBef>
                <a:spcPts val="0"/>
              </a:spcBef>
              <a:spcAft>
                <a:spcPts val="0"/>
              </a:spcAft>
              <a:buClr>
                <a:schemeClr val="accent1"/>
              </a:buClr>
              <a:buFont typeface="GT America Regular" charset="0"/>
              <a:buNone/>
              <a:defRPr lang="en-US" sz="2400" b="0" i="0" kern="1200" dirty="0">
                <a:solidFill>
                  <a:schemeClr val="accent1"/>
                </a:solidFill>
                <a:latin typeface="+mj-lt"/>
                <a:ea typeface="GT America Regular" charset="0"/>
                <a:cs typeface="GT America Regular" charset="0"/>
              </a:defRPr>
            </a:lvl9pPr>
          </a:lstStyle>
          <a:p>
            <a:pPr>
              <a:lnSpc>
                <a:spcPct val="100000"/>
              </a:lnSpc>
            </a:pPr>
            <a:r>
              <a:rPr lang="en-US" sz="1000">
                <a:solidFill>
                  <a:schemeClr val="tx1"/>
                </a:solidFill>
                <a:latin typeface="GT America Regular" pitchFamily="2" charset="77"/>
                <a:ea typeface="GT America Regular" pitchFamily="2" charset="77"/>
                <a:cs typeface="GT America Regular" pitchFamily="2" charset="77"/>
              </a:rPr>
              <a:t>Created out of the primary categorical palette, those premade combinations prioritize our primary brand colors.</a:t>
            </a:r>
          </a:p>
          <a:p>
            <a:pPr>
              <a:lnSpc>
                <a:spcPct val="100000"/>
              </a:lnSpc>
              <a:spcBef>
                <a:spcPts val="600"/>
              </a:spcBef>
            </a:pPr>
            <a:r>
              <a:rPr lang="en-US" sz="1000">
                <a:solidFill>
                  <a:schemeClr val="tx1"/>
                </a:solidFill>
                <a:latin typeface="GT America Regular" pitchFamily="2" charset="77"/>
                <a:ea typeface="GT America Regular" pitchFamily="2" charset="77"/>
                <a:cs typeface="GT America Regular" pitchFamily="2" charset="77"/>
              </a:rPr>
              <a:t>Only use those options for a data visualization with three </a:t>
            </a:r>
            <a:r>
              <a:rPr lang="en-US" sz="1000" b="1">
                <a:solidFill>
                  <a:schemeClr val="tx1"/>
                </a:solidFill>
                <a:latin typeface="GT America Regular" pitchFamily="2" charset="77"/>
                <a:ea typeface="GT America Regular" pitchFamily="2" charset="77"/>
                <a:cs typeface="GT America Regular" pitchFamily="2" charset="77"/>
              </a:rPr>
              <a:t>categories.</a:t>
            </a:r>
          </a:p>
        </p:txBody>
      </p:sp>
      <p:sp>
        <p:nvSpPr>
          <p:cNvPr id="4" name="TextBox 3">
            <a:extLst>
              <a:ext uri="{FF2B5EF4-FFF2-40B4-BE49-F238E27FC236}">
                <a16:creationId xmlns:a16="http://schemas.microsoft.com/office/drawing/2014/main" id="{79774ABE-B01F-8614-7675-5D2D866586B1}"/>
              </a:ext>
            </a:extLst>
          </p:cNvPr>
          <p:cNvSpPr txBox="1"/>
          <p:nvPr/>
        </p:nvSpPr>
        <p:spPr>
          <a:xfrm>
            <a:off x="6571813" y="523593"/>
            <a:ext cx="3827658" cy="221244"/>
          </a:xfrm>
          <a:prstGeom prst="rect">
            <a:avLst/>
          </a:prstGeom>
          <a:noFill/>
        </p:spPr>
        <p:txBody>
          <a:bodyPr wrap="none" lIns="0" tIns="0" rIns="0" bIns="0" rtlCol="0">
            <a:noAutofit/>
          </a:bodyPr>
          <a:lstStyle/>
          <a:p>
            <a:pPr>
              <a:lnSpc>
                <a:spcPct val="101000"/>
              </a:lnSpc>
              <a:spcAft>
                <a:spcPts val="600"/>
              </a:spcAft>
            </a:pPr>
            <a:r>
              <a:rPr kumimoji="0" lang="en-CR" sz="1100" b="0" i="0" u="none" strike="noStrike" kern="1200" cap="none" spc="0" normalizeH="0" baseline="0" noProof="0">
                <a:ln>
                  <a:noFill/>
                </a:ln>
                <a:solidFill>
                  <a:srgbClr val="000000"/>
                </a:solidFill>
                <a:effectLst/>
                <a:uLnTx/>
                <a:uFillTx/>
                <a:latin typeface="GT America Regular"/>
                <a:ea typeface="GT America Regular" charset="0"/>
                <a:cs typeface="GT America Regular" charset="0"/>
              </a:rPr>
              <a:t>Examples</a:t>
            </a:r>
          </a:p>
        </p:txBody>
      </p:sp>
    </p:spTree>
    <p:extLst>
      <p:ext uri="{BB962C8B-B14F-4D97-AF65-F5344CB8AC3E}">
        <p14:creationId xmlns:p14="http://schemas.microsoft.com/office/powerpoint/2010/main" val="70272218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 name="Rectangle 90">
            <a:extLst>
              <a:ext uri="{FF2B5EF4-FFF2-40B4-BE49-F238E27FC236}">
                <a16:creationId xmlns:a16="http://schemas.microsoft.com/office/drawing/2014/main" id="{0B864E4B-6823-C6FF-DD20-1522C013458A}"/>
              </a:ext>
            </a:extLst>
          </p:cNvPr>
          <p:cNvSpPr/>
          <p:nvPr/>
        </p:nvSpPr>
        <p:spPr>
          <a:xfrm>
            <a:off x="6096000" y="0"/>
            <a:ext cx="6096000" cy="6858000"/>
          </a:xfrm>
          <a:prstGeom prst="rect">
            <a:avLst/>
          </a:prstGeom>
          <a:solidFill>
            <a:schemeClr val="bg1">
              <a:lumMod val="95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a:p>
        </p:txBody>
      </p:sp>
      <p:sp>
        <p:nvSpPr>
          <p:cNvPr id="5" name="Footer Placeholder 4">
            <a:extLst>
              <a:ext uri="{FF2B5EF4-FFF2-40B4-BE49-F238E27FC236}">
                <a16:creationId xmlns:a16="http://schemas.microsoft.com/office/drawing/2014/main" id="{EE95DBD8-1360-0EA0-FA11-487AF174A863}"/>
              </a:ext>
            </a:extLst>
          </p:cNvPr>
          <p:cNvSpPr>
            <a:spLocks noGrp="1"/>
          </p:cNvSpPr>
          <p:nvPr>
            <p:ph type="ftr" sz="quarter" idx="11"/>
          </p:nvPr>
        </p:nvSpPr>
        <p:spPr>
          <a:xfrm>
            <a:off x="4781550" y="6311900"/>
            <a:ext cx="5448300" cy="269875"/>
          </a:xfrm>
        </p:spPr>
        <p:txBody>
          <a:bodyPr/>
          <a:lstStyle/>
          <a:p>
            <a:r>
              <a:rPr lang="en-US"/>
              <a:t>See slide 12 for instructions on how to update footer</a:t>
            </a:r>
          </a:p>
        </p:txBody>
      </p:sp>
      <p:sp>
        <p:nvSpPr>
          <p:cNvPr id="7" name="Slide Number Placeholder 6">
            <a:extLst>
              <a:ext uri="{FF2B5EF4-FFF2-40B4-BE49-F238E27FC236}">
                <a16:creationId xmlns:a16="http://schemas.microsoft.com/office/drawing/2014/main" id="{2FB46871-8D2B-2790-7CB9-02BC742A59CA}"/>
              </a:ext>
            </a:extLst>
          </p:cNvPr>
          <p:cNvSpPr>
            <a:spLocks noGrp="1"/>
          </p:cNvSpPr>
          <p:nvPr>
            <p:ph type="sldNum" sz="quarter" idx="12"/>
          </p:nvPr>
        </p:nvSpPr>
        <p:spPr>
          <a:xfrm>
            <a:off x="10428288" y="6311900"/>
            <a:ext cx="1209674" cy="269875"/>
          </a:xfrm>
        </p:spPr>
        <p:txBody>
          <a:bodyPr/>
          <a:lstStyle/>
          <a:p>
            <a:fld id="{862A5111-985B-C14D-9115-5787026182A8}" type="slidenum">
              <a:rPr lang="en-US" smtClean="0"/>
              <a:pPr/>
              <a:t>24</a:t>
            </a:fld>
            <a:endParaRPr lang="en-US"/>
          </a:p>
        </p:txBody>
      </p:sp>
      <p:sp>
        <p:nvSpPr>
          <p:cNvPr id="2" name="Title 1">
            <a:extLst>
              <a:ext uri="{FF2B5EF4-FFF2-40B4-BE49-F238E27FC236}">
                <a16:creationId xmlns:a16="http://schemas.microsoft.com/office/drawing/2014/main" id="{8A26185F-BDF6-A5CC-6F19-6BCD3A12CC4E}"/>
              </a:ext>
            </a:extLst>
          </p:cNvPr>
          <p:cNvSpPr>
            <a:spLocks noGrp="1"/>
          </p:cNvSpPr>
          <p:nvPr>
            <p:ph type="title"/>
          </p:nvPr>
        </p:nvSpPr>
        <p:spPr>
          <a:xfrm>
            <a:off x="546100" y="552450"/>
            <a:ext cx="11091861" cy="434975"/>
          </a:xfrm>
        </p:spPr>
        <p:txBody>
          <a:bodyPr/>
          <a:lstStyle/>
          <a:p>
            <a:r>
              <a:rPr lang="en-CR"/>
              <a:t>Categorical palettes</a:t>
            </a:r>
            <a:endParaRPr lang="en-US" dirty="0"/>
          </a:p>
        </p:txBody>
      </p:sp>
      <p:sp>
        <p:nvSpPr>
          <p:cNvPr id="4" name="Text Placeholder 3">
            <a:extLst>
              <a:ext uri="{FF2B5EF4-FFF2-40B4-BE49-F238E27FC236}">
                <a16:creationId xmlns:a16="http://schemas.microsoft.com/office/drawing/2014/main" id="{C4D156C1-A288-0F3B-0B1A-6D22A94CEC65}"/>
              </a:ext>
            </a:extLst>
          </p:cNvPr>
          <p:cNvSpPr>
            <a:spLocks noGrp="1"/>
          </p:cNvSpPr>
          <p:nvPr>
            <p:ph type="body" sz="quarter" idx="45"/>
          </p:nvPr>
        </p:nvSpPr>
        <p:spPr>
          <a:xfrm>
            <a:off x="546100" y="1127125"/>
            <a:ext cx="11091862" cy="295275"/>
          </a:xfrm>
        </p:spPr>
        <p:txBody>
          <a:bodyPr/>
          <a:lstStyle/>
          <a:p>
            <a:r>
              <a:rPr lang="en-US"/>
              <a:t>Primary for +5 categories</a:t>
            </a:r>
          </a:p>
        </p:txBody>
      </p:sp>
      <p:sp>
        <p:nvSpPr>
          <p:cNvPr id="41" name="Text Placeholder 40">
            <a:extLst>
              <a:ext uri="{FF2B5EF4-FFF2-40B4-BE49-F238E27FC236}">
                <a16:creationId xmlns:a16="http://schemas.microsoft.com/office/drawing/2014/main" id="{45404E18-68ED-1E4D-476B-A953C2EE3E17}"/>
              </a:ext>
            </a:extLst>
          </p:cNvPr>
          <p:cNvSpPr>
            <a:spLocks noGrp="1"/>
          </p:cNvSpPr>
          <p:nvPr>
            <p:ph type="body" sz="quarter" idx="46"/>
          </p:nvPr>
        </p:nvSpPr>
        <p:spPr/>
        <p:txBody>
          <a:bodyPr/>
          <a:lstStyle/>
          <a:p>
            <a:endParaRPr lang="en-US"/>
          </a:p>
        </p:txBody>
      </p:sp>
      <p:graphicFrame>
        <p:nvGraphicFramePr>
          <p:cNvPr id="15" name="Content Placeholder 20">
            <a:extLst>
              <a:ext uri="{FF2B5EF4-FFF2-40B4-BE49-F238E27FC236}">
                <a16:creationId xmlns:a16="http://schemas.microsoft.com/office/drawing/2014/main" id="{84764B24-6E3F-FED2-1497-B469D8103293}"/>
              </a:ext>
            </a:extLst>
          </p:cNvPr>
          <p:cNvGraphicFramePr>
            <a:graphicFrameLocks noGrp="1"/>
          </p:cNvGraphicFramePr>
          <p:nvPr>
            <p:ph sz="half" idx="4294967295"/>
            <p:extLst>
              <p:ext uri="{D42A27DB-BD31-4B8C-83A1-F6EECF244321}">
                <p14:modId xmlns:p14="http://schemas.microsoft.com/office/powerpoint/2010/main" val="3054580074"/>
              </p:ext>
            </p:extLst>
          </p:nvPr>
        </p:nvGraphicFramePr>
        <p:xfrm>
          <a:off x="6328910" y="890588"/>
          <a:ext cx="5438775" cy="4576762"/>
        </p:xfrm>
        <a:graphic>
          <a:graphicData uri="http://schemas.openxmlformats.org/drawingml/2006/chart">
            <c:chart xmlns:c="http://schemas.openxmlformats.org/drawingml/2006/chart" xmlns:r="http://schemas.openxmlformats.org/officeDocument/2006/relationships" r:id="rId2"/>
          </a:graphicData>
        </a:graphic>
      </p:graphicFrame>
      <p:sp>
        <p:nvSpPr>
          <p:cNvPr id="11" name="Rectangle 10">
            <a:extLst>
              <a:ext uri="{FF2B5EF4-FFF2-40B4-BE49-F238E27FC236}">
                <a16:creationId xmlns:a16="http://schemas.microsoft.com/office/drawing/2014/main" id="{4F23AE62-9180-71E6-2332-FBC45A963415}"/>
              </a:ext>
            </a:extLst>
          </p:cNvPr>
          <p:cNvSpPr/>
          <p:nvPr/>
        </p:nvSpPr>
        <p:spPr>
          <a:xfrm>
            <a:off x="2275951" y="2769640"/>
            <a:ext cx="720000" cy="216000"/>
          </a:xfrm>
          <a:prstGeom prst="rect">
            <a:avLst/>
          </a:prstGeom>
          <a:solidFill>
            <a:srgbClr val="2A431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12" name="TextBox 11">
            <a:extLst>
              <a:ext uri="{FF2B5EF4-FFF2-40B4-BE49-F238E27FC236}">
                <a16:creationId xmlns:a16="http://schemas.microsoft.com/office/drawing/2014/main" id="{8447DBE7-03DF-F10B-91F3-700628447049}"/>
              </a:ext>
            </a:extLst>
          </p:cNvPr>
          <p:cNvSpPr txBox="1"/>
          <p:nvPr/>
        </p:nvSpPr>
        <p:spPr>
          <a:xfrm>
            <a:off x="2275951" y="3021640"/>
            <a:ext cx="541672" cy="114864"/>
          </a:xfrm>
          <a:prstGeom prst="rect">
            <a:avLst/>
          </a:prstGeom>
          <a:noFill/>
        </p:spPr>
        <p:txBody>
          <a:bodyPr wrap="none" lIns="0" tIns="0" rIns="0" bIns="0" rtlCol="0">
            <a:noAutofit/>
          </a:bodyPr>
          <a:lstStyle/>
          <a:p>
            <a:r>
              <a:rPr lang="en-US" sz="800">
                <a:effectLst/>
                <a:ea typeface="GT America Regular" pitchFamily="2" charset="77"/>
                <a:cs typeface="GT America Regular" pitchFamily="2" charset="77"/>
              </a:rPr>
              <a:t>Green 10</a:t>
            </a:r>
          </a:p>
        </p:txBody>
      </p:sp>
      <p:sp>
        <p:nvSpPr>
          <p:cNvPr id="13" name="TextBox 12">
            <a:extLst>
              <a:ext uri="{FF2B5EF4-FFF2-40B4-BE49-F238E27FC236}">
                <a16:creationId xmlns:a16="http://schemas.microsoft.com/office/drawing/2014/main" id="{C5445B17-C955-D521-5E73-B0F659BF1930}"/>
              </a:ext>
            </a:extLst>
          </p:cNvPr>
          <p:cNvSpPr txBox="1"/>
          <p:nvPr/>
        </p:nvSpPr>
        <p:spPr>
          <a:xfrm>
            <a:off x="3077067" y="3021640"/>
            <a:ext cx="333425" cy="123111"/>
          </a:xfrm>
          <a:prstGeom prst="rect">
            <a:avLst/>
          </a:prstGeom>
          <a:noFill/>
        </p:spPr>
        <p:txBody>
          <a:bodyPr wrap="none" lIns="0" tIns="0" rIns="0" bIns="0" rtlCol="0">
            <a:spAutoFit/>
          </a:bodyPr>
          <a:lstStyle/>
          <a:p>
            <a:r>
              <a:rPr lang="en-US" sz="800">
                <a:effectLst/>
                <a:ea typeface="GT America Regular" pitchFamily="2" charset="77"/>
                <a:cs typeface="GT America Regular" pitchFamily="2" charset="77"/>
              </a:rPr>
              <a:t>Blue 12</a:t>
            </a:r>
          </a:p>
        </p:txBody>
      </p:sp>
      <p:sp>
        <p:nvSpPr>
          <p:cNvPr id="14" name="Rectangle 13">
            <a:extLst>
              <a:ext uri="{FF2B5EF4-FFF2-40B4-BE49-F238E27FC236}">
                <a16:creationId xmlns:a16="http://schemas.microsoft.com/office/drawing/2014/main" id="{86E7BFF8-A892-41E4-358F-A68DA4B22837}"/>
              </a:ext>
            </a:extLst>
          </p:cNvPr>
          <p:cNvSpPr/>
          <p:nvPr/>
        </p:nvSpPr>
        <p:spPr>
          <a:xfrm>
            <a:off x="3077067" y="2769640"/>
            <a:ext cx="720000" cy="21600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16" name="Rectangle 15">
            <a:extLst>
              <a:ext uri="{FF2B5EF4-FFF2-40B4-BE49-F238E27FC236}">
                <a16:creationId xmlns:a16="http://schemas.microsoft.com/office/drawing/2014/main" id="{8AAD2197-E23C-CC21-8165-F86AD62377FE}"/>
              </a:ext>
            </a:extLst>
          </p:cNvPr>
          <p:cNvSpPr/>
          <p:nvPr/>
        </p:nvSpPr>
        <p:spPr>
          <a:xfrm>
            <a:off x="3872667" y="2769640"/>
            <a:ext cx="720000" cy="216000"/>
          </a:xfrm>
          <a:prstGeom prst="rect">
            <a:avLst/>
          </a:prstGeom>
          <a:solidFill>
            <a:srgbClr val="BFD6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19" name="TextBox 18">
            <a:extLst>
              <a:ext uri="{FF2B5EF4-FFF2-40B4-BE49-F238E27FC236}">
                <a16:creationId xmlns:a16="http://schemas.microsoft.com/office/drawing/2014/main" id="{931CB363-8BF2-6128-BFF5-FBAEAE7E45DA}"/>
              </a:ext>
            </a:extLst>
          </p:cNvPr>
          <p:cNvSpPr txBox="1"/>
          <p:nvPr/>
        </p:nvSpPr>
        <p:spPr>
          <a:xfrm>
            <a:off x="3872667" y="3021640"/>
            <a:ext cx="541672" cy="114864"/>
          </a:xfrm>
          <a:prstGeom prst="rect">
            <a:avLst/>
          </a:prstGeom>
          <a:noFill/>
        </p:spPr>
        <p:txBody>
          <a:bodyPr wrap="none" lIns="0" tIns="0" rIns="0" bIns="0" rtlCol="0">
            <a:noAutofit/>
          </a:bodyPr>
          <a:lstStyle/>
          <a:p>
            <a:pPr algn="l">
              <a:lnSpc>
                <a:spcPct val="101000"/>
              </a:lnSpc>
              <a:spcAft>
                <a:spcPts val="600"/>
              </a:spcAft>
            </a:pPr>
            <a:r>
              <a:rPr lang="en-CR" sz="800">
                <a:solidFill>
                  <a:srgbClr val="000000"/>
                </a:solidFill>
                <a:ea typeface="GT America Regular" charset="0"/>
                <a:cs typeface="GT America Regular" charset="0"/>
              </a:rPr>
              <a:t>Blue 02</a:t>
            </a:r>
            <a:endParaRPr kumimoji="0" lang="en-CR" sz="800" i="0" u="none" strike="noStrike" kern="1200" cap="none" spc="0" normalizeH="0" baseline="0" noProof="0">
              <a:ln>
                <a:noFill/>
              </a:ln>
              <a:solidFill>
                <a:srgbClr val="000000"/>
              </a:solidFill>
              <a:effectLst/>
              <a:uLnTx/>
              <a:uFillTx/>
              <a:ea typeface="GT America Regular" charset="0"/>
              <a:cs typeface="GT America Regular" charset="0"/>
            </a:endParaRPr>
          </a:p>
        </p:txBody>
      </p:sp>
      <p:sp>
        <p:nvSpPr>
          <p:cNvPr id="21" name="TextBox 20">
            <a:extLst>
              <a:ext uri="{FF2B5EF4-FFF2-40B4-BE49-F238E27FC236}">
                <a16:creationId xmlns:a16="http://schemas.microsoft.com/office/drawing/2014/main" id="{5D9F6146-EA51-926F-C47C-79D73DB36751}"/>
              </a:ext>
            </a:extLst>
          </p:cNvPr>
          <p:cNvSpPr txBox="1"/>
          <p:nvPr/>
        </p:nvSpPr>
        <p:spPr>
          <a:xfrm>
            <a:off x="681328" y="2709328"/>
            <a:ext cx="0" cy="0"/>
          </a:xfrm>
          <a:prstGeom prst="rect">
            <a:avLst/>
          </a:prstGeom>
          <a:noFill/>
        </p:spPr>
        <p:txBody>
          <a:bodyPr wrap="none" lIns="0" tIns="0" rIns="0" bIns="0" rtlCol="0">
            <a:noAutofit/>
          </a:bodyPr>
          <a:lstStyle/>
          <a:p>
            <a:pPr marL="285750" indent="-285750" algn="l">
              <a:lnSpc>
                <a:spcPct val="101000"/>
              </a:lnSpc>
              <a:spcAft>
                <a:spcPts val="600"/>
              </a:spcAft>
              <a:buFont typeface="GT America" charset="0"/>
              <a:buChar char="→"/>
            </a:pPr>
            <a:endParaRPr kumimoji="0" lang="en-CR" sz="1400" b="0" i="0" u="none" strike="noStrike" kern="1200" cap="none" spc="0" normalizeH="0" baseline="0" noProof="0" err="1">
              <a:ln>
                <a:noFill/>
              </a:ln>
              <a:solidFill>
                <a:srgbClr val="000000"/>
              </a:solidFill>
              <a:effectLst/>
              <a:uLnTx/>
              <a:uFillTx/>
              <a:latin typeface="GT America Regular"/>
              <a:ea typeface="GT America Regular" charset="0"/>
              <a:cs typeface="GT America Regular" charset="0"/>
            </a:endParaRPr>
          </a:p>
        </p:txBody>
      </p:sp>
      <p:sp>
        <p:nvSpPr>
          <p:cNvPr id="22" name="Rectangle 21">
            <a:extLst>
              <a:ext uri="{FF2B5EF4-FFF2-40B4-BE49-F238E27FC236}">
                <a16:creationId xmlns:a16="http://schemas.microsoft.com/office/drawing/2014/main" id="{168E5623-DAAC-57E1-E651-246025459005}"/>
              </a:ext>
            </a:extLst>
          </p:cNvPr>
          <p:cNvSpPr/>
          <p:nvPr/>
        </p:nvSpPr>
        <p:spPr>
          <a:xfrm>
            <a:off x="3884037" y="2215828"/>
            <a:ext cx="720000" cy="216000"/>
          </a:xfrm>
          <a:prstGeom prst="rect">
            <a:avLst/>
          </a:prstGeom>
          <a:solidFill>
            <a:srgbClr val="D25F7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23" name="Rectangle 22">
            <a:extLst>
              <a:ext uri="{FF2B5EF4-FFF2-40B4-BE49-F238E27FC236}">
                <a16:creationId xmlns:a16="http://schemas.microsoft.com/office/drawing/2014/main" id="{CCF0759A-D3C8-EB26-68F9-A1541AAB9B03}"/>
              </a:ext>
            </a:extLst>
          </p:cNvPr>
          <p:cNvSpPr/>
          <p:nvPr/>
        </p:nvSpPr>
        <p:spPr>
          <a:xfrm>
            <a:off x="670149" y="2769640"/>
            <a:ext cx="720000" cy="216000"/>
          </a:xfrm>
          <a:prstGeom prst="rect">
            <a:avLst/>
          </a:prstGeom>
          <a:solidFill>
            <a:srgbClr val="C6480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24" name="Rectangle 23">
            <a:extLst>
              <a:ext uri="{FF2B5EF4-FFF2-40B4-BE49-F238E27FC236}">
                <a16:creationId xmlns:a16="http://schemas.microsoft.com/office/drawing/2014/main" id="{3ABC603B-78F1-BFEC-985F-DBC03020DFDF}"/>
              </a:ext>
            </a:extLst>
          </p:cNvPr>
          <p:cNvSpPr/>
          <p:nvPr/>
        </p:nvSpPr>
        <p:spPr>
          <a:xfrm>
            <a:off x="1472949" y="2769640"/>
            <a:ext cx="720000" cy="216000"/>
          </a:xfrm>
          <a:prstGeom prst="rect">
            <a:avLst/>
          </a:prstGeom>
          <a:solidFill>
            <a:srgbClr val="BA016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25" name="TextBox 24">
            <a:extLst>
              <a:ext uri="{FF2B5EF4-FFF2-40B4-BE49-F238E27FC236}">
                <a16:creationId xmlns:a16="http://schemas.microsoft.com/office/drawing/2014/main" id="{BABB55E6-5F6E-EAD6-F635-7648354EE826}"/>
              </a:ext>
            </a:extLst>
          </p:cNvPr>
          <p:cNvSpPr txBox="1"/>
          <p:nvPr/>
        </p:nvSpPr>
        <p:spPr>
          <a:xfrm>
            <a:off x="546100" y="1738066"/>
            <a:ext cx="1444306" cy="319831"/>
          </a:xfrm>
          <a:prstGeom prst="rect">
            <a:avLst/>
          </a:prstGeom>
          <a:noFill/>
        </p:spPr>
        <p:txBody>
          <a:bodyPr wrap="none" lIns="0" tIns="0" rIns="0" bIns="0" rtlCol="0">
            <a:spAutoFit/>
          </a:bodyPr>
          <a:lstStyle/>
          <a:p>
            <a:pPr algn="l">
              <a:lnSpc>
                <a:spcPct val="101000"/>
              </a:lnSpc>
              <a:spcAft>
                <a:spcPts val="600"/>
              </a:spcAft>
            </a:pPr>
            <a:r>
              <a:rPr kumimoji="0" lang="en-CR" sz="800" b="1" i="0" u="none" strike="noStrike" kern="1200" cap="none" spc="0" normalizeH="0" baseline="0" noProof="0">
                <a:ln>
                  <a:noFill/>
                </a:ln>
                <a:solidFill>
                  <a:srgbClr val="000000"/>
                </a:solidFill>
                <a:effectLst/>
                <a:uLnTx/>
                <a:uFillTx/>
                <a:ea typeface="GT America Regular" charset="0"/>
                <a:cs typeface="GT America Regular" charset="0"/>
              </a:rPr>
              <a:t>ON LIGHT AND EXTRA LIGHT</a:t>
            </a:r>
          </a:p>
          <a:p>
            <a:pPr algn="l">
              <a:lnSpc>
                <a:spcPct val="101000"/>
              </a:lnSpc>
              <a:spcAft>
                <a:spcPts val="600"/>
              </a:spcAft>
            </a:pPr>
            <a:r>
              <a:rPr lang="en-CR" sz="800">
                <a:solidFill>
                  <a:srgbClr val="000000"/>
                </a:solidFill>
                <a:ea typeface="GT America Regular" charset="0"/>
                <a:cs typeface="GT America Regular" charset="0"/>
              </a:rPr>
              <a:t>In order of priority</a:t>
            </a:r>
            <a:endParaRPr kumimoji="0" lang="en-CR" sz="800" i="0" u="none" strike="noStrike" kern="1200" cap="none" spc="0" normalizeH="0" baseline="0" noProof="0">
              <a:ln>
                <a:noFill/>
              </a:ln>
              <a:solidFill>
                <a:srgbClr val="000000"/>
              </a:solidFill>
              <a:effectLst/>
              <a:uLnTx/>
              <a:uFillTx/>
              <a:ea typeface="GT America Regular" charset="0"/>
              <a:cs typeface="GT America Regular" charset="0"/>
            </a:endParaRPr>
          </a:p>
        </p:txBody>
      </p:sp>
      <p:sp>
        <p:nvSpPr>
          <p:cNvPr id="26" name="TextBox 25">
            <a:extLst>
              <a:ext uri="{FF2B5EF4-FFF2-40B4-BE49-F238E27FC236}">
                <a16:creationId xmlns:a16="http://schemas.microsoft.com/office/drawing/2014/main" id="{2897E188-DC72-3C06-059A-6E3DA3A51B62}"/>
              </a:ext>
            </a:extLst>
          </p:cNvPr>
          <p:cNvSpPr txBox="1"/>
          <p:nvPr/>
        </p:nvSpPr>
        <p:spPr>
          <a:xfrm>
            <a:off x="3884037" y="2467828"/>
            <a:ext cx="731058" cy="107881"/>
          </a:xfrm>
          <a:prstGeom prst="rect">
            <a:avLst/>
          </a:prstGeom>
          <a:noFill/>
        </p:spPr>
        <p:txBody>
          <a:bodyPr wrap="none" lIns="0" tIns="0" rIns="0" bIns="0" rtlCol="0">
            <a:noAutofit/>
          </a:bodyPr>
          <a:lstStyle/>
          <a:p>
            <a:r>
              <a:rPr lang="en-US" sz="800">
                <a:ea typeface="GT America Regular" pitchFamily="2" charset="77"/>
                <a:cs typeface="GT America Regular" pitchFamily="2" charset="77"/>
              </a:rPr>
              <a:t>Red </a:t>
            </a:r>
            <a:r>
              <a:rPr lang="en-US" sz="800">
                <a:effectLst/>
                <a:ea typeface="GT America Regular" pitchFamily="2" charset="77"/>
                <a:cs typeface="GT America Regular" pitchFamily="2" charset="77"/>
              </a:rPr>
              <a:t>06</a:t>
            </a:r>
          </a:p>
        </p:txBody>
      </p:sp>
      <p:sp>
        <p:nvSpPr>
          <p:cNvPr id="27" name="TextBox 26">
            <a:extLst>
              <a:ext uri="{FF2B5EF4-FFF2-40B4-BE49-F238E27FC236}">
                <a16:creationId xmlns:a16="http://schemas.microsoft.com/office/drawing/2014/main" id="{008CBE5F-85B5-99E2-FB2A-E707684B1685}"/>
              </a:ext>
            </a:extLst>
          </p:cNvPr>
          <p:cNvSpPr txBox="1"/>
          <p:nvPr/>
        </p:nvSpPr>
        <p:spPr>
          <a:xfrm>
            <a:off x="670149" y="3021640"/>
            <a:ext cx="541672" cy="114864"/>
          </a:xfrm>
          <a:prstGeom prst="rect">
            <a:avLst/>
          </a:prstGeom>
          <a:noFill/>
        </p:spPr>
        <p:txBody>
          <a:bodyPr wrap="none" lIns="0" tIns="0" rIns="0" bIns="0" rtlCol="0">
            <a:noAutofit/>
          </a:bodyPr>
          <a:lstStyle/>
          <a:p>
            <a:pPr algn="l">
              <a:lnSpc>
                <a:spcPct val="101000"/>
              </a:lnSpc>
              <a:spcAft>
                <a:spcPts val="600"/>
              </a:spcAft>
            </a:pPr>
            <a:r>
              <a:rPr kumimoji="0" lang="en-CR" sz="800" i="0" u="none" strike="noStrike" kern="1200" cap="none" spc="0" normalizeH="0" baseline="0" noProof="0">
                <a:ln>
                  <a:noFill/>
                </a:ln>
                <a:solidFill>
                  <a:srgbClr val="000000"/>
                </a:solidFill>
                <a:effectLst/>
                <a:uLnTx/>
                <a:uFillTx/>
                <a:ea typeface="GT America Regular" charset="0"/>
                <a:cs typeface="GT America Regular" charset="0"/>
              </a:rPr>
              <a:t>Orange 07</a:t>
            </a:r>
          </a:p>
        </p:txBody>
      </p:sp>
      <p:sp>
        <p:nvSpPr>
          <p:cNvPr id="28" name="TextBox 27">
            <a:extLst>
              <a:ext uri="{FF2B5EF4-FFF2-40B4-BE49-F238E27FC236}">
                <a16:creationId xmlns:a16="http://schemas.microsoft.com/office/drawing/2014/main" id="{52875C68-1449-8E5E-AABB-76DCED75FBA7}"/>
              </a:ext>
            </a:extLst>
          </p:cNvPr>
          <p:cNvSpPr txBox="1"/>
          <p:nvPr/>
        </p:nvSpPr>
        <p:spPr>
          <a:xfrm>
            <a:off x="1472949" y="3021640"/>
            <a:ext cx="541672" cy="114864"/>
          </a:xfrm>
          <a:prstGeom prst="rect">
            <a:avLst/>
          </a:prstGeom>
          <a:noFill/>
        </p:spPr>
        <p:txBody>
          <a:bodyPr wrap="none" lIns="0" tIns="0" rIns="0" bIns="0" rtlCol="0">
            <a:noAutofit/>
          </a:bodyPr>
          <a:lstStyle/>
          <a:p>
            <a:r>
              <a:rPr lang="en-US" sz="800">
                <a:effectLst/>
                <a:ea typeface="GT America Regular" pitchFamily="2" charset="77"/>
                <a:cs typeface="GT America Regular" pitchFamily="2" charset="77"/>
              </a:rPr>
              <a:t>Magenta 08</a:t>
            </a:r>
          </a:p>
        </p:txBody>
      </p:sp>
      <p:sp>
        <p:nvSpPr>
          <p:cNvPr id="31" name="Rectangle 30">
            <a:extLst>
              <a:ext uri="{FF2B5EF4-FFF2-40B4-BE49-F238E27FC236}">
                <a16:creationId xmlns:a16="http://schemas.microsoft.com/office/drawing/2014/main" id="{DB3141EE-539E-E2B7-AC95-6AC00CEAB7FA}"/>
              </a:ext>
            </a:extLst>
          </p:cNvPr>
          <p:cNvSpPr/>
          <p:nvPr/>
        </p:nvSpPr>
        <p:spPr>
          <a:xfrm>
            <a:off x="670149" y="2215828"/>
            <a:ext cx="720000" cy="216000"/>
          </a:xfrm>
          <a:prstGeom prst="rect">
            <a:avLst/>
          </a:prstGeom>
          <a:solidFill>
            <a:srgbClr val="005E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32" name="Rectangle 31">
            <a:extLst>
              <a:ext uri="{FF2B5EF4-FFF2-40B4-BE49-F238E27FC236}">
                <a16:creationId xmlns:a16="http://schemas.microsoft.com/office/drawing/2014/main" id="{9769F898-C057-8700-DA6B-F28EBD1174B2}"/>
              </a:ext>
            </a:extLst>
          </p:cNvPr>
          <p:cNvSpPr/>
          <p:nvPr/>
        </p:nvSpPr>
        <p:spPr>
          <a:xfrm>
            <a:off x="1472949" y="2215828"/>
            <a:ext cx="720000" cy="216000"/>
          </a:xfrm>
          <a:prstGeom prst="rect">
            <a:avLst/>
          </a:prstGeom>
          <a:solidFill>
            <a:srgbClr val="5EB6B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33" name="Rectangle 32">
            <a:extLst>
              <a:ext uri="{FF2B5EF4-FFF2-40B4-BE49-F238E27FC236}">
                <a16:creationId xmlns:a16="http://schemas.microsoft.com/office/drawing/2014/main" id="{550E66CD-AAB1-B4D0-2923-A81800C05B9B}"/>
              </a:ext>
            </a:extLst>
          </p:cNvPr>
          <p:cNvSpPr/>
          <p:nvPr/>
        </p:nvSpPr>
        <p:spPr>
          <a:xfrm>
            <a:off x="2275749" y="2215828"/>
            <a:ext cx="720000" cy="216000"/>
          </a:xfrm>
          <a:prstGeom prst="rect">
            <a:avLst/>
          </a:prstGeom>
          <a:solidFill>
            <a:srgbClr val="C7AB2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34" name="TextBox 33">
            <a:extLst>
              <a:ext uri="{FF2B5EF4-FFF2-40B4-BE49-F238E27FC236}">
                <a16:creationId xmlns:a16="http://schemas.microsoft.com/office/drawing/2014/main" id="{2FE42CEC-B6FC-837B-63F1-B934608F1038}"/>
              </a:ext>
            </a:extLst>
          </p:cNvPr>
          <p:cNvSpPr txBox="1"/>
          <p:nvPr/>
        </p:nvSpPr>
        <p:spPr>
          <a:xfrm>
            <a:off x="670149" y="2467828"/>
            <a:ext cx="731058" cy="113118"/>
          </a:xfrm>
          <a:prstGeom prst="rect">
            <a:avLst/>
          </a:prstGeom>
          <a:noFill/>
        </p:spPr>
        <p:txBody>
          <a:bodyPr wrap="none" lIns="0" tIns="0" rIns="0" bIns="0" rtlCol="0">
            <a:noAutofit/>
          </a:bodyPr>
          <a:lstStyle/>
          <a:p>
            <a:r>
              <a:rPr lang="en-US" sz="800">
                <a:effectLst/>
                <a:ea typeface="GT America Regular" pitchFamily="2" charset="77"/>
                <a:cs typeface="GT America Regular" pitchFamily="2" charset="77"/>
              </a:rPr>
              <a:t>Bright Blue 07</a:t>
            </a:r>
          </a:p>
        </p:txBody>
      </p:sp>
      <p:sp>
        <p:nvSpPr>
          <p:cNvPr id="35" name="TextBox 34">
            <a:extLst>
              <a:ext uri="{FF2B5EF4-FFF2-40B4-BE49-F238E27FC236}">
                <a16:creationId xmlns:a16="http://schemas.microsoft.com/office/drawing/2014/main" id="{FDC4CA3A-B418-34EC-7D55-8B6A458CCF61}"/>
              </a:ext>
            </a:extLst>
          </p:cNvPr>
          <p:cNvSpPr txBox="1"/>
          <p:nvPr/>
        </p:nvSpPr>
        <p:spPr>
          <a:xfrm>
            <a:off x="1472949" y="2467828"/>
            <a:ext cx="541672" cy="114864"/>
          </a:xfrm>
          <a:prstGeom prst="rect">
            <a:avLst/>
          </a:prstGeom>
          <a:noFill/>
        </p:spPr>
        <p:txBody>
          <a:bodyPr wrap="none" lIns="0" tIns="0" rIns="0" bIns="0" rtlCol="0">
            <a:noAutofit/>
          </a:bodyPr>
          <a:lstStyle/>
          <a:p>
            <a:pPr algn="l">
              <a:lnSpc>
                <a:spcPct val="101000"/>
              </a:lnSpc>
              <a:spcAft>
                <a:spcPts val="600"/>
              </a:spcAft>
            </a:pPr>
            <a:r>
              <a:rPr kumimoji="0" lang="en-CR" sz="800" i="0" u="none" strike="noStrike" kern="1200" cap="none" spc="0" normalizeH="0" baseline="0" noProof="0">
                <a:ln>
                  <a:noFill/>
                </a:ln>
                <a:solidFill>
                  <a:srgbClr val="000000"/>
                </a:solidFill>
                <a:effectLst/>
                <a:uLnTx/>
                <a:uFillTx/>
                <a:ea typeface="GT America Regular" charset="0"/>
                <a:cs typeface="GT America Regular" charset="0"/>
              </a:rPr>
              <a:t>Teal 04</a:t>
            </a:r>
          </a:p>
        </p:txBody>
      </p:sp>
      <p:sp>
        <p:nvSpPr>
          <p:cNvPr id="36" name="TextBox 35">
            <a:extLst>
              <a:ext uri="{FF2B5EF4-FFF2-40B4-BE49-F238E27FC236}">
                <a16:creationId xmlns:a16="http://schemas.microsoft.com/office/drawing/2014/main" id="{A9C79803-DC68-6D19-264B-598A3D0D4952}"/>
              </a:ext>
            </a:extLst>
          </p:cNvPr>
          <p:cNvSpPr txBox="1"/>
          <p:nvPr/>
        </p:nvSpPr>
        <p:spPr>
          <a:xfrm>
            <a:off x="2275749" y="2467828"/>
            <a:ext cx="541672" cy="114864"/>
          </a:xfrm>
          <a:prstGeom prst="rect">
            <a:avLst/>
          </a:prstGeom>
          <a:noFill/>
        </p:spPr>
        <p:txBody>
          <a:bodyPr wrap="none" lIns="0" tIns="0" rIns="0" bIns="0" rtlCol="0">
            <a:noAutofit/>
          </a:bodyPr>
          <a:lstStyle/>
          <a:p>
            <a:pPr algn="l">
              <a:lnSpc>
                <a:spcPct val="101000"/>
              </a:lnSpc>
              <a:spcAft>
                <a:spcPts val="600"/>
              </a:spcAft>
            </a:pPr>
            <a:r>
              <a:rPr kumimoji="0" lang="en-CR" sz="800" i="0" u="none" strike="noStrike" kern="1200" cap="none" spc="0" normalizeH="0" baseline="0" noProof="0">
                <a:ln>
                  <a:noFill/>
                </a:ln>
                <a:solidFill>
                  <a:srgbClr val="000000"/>
                </a:solidFill>
                <a:effectLst/>
                <a:uLnTx/>
                <a:uFillTx/>
                <a:ea typeface="GT America Regular" charset="0"/>
                <a:cs typeface="GT America Regular" charset="0"/>
              </a:rPr>
              <a:t>Yellow 05</a:t>
            </a:r>
          </a:p>
        </p:txBody>
      </p:sp>
      <p:sp>
        <p:nvSpPr>
          <p:cNvPr id="37" name="Rectangle 36">
            <a:extLst>
              <a:ext uri="{FF2B5EF4-FFF2-40B4-BE49-F238E27FC236}">
                <a16:creationId xmlns:a16="http://schemas.microsoft.com/office/drawing/2014/main" id="{B72E045E-87A5-6B3D-8223-FCF2BCB11B71}"/>
              </a:ext>
            </a:extLst>
          </p:cNvPr>
          <p:cNvSpPr/>
          <p:nvPr/>
        </p:nvSpPr>
        <p:spPr>
          <a:xfrm>
            <a:off x="3078751" y="2215828"/>
            <a:ext cx="720000" cy="216000"/>
          </a:xfrm>
          <a:prstGeom prst="rect">
            <a:avLst/>
          </a:prstGeom>
          <a:solidFill>
            <a:srgbClr val="5C068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38" name="TextBox 37">
            <a:extLst>
              <a:ext uri="{FF2B5EF4-FFF2-40B4-BE49-F238E27FC236}">
                <a16:creationId xmlns:a16="http://schemas.microsoft.com/office/drawing/2014/main" id="{9B8CEBBF-011D-1365-CE1D-ADAECC7B805E}"/>
              </a:ext>
            </a:extLst>
          </p:cNvPr>
          <p:cNvSpPr txBox="1"/>
          <p:nvPr/>
        </p:nvSpPr>
        <p:spPr>
          <a:xfrm>
            <a:off x="3078751" y="2467828"/>
            <a:ext cx="731058" cy="119868"/>
          </a:xfrm>
          <a:prstGeom prst="rect">
            <a:avLst/>
          </a:prstGeom>
          <a:noFill/>
        </p:spPr>
        <p:txBody>
          <a:bodyPr wrap="none" lIns="0" tIns="0" rIns="0" bIns="0" rtlCol="0">
            <a:noAutofit/>
          </a:bodyPr>
          <a:lstStyle/>
          <a:p>
            <a:pPr algn="l">
              <a:lnSpc>
                <a:spcPct val="101000"/>
              </a:lnSpc>
              <a:spcAft>
                <a:spcPts val="600"/>
              </a:spcAft>
            </a:pPr>
            <a:r>
              <a:rPr kumimoji="0" lang="en-CR" sz="800" i="0" u="none" strike="noStrike" kern="1200" cap="none" spc="0" normalizeH="0" baseline="0" noProof="0">
                <a:ln>
                  <a:noFill/>
                </a:ln>
                <a:solidFill>
                  <a:srgbClr val="000000"/>
                </a:solidFill>
                <a:effectLst/>
                <a:uLnTx/>
                <a:uFillTx/>
                <a:ea typeface="GT America Regular" charset="0"/>
                <a:cs typeface="GT America Regular" charset="0"/>
              </a:rPr>
              <a:t>Purple 10</a:t>
            </a:r>
          </a:p>
        </p:txBody>
      </p:sp>
      <p:cxnSp>
        <p:nvCxnSpPr>
          <p:cNvPr id="58" name="Straight Arrow Connector 57">
            <a:extLst>
              <a:ext uri="{FF2B5EF4-FFF2-40B4-BE49-F238E27FC236}">
                <a16:creationId xmlns:a16="http://schemas.microsoft.com/office/drawing/2014/main" id="{57AD83D0-167A-7038-27E5-5C85DAB7F11E}"/>
              </a:ext>
            </a:extLst>
          </p:cNvPr>
          <p:cNvCxnSpPr>
            <a:cxnSpLocks/>
          </p:cNvCxnSpPr>
          <p:nvPr/>
        </p:nvCxnSpPr>
        <p:spPr>
          <a:xfrm>
            <a:off x="1441981" y="2019797"/>
            <a:ext cx="3131999" cy="0"/>
          </a:xfrm>
          <a:prstGeom prst="straightConnector1">
            <a:avLst/>
          </a:prstGeom>
          <a:ln w="3175">
            <a:solidFill>
              <a:schemeClr val="bg2">
                <a:lumMod val="50000"/>
              </a:schemeClr>
            </a:solidFill>
            <a:tailEnd type="triangle"/>
          </a:ln>
        </p:spPr>
        <p:style>
          <a:lnRef idx="1">
            <a:schemeClr val="dk1"/>
          </a:lnRef>
          <a:fillRef idx="0">
            <a:schemeClr val="dk1"/>
          </a:fillRef>
          <a:effectRef idx="0">
            <a:schemeClr val="dk1"/>
          </a:effectRef>
          <a:fontRef idx="minor">
            <a:schemeClr val="tx1"/>
          </a:fontRef>
        </p:style>
      </p:cxnSp>
      <p:sp>
        <p:nvSpPr>
          <p:cNvPr id="59" name="Rectangle 58">
            <a:extLst>
              <a:ext uri="{FF2B5EF4-FFF2-40B4-BE49-F238E27FC236}">
                <a16:creationId xmlns:a16="http://schemas.microsoft.com/office/drawing/2014/main" id="{44A9A731-C25A-B973-1535-346ED4700E90}"/>
              </a:ext>
            </a:extLst>
          </p:cNvPr>
          <p:cNvSpPr/>
          <p:nvPr/>
        </p:nvSpPr>
        <p:spPr>
          <a:xfrm>
            <a:off x="548918" y="3994993"/>
            <a:ext cx="4156432" cy="1473141"/>
          </a:xfrm>
          <a:prstGeom prst="rect">
            <a:avLst/>
          </a:prstGeom>
          <a:solidFill>
            <a:srgbClr val="09126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a:p>
        </p:txBody>
      </p:sp>
      <p:sp>
        <p:nvSpPr>
          <p:cNvPr id="66" name="TextBox 65">
            <a:extLst>
              <a:ext uri="{FF2B5EF4-FFF2-40B4-BE49-F238E27FC236}">
                <a16:creationId xmlns:a16="http://schemas.microsoft.com/office/drawing/2014/main" id="{44DEBAC9-13BA-89D2-F630-65B7F8D7132F}"/>
              </a:ext>
            </a:extLst>
          </p:cNvPr>
          <p:cNvSpPr txBox="1"/>
          <p:nvPr/>
        </p:nvSpPr>
        <p:spPr>
          <a:xfrm>
            <a:off x="764404" y="4778438"/>
            <a:ext cx="0" cy="0"/>
          </a:xfrm>
          <a:prstGeom prst="rect">
            <a:avLst/>
          </a:prstGeom>
          <a:noFill/>
        </p:spPr>
        <p:txBody>
          <a:bodyPr wrap="none" lIns="0" tIns="0" rIns="0" bIns="0" rtlCol="0">
            <a:noAutofit/>
          </a:bodyPr>
          <a:lstStyle/>
          <a:p>
            <a:pPr marL="285750" indent="-285750" algn="l">
              <a:lnSpc>
                <a:spcPct val="101000"/>
              </a:lnSpc>
              <a:spcAft>
                <a:spcPts val="600"/>
              </a:spcAft>
              <a:buFont typeface="GT America" charset="0"/>
              <a:buChar char="→"/>
            </a:pPr>
            <a:endParaRPr kumimoji="0" lang="en-CR" sz="1400" b="0" i="0" u="none" strike="noStrike" kern="1200" cap="none" spc="0" normalizeH="0" baseline="0" noProof="0" err="1">
              <a:ln>
                <a:noFill/>
              </a:ln>
              <a:solidFill>
                <a:srgbClr val="000000"/>
              </a:solidFill>
              <a:effectLst/>
              <a:uLnTx/>
              <a:uFillTx/>
              <a:latin typeface="GT America Regular"/>
              <a:ea typeface="GT America Regular" charset="0"/>
              <a:cs typeface="GT America Regular" charset="0"/>
            </a:endParaRPr>
          </a:p>
        </p:txBody>
      </p:sp>
      <p:sp>
        <p:nvSpPr>
          <p:cNvPr id="60" name="Rectangle 59">
            <a:extLst>
              <a:ext uri="{FF2B5EF4-FFF2-40B4-BE49-F238E27FC236}">
                <a16:creationId xmlns:a16="http://schemas.microsoft.com/office/drawing/2014/main" id="{43B769DE-46CE-7221-28DC-791B02B9B5AE}"/>
              </a:ext>
            </a:extLst>
          </p:cNvPr>
          <p:cNvSpPr/>
          <p:nvPr/>
        </p:nvSpPr>
        <p:spPr>
          <a:xfrm>
            <a:off x="2280587" y="4838750"/>
            <a:ext cx="720000" cy="216000"/>
          </a:xfrm>
          <a:prstGeom prst="rect">
            <a:avLst/>
          </a:prstGeom>
          <a:solidFill>
            <a:srgbClr val="005E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61" name="TextBox 60">
            <a:extLst>
              <a:ext uri="{FF2B5EF4-FFF2-40B4-BE49-F238E27FC236}">
                <a16:creationId xmlns:a16="http://schemas.microsoft.com/office/drawing/2014/main" id="{FEF6ECD3-083D-8BF2-034B-746C46FA4C71}"/>
              </a:ext>
            </a:extLst>
          </p:cNvPr>
          <p:cNvSpPr txBox="1"/>
          <p:nvPr/>
        </p:nvSpPr>
        <p:spPr>
          <a:xfrm>
            <a:off x="2280587" y="5090750"/>
            <a:ext cx="541672" cy="114864"/>
          </a:xfrm>
          <a:prstGeom prst="rect">
            <a:avLst/>
          </a:prstGeom>
          <a:noFill/>
        </p:spPr>
        <p:txBody>
          <a:bodyPr wrap="none" lIns="0" tIns="0" rIns="0" bIns="0" rtlCol="0">
            <a:noAutofit/>
          </a:bodyPr>
          <a:lstStyle/>
          <a:p>
            <a:r>
              <a:rPr lang="en-US" sz="800">
                <a:solidFill>
                  <a:schemeClr val="bg1"/>
                </a:solidFill>
                <a:effectLst/>
                <a:ea typeface="GT America Regular" pitchFamily="2" charset="77"/>
                <a:cs typeface="GT America Regular" pitchFamily="2" charset="77"/>
              </a:rPr>
              <a:t>Blue 07</a:t>
            </a:r>
          </a:p>
        </p:txBody>
      </p:sp>
      <p:sp>
        <p:nvSpPr>
          <p:cNvPr id="62" name="TextBox 61">
            <a:extLst>
              <a:ext uri="{FF2B5EF4-FFF2-40B4-BE49-F238E27FC236}">
                <a16:creationId xmlns:a16="http://schemas.microsoft.com/office/drawing/2014/main" id="{0244715B-58D6-49D6-9518-47FFB3AE33AC}"/>
              </a:ext>
            </a:extLst>
          </p:cNvPr>
          <p:cNvSpPr txBox="1"/>
          <p:nvPr/>
        </p:nvSpPr>
        <p:spPr>
          <a:xfrm>
            <a:off x="3129328" y="5090750"/>
            <a:ext cx="359073" cy="123111"/>
          </a:xfrm>
          <a:prstGeom prst="rect">
            <a:avLst/>
          </a:prstGeom>
          <a:noFill/>
        </p:spPr>
        <p:txBody>
          <a:bodyPr wrap="none" lIns="0" tIns="0" rIns="0" bIns="0" rtlCol="0">
            <a:spAutoFit/>
          </a:bodyPr>
          <a:lstStyle/>
          <a:p>
            <a:r>
              <a:rPr lang="en-US" sz="800">
                <a:solidFill>
                  <a:schemeClr val="bg1"/>
                </a:solidFill>
                <a:effectLst/>
                <a:ea typeface="GT America Regular" pitchFamily="2" charset="77"/>
                <a:cs typeface="GT America Regular" pitchFamily="2" charset="77"/>
              </a:rPr>
              <a:t>Blue 03</a:t>
            </a:r>
          </a:p>
        </p:txBody>
      </p:sp>
      <p:sp>
        <p:nvSpPr>
          <p:cNvPr id="63" name="Rectangle 62">
            <a:extLst>
              <a:ext uri="{FF2B5EF4-FFF2-40B4-BE49-F238E27FC236}">
                <a16:creationId xmlns:a16="http://schemas.microsoft.com/office/drawing/2014/main" id="{7EF18DB6-D8A8-8C91-D794-06AFF206D032}"/>
              </a:ext>
            </a:extLst>
          </p:cNvPr>
          <p:cNvSpPr/>
          <p:nvPr/>
        </p:nvSpPr>
        <p:spPr>
          <a:xfrm>
            <a:off x="3081703" y="4838750"/>
            <a:ext cx="720000" cy="216000"/>
          </a:xfrm>
          <a:prstGeom prst="rect">
            <a:avLst/>
          </a:prstGeom>
          <a:solidFill>
            <a:srgbClr val="B8B9D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64" name="Rectangle 63">
            <a:extLst>
              <a:ext uri="{FF2B5EF4-FFF2-40B4-BE49-F238E27FC236}">
                <a16:creationId xmlns:a16="http://schemas.microsoft.com/office/drawing/2014/main" id="{208374AA-1019-2DB8-251D-DDA6D2425974}"/>
              </a:ext>
            </a:extLst>
          </p:cNvPr>
          <p:cNvSpPr/>
          <p:nvPr/>
        </p:nvSpPr>
        <p:spPr>
          <a:xfrm>
            <a:off x="3877303" y="4838750"/>
            <a:ext cx="720000" cy="216000"/>
          </a:xfrm>
          <a:prstGeom prst="rect">
            <a:avLst/>
          </a:prstGeom>
          <a:solidFill>
            <a:srgbClr val="FBE6D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65" name="TextBox 64">
            <a:extLst>
              <a:ext uri="{FF2B5EF4-FFF2-40B4-BE49-F238E27FC236}">
                <a16:creationId xmlns:a16="http://schemas.microsoft.com/office/drawing/2014/main" id="{AAFC3496-CF9A-E5A2-9FE4-39CEA84194F2}"/>
              </a:ext>
            </a:extLst>
          </p:cNvPr>
          <p:cNvSpPr txBox="1"/>
          <p:nvPr/>
        </p:nvSpPr>
        <p:spPr>
          <a:xfrm>
            <a:off x="3877303" y="5090750"/>
            <a:ext cx="541672" cy="114864"/>
          </a:xfrm>
          <a:prstGeom prst="rect">
            <a:avLst/>
          </a:prstGeom>
          <a:noFill/>
        </p:spPr>
        <p:txBody>
          <a:bodyPr wrap="none" lIns="0" tIns="0" rIns="0" bIns="0" rtlCol="0">
            <a:noAutofit/>
          </a:bodyPr>
          <a:lstStyle/>
          <a:p>
            <a:pPr algn="l">
              <a:lnSpc>
                <a:spcPct val="101000"/>
              </a:lnSpc>
              <a:spcAft>
                <a:spcPts val="600"/>
              </a:spcAft>
            </a:pPr>
            <a:r>
              <a:rPr kumimoji="0" lang="en-CR" sz="800" i="0" u="none" strike="noStrike" kern="1200" cap="none" spc="0" normalizeH="0" baseline="0" noProof="0">
                <a:ln>
                  <a:noFill/>
                </a:ln>
                <a:solidFill>
                  <a:schemeClr val="bg1"/>
                </a:solidFill>
                <a:effectLst/>
                <a:uLnTx/>
                <a:uFillTx/>
                <a:ea typeface="GT America Regular" charset="0"/>
                <a:cs typeface="GT America Regular" charset="0"/>
              </a:rPr>
              <a:t>Orange 01</a:t>
            </a:r>
          </a:p>
        </p:txBody>
      </p:sp>
      <p:sp>
        <p:nvSpPr>
          <p:cNvPr id="67" name="Rectangle 66">
            <a:extLst>
              <a:ext uri="{FF2B5EF4-FFF2-40B4-BE49-F238E27FC236}">
                <a16:creationId xmlns:a16="http://schemas.microsoft.com/office/drawing/2014/main" id="{9814BF72-2CE9-2790-FBDF-BAB9A29C8621}"/>
              </a:ext>
            </a:extLst>
          </p:cNvPr>
          <p:cNvSpPr/>
          <p:nvPr/>
        </p:nvSpPr>
        <p:spPr>
          <a:xfrm>
            <a:off x="3888673" y="4284938"/>
            <a:ext cx="720000" cy="216000"/>
          </a:xfrm>
          <a:prstGeom prst="rect">
            <a:avLst/>
          </a:prstGeom>
          <a:solidFill>
            <a:srgbClr val="BCE09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68" name="Rectangle 67">
            <a:extLst>
              <a:ext uri="{FF2B5EF4-FFF2-40B4-BE49-F238E27FC236}">
                <a16:creationId xmlns:a16="http://schemas.microsoft.com/office/drawing/2014/main" id="{960578D1-F4D2-B87D-796F-241E1172D5E2}"/>
              </a:ext>
            </a:extLst>
          </p:cNvPr>
          <p:cNvSpPr/>
          <p:nvPr/>
        </p:nvSpPr>
        <p:spPr>
          <a:xfrm>
            <a:off x="674785" y="4838750"/>
            <a:ext cx="720000" cy="216000"/>
          </a:xfrm>
          <a:prstGeom prst="rect">
            <a:avLst/>
          </a:prstGeom>
          <a:solidFill>
            <a:srgbClr val="E9783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69" name="Rectangle 68">
            <a:extLst>
              <a:ext uri="{FF2B5EF4-FFF2-40B4-BE49-F238E27FC236}">
                <a16:creationId xmlns:a16="http://schemas.microsoft.com/office/drawing/2014/main" id="{CC061038-117F-DE3E-1951-B33C06A70EB6}"/>
              </a:ext>
            </a:extLst>
          </p:cNvPr>
          <p:cNvSpPr/>
          <p:nvPr/>
        </p:nvSpPr>
        <p:spPr>
          <a:xfrm>
            <a:off x="1477585" y="4838750"/>
            <a:ext cx="720000" cy="216000"/>
          </a:xfrm>
          <a:prstGeom prst="rect">
            <a:avLst/>
          </a:prstGeom>
          <a:solidFill>
            <a:srgbClr val="B9056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70" name="TextBox 69">
            <a:extLst>
              <a:ext uri="{FF2B5EF4-FFF2-40B4-BE49-F238E27FC236}">
                <a16:creationId xmlns:a16="http://schemas.microsoft.com/office/drawing/2014/main" id="{BA02227D-212E-BEB6-2AA6-06302D3A1D87}"/>
              </a:ext>
            </a:extLst>
          </p:cNvPr>
          <p:cNvSpPr txBox="1"/>
          <p:nvPr/>
        </p:nvSpPr>
        <p:spPr>
          <a:xfrm>
            <a:off x="3888673" y="4536938"/>
            <a:ext cx="731058" cy="107881"/>
          </a:xfrm>
          <a:prstGeom prst="rect">
            <a:avLst/>
          </a:prstGeom>
          <a:noFill/>
        </p:spPr>
        <p:txBody>
          <a:bodyPr wrap="none" lIns="0" tIns="0" rIns="0" bIns="0" rtlCol="0">
            <a:noAutofit/>
          </a:bodyPr>
          <a:lstStyle/>
          <a:p>
            <a:r>
              <a:rPr lang="en-US" sz="800">
                <a:solidFill>
                  <a:schemeClr val="bg1"/>
                </a:solidFill>
                <a:ea typeface="GT America Regular" pitchFamily="2" charset="77"/>
                <a:cs typeface="GT America Regular" pitchFamily="2" charset="77"/>
              </a:rPr>
              <a:t>Green 02</a:t>
            </a:r>
            <a:endParaRPr lang="en-US" sz="800">
              <a:solidFill>
                <a:schemeClr val="bg1"/>
              </a:solidFill>
              <a:effectLst/>
              <a:ea typeface="GT America Regular" pitchFamily="2" charset="77"/>
              <a:cs typeface="GT America Regular" pitchFamily="2" charset="77"/>
            </a:endParaRPr>
          </a:p>
        </p:txBody>
      </p:sp>
      <p:sp>
        <p:nvSpPr>
          <p:cNvPr id="71" name="TextBox 70">
            <a:extLst>
              <a:ext uri="{FF2B5EF4-FFF2-40B4-BE49-F238E27FC236}">
                <a16:creationId xmlns:a16="http://schemas.microsoft.com/office/drawing/2014/main" id="{32644EB8-B298-B5A0-B40C-61AA1C6763D9}"/>
              </a:ext>
            </a:extLst>
          </p:cNvPr>
          <p:cNvSpPr txBox="1"/>
          <p:nvPr/>
        </p:nvSpPr>
        <p:spPr>
          <a:xfrm>
            <a:off x="674785" y="5090750"/>
            <a:ext cx="541672" cy="114864"/>
          </a:xfrm>
          <a:prstGeom prst="rect">
            <a:avLst/>
          </a:prstGeom>
          <a:noFill/>
        </p:spPr>
        <p:txBody>
          <a:bodyPr wrap="none" lIns="0" tIns="0" rIns="0" bIns="0" rtlCol="0">
            <a:noAutofit/>
          </a:bodyPr>
          <a:lstStyle/>
          <a:p>
            <a:pPr algn="l">
              <a:lnSpc>
                <a:spcPct val="101000"/>
              </a:lnSpc>
              <a:spcAft>
                <a:spcPts val="600"/>
              </a:spcAft>
            </a:pPr>
            <a:r>
              <a:rPr kumimoji="0" lang="en-CR" sz="800" i="0" u="none" strike="noStrike" kern="1200" cap="none" spc="0" normalizeH="0" baseline="0" noProof="0">
                <a:ln>
                  <a:noFill/>
                </a:ln>
                <a:solidFill>
                  <a:schemeClr val="bg1"/>
                </a:solidFill>
                <a:effectLst/>
                <a:uLnTx/>
                <a:uFillTx/>
                <a:ea typeface="GT America Regular" charset="0"/>
                <a:cs typeface="GT America Regular" charset="0"/>
              </a:rPr>
              <a:t>Orange 05</a:t>
            </a:r>
          </a:p>
        </p:txBody>
      </p:sp>
      <p:sp>
        <p:nvSpPr>
          <p:cNvPr id="72" name="TextBox 71">
            <a:extLst>
              <a:ext uri="{FF2B5EF4-FFF2-40B4-BE49-F238E27FC236}">
                <a16:creationId xmlns:a16="http://schemas.microsoft.com/office/drawing/2014/main" id="{9C68CCF6-1D22-A8C6-D980-F6769D176172}"/>
              </a:ext>
            </a:extLst>
          </p:cNvPr>
          <p:cNvSpPr txBox="1"/>
          <p:nvPr/>
        </p:nvSpPr>
        <p:spPr>
          <a:xfrm>
            <a:off x="1477585" y="5090750"/>
            <a:ext cx="541672" cy="114864"/>
          </a:xfrm>
          <a:prstGeom prst="rect">
            <a:avLst/>
          </a:prstGeom>
          <a:noFill/>
        </p:spPr>
        <p:txBody>
          <a:bodyPr wrap="none" lIns="0" tIns="0" rIns="0" bIns="0" rtlCol="0">
            <a:noAutofit/>
          </a:bodyPr>
          <a:lstStyle/>
          <a:p>
            <a:r>
              <a:rPr lang="en-US" sz="800">
                <a:solidFill>
                  <a:schemeClr val="bg1"/>
                </a:solidFill>
                <a:effectLst/>
                <a:ea typeface="GT America Regular" pitchFamily="2" charset="77"/>
                <a:cs typeface="GT America Regular" pitchFamily="2" charset="77"/>
              </a:rPr>
              <a:t>Magenta 07</a:t>
            </a:r>
          </a:p>
        </p:txBody>
      </p:sp>
      <p:sp>
        <p:nvSpPr>
          <p:cNvPr id="73" name="Rectangle 72">
            <a:extLst>
              <a:ext uri="{FF2B5EF4-FFF2-40B4-BE49-F238E27FC236}">
                <a16:creationId xmlns:a16="http://schemas.microsoft.com/office/drawing/2014/main" id="{E52C7B88-82B0-A996-4F0C-F6DE3D4130ED}"/>
              </a:ext>
            </a:extLst>
          </p:cNvPr>
          <p:cNvSpPr/>
          <p:nvPr/>
        </p:nvSpPr>
        <p:spPr>
          <a:xfrm>
            <a:off x="674785" y="4284938"/>
            <a:ext cx="720000" cy="216000"/>
          </a:xfrm>
          <a:prstGeom prst="rect">
            <a:avLst/>
          </a:prstGeom>
          <a:solidFill>
            <a:srgbClr val="9DC2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74" name="Rectangle 73">
            <a:extLst>
              <a:ext uri="{FF2B5EF4-FFF2-40B4-BE49-F238E27FC236}">
                <a16:creationId xmlns:a16="http://schemas.microsoft.com/office/drawing/2014/main" id="{CE21AD26-2998-73B3-8708-39B6DD28FC7E}"/>
              </a:ext>
            </a:extLst>
          </p:cNvPr>
          <p:cNvSpPr/>
          <p:nvPr/>
        </p:nvSpPr>
        <p:spPr>
          <a:xfrm>
            <a:off x="1477585" y="4284938"/>
            <a:ext cx="720000" cy="216000"/>
          </a:xfrm>
          <a:prstGeom prst="rect">
            <a:avLst/>
          </a:prstGeom>
          <a:solidFill>
            <a:srgbClr val="309DA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75" name="Rectangle 74">
            <a:extLst>
              <a:ext uri="{FF2B5EF4-FFF2-40B4-BE49-F238E27FC236}">
                <a16:creationId xmlns:a16="http://schemas.microsoft.com/office/drawing/2014/main" id="{AD66E0BB-7DBE-9B5C-406E-3321119291C3}"/>
              </a:ext>
            </a:extLst>
          </p:cNvPr>
          <p:cNvSpPr/>
          <p:nvPr/>
        </p:nvSpPr>
        <p:spPr>
          <a:xfrm>
            <a:off x="2280385" y="4284938"/>
            <a:ext cx="720000" cy="216000"/>
          </a:xfrm>
          <a:prstGeom prst="rect">
            <a:avLst/>
          </a:prstGeom>
          <a:solidFill>
            <a:srgbClr val="E2C22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76" name="TextBox 75">
            <a:extLst>
              <a:ext uri="{FF2B5EF4-FFF2-40B4-BE49-F238E27FC236}">
                <a16:creationId xmlns:a16="http://schemas.microsoft.com/office/drawing/2014/main" id="{43C3E07A-47F3-9287-64C4-AFCD65076DD8}"/>
              </a:ext>
            </a:extLst>
          </p:cNvPr>
          <p:cNvSpPr txBox="1"/>
          <p:nvPr/>
        </p:nvSpPr>
        <p:spPr>
          <a:xfrm>
            <a:off x="674785" y="4536938"/>
            <a:ext cx="731058" cy="113118"/>
          </a:xfrm>
          <a:prstGeom prst="rect">
            <a:avLst/>
          </a:prstGeom>
          <a:noFill/>
        </p:spPr>
        <p:txBody>
          <a:bodyPr wrap="none" lIns="0" tIns="0" rIns="0" bIns="0" rtlCol="0">
            <a:noAutofit/>
          </a:bodyPr>
          <a:lstStyle/>
          <a:p>
            <a:r>
              <a:rPr lang="en-US" sz="800">
                <a:solidFill>
                  <a:schemeClr val="bg1"/>
                </a:solidFill>
                <a:effectLst/>
                <a:ea typeface="GT America Regular" pitchFamily="2" charset="77"/>
                <a:cs typeface="GT America Regular" pitchFamily="2" charset="77"/>
              </a:rPr>
              <a:t>Bright Blue 03</a:t>
            </a:r>
          </a:p>
        </p:txBody>
      </p:sp>
      <p:sp>
        <p:nvSpPr>
          <p:cNvPr id="77" name="TextBox 76">
            <a:extLst>
              <a:ext uri="{FF2B5EF4-FFF2-40B4-BE49-F238E27FC236}">
                <a16:creationId xmlns:a16="http://schemas.microsoft.com/office/drawing/2014/main" id="{A5886ACA-288A-F5E8-32F0-FDDFCDE02745}"/>
              </a:ext>
            </a:extLst>
          </p:cNvPr>
          <p:cNvSpPr txBox="1"/>
          <p:nvPr/>
        </p:nvSpPr>
        <p:spPr>
          <a:xfrm>
            <a:off x="1477585" y="4536938"/>
            <a:ext cx="541672" cy="114864"/>
          </a:xfrm>
          <a:prstGeom prst="rect">
            <a:avLst/>
          </a:prstGeom>
          <a:noFill/>
        </p:spPr>
        <p:txBody>
          <a:bodyPr wrap="none" lIns="0" tIns="0" rIns="0" bIns="0" rtlCol="0">
            <a:noAutofit/>
          </a:bodyPr>
          <a:lstStyle/>
          <a:p>
            <a:pPr algn="l">
              <a:lnSpc>
                <a:spcPct val="101000"/>
              </a:lnSpc>
              <a:spcAft>
                <a:spcPts val="600"/>
              </a:spcAft>
            </a:pPr>
            <a:r>
              <a:rPr kumimoji="0" lang="en-CR" sz="800" i="0" u="none" strike="noStrike" kern="1200" cap="none" spc="0" normalizeH="0" baseline="0" noProof="0">
                <a:ln>
                  <a:noFill/>
                </a:ln>
                <a:solidFill>
                  <a:schemeClr val="bg1"/>
                </a:solidFill>
                <a:effectLst/>
                <a:uLnTx/>
                <a:uFillTx/>
                <a:ea typeface="GT America Regular" charset="0"/>
                <a:cs typeface="GT America Regular" charset="0"/>
              </a:rPr>
              <a:t>Teal 05</a:t>
            </a:r>
          </a:p>
        </p:txBody>
      </p:sp>
      <p:sp>
        <p:nvSpPr>
          <p:cNvPr id="78" name="TextBox 77">
            <a:extLst>
              <a:ext uri="{FF2B5EF4-FFF2-40B4-BE49-F238E27FC236}">
                <a16:creationId xmlns:a16="http://schemas.microsoft.com/office/drawing/2014/main" id="{58C72B2C-CF98-FD9B-7DED-3344C5516A42}"/>
              </a:ext>
            </a:extLst>
          </p:cNvPr>
          <p:cNvSpPr txBox="1"/>
          <p:nvPr/>
        </p:nvSpPr>
        <p:spPr>
          <a:xfrm>
            <a:off x="2280385" y="4536938"/>
            <a:ext cx="541672" cy="114864"/>
          </a:xfrm>
          <a:prstGeom prst="rect">
            <a:avLst/>
          </a:prstGeom>
          <a:noFill/>
        </p:spPr>
        <p:txBody>
          <a:bodyPr wrap="none" lIns="0" tIns="0" rIns="0" bIns="0" rtlCol="0">
            <a:noAutofit/>
          </a:bodyPr>
          <a:lstStyle/>
          <a:p>
            <a:pPr algn="l">
              <a:lnSpc>
                <a:spcPct val="101000"/>
              </a:lnSpc>
              <a:spcAft>
                <a:spcPts val="600"/>
              </a:spcAft>
            </a:pPr>
            <a:r>
              <a:rPr kumimoji="0" lang="en-CR" sz="800" i="0" u="none" strike="noStrike" kern="1200" cap="none" spc="0" normalizeH="0" baseline="0" noProof="0">
                <a:ln>
                  <a:noFill/>
                </a:ln>
                <a:solidFill>
                  <a:schemeClr val="bg1"/>
                </a:solidFill>
                <a:effectLst/>
                <a:uLnTx/>
                <a:uFillTx/>
                <a:ea typeface="GT America Regular" charset="0"/>
                <a:cs typeface="GT America Regular" charset="0"/>
              </a:rPr>
              <a:t>Yellow 04</a:t>
            </a:r>
          </a:p>
        </p:txBody>
      </p:sp>
      <p:sp>
        <p:nvSpPr>
          <p:cNvPr id="79" name="Rectangle 78">
            <a:extLst>
              <a:ext uri="{FF2B5EF4-FFF2-40B4-BE49-F238E27FC236}">
                <a16:creationId xmlns:a16="http://schemas.microsoft.com/office/drawing/2014/main" id="{A4C17F62-6C6D-1C85-39D5-C9ECD6158428}"/>
              </a:ext>
            </a:extLst>
          </p:cNvPr>
          <p:cNvSpPr/>
          <p:nvPr/>
        </p:nvSpPr>
        <p:spPr>
          <a:xfrm>
            <a:off x="3083387" y="4284938"/>
            <a:ext cx="720000" cy="216000"/>
          </a:xfrm>
          <a:prstGeom prst="rect">
            <a:avLst/>
          </a:prstGeom>
          <a:solidFill>
            <a:srgbClr val="9158B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80" name="TextBox 79">
            <a:extLst>
              <a:ext uri="{FF2B5EF4-FFF2-40B4-BE49-F238E27FC236}">
                <a16:creationId xmlns:a16="http://schemas.microsoft.com/office/drawing/2014/main" id="{4EA21A1E-3458-0A50-955C-38048B3DDE2B}"/>
              </a:ext>
            </a:extLst>
          </p:cNvPr>
          <p:cNvSpPr txBox="1"/>
          <p:nvPr/>
        </p:nvSpPr>
        <p:spPr>
          <a:xfrm>
            <a:off x="3083387" y="4536938"/>
            <a:ext cx="731058" cy="119868"/>
          </a:xfrm>
          <a:prstGeom prst="rect">
            <a:avLst/>
          </a:prstGeom>
          <a:noFill/>
        </p:spPr>
        <p:txBody>
          <a:bodyPr wrap="none" lIns="0" tIns="0" rIns="0" bIns="0" rtlCol="0">
            <a:noAutofit/>
          </a:bodyPr>
          <a:lstStyle/>
          <a:p>
            <a:pPr algn="l">
              <a:lnSpc>
                <a:spcPct val="101000"/>
              </a:lnSpc>
              <a:spcAft>
                <a:spcPts val="600"/>
              </a:spcAft>
            </a:pPr>
            <a:r>
              <a:rPr kumimoji="0" lang="en-CR" sz="800" i="0" u="none" strike="noStrike" kern="1200" cap="none" spc="0" normalizeH="0" baseline="0" noProof="0">
                <a:ln>
                  <a:noFill/>
                </a:ln>
                <a:solidFill>
                  <a:schemeClr val="bg1"/>
                </a:solidFill>
                <a:effectLst/>
                <a:uLnTx/>
                <a:uFillTx/>
                <a:ea typeface="GT America Regular" charset="0"/>
                <a:cs typeface="GT America Regular" charset="0"/>
              </a:rPr>
              <a:t>Purple </a:t>
            </a:r>
            <a:r>
              <a:rPr lang="en-CR" sz="800">
                <a:solidFill>
                  <a:schemeClr val="bg1"/>
                </a:solidFill>
                <a:ea typeface="GT America Regular" charset="0"/>
                <a:cs typeface="GT America Regular" charset="0"/>
              </a:rPr>
              <a:t>07</a:t>
            </a:r>
            <a:endParaRPr kumimoji="0" lang="en-CR" sz="800" i="0" u="none" strike="noStrike" kern="1200" cap="none" spc="0" normalizeH="0" baseline="0" noProof="0">
              <a:ln>
                <a:noFill/>
              </a:ln>
              <a:solidFill>
                <a:schemeClr val="bg1"/>
              </a:solidFill>
              <a:effectLst/>
              <a:uLnTx/>
              <a:uFillTx/>
              <a:ea typeface="GT America Regular" charset="0"/>
              <a:cs typeface="GT America Regular" charset="0"/>
            </a:endParaRPr>
          </a:p>
        </p:txBody>
      </p:sp>
      <p:sp>
        <p:nvSpPr>
          <p:cNvPr id="83" name="TextBox 82">
            <a:extLst>
              <a:ext uri="{FF2B5EF4-FFF2-40B4-BE49-F238E27FC236}">
                <a16:creationId xmlns:a16="http://schemas.microsoft.com/office/drawing/2014/main" id="{35CEC4D5-259A-50DA-A550-C4BF44AC72AE}"/>
              </a:ext>
            </a:extLst>
          </p:cNvPr>
          <p:cNvSpPr txBox="1"/>
          <p:nvPr/>
        </p:nvSpPr>
        <p:spPr>
          <a:xfrm>
            <a:off x="546100" y="3603142"/>
            <a:ext cx="960199" cy="319768"/>
          </a:xfrm>
          <a:prstGeom prst="rect">
            <a:avLst/>
          </a:prstGeom>
          <a:noFill/>
        </p:spPr>
        <p:txBody>
          <a:bodyPr wrap="none" lIns="0" tIns="0" rIns="0" bIns="0" rtlCol="0">
            <a:spAutoFit/>
          </a:bodyPr>
          <a:lstStyle/>
          <a:p>
            <a:pPr algn="l">
              <a:lnSpc>
                <a:spcPct val="101000"/>
              </a:lnSpc>
              <a:spcAft>
                <a:spcPts val="600"/>
              </a:spcAft>
            </a:pPr>
            <a:r>
              <a:rPr kumimoji="0" lang="en-CR" sz="800" b="1" i="0" u="none" strike="noStrike" kern="1200" cap="none" spc="0" normalizeH="0" baseline="0" noProof="0">
                <a:ln>
                  <a:noFill/>
                </a:ln>
                <a:solidFill>
                  <a:srgbClr val="000000"/>
                </a:solidFill>
                <a:effectLst/>
                <a:uLnTx/>
                <a:uFillTx/>
                <a:ea typeface="GT America Regular" charset="0"/>
                <a:cs typeface="GT America Regular" charset="0"/>
              </a:rPr>
              <a:t>ON MOODY’S BLUE</a:t>
            </a:r>
          </a:p>
          <a:p>
            <a:pPr algn="l">
              <a:lnSpc>
                <a:spcPct val="101000"/>
              </a:lnSpc>
              <a:spcAft>
                <a:spcPts val="600"/>
              </a:spcAft>
            </a:pPr>
            <a:r>
              <a:rPr lang="en-CR" sz="800">
                <a:solidFill>
                  <a:srgbClr val="000000"/>
                </a:solidFill>
                <a:ea typeface="GT America Regular" charset="0"/>
                <a:cs typeface="GT America Regular" charset="0"/>
              </a:rPr>
              <a:t>In order of priority</a:t>
            </a:r>
            <a:endParaRPr kumimoji="0" lang="en-CR" sz="800" i="0" u="none" strike="noStrike" kern="1200" cap="none" spc="0" normalizeH="0" baseline="0" noProof="0">
              <a:ln>
                <a:noFill/>
              </a:ln>
              <a:solidFill>
                <a:srgbClr val="000000"/>
              </a:solidFill>
              <a:effectLst/>
              <a:uLnTx/>
              <a:uFillTx/>
              <a:ea typeface="GT America Regular" charset="0"/>
              <a:cs typeface="GT America Regular" charset="0"/>
            </a:endParaRPr>
          </a:p>
        </p:txBody>
      </p:sp>
      <p:cxnSp>
        <p:nvCxnSpPr>
          <p:cNvPr id="90" name="Straight Arrow Connector 89">
            <a:extLst>
              <a:ext uri="{FF2B5EF4-FFF2-40B4-BE49-F238E27FC236}">
                <a16:creationId xmlns:a16="http://schemas.microsoft.com/office/drawing/2014/main" id="{C37B8303-7C67-83F3-CF08-BC23853EFC3C}"/>
              </a:ext>
            </a:extLst>
          </p:cNvPr>
          <p:cNvCxnSpPr>
            <a:cxnSpLocks/>
          </p:cNvCxnSpPr>
          <p:nvPr/>
        </p:nvCxnSpPr>
        <p:spPr>
          <a:xfrm>
            <a:off x="1441981" y="3848597"/>
            <a:ext cx="3131999" cy="0"/>
          </a:xfrm>
          <a:prstGeom prst="straightConnector1">
            <a:avLst/>
          </a:prstGeom>
          <a:ln w="3175">
            <a:solidFill>
              <a:schemeClr val="bg2">
                <a:lumMod val="50000"/>
              </a:schemeClr>
            </a:solidFill>
            <a:tailEnd type="triangle"/>
          </a:ln>
        </p:spPr>
        <p:style>
          <a:lnRef idx="1">
            <a:schemeClr val="dk1"/>
          </a:lnRef>
          <a:fillRef idx="0">
            <a:schemeClr val="dk1"/>
          </a:fillRef>
          <a:effectRef idx="0">
            <a:schemeClr val="dk1"/>
          </a:effectRef>
          <a:fontRef idx="minor">
            <a:schemeClr val="tx1"/>
          </a:fontRef>
        </p:style>
      </p:cxnSp>
      <p:sp>
        <p:nvSpPr>
          <p:cNvPr id="3" name="TextBox 2">
            <a:extLst>
              <a:ext uri="{FF2B5EF4-FFF2-40B4-BE49-F238E27FC236}">
                <a16:creationId xmlns:a16="http://schemas.microsoft.com/office/drawing/2014/main" id="{B5144E97-CA40-81F0-E925-3E9EAFD8C03C}"/>
              </a:ext>
            </a:extLst>
          </p:cNvPr>
          <p:cNvSpPr txBox="1"/>
          <p:nvPr/>
        </p:nvSpPr>
        <p:spPr>
          <a:xfrm>
            <a:off x="6571813" y="523593"/>
            <a:ext cx="3827658" cy="221244"/>
          </a:xfrm>
          <a:prstGeom prst="rect">
            <a:avLst/>
          </a:prstGeom>
          <a:noFill/>
        </p:spPr>
        <p:txBody>
          <a:bodyPr wrap="none" lIns="0" tIns="0" rIns="0" bIns="0" rtlCol="0">
            <a:noAutofit/>
          </a:bodyPr>
          <a:lstStyle/>
          <a:p>
            <a:pPr>
              <a:lnSpc>
                <a:spcPct val="101000"/>
              </a:lnSpc>
              <a:spcAft>
                <a:spcPts val="600"/>
              </a:spcAft>
            </a:pPr>
            <a:r>
              <a:rPr kumimoji="0" lang="en-CR" sz="1100" b="0" i="0" u="none" strike="noStrike" kern="1200" cap="none" spc="0" normalizeH="0" baseline="0" noProof="0">
                <a:ln>
                  <a:noFill/>
                </a:ln>
                <a:solidFill>
                  <a:srgbClr val="000000"/>
                </a:solidFill>
                <a:effectLst/>
                <a:uLnTx/>
                <a:uFillTx/>
                <a:latin typeface="GT America Regular"/>
                <a:ea typeface="GT America Regular" charset="0"/>
                <a:cs typeface="GT America Regular" charset="0"/>
              </a:rPr>
              <a:t>Examples</a:t>
            </a:r>
          </a:p>
        </p:txBody>
      </p:sp>
    </p:spTree>
    <p:extLst>
      <p:ext uri="{BB962C8B-B14F-4D97-AF65-F5344CB8AC3E}">
        <p14:creationId xmlns:p14="http://schemas.microsoft.com/office/powerpoint/2010/main" val="85559737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 name="Table Placeholder 7">
            <a:extLst>
              <a:ext uri="{FF2B5EF4-FFF2-40B4-BE49-F238E27FC236}">
                <a16:creationId xmlns:a16="http://schemas.microsoft.com/office/drawing/2014/main" id="{ABA9A7DC-F830-EFF4-4932-A211197ADF06}"/>
              </a:ext>
            </a:extLst>
          </p:cNvPr>
          <p:cNvGraphicFramePr>
            <a:graphicFrameLocks noGrp="1"/>
          </p:cNvGraphicFramePr>
          <p:nvPr>
            <p:ph type="tbl" sz="quarter" idx="13"/>
            <p:extLst>
              <p:ext uri="{D42A27DB-BD31-4B8C-83A1-F6EECF244321}">
                <p14:modId xmlns:p14="http://schemas.microsoft.com/office/powerpoint/2010/main" val="1717419910"/>
              </p:ext>
            </p:extLst>
          </p:nvPr>
        </p:nvGraphicFramePr>
        <p:xfrm>
          <a:off x="6194425" y="552450"/>
          <a:ext cx="5443538" cy="5759450"/>
        </p:xfrm>
        <a:graphic>
          <a:graphicData uri="http://schemas.openxmlformats.org/drawingml/2006/table">
            <a:tbl>
              <a:tblPr>
                <a:tableStyleId>{2D5ABB26-0587-4C30-8999-92F81FD0307C}</a:tableStyleId>
              </a:tblPr>
              <a:tblGrid>
                <a:gridCol w="1421858">
                  <a:extLst>
                    <a:ext uri="{9D8B030D-6E8A-4147-A177-3AD203B41FA5}">
                      <a16:colId xmlns:a16="http://schemas.microsoft.com/office/drawing/2014/main" val="2469643470"/>
                    </a:ext>
                  </a:extLst>
                </a:gridCol>
                <a:gridCol w="4021680">
                  <a:extLst>
                    <a:ext uri="{9D8B030D-6E8A-4147-A177-3AD203B41FA5}">
                      <a16:colId xmlns:a16="http://schemas.microsoft.com/office/drawing/2014/main" val="632822243"/>
                    </a:ext>
                  </a:extLst>
                </a:gridCol>
              </a:tblGrid>
              <a:tr h="1151890">
                <a:tc>
                  <a:txBody>
                    <a:bodyPr/>
                    <a:lstStyle/>
                    <a:p>
                      <a:pPr algn="ctr"/>
                      <a:r>
                        <a:rPr lang="en-US" sz="5400" dirty="0">
                          <a:solidFill>
                            <a:schemeClr val="accent1"/>
                          </a:solidFill>
                          <a:latin typeface="+mj-lt"/>
                        </a:rPr>
                        <a:t>1</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b="1" i="0" kern="1200" dirty="0">
                          <a:solidFill>
                            <a:schemeClr val="tx1"/>
                          </a:solidFill>
                          <a:effectLst/>
                          <a:latin typeface="+mn-lt"/>
                          <a:ea typeface="GT America Regular" charset="0"/>
                          <a:cs typeface="GT America Regular" charset="0"/>
                        </a:rPr>
                        <a:t>Topic in GT America Regular Bold 14pt</a:t>
                      </a:r>
                    </a:p>
                    <a:p>
                      <a:r>
                        <a:rPr lang="en-US" sz="1400" b="0" i="0" kern="1200" dirty="0">
                          <a:solidFill>
                            <a:schemeClr val="tx1"/>
                          </a:solidFill>
                          <a:effectLst/>
                          <a:latin typeface="+mn-lt"/>
                          <a:ea typeface="GT America Regular" charset="0"/>
                          <a:cs typeface="GT America Regular" charset="0"/>
                        </a:rPr>
                        <a:t>Detail in GT America 14pt, black</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796007491"/>
                  </a:ext>
                </a:extLst>
              </a:tr>
              <a:tr h="115189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5400" b="0" i="0" u="none" strike="noStrike" kern="1200" cap="none" spc="0" normalizeH="0" baseline="0" noProof="0" dirty="0">
                          <a:ln>
                            <a:noFill/>
                          </a:ln>
                          <a:solidFill>
                            <a:schemeClr val="accent1"/>
                          </a:solidFill>
                          <a:effectLst/>
                          <a:uLnTx/>
                          <a:uFillTx/>
                          <a:latin typeface="+mj-lt"/>
                          <a:ea typeface="+mn-ea"/>
                          <a:cs typeface="+mn-cs"/>
                        </a:rPr>
                        <a:t>2</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b="1" i="0" kern="1200" dirty="0">
                          <a:solidFill>
                            <a:schemeClr val="tx1"/>
                          </a:solidFill>
                          <a:effectLst/>
                          <a:latin typeface="+mn-lt"/>
                          <a:ea typeface="GT America Regular" charset="0"/>
                          <a:cs typeface="GT America Regular" charset="0"/>
                        </a:rPr>
                        <a:t>This Agenda slide uses a table</a:t>
                      </a:r>
                    </a:p>
                    <a:p>
                      <a:r>
                        <a:rPr lang="en-US" sz="1400" b="0" i="0" kern="1200" dirty="0">
                          <a:solidFill>
                            <a:schemeClr val="tx1"/>
                          </a:solidFill>
                          <a:effectLst/>
                          <a:latin typeface="+mn-lt"/>
                          <a:ea typeface="GT America Regular" charset="0"/>
                          <a:cs typeface="GT America Regular" charset="0"/>
                        </a:rPr>
                        <a:t>Insert (or delete) rows to adjust the number </a:t>
                      </a:r>
                      <a:br>
                        <a:rPr lang="en-US" sz="1400" b="0" i="0" kern="1200" dirty="0">
                          <a:solidFill>
                            <a:schemeClr val="tx1"/>
                          </a:solidFill>
                          <a:effectLst/>
                          <a:latin typeface="+mn-lt"/>
                          <a:ea typeface="GT America Regular" charset="0"/>
                          <a:cs typeface="GT America Regular" charset="0"/>
                        </a:rPr>
                      </a:br>
                      <a:r>
                        <a:rPr lang="en-US" sz="1400" b="0" i="0" kern="1200" dirty="0">
                          <a:solidFill>
                            <a:schemeClr val="tx1"/>
                          </a:solidFill>
                          <a:effectLst/>
                          <a:latin typeface="+mn-lt"/>
                          <a:ea typeface="GT America Regular" charset="0"/>
                          <a:cs typeface="GT America Regular" charset="0"/>
                        </a:rPr>
                        <a:t>of topics</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277285981"/>
                  </a:ext>
                </a:extLst>
              </a:tr>
              <a:tr h="1151890">
                <a:tc>
                  <a:txBody>
                    <a:bodyPr/>
                    <a:lstStyle/>
                    <a:p>
                      <a:pPr algn="ctr"/>
                      <a:r>
                        <a:rPr lang="en-US" sz="5400" dirty="0">
                          <a:solidFill>
                            <a:schemeClr val="accent1"/>
                          </a:solidFill>
                          <a:latin typeface="+mj-lt"/>
                        </a:rPr>
                        <a:t>3</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b="1" i="0" kern="1200" dirty="0">
                          <a:solidFill>
                            <a:schemeClr val="tx1"/>
                          </a:solidFill>
                          <a:effectLst/>
                          <a:latin typeface="+mn-lt"/>
                          <a:ea typeface="GT America Regular" charset="0"/>
                          <a:cs typeface="GT America Regular" charset="0"/>
                        </a:rPr>
                        <a:t>Topic in GT America Regular Bold 14pt</a:t>
                      </a:r>
                    </a:p>
                    <a:p>
                      <a:r>
                        <a:rPr lang="en-US" sz="1400" b="0" i="0" kern="1200" dirty="0">
                          <a:solidFill>
                            <a:schemeClr val="tx1"/>
                          </a:solidFill>
                          <a:effectLst/>
                          <a:latin typeface="+mn-lt"/>
                          <a:ea typeface="GT America Regular" charset="0"/>
                          <a:cs typeface="GT America Regular" charset="0"/>
                        </a:rPr>
                        <a:t>Detail in GT America 14pt, black</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3334366"/>
                  </a:ext>
                </a:extLst>
              </a:tr>
              <a:tr h="115189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5400" b="0" i="0" u="none" strike="noStrike" kern="1200" cap="none" spc="0" normalizeH="0" baseline="0" noProof="0" dirty="0">
                          <a:ln>
                            <a:noFill/>
                          </a:ln>
                          <a:solidFill>
                            <a:schemeClr val="accent1"/>
                          </a:solidFill>
                          <a:effectLst/>
                          <a:uLnTx/>
                          <a:uFillTx/>
                          <a:latin typeface="+mj-lt"/>
                          <a:ea typeface="+mn-ea"/>
                          <a:cs typeface="+mn-cs"/>
                        </a:rPr>
                        <a:t>4</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b="1" i="0" kern="1200" dirty="0">
                          <a:solidFill>
                            <a:schemeClr val="tx1"/>
                          </a:solidFill>
                          <a:effectLst/>
                          <a:latin typeface="+mn-lt"/>
                          <a:ea typeface="GT America Regular" charset="0"/>
                          <a:cs typeface="GT America Regular" charset="0"/>
                        </a:rPr>
                        <a:t>Topic in GT America Regular Bold 14pt</a:t>
                      </a:r>
                    </a:p>
                    <a:p>
                      <a:r>
                        <a:rPr lang="en-US" sz="1400" b="0" i="0" kern="1200" dirty="0">
                          <a:solidFill>
                            <a:schemeClr val="tx1"/>
                          </a:solidFill>
                          <a:effectLst/>
                          <a:latin typeface="+mn-lt"/>
                          <a:ea typeface="GT America Regular" charset="0"/>
                          <a:cs typeface="GT America Regular" charset="0"/>
                        </a:rPr>
                        <a:t>Detail in GT America 14pt, black</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037412935"/>
                  </a:ext>
                </a:extLst>
              </a:tr>
              <a:tr h="1151890">
                <a:tc>
                  <a:txBody>
                    <a:bodyPr/>
                    <a:lstStyle/>
                    <a:p>
                      <a:pPr algn="ctr"/>
                      <a:r>
                        <a:rPr lang="en-US" sz="5400" dirty="0">
                          <a:solidFill>
                            <a:schemeClr val="accent1"/>
                          </a:solidFill>
                          <a:latin typeface="+mj-lt"/>
                        </a:rPr>
                        <a:t>5</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b="1" i="0" kern="1200" dirty="0">
                          <a:solidFill>
                            <a:schemeClr val="tx1"/>
                          </a:solidFill>
                          <a:effectLst/>
                          <a:latin typeface="+mn-lt"/>
                          <a:ea typeface="GT America Regular" charset="0"/>
                          <a:cs typeface="GT America Regular" charset="0"/>
                        </a:rPr>
                        <a:t>Topic in GT America Regular Bold 14pt</a:t>
                      </a:r>
                    </a:p>
                    <a:p>
                      <a:r>
                        <a:rPr lang="en-US" sz="1400" b="0" i="0" kern="1200" dirty="0">
                          <a:solidFill>
                            <a:schemeClr val="tx1"/>
                          </a:solidFill>
                          <a:effectLst/>
                          <a:latin typeface="+mn-lt"/>
                          <a:ea typeface="GT America Regular" charset="0"/>
                          <a:cs typeface="GT America Regular" charset="0"/>
                        </a:rPr>
                        <a:t>Detail in GT America 14pt, black</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9053867"/>
                  </a:ext>
                </a:extLst>
              </a:tr>
            </a:tbl>
          </a:graphicData>
        </a:graphic>
      </p:graphicFrame>
      <p:sp>
        <p:nvSpPr>
          <p:cNvPr id="3" name="Title 2">
            <a:extLst>
              <a:ext uri="{FF2B5EF4-FFF2-40B4-BE49-F238E27FC236}">
                <a16:creationId xmlns:a16="http://schemas.microsoft.com/office/drawing/2014/main" id="{661F26E1-F096-32C4-0EC0-90766E392AC4}"/>
              </a:ext>
            </a:extLst>
          </p:cNvPr>
          <p:cNvSpPr>
            <a:spLocks noGrp="1"/>
          </p:cNvSpPr>
          <p:nvPr>
            <p:ph type="title"/>
          </p:nvPr>
        </p:nvSpPr>
        <p:spPr>
          <a:xfrm>
            <a:off x="0" y="548640"/>
            <a:ext cx="1958975" cy="5037773"/>
          </a:xfrm>
        </p:spPr>
        <p:txBody>
          <a:bodyPr/>
          <a:lstStyle/>
          <a:p>
            <a:r>
              <a:rPr lang="en-US" dirty="0"/>
              <a:t>Agenda 1</a:t>
            </a:r>
          </a:p>
        </p:txBody>
      </p:sp>
      <p:sp>
        <p:nvSpPr>
          <p:cNvPr id="2" name="Footer Placeholder 1">
            <a:extLst>
              <a:ext uri="{FF2B5EF4-FFF2-40B4-BE49-F238E27FC236}">
                <a16:creationId xmlns:a16="http://schemas.microsoft.com/office/drawing/2014/main" id="{8FF10199-92D3-090B-69EF-A8587829E6F1}"/>
              </a:ext>
            </a:extLst>
          </p:cNvPr>
          <p:cNvSpPr>
            <a:spLocks noGrp="1"/>
          </p:cNvSpPr>
          <p:nvPr>
            <p:ph type="ftr" sz="quarter" idx="11"/>
          </p:nvPr>
        </p:nvSpPr>
        <p:spPr/>
        <p:txBody>
          <a:bodyPr/>
          <a:lstStyle/>
          <a:p>
            <a:r>
              <a:rPr lang="en-US"/>
              <a:t>See slide 12 for instructions on how to update footer</a:t>
            </a:r>
            <a:endParaRPr lang="en-US" dirty="0"/>
          </a:p>
        </p:txBody>
      </p:sp>
      <p:sp>
        <p:nvSpPr>
          <p:cNvPr id="4" name="Slide Number Placeholder 3">
            <a:extLst>
              <a:ext uri="{FF2B5EF4-FFF2-40B4-BE49-F238E27FC236}">
                <a16:creationId xmlns:a16="http://schemas.microsoft.com/office/drawing/2014/main" id="{FA2A1852-08BA-33A3-CB7C-700CCDF6AD79}"/>
              </a:ext>
            </a:extLst>
          </p:cNvPr>
          <p:cNvSpPr>
            <a:spLocks noGrp="1"/>
          </p:cNvSpPr>
          <p:nvPr>
            <p:ph type="sldNum" sz="quarter" idx="12"/>
          </p:nvPr>
        </p:nvSpPr>
        <p:spPr/>
        <p:txBody>
          <a:bodyPr/>
          <a:lstStyle/>
          <a:p>
            <a:fld id="{862A5111-985B-C14D-9115-5787026182A8}" type="slidenum">
              <a:rPr lang="en-US" smtClean="0"/>
              <a:t>25</a:t>
            </a:fld>
            <a:endParaRPr lang="en-US" dirty="0"/>
          </a:p>
        </p:txBody>
      </p:sp>
    </p:spTree>
    <p:extLst>
      <p:ext uri="{BB962C8B-B14F-4D97-AF65-F5344CB8AC3E}">
        <p14:creationId xmlns:p14="http://schemas.microsoft.com/office/powerpoint/2010/main" val="322012909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Table Placeholder 7">
            <a:extLst>
              <a:ext uri="{FF2B5EF4-FFF2-40B4-BE49-F238E27FC236}">
                <a16:creationId xmlns:a16="http://schemas.microsoft.com/office/drawing/2014/main" id="{ABE7E2C3-002B-1AFD-6240-ECE7A8FFEF0A}"/>
              </a:ext>
            </a:extLst>
          </p:cNvPr>
          <p:cNvGraphicFramePr>
            <a:graphicFrameLocks noGrp="1"/>
          </p:cNvGraphicFramePr>
          <p:nvPr>
            <p:ph type="tbl" sz="quarter" idx="13"/>
            <p:extLst>
              <p:ext uri="{D42A27DB-BD31-4B8C-83A1-F6EECF244321}">
                <p14:modId xmlns:p14="http://schemas.microsoft.com/office/powerpoint/2010/main" val="3857583597"/>
              </p:ext>
            </p:extLst>
          </p:nvPr>
        </p:nvGraphicFramePr>
        <p:xfrm>
          <a:off x="4781550" y="552450"/>
          <a:ext cx="6856413" cy="5759450"/>
        </p:xfrm>
        <a:graphic>
          <a:graphicData uri="http://schemas.openxmlformats.org/drawingml/2006/table">
            <a:tbl>
              <a:tblPr>
                <a:tableStyleId>{2D5ABB26-0587-4C30-8999-92F81FD0307C}</a:tableStyleId>
              </a:tblPr>
              <a:tblGrid>
                <a:gridCol w="1409701">
                  <a:extLst>
                    <a:ext uri="{9D8B030D-6E8A-4147-A177-3AD203B41FA5}">
                      <a16:colId xmlns:a16="http://schemas.microsoft.com/office/drawing/2014/main" val="2469643470"/>
                    </a:ext>
                  </a:extLst>
                </a:gridCol>
                <a:gridCol w="5446712">
                  <a:extLst>
                    <a:ext uri="{9D8B030D-6E8A-4147-A177-3AD203B41FA5}">
                      <a16:colId xmlns:a16="http://schemas.microsoft.com/office/drawing/2014/main" val="632822243"/>
                    </a:ext>
                  </a:extLst>
                </a:gridCol>
              </a:tblGrid>
              <a:tr h="1151890">
                <a:tc>
                  <a:txBody>
                    <a:bodyPr/>
                    <a:lstStyle/>
                    <a:p>
                      <a:pPr algn="ctr"/>
                      <a:r>
                        <a:rPr lang="en-US" sz="5400" dirty="0">
                          <a:solidFill>
                            <a:schemeClr val="accent1"/>
                          </a:solidFill>
                          <a:latin typeface="+mj-lt"/>
                        </a:rPr>
                        <a:t>1</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b="1" i="0" kern="1200" dirty="0">
                          <a:solidFill>
                            <a:schemeClr val="tx1"/>
                          </a:solidFill>
                          <a:effectLst/>
                          <a:latin typeface="+mn-lt"/>
                          <a:ea typeface="GT America Regular" charset="0"/>
                          <a:cs typeface="GT America Regular" charset="0"/>
                        </a:rPr>
                        <a:t>Topic in GT America Regular Bold 14pt</a:t>
                      </a:r>
                    </a:p>
                    <a:p>
                      <a:r>
                        <a:rPr lang="en-US" sz="1400" b="0" i="0" kern="1200" dirty="0">
                          <a:solidFill>
                            <a:schemeClr val="tx1"/>
                          </a:solidFill>
                          <a:effectLst/>
                          <a:latin typeface="+mn-lt"/>
                          <a:ea typeface="GT America Regular" charset="0"/>
                          <a:cs typeface="GT America Regular" charset="0"/>
                        </a:rPr>
                        <a:t>Detail in GT America 14pt, black</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796007491"/>
                  </a:ext>
                </a:extLst>
              </a:tr>
              <a:tr h="115189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5400" b="0" i="0" u="none" strike="noStrike" kern="1200" cap="none" spc="0" normalizeH="0" baseline="0" noProof="0" dirty="0">
                          <a:ln>
                            <a:noFill/>
                          </a:ln>
                          <a:solidFill>
                            <a:schemeClr val="accent1"/>
                          </a:solidFill>
                          <a:effectLst/>
                          <a:uLnTx/>
                          <a:uFillTx/>
                          <a:latin typeface="+mj-lt"/>
                          <a:ea typeface="+mn-ea"/>
                          <a:cs typeface="+mn-cs"/>
                        </a:rPr>
                        <a:t>2</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b="1" i="0" kern="1200" dirty="0">
                          <a:solidFill>
                            <a:schemeClr val="tx1"/>
                          </a:solidFill>
                          <a:effectLst/>
                          <a:latin typeface="+mn-lt"/>
                          <a:ea typeface="GT America Regular" charset="0"/>
                          <a:cs typeface="GT America Regular" charset="0"/>
                        </a:rPr>
                        <a:t>This Agenda slide uses a table</a:t>
                      </a:r>
                    </a:p>
                    <a:p>
                      <a:r>
                        <a:rPr lang="en-US" sz="1400" b="0" i="0" kern="1200" dirty="0">
                          <a:solidFill>
                            <a:schemeClr val="tx1"/>
                          </a:solidFill>
                          <a:effectLst/>
                          <a:latin typeface="+mn-lt"/>
                          <a:ea typeface="GT America Regular" charset="0"/>
                          <a:cs typeface="GT America Regular" charset="0"/>
                        </a:rPr>
                        <a:t>Insert (or delete) rows to adjust the number </a:t>
                      </a:r>
                      <a:br>
                        <a:rPr lang="en-US" sz="1400" b="0" i="0" kern="1200" dirty="0">
                          <a:solidFill>
                            <a:schemeClr val="tx1"/>
                          </a:solidFill>
                          <a:effectLst/>
                          <a:latin typeface="+mn-lt"/>
                          <a:ea typeface="GT America Regular" charset="0"/>
                          <a:cs typeface="GT America Regular" charset="0"/>
                        </a:rPr>
                      </a:br>
                      <a:r>
                        <a:rPr lang="en-US" sz="1400" b="0" i="0" kern="1200" dirty="0">
                          <a:solidFill>
                            <a:schemeClr val="tx1"/>
                          </a:solidFill>
                          <a:effectLst/>
                          <a:latin typeface="+mn-lt"/>
                          <a:ea typeface="GT America Regular" charset="0"/>
                          <a:cs typeface="GT America Regular" charset="0"/>
                        </a:rPr>
                        <a:t>of topics</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277285981"/>
                  </a:ext>
                </a:extLst>
              </a:tr>
              <a:tr h="1151890">
                <a:tc>
                  <a:txBody>
                    <a:bodyPr/>
                    <a:lstStyle/>
                    <a:p>
                      <a:pPr algn="ctr"/>
                      <a:r>
                        <a:rPr lang="en-US" sz="5400" dirty="0">
                          <a:solidFill>
                            <a:schemeClr val="accent1"/>
                          </a:solidFill>
                          <a:latin typeface="+mj-lt"/>
                        </a:rPr>
                        <a:t>3</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b="1" i="0" kern="1200" dirty="0">
                          <a:solidFill>
                            <a:schemeClr val="tx1"/>
                          </a:solidFill>
                          <a:effectLst/>
                          <a:latin typeface="+mn-lt"/>
                          <a:ea typeface="GT America Regular" charset="0"/>
                          <a:cs typeface="GT America Regular" charset="0"/>
                        </a:rPr>
                        <a:t>Topic in GT America Regular Bold 14pt</a:t>
                      </a:r>
                    </a:p>
                    <a:p>
                      <a:r>
                        <a:rPr lang="en-US" sz="1400" b="0" i="0" kern="1200" dirty="0">
                          <a:solidFill>
                            <a:schemeClr val="tx1"/>
                          </a:solidFill>
                          <a:effectLst/>
                          <a:latin typeface="+mn-lt"/>
                          <a:ea typeface="GT America Regular" charset="0"/>
                          <a:cs typeface="GT America Regular" charset="0"/>
                        </a:rPr>
                        <a:t>Detail in GT America 14pt, black</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3334366"/>
                  </a:ext>
                </a:extLst>
              </a:tr>
              <a:tr h="115189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5400" b="0" i="0" u="none" strike="noStrike" kern="1200" cap="none" spc="0" normalizeH="0" baseline="0" noProof="0" dirty="0">
                          <a:ln>
                            <a:noFill/>
                          </a:ln>
                          <a:solidFill>
                            <a:schemeClr val="accent1"/>
                          </a:solidFill>
                          <a:effectLst/>
                          <a:uLnTx/>
                          <a:uFillTx/>
                          <a:latin typeface="+mj-lt"/>
                          <a:ea typeface="+mn-ea"/>
                          <a:cs typeface="+mn-cs"/>
                        </a:rPr>
                        <a:t>4</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b="1" i="0" kern="1200" dirty="0">
                          <a:solidFill>
                            <a:schemeClr val="tx1"/>
                          </a:solidFill>
                          <a:effectLst/>
                          <a:latin typeface="+mn-lt"/>
                          <a:ea typeface="GT America Regular" charset="0"/>
                          <a:cs typeface="GT America Regular" charset="0"/>
                        </a:rPr>
                        <a:t>Topic in GT America Regular Bold 14pt</a:t>
                      </a:r>
                    </a:p>
                    <a:p>
                      <a:r>
                        <a:rPr lang="en-US" sz="1400" b="0" i="0" kern="1200" dirty="0">
                          <a:solidFill>
                            <a:schemeClr val="tx1"/>
                          </a:solidFill>
                          <a:effectLst/>
                          <a:latin typeface="+mn-lt"/>
                          <a:ea typeface="GT America Regular" charset="0"/>
                          <a:cs typeface="GT America Regular" charset="0"/>
                        </a:rPr>
                        <a:t>Detail in GT America 14pt, black</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037412935"/>
                  </a:ext>
                </a:extLst>
              </a:tr>
              <a:tr h="1151890">
                <a:tc>
                  <a:txBody>
                    <a:bodyPr/>
                    <a:lstStyle/>
                    <a:p>
                      <a:pPr algn="ctr"/>
                      <a:r>
                        <a:rPr lang="en-US" sz="5400" dirty="0">
                          <a:solidFill>
                            <a:schemeClr val="accent1"/>
                          </a:solidFill>
                          <a:latin typeface="+mj-lt"/>
                        </a:rPr>
                        <a:t>5</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b="1" i="0" kern="1200" dirty="0">
                          <a:solidFill>
                            <a:schemeClr val="tx1"/>
                          </a:solidFill>
                          <a:effectLst/>
                          <a:latin typeface="+mn-lt"/>
                          <a:ea typeface="GT America Regular" charset="0"/>
                          <a:cs typeface="GT America Regular" charset="0"/>
                        </a:rPr>
                        <a:t>Topic in GT America Regular Bold 14pt</a:t>
                      </a:r>
                    </a:p>
                    <a:p>
                      <a:r>
                        <a:rPr lang="en-US" sz="1400" b="0" i="0" kern="1200" dirty="0">
                          <a:solidFill>
                            <a:schemeClr val="tx1"/>
                          </a:solidFill>
                          <a:effectLst/>
                          <a:latin typeface="+mn-lt"/>
                          <a:ea typeface="GT America Regular" charset="0"/>
                          <a:cs typeface="GT America Regular" charset="0"/>
                        </a:rPr>
                        <a:t>Detail in GT America 14pt, black</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9053867"/>
                  </a:ext>
                </a:extLst>
              </a:tr>
            </a:tbl>
          </a:graphicData>
        </a:graphic>
      </p:graphicFrame>
      <p:sp>
        <p:nvSpPr>
          <p:cNvPr id="3" name="Title 2">
            <a:extLst>
              <a:ext uri="{FF2B5EF4-FFF2-40B4-BE49-F238E27FC236}">
                <a16:creationId xmlns:a16="http://schemas.microsoft.com/office/drawing/2014/main" id="{1C8817FE-9DBB-5649-A4B0-43CFE4B33AE4}"/>
              </a:ext>
            </a:extLst>
          </p:cNvPr>
          <p:cNvSpPr>
            <a:spLocks noGrp="1"/>
          </p:cNvSpPr>
          <p:nvPr>
            <p:ph type="title"/>
          </p:nvPr>
        </p:nvSpPr>
        <p:spPr/>
        <p:txBody>
          <a:bodyPr/>
          <a:lstStyle/>
          <a:p>
            <a:r>
              <a:rPr lang="en-US" dirty="0"/>
              <a:t>Agenda 2</a:t>
            </a:r>
          </a:p>
        </p:txBody>
      </p:sp>
      <p:sp>
        <p:nvSpPr>
          <p:cNvPr id="2" name="Footer Placeholder 1">
            <a:extLst>
              <a:ext uri="{FF2B5EF4-FFF2-40B4-BE49-F238E27FC236}">
                <a16:creationId xmlns:a16="http://schemas.microsoft.com/office/drawing/2014/main" id="{822799F3-8339-2C0B-6676-7BD9BD693A5C}"/>
              </a:ext>
            </a:extLst>
          </p:cNvPr>
          <p:cNvSpPr>
            <a:spLocks noGrp="1"/>
          </p:cNvSpPr>
          <p:nvPr>
            <p:ph type="ftr" sz="quarter" idx="11"/>
          </p:nvPr>
        </p:nvSpPr>
        <p:spPr/>
        <p:txBody>
          <a:bodyPr/>
          <a:lstStyle/>
          <a:p>
            <a:r>
              <a:rPr lang="en-US"/>
              <a:t>See slide 12 for instructions on how to update footer</a:t>
            </a:r>
            <a:endParaRPr lang="en-US" dirty="0"/>
          </a:p>
        </p:txBody>
      </p:sp>
      <p:sp>
        <p:nvSpPr>
          <p:cNvPr id="4" name="Slide Number Placeholder 3">
            <a:extLst>
              <a:ext uri="{FF2B5EF4-FFF2-40B4-BE49-F238E27FC236}">
                <a16:creationId xmlns:a16="http://schemas.microsoft.com/office/drawing/2014/main" id="{DEA904A4-428B-C5CE-0986-21F79FF99954}"/>
              </a:ext>
            </a:extLst>
          </p:cNvPr>
          <p:cNvSpPr>
            <a:spLocks noGrp="1"/>
          </p:cNvSpPr>
          <p:nvPr>
            <p:ph type="sldNum" sz="quarter" idx="12"/>
          </p:nvPr>
        </p:nvSpPr>
        <p:spPr/>
        <p:txBody>
          <a:bodyPr/>
          <a:lstStyle/>
          <a:p>
            <a:fld id="{862A5111-985B-C14D-9115-5787026182A8}" type="slidenum">
              <a:rPr lang="en-US" smtClean="0"/>
              <a:t>26</a:t>
            </a:fld>
            <a:endParaRPr lang="en-US"/>
          </a:p>
        </p:txBody>
      </p:sp>
    </p:spTree>
    <p:extLst>
      <p:ext uri="{BB962C8B-B14F-4D97-AF65-F5344CB8AC3E}">
        <p14:creationId xmlns:p14="http://schemas.microsoft.com/office/powerpoint/2010/main" val="395412864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4509359D-2FFE-7CB5-D57C-8B338DDDB15C}"/>
              </a:ext>
            </a:extLst>
          </p:cNvPr>
          <p:cNvSpPr>
            <a:spLocks noGrp="1"/>
          </p:cNvSpPr>
          <p:nvPr>
            <p:ph type="body" sz="quarter" idx="14"/>
          </p:nvPr>
        </p:nvSpPr>
        <p:spPr>
          <a:xfrm>
            <a:off x="8423565" y="1127123"/>
            <a:ext cx="3214397" cy="5040313"/>
          </a:xfrm>
        </p:spPr>
        <p:txBody>
          <a:bodyPr/>
          <a:lstStyle/>
          <a:p>
            <a:r>
              <a:rPr lang="en-US" dirty="0"/>
              <a:t>Et </a:t>
            </a:r>
            <a:r>
              <a:rPr lang="en-US" dirty="0" err="1"/>
              <a:t>eos</a:t>
            </a:r>
            <a:r>
              <a:rPr lang="en-US" dirty="0"/>
              <a:t> </a:t>
            </a:r>
            <a:r>
              <a:rPr lang="en-US" dirty="0" err="1"/>
              <a:t>apero</a:t>
            </a:r>
            <a:r>
              <a:rPr lang="en-US" dirty="0"/>
              <a:t> </a:t>
            </a:r>
            <a:r>
              <a:rPr lang="en-US" dirty="0" err="1"/>
              <a:t>occati</a:t>
            </a:r>
            <a:r>
              <a:rPr lang="en-US" dirty="0"/>
              <a:t> </a:t>
            </a:r>
            <a:r>
              <a:rPr lang="en-US" dirty="0" err="1"/>
              <a:t>ium</a:t>
            </a:r>
            <a:endParaRPr lang="en-US" dirty="0"/>
          </a:p>
          <a:p>
            <a:pPr lvl="1"/>
            <a:r>
              <a:rPr lang="en-US" dirty="0"/>
              <a:t>Il id et </a:t>
            </a:r>
            <a:r>
              <a:rPr lang="en-US" dirty="0" err="1"/>
              <a:t>eostion</a:t>
            </a:r>
            <a:r>
              <a:rPr lang="en-US" dirty="0"/>
              <a:t> </a:t>
            </a:r>
            <a:r>
              <a:rPr lang="en-US" dirty="0" err="1"/>
              <a:t>sequis</a:t>
            </a:r>
            <a:r>
              <a:rPr lang="en-US" dirty="0"/>
              <a:t> </a:t>
            </a:r>
            <a:r>
              <a:rPr lang="en-US" dirty="0" err="1"/>
              <a:t>moluptatqui</a:t>
            </a:r>
            <a:r>
              <a:rPr lang="en-US" dirty="0"/>
              <a:t> </a:t>
            </a:r>
            <a:r>
              <a:rPr lang="en-US" dirty="0" err="1"/>
              <a:t>cus</a:t>
            </a:r>
            <a:endParaRPr lang="en-US" dirty="0"/>
          </a:p>
          <a:p>
            <a:pPr lvl="1"/>
            <a:r>
              <a:rPr lang="en-US" dirty="0" err="1"/>
              <a:t>Doluptas</a:t>
            </a:r>
            <a:r>
              <a:rPr lang="en-US" dirty="0"/>
              <a:t> </a:t>
            </a:r>
            <a:r>
              <a:rPr lang="en-US" dirty="0" err="1"/>
              <a:t>excesti</a:t>
            </a:r>
            <a:r>
              <a:rPr lang="en-US" dirty="0"/>
              <a:t> or</a:t>
            </a:r>
          </a:p>
          <a:p>
            <a:r>
              <a:rPr lang="en-US" dirty="0"/>
              <a:t>Dis </a:t>
            </a:r>
            <a:r>
              <a:rPr lang="en-US" dirty="0" err="1"/>
              <a:t>atem</a:t>
            </a:r>
            <a:r>
              <a:rPr lang="en-US" dirty="0"/>
              <a:t> </a:t>
            </a:r>
            <a:r>
              <a:rPr lang="en-US" dirty="0" err="1"/>
              <a:t>aborporem</a:t>
            </a:r>
            <a:r>
              <a:rPr lang="en-US" dirty="0"/>
              <a:t> </a:t>
            </a:r>
            <a:r>
              <a:rPr lang="en-US" dirty="0" err="1"/>
              <a:t>harcip</a:t>
            </a:r>
            <a:endParaRPr lang="en-US" dirty="0"/>
          </a:p>
          <a:p>
            <a:pPr lvl="1"/>
            <a:r>
              <a:rPr lang="en-US" dirty="0" err="1"/>
              <a:t>Antorecume</a:t>
            </a:r>
            <a:r>
              <a:rPr lang="en-US" dirty="0"/>
              <a:t> </a:t>
            </a:r>
            <a:r>
              <a:rPr lang="en-US" dirty="0" err="1"/>
              <a:t>provit</a:t>
            </a:r>
            <a:r>
              <a:rPr lang="en-US" dirty="0"/>
              <a:t>, to </a:t>
            </a:r>
            <a:r>
              <a:rPr lang="en-US" dirty="0" err="1"/>
              <a:t>evelent</a:t>
            </a:r>
            <a:r>
              <a:rPr lang="en-US" dirty="0"/>
              <a:t> </a:t>
            </a:r>
            <a:r>
              <a:rPr lang="en-US" dirty="0" err="1"/>
              <a:t>deliquatur</a:t>
            </a:r>
            <a:endParaRPr lang="en-US" dirty="0"/>
          </a:p>
          <a:p>
            <a:pPr lvl="1"/>
            <a:r>
              <a:rPr lang="en-US" dirty="0" err="1"/>
              <a:t>Aliate</a:t>
            </a:r>
            <a:r>
              <a:rPr lang="en-US" dirty="0"/>
              <a:t> </a:t>
            </a:r>
            <a:r>
              <a:rPr lang="en-US" dirty="0" err="1"/>
              <a:t>voloriat</a:t>
            </a:r>
            <a:r>
              <a:rPr lang="en-US" dirty="0"/>
              <a:t> </a:t>
            </a:r>
            <a:r>
              <a:rPr lang="en-US" dirty="0" err="1"/>
              <a:t>laborepe</a:t>
            </a:r>
            <a:endParaRPr lang="en-US" dirty="0"/>
          </a:p>
        </p:txBody>
      </p:sp>
      <p:sp>
        <p:nvSpPr>
          <p:cNvPr id="4" name="Text Placeholder 3">
            <a:extLst>
              <a:ext uri="{FF2B5EF4-FFF2-40B4-BE49-F238E27FC236}">
                <a16:creationId xmlns:a16="http://schemas.microsoft.com/office/drawing/2014/main" id="{A9A24AB1-858D-47C3-C2CF-E63CCE6F6B1F}"/>
              </a:ext>
            </a:extLst>
          </p:cNvPr>
          <p:cNvSpPr>
            <a:spLocks noGrp="1"/>
          </p:cNvSpPr>
          <p:nvPr>
            <p:ph type="body" sz="quarter" idx="13"/>
          </p:nvPr>
        </p:nvSpPr>
        <p:spPr>
          <a:xfrm>
            <a:off x="4781550" y="1127124"/>
            <a:ext cx="3434664" cy="5040313"/>
          </a:xfrm>
        </p:spPr>
        <p:txBody>
          <a:bodyPr/>
          <a:lstStyle/>
          <a:p>
            <a:r>
              <a:rPr lang="en-US" dirty="0"/>
              <a:t>Topic in GT America Regular Bold 14pt</a:t>
            </a:r>
          </a:p>
          <a:p>
            <a:pPr lvl="1"/>
            <a:r>
              <a:rPr lang="en-US" dirty="0"/>
              <a:t>Bullet level one in GT America 14pt, using “Increase List Level” button</a:t>
            </a:r>
          </a:p>
          <a:p>
            <a:pPr lvl="1"/>
            <a:r>
              <a:rPr lang="en-US" dirty="0"/>
              <a:t>Bullet level one for all subsequent bullets</a:t>
            </a:r>
          </a:p>
          <a:p>
            <a:r>
              <a:rPr lang="en-US" dirty="0" err="1"/>
              <a:t>Poribus</a:t>
            </a:r>
            <a:r>
              <a:rPr lang="en-US" dirty="0"/>
              <a:t> </a:t>
            </a:r>
            <a:r>
              <a:rPr lang="en-US" dirty="0" err="1"/>
              <a:t>daercius</a:t>
            </a:r>
            <a:r>
              <a:rPr lang="en-US" dirty="0"/>
              <a:t> </a:t>
            </a:r>
            <a:r>
              <a:rPr lang="en-US" dirty="0" err="1"/>
              <a:t>eos</a:t>
            </a:r>
            <a:r>
              <a:rPr lang="en-US" dirty="0"/>
              <a:t> re</a:t>
            </a:r>
          </a:p>
          <a:p>
            <a:pPr lvl="1"/>
            <a:r>
              <a:rPr lang="en-US" dirty="0" err="1"/>
              <a:t>Iusapis</a:t>
            </a:r>
            <a:r>
              <a:rPr lang="en-US" dirty="0"/>
              <a:t> et </a:t>
            </a:r>
            <a:r>
              <a:rPr lang="en-US" dirty="0" err="1"/>
              <a:t>eatet</a:t>
            </a:r>
            <a:r>
              <a:rPr lang="en-US" dirty="0"/>
              <a:t> </a:t>
            </a:r>
            <a:r>
              <a:rPr lang="en-US" dirty="0" err="1"/>
              <a:t>labo</a:t>
            </a:r>
            <a:endParaRPr lang="en-US" dirty="0"/>
          </a:p>
          <a:p>
            <a:pPr lvl="1"/>
            <a:r>
              <a:rPr lang="en-US" dirty="0" err="1"/>
              <a:t>Onsequid</a:t>
            </a:r>
            <a:r>
              <a:rPr lang="en-US" dirty="0"/>
              <a:t> que </a:t>
            </a:r>
            <a:r>
              <a:rPr lang="en-US" dirty="0" err="1"/>
              <a:t>sero</a:t>
            </a:r>
            <a:endParaRPr lang="en-US" dirty="0"/>
          </a:p>
          <a:p>
            <a:pPr lvl="1"/>
            <a:r>
              <a:rPr lang="en-US" dirty="0" err="1"/>
              <a:t>Modigenis</a:t>
            </a:r>
            <a:r>
              <a:rPr lang="en-US" dirty="0"/>
              <a:t> et </a:t>
            </a:r>
            <a:r>
              <a:rPr lang="en-US" dirty="0" err="1"/>
              <a:t>ipic</a:t>
            </a:r>
            <a:r>
              <a:rPr lang="en-US" dirty="0"/>
              <a:t> </a:t>
            </a:r>
            <a:r>
              <a:rPr lang="en-US" dirty="0" err="1"/>
              <a:t>totas</a:t>
            </a:r>
            <a:endParaRPr lang="en-US" dirty="0"/>
          </a:p>
          <a:p>
            <a:pPr lvl="1"/>
            <a:r>
              <a:rPr lang="en-US" dirty="0" err="1"/>
              <a:t>Aut</a:t>
            </a:r>
            <a:r>
              <a:rPr lang="en-US" dirty="0"/>
              <a:t> </a:t>
            </a:r>
            <a:r>
              <a:rPr lang="en-US" dirty="0" err="1"/>
              <a:t>audae</a:t>
            </a:r>
            <a:r>
              <a:rPr lang="en-US" dirty="0"/>
              <a:t> </a:t>
            </a:r>
            <a:r>
              <a:rPr lang="en-US" dirty="0" err="1"/>
              <a:t>pliquaest</a:t>
            </a:r>
            <a:endParaRPr lang="en-US" dirty="0"/>
          </a:p>
          <a:p>
            <a:r>
              <a:rPr lang="en-US" dirty="0"/>
              <a:t>Et </a:t>
            </a:r>
            <a:r>
              <a:rPr lang="en-US" dirty="0" err="1"/>
              <a:t>eos</a:t>
            </a:r>
            <a:r>
              <a:rPr lang="en-US" dirty="0"/>
              <a:t> </a:t>
            </a:r>
            <a:r>
              <a:rPr lang="en-US" dirty="0" err="1"/>
              <a:t>apero</a:t>
            </a:r>
            <a:r>
              <a:rPr lang="en-US" dirty="0"/>
              <a:t> </a:t>
            </a:r>
            <a:r>
              <a:rPr lang="en-US" dirty="0" err="1"/>
              <a:t>occati</a:t>
            </a:r>
            <a:r>
              <a:rPr lang="en-US" dirty="0"/>
              <a:t> </a:t>
            </a:r>
            <a:r>
              <a:rPr lang="en-US" dirty="0" err="1"/>
              <a:t>ium</a:t>
            </a:r>
            <a:endParaRPr lang="en-US" dirty="0"/>
          </a:p>
          <a:p>
            <a:pPr lvl="1"/>
            <a:r>
              <a:rPr lang="en-US" dirty="0"/>
              <a:t>Il id et </a:t>
            </a:r>
            <a:r>
              <a:rPr lang="en-US" dirty="0" err="1"/>
              <a:t>eostion</a:t>
            </a:r>
            <a:r>
              <a:rPr lang="en-US" dirty="0"/>
              <a:t> </a:t>
            </a:r>
            <a:r>
              <a:rPr lang="en-US" dirty="0" err="1"/>
              <a:t>sequis</a:t>
            </a:r>
            <a:r>
              <a:rPr lang="en-US" dirty="0"/>
              <a:t> </a:t>
            </a:r>
            <a:r>
              <a:rPr lang="en-US" dirty="0" err="1"/>
              <a:t>moluptatqui</a:t>
            </a:r>
            <a:r>
              <a:rPr lang="en-US" dirty="0"/>
              <a:t> </a:t>
            </a:r>
            <a:r>
              <a:rPr lang="en-US" dirty="0" err="1"/>
              <a:t>cus</a:t>
            </a:r>
            <a:endParaRPr lang="en-US" dirty="0"/>
          </a:p>
          <a:p>
            <a:pPr lvl="1"/>
            <a:r>
              <a:rPr lang="en-US" dirty="0" err="1"/>
              <a:t>Doluptas</a:t>
            </a:r>
            <a:r>
              <a:rPr lang="en-US" dirty="0"/>
              <a:t> </a:t>
            </a:r>
            <a:r>
              <a:rPr lang="en-US" dirty="0" err="1"/>
              <a:t>excesti</a:t>
            </a:r>
            <a:r>
              <a:rPr lang="en-US" dirty="0"/>
              <a:t> </a:t>
            </a:r>
            <a:r>
              <a:rPr lang="en-US" dirty="0" err="1"/>
              <a:t>orrorio</a:t>
            </a:r>
            <a:endParaRPr lang="en-US" dirty="0"/>
          </a:p>
          <a:p>
            <a:endParaRPr lang="en-US" dirty="0"/>
          </a:p>
        </p:txBody>
      </p:sp>
      <p:sp>
        <p:nvSpPr>
          <p:cNvPr id="3" name="Title 2">
            <a:extLst>
              <a:ext uri="{FF2B5EF4-FFF2-40B4-BE49-F238E27FC236}">
                <a16:creationId xmlns:a16="http://schemas.microsoft.com/office/drawing/2014/main" id="{D8C6B705-5AFD-F3E0-43EC-18D66C371C35}"/>
              </a:ext>
            </a:extLst>
          </p:cNvPr>
          <p:cNvSpPr>
            <a:spLocks noGrp="1"/>
          </p:cNvSpPr>
          <p:nvPr>
            <p:ph type="title"/>
          </p:nvPr>
        </p:nvSpPr>
        <p:spPr/>
        <p:txBody>
          <a:bodyPr/>
          <a:lstStyle/>
          <a:p>
            <a:r>
              <a:rPr lang="en-US" dirty="0"/>
              <a:t>Agenda 3</a:t>
            </a:r>
          </a:p>
        </p:txBody>
      </p:sp>
      <p:sp>
        <p:nvSpPr>
          <p:cNvPr id="2" name="Footer Placeholder 1">
            <a:extLst>
              <a:ext uri="{FF2B5EF4-FFF2-40B4-BE49-F238E27FC236}">
                <a16:creationId xmlns:a16="http://schemas.microsoft.com/office/drawing/2014/main" id="{3041C7E5-C8D3-5E82-FCBB-74A7686B0DD9}"/>
              </a:ext>
            </a:extLst>
          </p:cNvPr>
          <p:cNvSpPr>
            <a:spLocks noGrp="1"/>
          </p:cNvSpPr>
          <p:nvPr>
            <p:ph type="ftr" sz="quarter" idx="11"/>
          </p:nvPr>
        </p:nvSpPr>
        <p:spPr/>
        <p:txBody>
          <a:bodyPr/>
          <a:lstStyle/>
          <a:p>
            <a:r>
              <a:rPr lang="en-US"/>
              <a:t>See slide 12 for instructions on how to update footer</a:t>
            </a:r>
            <a:endParaRPr lang="en-US" dirty="0"/>
          </a:p>
        </p:txBody>
      </p:sp>
      <p:sp>
        <p:nvSpPr>
          <p:cNvPr id="6" name="Slide Number Placeholder 5">
            <a:extLst>
              <a:ext uri="{FF2B5EF4-FFF2-40B4-BE49-F238E27FC236}">
                <a16:creationId xmlns:a16="http://schemas.microsoft.com/office/drawing/2014/main" id="{E84A01FF-EB4F-93A2-8EDB-03B10CBE810B}"/>
              </a:ext>
            </a:extLst>
          </p:cNvPr>
          <p:cNvSpPr>
            <a:spLocks noGrp="1"/>
          </p:cNvSpPr>
          <p:nvPr>
            <p:ph type="sldNum" sz="quarter" idx="12"/>
          </p:nvPr>
        </p:nvSpPr>
        <p:spPr/>
        <p:txBody>
          <a:bodyPr/>
          <a:lstStyle/>
          <a:p>
            <a:fld id="{862A5111-985B-C14D-9115-5787026182A8}" type="slidenum">
              <a:rPr lang="en-US" smtClean="0"/>
              <a:t>27</a:t>
            </a:fld>
            <a:endParaRPr lang="en-US" dirty="0"/>
          </a:p>
        </p:txBody>
      </p:sp>
    </p:spTree>
    <p:extLst>
      <p:ext uri="{BB962C8B-B14F-4D97-AF65-F5344CB8AC3E}">
        <p14:creationId xmlns:p14="http://schemas.microsoft.com/office/powerpoint/2010/main" val="363853345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0F210BD9-BD6E-4307-1D5D-1A8987E779B5}"/>
              </a:ext>
            </a:extLst>
          </p:cNvPr>
          <p:cNvSpPr>
            <a:spLocks noGrp="1"/>
          </p:cNvSpPr>
          <p:nvPr>
            <p:ph type="body" sz="quarter" idx="14"/>
          </p:nvPr>
        </p:nvSpPr>
        <p:spPr>
          <a:xfrm>
            <a:off x="9018956" y="1127124"/>
            <a:ext cx="2619006" cy="5040313"/>
          </a:xfrm>
        </p:spPr>
        <p:txBody>
          <a:bodyPr/>
          <a:lstStyle/>
          <a:p>
            <a:r>
              <a:rPr lang="en-US" dirty="0"/>
              <a:t>Et </a:t>
            </a:r>
            <a:r>
              <a:rPr lang="en-US" dirty="0" err="1"/>
              <a:t>eos</a:t>
            </a:r>
            <a:r>
              <a:rPr lang="en-US" dirty="0"/>
              <a:t> </a:t>
            </a:r>
            <a:r>
              <a:rPr lang="en-US" dirty="0" err="1"/>
              <a:t>apero</a:t>
            </a:r>
            <a:r>
              <a:rPr lang="en-US" dirty="0"/>
              <a:t> </a:t>
            </a:r>
            <a:r>
              <a:rPr lang="en-US" dirty="0" err="1"/>
              <a:t>occati</a:t>
            </a:r>
            <a:r>
              <a:rPr lang="en-US" dirty="0"/>
              <a:t> </a:t>
            </a:r>
            <a:r>
              <a:rPr lang="en-US" dirty="0" err="1"/>
              <a:t>ium</a:t>
            </a:r>
            <a:endParaRPr lang="en-US" dirty="0"/>
          </a:p>
          <a:p>
            <a:pPr lvl="1"/>
            <a:r>
              <a:rPr lang="en-US" dirty="0"/>
              <a:t>Il id et </a:t>
            </a:r>
            <a:r>
              <a:rPr lang="en-US" dirty="0" err="1"/>
              <a:t>eostion</a:t>
            </a:r>
            <a:r>
              <a:rPr lang="en-US" dirty="0"/>
              <a:t> </a:t>
            </a:r>
            <a:r>
              <a:rPr lang="en-US" dirty="0" err="1"/>
              <a:t>sequis</a:t>
            </a:r>
            <a:r>
              <a:rPr lang="en-US" dirty="0"/>
              <a:t> </a:t>
            </a:r>
            <a:r>
              <a:rPr lang="en-US" dirty="0" err="1"/>
              <a:t>moluptatqui</a:t>
            </a:r>
            <a:r>
              <a:rPr lang="en-US" dirty="0"/>
              <a:t> </a:t>
            </a:r>
            <a:r>
              <a:rPr lang="en-US" dirty="0" err="1"/>
              <a:t>cus</a:t>
            </a:r>
            <a:endParaRPr lang="en-US" dirty="0"/>
          </a:p>
          <a:p>
            <a:pPr lvl="1"/>
            <a:r>
              <a:rPr lang="en-US" dirty="0" err="1"/>
              <a:t>Doluptas</a:t>
            </a:r>
            <a:r>
              <a:rPr lang="en-US" dirty="0"/>
              <a:t> </a:t>
            </a:r>
            <a:r>
              <a:rPr lang="en-US" dirty="0" err="1"/>
              <a:t>excesti</a:t>
            </a:r>
            <a:r>
              <a:rPr lang="en-US" dirty="0"/>
              <a:t> or</a:t>
            </a:r>
          </a:p>
          <a:p>
            <a:r>
              <a:rPr lang="en-US" dirty="0"/>
              <a:t>Dis </a:t>
            </a:r>
            <a:r>
              <a:rPr lang="en-US" dirty="0" err="1"/>
              <a:t>atem</a:t>
            </a:r>
            <a:r>
              <a:rPr lang="en-US" dirty="0"/>
              <a:t> </a:t>
            </a:r>
            <a:r>
              <a:rPr lang="en-US" dirty="0" err="1"/>
              <a:t>aborporem</a:t>
            </a:r>
            <a:r>
              <a:rPr lang="en-US" dirty="0"/>
              <a:t> </a:t>
            </a:r>
            <a:r>
              <a:rPr lang="en-US" dirty="0" err="1"/>
              <a:t>harcip</a:t>
            </a:r>
            <a:endParaRPr lang="en-US" dirty="0"/>
          </a:p>
          <a:p>
            <a:pPr lvl="1"/>
            <a:r>
              <a:rPr lang="en-US" dirty="0" err="1"/>
              <a:t>Antorecume</a:t>
            </a:r>
            <a:r>
              <a:rPr lang="en-US" dirty="0"/>
              <a:t> </a:t>
            </a:r>
            <a:r>
              <a:rPr lang="en-US" dirty="0" err="1"/>
              <a:t>provit</a:t>
            </a:r>
            <a:r>
              <a:rPr lang="en-US" dirty="0"/>
              <a:t>, to </a:t>
            </a:r>
            <a:r>
              <a:rPr lang="en-US" dirty="0" err="1"/>
              <a:t>evelent</a:t>
            </a:r>
            <a:r>
              <a:rPr lang="en-US" dirty="0"/>
              <a:t> </a:t>
            </a:r>
            <a:r>
              <a:rPr lang="en-US" dirty="0" err="1"/>
              <a:t>deliquatur</a:t>
            </a:r>
            <a:endParaRPr lang="en-US" dirty="0"/>
          </a:p>
          <a:p>
            <a:pPr lvl="1"/>
            <a:r>
              <a:rPr lang="en-US" dirty="0" err="1"/>
              <a:t>Aliate</a:t>
            </a:r>
            <a:r>
              <a:rPr lang="en-US" dirty="0"/>
              <a:t> </a:t>
            </a:r>
            <a:r>
              <a:rPr lang="en-US" dirty="0" err="1"/>
              <a:t>voloriat</a:t>
            </a:r>
            <a:r>
              <a:rPr lang="en-US" dirty="0"/>
              <a:t> </a:t>
            </a:r>
            <a:r>
              <a:rPr lang="en-US" dirty="0" err="1"/>
              <a:t>laborepe</a:t>
            </a:r>
            <a:endParaRPr lang="en-US" dirty="0"/>
          </a:p>
        </p:txBody>
      </p:sp>
      <p:sp>
        <p:nvSpPr>
          <p:cNvPr id="3" name="Text Placeholder 2">
            <a:extLst>
              <a:ext uri="{FF2B5EF4-FFF2-40B4-BE49-F238E27FC236}">
                <a16:creationId xmlns:a16="http://schemas.microsoft.com/office/drawing/2014/main" id="{6CF84A01-4566-5AAF-6734-DD0A0811D68F}"/>
              </a:ext>
            </a:extLst>
          </p:cNvPr>
          <p:cNvSpPr>
            <a:spLocks noGrp="1"/>
          </p:cNvSpPr>
          <p:nvPr>
            <p:ph type="body" sz="quarter" idx="13"/>
          </p:nvPr>
        </p:nvSpPr>
        <p:spPr>
          <a:xfrm>
            <a:off x="6186855" y="1127124"/>
            <a:ext cx="2626946" cy="5040313"/>
          </a:xfrm>
        </p:spPr>
        <p:txBody>
          <a:bodyPr/>
          <a:lstStyle/>
          <a:p>
            <a:r>
              <a:rPr lang="en-US" dirty="0" err="1"/>
              <a:t>Molut</a:t>
            </a:r>
            <a:r>
              <a:rPr lang="en-US" dirty="0"/>
              <a:t> </a:t>
            </a:r>
            <a:r>
              <a:rPr lang="en-US" dirty="0" err="1"/>
              <a:t>venderum</a:t>
            </a:r>
            <a:r>
              <a:rPr lang="en-US" dirty="0"/>
              <a:t> </a:t>
            </a:r>
            <a:r>
              <a:rPr lang="en-US" dirty="0" err="1"/>
              <a:t>volor</a:t>
            </a:r>
            <a:endParaRPr lang="en-US" dirty="0"/>
          </a:p>
          <a:p>
            <a:pPr lvl="1"/>
            <a:r>
              <a:rPr lang="en-US" dirty="0"/>
              <a:t>Accus </a:t>
            </a:r>
            <a:r>
              <a:rPr lang="en-US" dirty="0" err="1"/>
              <a:t>reptae</a:t>
            </a:r>
            <a:r>
              <a:rPr lang="en-US" dirty="0"/>
              <a:t> </a:t>
            </a:r>
            <a:r>
              <a:rPr lang="en-US" dirty="0" err="1"/>
              <a:t>ea</a:t>
            </a:r>
            <a:r>
              <a:rPr lang="en-US" dirty="0"/>
              <a:t> </a:t>
            </a:r>
            <a:r>
              <a:rPr lang="en-US" dirty="0" err="1"/>
              <a:t>dolorum</a:t>
            </a:r>
            <a:endParaRPr lang="en-US" dirty="0"/>
          </a:p>
          <a:p>
            <a:pPr lvl="1"/>
            <a:r>
              <a:rPr lang="en-US" dirty="0" err="1"/>
              <a:t>Eexero</a:t>
            </a:r>
            <a:r>
              <a:rPr lang="en-US" dirty="0"/>
              <a:t> </a:t>
            </a:r>
            <a:r>
              <a:rPr lang="en-US" dirty="0" err="1"/>
              <a:t>mo</a:t>
            </a:r>
            <a:r>
              <a:rPr lang="en-US" dirty="0"/>
              <a:t> </a:t>
            </a:r>
            <a:r>
              <a:rPr lang="en-US" dirty="0" err="1"/>
              <a:t>conserumquo</a:t>
            </a:r>
            <a:endParaRPr lang="en-US" dirty="0"/>
          </a:p>
          <a:p>
            <a:pPr lvl="1"/>
            <a:r>
              <a:rPr lang="en-US" dirty="0" err="1"/>
              <a:t>Optat</a:t>
            </a:r>
            <a:r>
              <a:rPr lang="en-US" dirty="0"/>
              <a:t> </a:t>
            </a:r>
            <a:r>
              <a:rPr lang="en-US" dirty="0" err="1"/>
              <a:t>eum</a:t>
            </a:r>
            <a:r>
              <a:rPr lang="en-US" dirty="0"/>
              <a:t> </a:t>
            </a:r>
            <a:r>
              <a:rPr lang="en-US" dirty="0" err="1"/>
              <a:t>excepe</a:t>
            </a:r>
            <a:r>
              <a:rPr lang="en-US" dirty="0"/>
              <a:t> </a:t>
            </a:r>
            <a:r>
              <a:rPr lang="en-US" dirty="0" err="1"/>
              <a:t>magnis</a:t>
            </a:r>
            <a:r>
              <a:rPr lang="en-US" dirty="0"/>
              <a:t> </a:t>
            </a:r>
            <a:r>
              <a:rPr lang="en-US" dirty="0" err="1"/>
              <a:t>verovidias</a:t>
            </a:r>
            <a:r>
              <a:rPr lang="en-US" dirty="0"/>
              <a:t> ma </a:t>
            </a:r>
          </a:p>
          <a:p>
            <a:r>
              <a:rPr lang="en-US" dirty="0"/>
              <a:t>Nam, </a:t>
            </a:r>
            <a:r>
              <a:rPr lang="en-US" dirty="0" err="1"/>
              <a:t>adi</a:t>
            </a:r>
            <a:r>
              <a:rPr lang="en-US" dirty="0"/>
              <a:t> </a:t>
            </a:r>
            <a:r>
              <a:rPr lang="en-US" dirty="0" err="1"/>
              <a:t>coreprorem</a:t>
            </a:r>
            <a:r>
              <a:rPr lang="en-US" dirty="0"/>
              <a:t> verum</a:t>
            </a:r>
          </a:p>
          <a:p>
            <a:pPr lvl="1"/>
            <a:r>
              <a:rPr lang="en-US" dirty="0" err="1"/>
              <a:t>Recepelit</a:t>
            </a:r>
            <a:r>
              <a:rPr lang="en-US" dirty="0"/>
              <a:t> </a:t>
            </a:r>
            <a:r>
              <a:rPr lang="en-US" dirty="0" err="1"/>
              <a:t>optatin</a:t>
            </a:r>
            <a:r>
              <a:rPr lang="en-US" dirty="0"/>
              <a:t> </a:t>
            </a:r>
            <a:r>
              <a:rPr lang="en-US" dirty="0" err="1"/>
              <a:t>nectaturia</a:t>
            </a:r>
            <a:endParaRPr lang="en-US" dirty="0"/>
          </a:p>
          <a:p>
            <a:pPr lvl="1"/>
            <a:r>
              <a:rPr lang="en-US" dirty="0" err="1"/>
              <a:t>Nequianti</a:t>
            </a:r>
            <a:r>
              <a:rPr lang="en-US" dirty="0"/>
              <a:t> </a:t>
            </a:r>
            <a:r>
              <a:rPr lang="en-US" dirty="0" err="1"/>
              <a:t>ullab</a:t>
            </a:r>
            <a:r>
              <a:rPr lang="en-US" dirty="0"/>
              <a:t> into </a:t>
            </a:r>
            <a:r>
              <a:rPr lang="en-US" dirty="0" err="1"/>
              <a:t>est</a:t>
            </a:r>
            <a:r>
              <a:rPr lang="en-US" dirty="0"/>
              <a:t> accus </a:t>
            </a:r>
            <a:r>
              <a:rPr lang="en-US" dirty="0" err="1"/>
              <a:t>idio</a:t>
            </a:r>
            <a:r>
              <a:rPr lang="en-US" dirty="0"/>
              <a:t> </a:t>
            </a:r>
            <a:r>
              <a:rPr lang="en-US" dirty="0" err="1"/>
              <a:t>voloribus</a:t>
            </a:r>
            <a:r>
              <a:rPr lang="en-US" dirty="0"/>
              <a:t> </a:t>
            </a:r>
            <a:r>
              <a:rPr lang="en-US" dirty="0" err="1"/>
              <a:t>eles</a:t>
            </a:r>
            <a:r>
              <a:rPr lang="en-US" dirty="0"/>
              <a:t> </a:t>
            </a:r>
            <a:r>
              <a:rPr lang="en-US" dirty="0" err="1"/>
              <a:t>eum</a:t>
            </a:r>
            <a:endParaRPr lang="en-US" dirty="0"/>
          </a:p>
          <a:p>
            <a:r>
              <a:rPr lang="en-US" dirty="0" err="1"/>
              <a:t>Iusapis</a:t>
            </a:r>
            <a:r>
              <a:rPr lang="en-US" dirty="0"/>
              <a:t> et </a:t>
            </a:r>
            <a:r>
              <a:rPr lang="en-US" dirty="0" err="1"/>
              <a:t>eatet</a:t>
            </a:r>
            <a:r>
              <a:rPr lang="en-US" dirty="0"/>
              <a:t> </a:t>
            </a:r>
            <a:r>
              <a:rPr lang="en-US" dirty="0" err="1"/>
              <a:t>labo</a:t>
            </a:r>
            <a:endParaRPr lang="en-US" dirty="0"/>
          </a:p>
          <a:p>
            <a:pPr lvl="1"/>
            <a:r>
              <a:rPr lang="en-US" dirty="0" err="1"/>
              <a:t>Onsequid</a:t>
            </a:r>
            <a:r>
              <a:rPr lang="en-US" dirty="0"/>
              <a:t> que </a:t>
            </a:r>
            <a:r>
              <a:rPr lang="en-US" dirty="0" err="1"/>
              <a:t>sero</a:t>
            </a:r>
            <a:endParaRPr lang="en-US" dirty="0"/>
          </a:p>
          <a:p>
            <a:pPr lvl="1"/>
            <a:r>
              <a:rPr lang="en-US" dirty="0" err="1"/>
              <a:t>Modigenis</a:t>
            </a:r>
            <a:r>
              <a:rPr lang="en-US" dirty="0"/>
              <a:t> et </a:t>
            </a:r>
            <a:r>
              <a:rPr lang="en-US" dirty="0" err="1"/>
              <a:t>ipic</a:t>
            </a:r>
            <a:r>
              <a:rPr lang="en-US" dirty="0"/>
              <a:t> </a:t>
            </a:r>
            <a:r>
              <a:rPr lang="en-US" dirty="0" err="1"/>
              <a:t>totas</a:t>
            </a:r>
            <a:endParaRPr lang="en-US" dirty="0"/>
          </a:p>
          <a:p>
            <a:pPr lvl="1"/>
            <a:r>
              <a:rPr lang="en-US" dirty="0" err="1"/>
              <a:t>Aut</a:t>
            </a:r>
            <a:r>
              <a:rPr lang="en-US" dirty="0"/>
              <a:t> </a:t>
            </a:r>
            <a:r>
              <a:rPr lang="en-US" dirty="0" err="1"/>
              <a:t>audae</a:t>
            </a:r>
            <a:r>
              <a:rPr lang="en-US" dirty="0"/>
              <a:t> </a:t>
            </a:r>
            <a:r>
              <a:rPr lang="en-US" dirty="0" err="1"/>
              <a:t>pliquaest</a:t>
            </a:r>
            <a:endParaRPr lang="en-US" dirty="0"/>
          </a:p>
        </p:txBody>
      </p:sp>
      <p:sp>
        <p:nvSpPr>
          <p:cNvPr id="5" name="Text Placeholder 4">
            <a:extLst>
              <a:ext uri="{FF2B5EF4-FFF2-40B4-BE49-F238E27FC236}">
                <a16:creationId xmlns:a16="http://schemas.microsoft.com/office/drawing/2014/main" id="{624FDA0A-AC95-02DE-F938-CAC5AA83686C}"/>
              </a:ext>
            </a:extLst>
          </p:cNvPr>
          <p:cNvSpPr>
            <a:spLocks noGrp="1"/>
          </p:cNvSpPr>
          <p:nvPr>
            <p:ph type="body" sz="quarter" idx="15"/>
          </p:nvPr>
        </p:nvSpPr>
        <p:spPr>
          <a:xfrm>
            <a:off x="3367088" y="1127124"/>
            <a:ext cx="2614612" cy="5040313"/>
          </a:xfrm>
        </p:spPr>
        <p:txBody>
          <a:bodyPr>
            <a:normAutofit/>
          </a:bodyPr>
          <a:lstStyle/>
          <a:p>
            <a:r>
              <a:rPr lang="en-US" dirty="0"/>
              <a:t>Topic in GT America Regular Bold 14pt</a:t>
            </a:r>
          </a:p>
          <a:p>
            <a:pPr lvl="1"/>
            <a:r>
              <a:rPr lang="en-US" dirty="0"/>
              <a:t>Bullet level one in GT America 14pt, using “Increase List Level” button</a:t>
            </a:r>
          </a:p>
          <a:p>
            <a:pPr lvl="1"/>
            <a:r>
              <a:rPr lang="en-US" dirty="0"/>
              <a:t>Bullet level one for all subsequent bullets</a:t>
            </a:r>
          </a:p>
          <a:p>
            <a:r>
              <a:rPr lang="en-US" dirty="0" err="1"/>
              <a:t>Poribus</a:t>
            </a:r>
            <a:r>
              <a:rPr lang="en-US" dirty="0"/>
              <a:t> </a:t>
            </a:r>
            <a:r>
              <a:rPr lang="en-US" dirty="0" err="1"/>
              <a:t>daercius</a:t>
            </a:r>
            <a:r>
              <a:rPr lang="en-US" dirty="0"/>
              <a:t> </a:t>
            </a:r>
            <a:r>
              <a:rPr lang="en-US" dirty="0" err="1"/>
              <a:t>eos</a:t>
            </a:r>
            <a:r>
              <a:rPr lang="en-US" dirty="0"/>
              <a:t> re</a:t>
            </a:r>
          </a:p>
          <a:p>
            <a:pPr lvl="1"/>
            <a:r>
              <a:rPr lang="en-US" dirty="0" err="1"/>
              <a:t>Iusapis</a:t>
            </a:r>
            <a:r>
              <a:rPr lang="en-US" dirty="0"/>
              <a:t> et </a:t>
            </a:r>
            <a:r>
              <a:rPr lang="en-US" dirty="0" err="1"/>
              <a:t>eatet</a:t>
            </a:r>
            <a:r>
              <a:rPr lang="en-US" dirty="0"/>
              <a:t> </a:t>
            </a:r>
            <a:r>
              <a:rPr lang="en-US" dirty="0" err="1"/>
              <a:t>labo</a:t>
            </a:r>
            <a:endParaRPr lang="en-US" dirty="0"/>
          </a:p>
          <a:p>
            <a:pPr lvl="1"/>
            <a:r>
              <a:rPr lang="en-US" dirty="0" err="1"/>
              <a:t>Onsequid</a:t>
            </a:r>
            <a:r>
              <a:rPr lang="en-US" dirty="0"/>
              <a:t> que </a:t>
            </a:r>
            <a:r>
              <a:rPr lang="en-US" dirty="0" err="1"/>
              <a:t>sero</a:t>
            </a:r>
            <a:endParaRPr lang="en-US" dirty="0"/>
          </a:p>
          <a:p>
            <a:pPr lvl="1"/>
            <a:r>
              <a:rPr lang="en-US" dirty="0" err="1"/>
              <a:t>Modigenis</a:t>
            </a:r>
            <a:r>
              <a:rPr lang="en-US" dirty="0"/>
              <a:t> et </a:t>
            </a:r>
            <a:r>
              <a:rPr lang="en-US" dirty="0" err="1"/>
              <a:t>ipic</a:t>
            </a:r>
            <a:r>
              <a:rPr lang="en-US" dirty="0"/>
              <a:t> </a:t>
            </a:r>
            <a:r>
              <a:rPr lang="en-US" dirty="0" err="1"/>
              <a:t>totas</a:t>
            </a:r>
            <a:endParaRPr lang="en-US" dirty="0"/>
          </a:p>
          <a:p>
            <a:pPr lvl="1"/>
            <a:r>
              <a:rPr lang="en-US" dirty="0" err="1"/>
              <a:t>Aut</a:t>
            </a:r>
            <a:r>
              <a:rPr lang="en-US" dirty="0"/>
              <a:t> </a:t>
            </a:r>
            <a:r>
              <a:rPr lang="en-US" dirty="0" err="1"/>
              <a:t>audae</a:t>
            </a:r>
            <a:r>
              <a:rPr lang="en-US" dirty="0"/>
              <a:t> </a:t>
            </a:r>
            <a:r>
              <a:rPr lang="en-US" dirty="0" err="1"/>
              <a:t>pliquaest</a:t>
            </a:r>
            <a:endParaRPr lang="en-US" dirty="0"/>
          </a:p>
          <a:p>
            <a:r>
              <a:rPr lang="en-US" dirty="0"/>
              <a:t>Et </a:t>
            </a:r>
            <a:r>
              <a:rPr lang="en-US" dirty="0" err="1"/>
              <a:t>eos</a:t>
            </a:r>
            <a:r>
              <a:rPr lang="en-US" dirty="0"/>
              <a:t> </a:t>
            </a:r>
            <a:r>
              <a:rPr lang="en-US" dirty="0" err="1"/>
              <a:t>apero</a:t>
            </a:r>
            <a:r>
              <a:rPr lang="en-US" dirty="0"/>
              <a:t> </a:t>
            </a:r>
            <a:r>
              <a:rPr lang="en-US" dirty="0" err="1"/>
              <a:t>occati</a:t>
            </a:r>
            <a:r>
              <a:rPr lang="en-US" dirty="0"/>
              <a:t> </a:t>
            </a:r>
            <a:r>
              <a:rPr lang="en-US" dirty="0" err="1"/>
              <a:t>ium</a:t>
            </a:r>
            <a:endParaRPr lang="en-US" dirty="0"/>
          </a:p>
          <a:p>
            <a:pPr lvl="1"/>
            <a:r>
              <a:rPr lang="en-US" dirty="0"/>
              <a:t>Il id et </a:t>
            </a:r>
            <a:r>
              <a:rPr lang="en-US" dirty="0" err="1"/>
              <a:t>eostion</a:t>
            </a:r>
            <a:r>
              <a:rPr lang="en-US" dirty="0"/>
              <a:t> </a:t>
            </a:r>
            <a:r>
              <a:rPr lang="en-US" dirty="0" err="1"/>
              <a:t>sequis</a:t>
            </a:r>
            <a:r>
              <a:rPr lang="en-US" dirty="0"/>
              <a:t> </a:t>
            </a:r>
            <a:r>
              <a:rPr lang="en-US" dirty="0" err="1"/>
              <a:t>moluptatqui</a:t>
            </a:r>
            <a:r>
              <a:rPr lang="en-US" dirty="0"/>
              <a:t> </a:t>
            </a:r>
            <a:r>
              <a:rPr lang="en-US" dirty="0" err="1"/>
              <a:t>cus</a:t>
            </a:r>
            <a:endParaRPr lang="en-US" dirty="0"/>
          </a:p>
          <a:p>
            <a:pPr lvl="1"/>
            <a:r>
              <a:rPr lang="en-US" dirty="0" err="1"/>
              <a:t>Doluptas</a:t>
            </a:r>
            <a:r>
              <a:rPr lang="en-US" dirty="0"/>
              <a:t> </a:t>
            </a:r>
            <a:r>
              <a:rPr lang="en-US" dirty="0" err="1"/>
              <a:t>excesti</a:t>
            </a:r>
            <a:r>
              <a:rPr lang="en-US" dirty="0"/>
              <a:t> </a:t>
            </a:r>
            <a:r>
              <a:rPr lang="en-US" dirty="0" err="1"/>
              <a:t>orrorio</a:t>
            </a:r>
            <a:endParaRPr lang="en-US" dirty="0"/>
          </a:p>
        </p:txBody>
      </p:sp>
      <p:sp>
        <p:nvSpPr>
          <p:cNvPr id="6" name="Title 5">
            <a:extLst>
              <a:ext uri="{FF2B5EF4-FFF2-40B4-BE49-F238E27FC236}">
                <a16:creationId xmlns:a16="http://schemas.microsoft.com/office/drawing/2014/main" id="{B281F2BD-22EE-09D4-708E-F4A7ED22C7DB}"/>
              </a:ext>
            </a:extLst>
          </p:cNvPr>
          <p:cNvSpPr>
            <a:spLocks noGrp="1"/>
          </p:cNvSpPr>
          <p:nvPr>
            <p:ph type="title"/>
          </p:nvPr>
        </p:nvSpPr>
        <p:spPr/>
        <p:txBody>
          <a:bodyPr/>
          <a:lstStyle/>
          <a:p>
            <a:r>
              <a:rPr lang="en-US" dirty="0"/>
              <a:t>Agenda 4</a:t>
            </a:r>
          </a:p>
        </p:txBody>
      </p:sp>
      <p:sp>
        <p:nvSpPr>
          <p:cNvPr id="2" name="Footer Placeholder 1">
            <a:extLst>
              <a:ext uri="{FF2B5EF4-FFF2-40B4-BE49-F238E27FC236}">
                <a16:creationId xmlns:a16="http://schemas.microsoft.com/office/drawing/2014/main" id="{576882CE-E88E-CFFA-CF70-9F3EFA8441C0}"/>
              </a:ext>
            </a:extLst>
          </p:cNvPr>
          <p:cNvSpPr>
            <a:spLocks noGrp="1"/>
          </p:cNvSpPr>
          <p:nvPr>
            <p:ph type="ftr" sz="quarter" idx="11"/>
          </p:nvPr>
        </p:nvSpPr>
        <p:spPr/>
        <p:txBody>
          <a:bodyPr/>
          <a:lstStyle/>
          <a:p>
            <a:r>
              <a:rPr lang="en-US"/>
              <a:t>See slide 12 for instructions on how to update footer</a:t>
            </a:r>
            <a:endParaRPr lang="en-US" dirty="0"/>
          </a:p>
        </p:txBody>
      </p:sp>
      <p:sp>
        <p:nvSpPr>
          <p:cNvPr id="7" name="Slide Number Placeholder 6">
            <a:extLst>
              <a:ext uri="{FF2B5EF4-FFF2-40B4-BE49-F238E27FC236}">
                <a16:creationId xmlns:a16="http://schemas.microsoft.com/office/drawing/2014/main" id="{3FE319AD-7140-88A1-1CC8-CDBF33062FC3}"/>
              </a:ext>
            </a:extLst>
          </p:cNvPr>
          <p:cNvSpPr>
            <a:spLocks noGrp="1"/>
          </p:cNvSpPr>
          <p:nvPr>
            <p:ph type="sldNum" sz="quarter" idx="12"/>
          </p:nvPr>
        </p:nvSpPr>
        <p:spPr/>
        <p:txBody>
          <a:bodyPr/>
          <a:lstStyle/>
          <a:p>
            <a:fld id="{862A5111-985B-C14D-9115-5787026182A8}" type="slidenum">
              <a:rPr lang="en-US" smtClean="0"/>
              <a:t>28</a:t>
            </a:fld>
            <a:endParaRPr lang="en-US"/>
          </a:p>
        </p:txBody>
      </p:sp>
    </p:spTree>
    <p:extLst>
      <p:ext uri="{BB962C8B-B14F-4D97-AF65-F5344CB8AC3E}">
        <p14:creationId xmlns:p14="http://schemas.microsoft.com/office/powerpoint/2010/main" val="327540329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935842-80EE-EA67-F9F2-4CA6E32472A6}"/>
              </a:ext>
            </a:extLst>
          </p:cNvPr>
          <p:cNvSpPr>
            <a:spLocks noGrp="1"/>
          </p:cNvSpPr>
          <p:nvPr>
            <p:ph type="title"/>
          </p:nvPr>
        </p:nvSpPr>
        <p:spPr>
          <a:xfrm>
            <a:off x="546100" y="3295650"/>
            <a:ext cx="8267700" cy="1997075"/>
          </a:xfrm>
        </p:spPr>
        <p:txBody>
          <a:bodyPr/>
          <a:lstStyle/>
          <a:p>
            <a:r>
              <a:rPr lang="en-US" dirty="0"/>
              <a:t>H1 Heading</a:t>
            </a:r>
            <a:br>
              <a:rPr lang="en-US" dirty="0"/>
            </a:br>
            <a:r>
              <a:rPr lang="en-US" dirty="0"/>
              <a:t>48pt on up two lines only</a:t>
            </a:r>
          </a:p>
        </p:txBody>
      </p:sp>
      <p:sp>
        <p:nvSpPr>
          <p:cNvPr id="3" name="Footer Placeholder 2">
            <a:extLst>
              <a:ext uri="{FF2B5EF4-FFF2-40B4-BE49-F238E27FC236}">
                <a16:creationId xmlns:a16="http://schemas.microsoft.com/office/drawing/2014/main" id="{15FE311E-AEB7-353F-A988-A5CC8F03EF6B}"/>
              </a:ext>
            </a:extLst>
          </p:cNvPr>
          <p:cNvSpPr>
            <a:spLocks noGrp="1"/>
          </p:cNvSpPr>
          <p:nvPr>
            <p:ph type="ftr" sz="quarter" idx="11"/>
          </p:nvPr>
        </p:nvSpPr>
        <p:spPr/>
        <p:txBody>
          <a:bodyPr/>
          <a:lstStyle/>
          <a:p>
            <a:r>
              <a:rPr lang="en-US"/>
              <a:t>See slide 12 for instructions on how to update footer</a:t>
            </a:r>
          </a:p>
        </p:txBody>
      </p:sp>
      <p:sp>
        <p:nvSpPr>
          <p:cNvPr id="4" name="Slide Number Placeholder 3">
            <a:extLst>
              <a:ext uri="{FF2B5EF4-FFF2-40B4-BE49-F238E27FC236}">
                <a16:creationId xmlns:a16="http://schemas.microsoft.com/office/drawing/2014/main" id="{5E6167C1-DE50-62CB-8CA6-001B4884FF3E}"/>
              </a:ext>
            </a:extLst>
          </p:cNvPr>
          <p:cNvSpPr>
            <a:spLocks noGrp="1"/>
          </p:cNvSpPr>
          <p:nvPr>
            <p:ph type="sldNum" sz="quarter" idx="12"/>
          </p:nvPr>
        </p:nvSpPr>
        <p:spPr/>
        <p:txBody>
          <a:bodyPr/>
          <a:lstStyle/>
          <a:p>
            <a:fld id="{862A5111-985B-C14D-9115-5787026182A8}" type="slidenum">
              <a:rPr lang="en-US" smtClean="0"/>
              <a:t>29</a:t>
            </a:fld>
            <a:endParaRPr lang="en-US"/>
          </a:p>
        </p:txBody>
      </p:sp>
    </p:spTree>
    <p:extLst>
      <p:ext uri="{BB962C8B-B14F-4D97-AF65-F5344CB8AC3E}">
        <p14:creationId xmlns:p14="http://schemas.microsoft.com/office/powerpoint/2010/main" val="269980978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935842-80EE-EA67-F9F2-4CA6E32472A6}"/>
              </a:ext>
            </a:extLst>
          </p:cNvPr>
          <p:cNvSpPr>
            <a:spLocks noGrp="1"/>
          </p:cNvSpPr>
          <p:nvPr>
            <p:ph type="title"/>
          </p:nvPr>
        </p:nvSpPr>
        <p:spPr/>
        <p:txBody>
          <a:bodyPr/>
          <a:lstStyle/>
          <a:p>
            <a:r>
              <a:rPr lang="en-US" dirty="0"/>
              <a:t>H1 Heading</a:t>
            </a:r>
            <a:br>
              <a:rPr lang="en-US" dirty="0"/>
            </a:br>
            <a:r>
              <a:rPr lang="en-US" dirty="0"/>
              <a:t>48pt on up two lines only</a:t>
            </a:r>
          </a:p>
        </p:txBody>
      </p:sp>
      <p:sp>
        <p:nvSpPr>
          <p:cNvPr id="3" name="Footer Placeholder 2">
            <a:extLst>
              <a:ext uri="{FF2B5EF4-FFF2-40B4-BE49-F238E27FC236}">
                <a16:creationId xmlns:a16="http://schemas.microsoft.com/office/drawing/2014/main" id="{42566163-9469-C0D1-CE56-EA35DC287691}"/>
              </a:ext>
            </a:extLst>
          </p:cNvPr>
          <p:cNvSpPr>
            <a:spLocks noGrp="1"/>
          </p:cNvSpPr>
          <p:nvPr>
            <p:ph type="ftr" sz="quarter" idx="11"/>
          </p:nvPr>
        </p:nvSpPr>
        <p:spPr/>
        <p:txBody>
          <a:bodyPr/>
          <a:lstStyle/>
          <a:p>
            <a:r>
              <a:rPr lang="en-US"/>
              <a:t>See slide 12 for instructions on how to update footer</a:t>
            </a:r>
            <a:endParaRPr lang="en-US" dirty="0"/>
          </a:p>
        </p:txBody>
      </p:sp>
      <p:sp>
        <p:nvSpPr>
          <p:cNvPr id="4" name="Slide Number Placeholder 3">
            <a:extLst>
              <a:ext uri="{FF2B5EF4-FFF2-40B4-BE49-F238E27FC236}">
                <a16:creationId xmlns:a16="http://schemas.microsoft.com/office/drawing/2014/main" id="{0B2B3432-D56B-DA6B-841D-929E9209CC39}"/>
              </a:ext>
            </a:extLst>
          </p:cNvPr>
          <p:cNvSpPr>
            <a:spLocks noGrp="1"/>
          </p:cNvSpPr>
          <p:nvPr>
            <p:ph type="sldNum" sz="quarter" idx="12"/>
          </p:nvPr>
        </p:nvSpPr>
        <p:spPr/>
        <p:txBody>
          <a:bodyPr/>
          <a:lstStyle/>
          <a:p>
            <a:fld id="{862A5111-985B-C14D-9115-5787026182A8}" type="slidenum">
              <a:rPr lang="en-US" smtClean="0"/>
              <a:t>30</a:t>
            </a:fld>
            <a:endParaRPr lang="en-US"/>
          </a:p>
        </p:txBody>
      </p:sp>
    </p:spTree>
    <p:extLst>
      <p:ext uri="{BB962C8B-B14F-4D97-AF65-F5344CB8AC3E}">
        <p14:creationId xmlns:p14="http://schemas.microsoft.com/office/powerpoint/2010/main" val="405605738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BE6501-63B6-E9E0-A8A7-D023F208736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8A7341A-F984-8227-CB3D-5EEBDB0EF948}"/>
              </a:ext>
            </a:extLst>
          </p:cNvPr>
          <p:cNvSpPr>
            <a:spLocks noGrp="1"/>
          </p:cNvSpPr>
          <p:nvPr>
            <p:ph type="title"/>
          </p:nvPr>
        </p:nvSpPr>
        <p:spPr/>
        <p:txBody>
          <a:bodyPr/>
          <a:lstStyle/>
          <a:p>
            <a:r>
              <a:rPr lang="en-US" dirty="0"/>
              <a:t>H1 Heading</a:t>
            </a:r>
            <a:br>
              <a:rPr lang="en-US" dirty="0"/>
            </a:br>
            <a:r>
              <a:rPr lang="en-US" dirty="0"/>
              <a:t>48pt for more than two lines should not indent</a:t>
            </a:r>
          </a:p>
        </p:txBody>
      </p:sp>
      <p:sp>
        <p:nvSpPr>
          <p:cNvPr id="3" name="Footer Placeholder 2">
            <a:extLst>
              <a:ext uri="{FF2B5EF4-FFF2-40B4-BE49-F238E27FC236}">
                <a16:creationId xmlns:a16="http://schemas.microsoft.com/office/drawing/2014/main" id="{2E6F843D-F328-4D45-D543-D72C8D6EF6A2}"/>
              </a:ext>
            </a:extLst>
          </p:cNvPr>
          <p:cNvSpPr>
            <a:spLocks noGrp="1"/>
          </p:cNvSpPr>
          <p:nvPr>
            <p:ph type="ftr" sz="quarter" idx="11"/>
          </p:nvPr>
        </p:nvSpPr>
        <p:spPr/>
        <p:txBody>
          <a:bodyPr/>
          <a:lstStyle/>
          <a:p>
            <a:r>
              <a:rPr lang="en-US"/>
              <a:t>See slide 12 for instructions on how to update footer</a:t>
            </a:r>
          </a:p>
        </p:txBody>
      </p:sp>
      <p:sp>
        <p:nvSpPr>
          <p:cNvPr id="4" name="Slide Number Placeholder 3">
            <a:extLst>
              <a:ext uri="{FF2B5EF4-FFF2-40B4-BE49-F238E27FC236}">
                <a16:creationId xmlns:a16="http://schemas.microsoft.com/office/drawing/2014/main" id="{FB7352A3-6D35-B0CC-3DFF-08A88C4A40FC}"/>
              </a:ext>
            </a:extLst>
          </p:cNvPr>
          <p:cNvSpPr>
            <a:spLocks noGrp="1"/>
          </p:cNvSpPr>
          <p:nvPr>
            <p:ph type="sldNum" sz="quarter" idx="12"/>
          </p:nvPr>
        </p:nvSpPr>
        <p:spPr/>
        <p:txBody>
          <a:bodyPr/>
          <a:lstStyle/>
          <a:p>
            <a:fld id="{862A5111-985B-C14D-9115-5787026182A8}" type="slidenum">
              <a:rPr lang="en-US" smtClean="0"/>
              <a:t>31</a:t>
            </a:fld>
            <a:endParaRPr lang="en-US" dirty="0"/>
          </a:p>
        </p:txBody>
      </p:sp>
    </p:spTree>
    <p:extLst>
      <p:ext uri="{BB962C8B-B14F-4D97-AF65-F5344CB8AC3E}">
        <p14:creationId xmlns:p14="http://schemas.microsoft.com/office/powerpoint/2010/main" val="2637231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502540-7A29-902A-13F3-2A504635D7E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C11594B-B08A-49D9-307D-F94D764AE616}"/>
              </a:ext>
            </a:extLst>
          </p:cNvPr>
          <p:cNvSpPr>
            <a:spLocks noGrp="1"/>
          </p:cNvSpPr>
          <p:nvPr>
            <p:ph type="title"/>
          </p:nvPr>
        </p:nvSpPr>
        <p:spPr/>
        <p:txBody>
          <a:bodyPr/>
          <a:lstStyle/>
          <a:p>
            <a:r>
              <a:rPr lang="en-US" dirty="0"/>
              <a:t>H1 Heading</a:t>
            </a:r>
            <a:br>
              <a:rPr lang="en-US" dirty="0"/>
            </a:br>
            <a:r>
              <a:rPr lang="en-US" dirty="0"/>
              <a:t>48pt for more than two lines should not indent</a:t>
            </a:r>
          </a:p>
        </p:txBody>
      </p:sp>
      <p:sp>
        <p:nvSpPr>
          <p:cNvPr id="3" name="Footer Placeholder 2">
            <a:extLst>
              <a:ext uri="{FF2B5EF4-FFF2-40B4-BE49-F238E27FC236}">
                <a16:creationId xmlns:a16="http://schemas.microsoft.com/office/drawing/2014/main" id="{90480F79-135F-A496-579E-D22F87E3FEF9}"/>
              </a:ext>
            </a:extLst>
          </p:cNvPr>
          <p:cNvSpPr>
            <a:spLocks noGrp="1"/>
          </p:cNvSpPr>
          <p:nvPr>
            <p:ph type="ftr" sz="quarter" idx="11"/>
          </p:nvPr>
        </p:nvSpPr>
        <p:spPr/>
        <p:txBody>
          <a:bodyPr/>
          <a:lstStyle/>
          <a:p>
            <a:r>
              <a:rPr lang="en-US"/>
              <a:t>See slide 12 for instructions on how to update footer</a:t>
            </a:r>
          </a:p>
        </p:txBody>
      </p:sp>
      <p:sp>
        <p:nvSpPr>
          <p:cNvPr id="4" name="Slide Number Placeholder 3">
            <a:extLst>
              <a:ext uri="{FF2B5EF4-FFF2-40B4-BE49-F238E27FC236}">
                <a16:creationId xmlns:a16="http://schemas.microsoft.com/office/drawing/2014/main" id="{8F4A4D17-C31B-FBF0-CD39-0315D86837A6}"/>
              </a:ext>
            </a:extLst>
          </p:cNvPr>
          <p:cNvSpPr>
            <a:spLocks noGrp="1"/>
          </p:cNvSpPr>
          <p:nvPr>
            <p:ph type="sldNum" sz="quarter" idx="12"/>
          </p:nvPr>
        </p:nvSpPr>
        <p:spPr/>
        <p:txBody>
          <a:bodyPr/>
          <a:lstStyle/>
          <a:p>
            <a:fld id="{862A5111-985B-C14D-9115-5787026182A8}" type="slidenum">
              <a:rPr lang="en-US" smtClean="0"/>
              <a:t>32</a:t>
            </a:fld>
            <a:endParaRPr lang="en-US" dirty="0"/>
          </a:p>
        </p:txBody>
      </p:sp>
    </p:spTree>
    <p:extLst>
      <p:ext uri="{BB962C8B-B14F-4D97-AF65-F5344CB8AC3E}">
        <p14:creationId xmlns:p14="http://schemas.microsoft.com/office/powerpoint/2010/main" val="422170140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icture Placeholder 1">
            <a:extLst>
              <a:ext uri="{FF2B5EF4-FFF2-40B4-BE49-F238E27FC236}">
                <a16:creationId xmlns:a16="http://schemas.microsoft.com/office/drawing/2014/main" id="{636E7680-1719-C5BE-F664-C8821C64DFEF}"/>
              </a:ext>
            </a:extLst>
          </p:cNvPr>
          <p:cNvSpPr>
            <a:spLocks noGrp="1"/>
          </p:cNvSpPr>
          <p:nvPr>
            <p:ph type="pic" sz="quarter" idx="14"/>
          </p:nvPr>
        </p:nvSpPr>
        <p:spPr/>
        <p:txBody>
          <a:bodyPr/>
          <a:lstStyle/>
          <a:p>
            <a:endParaRPr lang="en-US"/>
          </a:p>
        </p:txBody>
      </p:sp>
      <p:sp>
        <p:nvSpPr>
          <p:cNvPr id="3" name="Title 2">
            <a:extLst>
              <a:ext uri="{FF2B5EF4-FFF2-40B4-BE49-F238E27FC236}">
                <a16:creationId xmlns:a16="http://schemas.microsoft.com/office/drawing/2014/main" id="{72B96E5C-43A7-DD8E-F253-84C78B01453B}"/>
              </a:ext>
            </a:extLst>
          </p:cNvPr>
          <p:cNvSpPr>
            <a:spLocks noGrp="1"/>
          </p:cNvSpPr>
          <p:nvPr>
            <p:ph type="title"/>
          </p:nvPr>
        </p:nvSpPr>
        <p:spPr/>
        <p:txBody>
          <a:bodyPr/>
          <a:lstStyle/>
          <a:p>
            <a:r>
              <a:rPr lang="en-US" dirty="0"/>
              <a:t>H1 Heading</a:t>
            </a:r>
            <a:br>
              <a:rPr lang="en-US" dirty="0"/>
            </a:br>
            <a:r>
              <a:rPr lang="en-US" dirty="0"/>
              <a:t>48pt on up two lines only</a:t>
            </a:r>
          </a:p>
        </p:txBody>
      </p:sp>
      <p:sp>
        <p:nvSpPr>
          <p:cNvPr id="4" name="Footer Placeholder 3">
            <a:extLst>
              <a:ext uri="{FF2B5EF4-FFF2-40B4-BE49-F238E27FC236}">
                <a16:creationId xmlns:a16="http://schemas.microsoft.com/office/drawing/2014/main" id="{B505FB03-38A8-5A90-6D6C-3BA25A1ED137}"/>
              </a:ext>
            </a:extLst>
          </p:cNvPr>
          <p:cNvSpPr>
            <a:spLocks noGrp="1"/>
          </p:cNvSpPr>
          <p:nvPr>
            <p:ph type="ftr" sz="quarter" idx="11"/>
          </p:nvPr>
        </p:nvSpPr>
        <p:spPr/>
        <p:txBody>
          <a:bodyPr/>
          <a:lstStyle/>
          <a:p>
            <a:r>
              <a:rPr lang="en-US"/>
              <a:t>See slide 12 for instructions on how to update footer</a:t>
            </a:r>
          </a:p>
        </p:txBody>
      </p:sp>
      <p:sp>
        <p:nvSpPr>
          <p:cNvPr id="5" name="Slide Number Placeholder 4">
            <a:extLst>
              <a:ext uri="{FF2B5EF4-FFF2-40B4-BE49-F238E27FC236}">
                <a16:creationId xmlns:a16="http://schemas.microsoft.com/office/drawing/2014/main" id="{627BA08C-FD98-A0B9-751B-A52C959F54B8}"/>
              </a:ext>
            </a:extLst>
          </p:cNvPr>
          <p:cNvSpPr>
            <a:spLocks noGrp="1"/>
          </p:cNvSpPr>
          <p:nvPr>
            <p:ph type="sldNum" sz="quarter" idx="12"/>
          </p:nvPr>
        </p:nvSpPr>
        <p:spPr/>
        <p:txBody>
          <a:bodyPr/>
          <a:lstStyle/>
          <a:p>
            <a:fld id="{862A5111-985B-C14D-9115-5787026182A8}" type="slidenum">
              <a:rPr lang="en-US" smtClean="0"/>
              <a:t>33</a:t>
            </a:fld>
            <a:endParaRPr lang="en-US"/>
          </a:p>
        </p:txBody>
      </p:sp>
    </p:spTree>
    <p:extLst>
      <p:ext uri="{BB962C8B-B14F-4D97-AF65-F5344CB8AC3E}">
        <p14:creationId xmlns:p14="http://schemas.microsoft.com/office/powerpoint/2010/main" val="240811931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icture Placeholder 1">
            <a:extLst>
              <a:ext uri="{FF2B5EF4-FFF2-40B4-BE49-F238E27FC236}">
                <a16:creationId xmlns:a16="http://schemas.microsoft.com/office/drawing/2014/main" id="{F5291430-509C-9D1D-53F6-37F8147A6049}"/>
              </a:ext>
            </a:extLst>
          </p:cNvPr>
          <p:cNvSpPr>
            <a:spLocks noGrp="1"/>
          </p:cNvSpPr>
          <p:nvPr>
            <p:ph type="pic" sz="quarter" idx="14"/>
          </p:nvPr>
        </p:nvSpPr>
        <p:spPr/>
        <p:txBody>
          <a:bodyPr/>
          <a:lstStyle/>
          <a:p>
            <a:endParaRPr lang="en-US" dirty="0"/>
          </a:p>
        </p:txBody>
      </p:sp>
      <p:sp>
        <p:nvSpPr>
          <p:cNvPr id="3" name="Title 2">
            <a:extLst>
              <a:ext uri="{FF2B5EF4-FFF2-40B4-BE49-F238E27FC236}">
                <a16:creationId xmlns:a16="http://schemas.microsoft.com/office/drawing/2014/main" id="{D41C159D-4A09-A3CD-1AB0-47BDD6E7F763}"/>
              </a:ext>
            </a:extLst>
          </p:cNvPr>
          <p:cNvSpPr>
            <a:spLocks noGrp="1"/>
          </p:cNvSpPr>
          <p:nvPr>
            <p:ph type="title"/>
          </p:nvPr>
        </p:nvSpPr>
        <p:spPr/>
        <p:txBody>
          <a:bodyPr/>
          <a:lstStyle/>
          <a:p>
            <a:r>
              <a:rPr lang="en-US" dirty="0"/>
              <a:t>H1 Heading</a:t>
            </a:r>
            <a:br>
              <a:rPr lang="en-US" dirty="0"/>
            </a:br>
            <a:r>
              <a:rPr lang="en-US" dirty="0"/>
              <a:t>48pt for more than two lines should not indent</a:t>
            </a:r>
          </a:p>
        </p:txBody>
      </p:sp>
      <p:sp>
        <p:nvSpPr>
          <p:cNvPr id="4" name="Footer Placeholder 3">
            <a:extLst>
              <a:ext uri="{FF2B5EF4-FFF2-40B4-BE49-F238E27FC236}">
                <a16:creationId xmlns:a16="http://schemas.microsoft.com/office/drawing/2014/main" id="{73BEEE34-2E8D-D932-9477-DC270F8FB06C}"/>
              </a:ext>
            </a:extLst>
          </p:cNvPr>
          <p:cNvSpPr>
            <a:spLocks noGrp="1"/>
          </p:cNvSpPr>
          <p:nvPr>
            <p:ph type="ftr" sz="quarter" idx="11"/>
          </p:nvPr>
        </p:nvSpPr>
        <p:spPr/>
        <p:txBody>
          <a:bodyPr/>
          <a:lstStyle/>
          <a:p>
            <a:r>
              <a:rPr lang="en-US"/>
              <a:t>See slide 12 for instructions on how to update footer</a:t>
            </a:r>
            <a:endParaRPr lang="en-US" dirty="0"/>
          </a:p>
        </p:txBody>
      </p:sp>
      <p:sp>
        <p:nvSpPr>
          <p:cNvPr id="5" name="Slide Number Placeholder 4">
            <a:extLst>
              <a:ext uri="{FF2B5EF4-FFF2-40B4-BE49-F238E27FC236}">
                <a16:creationId xmlns:a16="http://schemas.microsoft.com/office/drawing/2014/main" id="{A8577EB0-4DD9-062E-7AF2-F6440711DAAD}"/>
              </a:ext>
            </a:extLst>
          </p:cNvPr>
          <p:cNvSpPr>
            <a:spLocks noGrp="1"/>
          </p:cNvSpPr>
          <p:nvPr>
            <p:ph type="sldNum" sz="quarter" idx="12"/>
          </p:nvPr>
        </p:nvSpPr>
        <p:spPr/>
        <p:txBody>
          <a:bodyPr/>
          <a:lstStyle/>
          <a:p>
            <a:fld id="{862A5111-985B-C14D-9115-5787026182A8}" type="slidenum">
              <a:rPr lang="en-US" smtClean="0"/>
              <a:t>34</a:t>
            </a:fld>
            <a:endParaRPr lang="en-US" dirty="0"/>
          </a:p>
        </p:txBody>
      </p:sp>
    </p:spTree>
    <p:extLst>
      <p:ext uri="{BB962C8B-B14F-4D97-AF65-F5344CB8AC3E}">
        <p14:creationId xmlns:p14="http://schemas.microsoft.com/office/powerpoint/2010/main" val="50239977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4BB12351-FB3F-710C-C037-C06BEDF74254}"/>
              </a:ext>
            </a:extLst>
          </p:cNvPr>
          <p:cNvSpPr>
            <a:spLocks noGrp="1"/>
          </p:cNvSpPr>
          <p:nvPr>
            <p:ph type="ftr" sz="quarter" idx="11"/>
          </p:nvPr>
        </p:nvSpPr>
        <p:spPr>
          <a:xfrm>
            <a:off x="4781550" y="6311900"/>
            <a:ext cx="5448300" cy="269875"/>
          </a:xfrm>
        </p:spPr>
        <p:txBody>
          <a:bodyPr/>
          <a:lstStyle/>
          <a:p>
            <a:r>
              <a:rPr lang="en-US"/>
              <a:t>See slide 12 for instructions on how to update footer</a:t>
            </a:r>
            <a:endParaRPr lang="en-US" dirty="0"/>
          </a:p>
        </p:txBody>
      </p:sp>
      <p:sp>
        <p:nvSpPr>
          <p:cNvPr id="3" name="Slide Number Placeholder 2">
            <a:extLst>
              <a:ext uri="{FF2B5EF4-FFF2-40B4-BE49-F238E27FC236}">
                <a16:creationId xmlns:a16="http://schemas.microsoft.com/office/drawing/2014/main" id="{CAE3869F-DA94-0B30-377F-C495139B2FFC}"/>
              </a:ext>
            </a:extLst>
          </p:cNvPr>
          <p:cNvSpPr>
            <a:spLocks noGrp="1"/>
          </p:cNvSpPr>
          <p:nvPr>
            <p:ph type="sldNum" sz="quarter" idx="12"/>
          </p:nvPr>
        </p:nvSpPr>
        <p:spPr>
          <a:xfrm>
            <a:off x="10429875" y="6311900"/>
            <a:ext cx="1208087" cy="269875"/>
          </a:xfrm>
        </p:spPr>
        <p:txBody>
          <a:bodyPr/>
          <a:lstStyle/>
          <a:p>
            <a:fld id="{862A5111-985B-C14D-9115-5787026182A8}" type="slidenum">
              <a:rPr lang="en-US" smtClean="0"/>
              <a:pPr/>
              <a:t>35</a:t>
            </a:fld>
            <a:endParaRPr lang="en-US" dirty="0"/>
          </a:p>
        </p:txBody>
      </p:sp>
      <p:sp>
        <p:nvSpPr>
          <p:cNvPr id="4" name="Title 3">
            <a:extLst>
              <a:ext uri="{FF2B5EF4-FFF2-40B4-BE49-F238E27FC236}">
                <a16:creationId xmlns:a16="http://schemas.microsoft.com/office/drawing/2014/main" id="{7853B22F-0B38-1BF8-3EDE-25BFDFA48338}"/>
              </a:ext>
            </a:extLst>
          </p:cNvPr>
          <p:cNvSpPr>
            <a:spLocks noGrp="1"/>
          </p:cNvSpPr>
          <p:nvPr>
            <p:ph type="title"/>
          </p:nvPr>
        </p:nvSpPr>
        <p:spPr>
          <a:xfrm>
            <a:off x="546100" y="552450"/>
            <a:ext cx="3300984" cy="869950"/>
          </a:xfrm>
        </p:spPr>
        <p:txBody>
          <a:bodyPr/>
          <a:lstStyle/>
          <a:p>
            <a:r>
              <a:rPr lang="en-US" dirty="0"/>
              <a:t>Executive summary style 1</a:t>
            </a:r>
          </a:p>
        </p:txBody>
      </p:sp>
      <p:sp>
        <p:nvSpPr>
          <p:cNvPr id="25" name="Text Placeholder 24">
            <a:extLst>
              <a:ext uri="{FF2B5EF4-FFF2-40B4-BE49-F238E27FC236}">
                <a16:creationId xmlns:a16="http://schemas.microsoft.com/office/drawing/2014/main" id="{56EC3256-9662-BBF2-1394-3FB6CFA0F16C}"/>
              </a:ext>
            </a:extLst>
          </p:cNvPr>
          <p:cNvSpPr>
            <a:spLocks noGrp="1"/>
          </p:cNvSpPr>
          <p:nvPr>
            <p:ph type="body" sz="quarter" idx="13"/>
          </p:nvPr>
        </p:nvSpPr>
        <p:spPr/>
        <p:txBody>
          <a:bodyPr/>
          <a:lstStyle/>
          <a:p>
            <a:endParaRPr lang="en-US"/>
          </a:p>
        </p:txBody>
      </p:sp>
      <p:sp>
        <p:nvSpPr>
          <p:cNvPr id="7" name="Content Placeholder 6">
            <a:extLst>
              <a:ext uri="{FF2B5EF4-FFF2-40B4-BE49-F238E27FC236}">
                <a16:creationId xmlns:a16="http://schemas.microsoft.com/office/drawing/2014/main" id="{B0774ADE-2E81-9527-052C-1C476D8CD2F5}"/>
              </a:ext>
            </a:extLst>
          </p:cNvPr>
          <p:cNvSpPr>
            <a:spLocks noGrp="1"/>
          </p:cNvSpPr>
          <p:nvPr>
            <p:ph sz="quarter" idx="18"/>
          </p:nvPr>
        </p:nvSpPr>
        <p:spPr>
          <a:xfrm>
            <a:off x="4794909" y="550862"/>
            <a:ext cx="6843053" cy="5616576"/>
          </a:xfrm>
        </p:spPr>
        <p:txBody>
          <a:bodyPr/>
          <a:lstStyle/>
          <a:p>
            <a:r>
              <a:rPr lang="en-US" dirty="0"/>
              <a:t>Topic in GT America Bold 18pt</a:t>
            </a:r>
          </a:p>
          <a:p>
            <a:pPr lvl="1"/>
            <a:r>
              <a:rPr lang="en-US" dirty="0"/>
              <a:t>Bullet level one in GT America 14pt, using “Increase List Level” button</a:t>
            </a:r>
          </a:p>
          <a:p>
            <a:pPr lvl="1"/>
            <a:r>
              <a:rPr lang="en-US" dirty="0"/>
              <a:t>Bullet level one for all subsequent bullets</a:t>
            </a:r>
          </a:p>
          <a:p>
            <a:pPr lvl="1"/>
            <a:r>
              <a:rPr lang="en-US" dirty="0"/>
              <a:t>Bullet level one for all subsequent bullets</a:t>
            </a:r>
          </a:p>
          <a:p>
            <a:endParaRPr lang="en-US" dirty="0"/>
          </a:p>
          <a:p>
            <a:r>
              <a:rPr lang="en-US" dirty="0" err="1"/>
              <a:t>Exceria</a:t>
            </a:r>
            <a:r>
              <a:rPr lang="en-US" dirty="0"/>
              <a:t> sunt et ilia </a:t>
            </a:r>
            <a:r>
              <a:rPr lang="en-US" dirty="0" err="1"/>
              <a:t>voluptatem</a:t>
            </a:r>
            <a:r>
              <a:rPr lang="en-US" dirty="0"/>
              <a:t> </a:t>
            </a:r>
            <a:r>
              <a:rPr lang="en-US" dirty="0" err="1"/>
              <a:t>tem</a:t>
            </a:r>
            <a:r>
              <a:rPr lang="en-US" dirty="0"/>
              <a:t> </a:t>
            </a:r>
            <a:r>
              <a:rPr lang="en-US" dirty="0" err="1"/>
              <a:t>facepudist</a:t>
            </a:r>
            <a:r>
              <a:rPr lang="en-US" dirty="0"/>
              <a:t> </a:t>
            </a:r>
            <a:r>
              <a:rPr lang="en-US" dirty="0" err="1"/>
              <a:t>haris</a:t>
            </a:r>
            <a:r>
              <a:rPr lang="en-US" dirty="0"/>
              <a:t> most</a:t>
            </a:r>
          </a:p>
          <a:p>
            <a:pPr lvl="1"/>
            <a:r>
              <a:rPr lang="en-US" dirty="0" err="1"/>
              <a:t>Sequatumene</a:t>
            </a:r>
            <a:r>
              <a:rPr lang="en-US" dirty="0"/>
              <a:t> </a:t>
            </a:r>
            <a:r>
              <a:rPr lang="en-US" dirty="0" err="1"/>
              <a:t>rereperro</a:t>
            </a:r>
            <a:r>
              <a:rPr lang="en-US" dirty="0"/>
              <a:t> </a:t>
            </a:r>
            <a:r>
              <a:rPr lang="en-US" dirty="0" err="1"/>
              <a:t>blatur</a:t>
            </a:r>
            <a:r>
              <a:rPr lang="en-US" dirty="0"/>
              <a:t> sed </a:t>
            </a:r>
            <a:r>
              <a:rPr lang="en-US" dirty="0" err="1"/>
              <a:t>eos</a:t>
            </a:r>
            <a:r>
              <a:rPr lang="en-US" dirty="0"/>
              <a:t> et into </a:t>
            </a:r>
            <a:r>
              <a:rPr lang="en-US" dirty="0" err="1"/>
              <a:t>ommos</a:t>
            </a:r>
            <a:endParaRPr lang="en-US" dirty="0"/>
          </a:p>
          <a:p>
            <a:pPr lvl="1"/>
            <a:r>
              <a:rPr lang="en-US" dirty="0" err="1"/>
              <a:t>Ullabor</a:t>
            </a:r>
            <a:r>
              <a:rPr lang="en-US" dirty="0"/>
              <a:t> </a:t>
            </a:r>
            <a:r>
              <a:rPr lang="en-US" dirty="0" err="1"/>
              <a:t>ibustor</a:t>
            </a:r>
            <a:r>
              <a:rPr lang="en-US" dirty="0"/>
              <a:t> </a:t>
            </a:r>
            <a:r>
              <a:rPr lang="en-US" dirty="0" err="1"/>
              <a:t>essitatum</a:t>
            </a:r>
            <a:r>
              <a:rPr lang="en-US" dirty="0"/>
              <a:t> et </a:t>
            </a:r>
            <a:r>
              <a:rPr lang="en-US" dirty="0" err="1"/>
              <a:t>ressim</a:t>
            </a:r>
            <a:r>
              <a:rPr lang="en-US" dirty="0"/>
              <a:t> </a:t>
            </a:r>
            <a:r>
              <a:rPr lang="en-US" dirty="0" err="1"/>
              <a:t>dellorro</a:t>
            </a:r>
            <a:r>
              <a:rPr lang="en-US" dirty="0"/>
              <a:t> </a:t>
            </a:r>
            <a:r>
              <a:rPr lang="en-US" dirty="0" err="1"/>
              <a:t>tet</a:t>
            </a:r>
            <a:r>
              <a:rPr lang="en-US" dirty="0"/>
              <a:t>, </a:t>
            </a:r>
            <a:r>
              <a:rPr lang="en-US" dirty="0" err="1"/>
              <a:t>occum</a:t>
            </a:r>
            <a:endParaRPr lang="en-US" dirty="0"/>
          </a:p>
          <a:p>
            <a:pPr lvl="1"/>
            <a:r>
              <a:rPr lang="en-US" dirty="0" err="1"/>
              <a:t>Vollo</a:t>
            </a:r>
            <a:r>
              <a:rPr lang="en-US" dirty="0"/>
              <a:t> </a:t>
            </a:r>
            <a:r>
              <a:rPr lang="en-US" dirty="0" err="1"/>
              <a:t>dit</a:t>
            </a:r>
            <a:r>
              <a:rPr lang="en-US" dirty="0"/>
              <a:t> arum </a:t>
            </a:r>
            <a:r>
              <a:rPr lang="en-US" dirty="0" err="1"/>
              <a:t>alicidu</a:t>
            </a:r>
            <a:r>
              <a:rPr lang="en-US" dirty="0"/>
              <a:t> </a:t>
            </a:r>
            <a:r>
              <a:rPr lang="en-US" dirty="0" err="1"/>
              <a:t>ciatem</a:t>
            </a:r>
            <a:r>
              <a:rPr lang="en-US" dirty="0"/>
              <a:t> </a:t>
            </a:r>
            <a:r>
              <a:rPr lang="en-US" dirty="0" err="1"/>
              <a:t>antiusam</a:t>
            </a:r>
            <a:r>
              <a:rPr lang="en-US" dirty="0"/>
              <a:t> </a:t>
            </a:r>
            <a:r>
              <a:rPr lang="en-US" dirty="0" err="1"/>
              <a:t>audaepta</a:t>
            </a:r>
            <a:r>
              <a:rPr lang="en-US" dirty="0"/>
              <a:t> </a:t>
            </a:r>
            <a:r>
              <a:rPr lang="en-US" dirty="0" err="1"/>
              <a:t>quatur</a:t>
            </a:r>
            <a:endParaRPr lang="en-US" dirty="0"/>
          </a:p>
          <a:p>
            <a:pPr lvl="1"/>
            <a:r>
              <a:rPr lang="en-US" dirty="0" err="1"/>
              <a:t>Harunti</a:t>
            </a:r>
            <a:r>
              <a:rPr lang="en-US" dirty="0"/>
              <a:t> </a:t>
            </a:r>
            <a:r>
              <a:rPr lang="en-US" dirty="0" err="1"/>
              <a:t>nctium</a:t>
            </a:r>
            <a:r>
              <a:rPr lang="en-US" dirty="0"/>
              <a:t> </a:t>
            </a:r>
            <a:r>
              <a:rPr lang="en-US" dirty="0" err="1"/>
              <a:t>iur</a:t>
            </a:r>
            <a:r>
              <a:rPr lang="en-US" dirty="0"/>
              <a:t> </a:t>
            </a:r>
            <a:r>
              <a:rPr lang="en-US" dirty="0" err="1"/>
              <a:t>sincto</a:t>
            </a:r>
            <a:endParaRPr lang="en-US" dirty="0"/>
          </a:p>
          <a:p>
            <a:endParaRPr lang="en-US" dirty="0"/>
          </a:p>
          <a:p>
            <a:r>
              <a:rPr lang="en-US" dirty="0" err="1"/>
              <a:t>Optae</a:t>
            </a:r>
            <a:r>
              <a:rPr lang="en-US" dirty="0"/>
              <a:t> </a:t>
            </a:r>
            <a:r>
              <a:rPr lang="en-US" dirty="0" err="1"/>
              <a:t>venis</a:t>
            </a:r>
            <a:r>
              <a:rPr lang="en-US" dirty="0"/>
              <a:t> </a:t>
            </a:r>
            <a:r>
              <a:rPr lang="en-US" dirty="0" err="1"/>
              <a:t>prempor</a:t>
            </a:r>
            <a:r>
              <a:rPr lang="en-US" dirty="0"/>
              <a:t> </a:t>
            </a:r>
            <a:r>
              <a:rPr lang="en-US" dirty="0" err="1"/>
              <a:t>rentius</a:t>
            </a:r>
            <a:r>
              <a:rPr lang="en-US" dirty="0"/>
              <a:t> </a:t>
            </a:r>
            <a:r>
              <a:rPr lang="en-US" dirty="0" err="1"/>
              <a:t>venimus</a:t>
            </a:r>
            <a:r>
              <a:rPr lang="en-US" dirty="0"/>
              <a:t> </a:t>
            </a:r>
            <a:r>
              <a:rPr lang="en-US" dirty="0" err="1"/>
              <a:t>doluptas</a:t>
            </a:r>
            <a:r>
              <a:rPr lang="en-US" dirty="0"/>
              <a:t> </a:t>
            </a:r>
            <a:r>
              <a:rPr lang="en-US" dirty="0" err="1"/>
              <a:t>ratquia</a:t>
            </a:r>
            <a:endParaRPr lang="en-US" dirty="0"/>
          </a:p>
          <a:p>
            <a:pPr lvl="1"/>
            <a:r>
              <a:rPr lang="en-US" dirty="0" err="1"/>
              <a:t>Ullatquiae</a:t>
            </a:r>
            <a:r>
              <a:rPr lang="en-US" dirty="0"/>
              <a:t> </a:t>
            </a:r>
            <a:r>
              <a:rPr lang="en-US" dirty="0" err="1"/>
              <a:t>perio</a:t>
            </a:r>
            <a:r>
              <a:rPr lang="en-US" dirty="0"/>
              <a:t> </a:t>
            </a:r>
            <a:r>
              <a:rPr lang="en-US" dirty="0" err="1"/>
              <a:t>etur</a:t>
            </a:r>
            <a:r>
              <a:rPr lang="en-US" dirty="0"/>
              <a:t> </a:t>
            </a:r>
            <a:r>
              <a:rPr lang="en-US" dirty="0" err="1"/>
              <a:t>aceror</a:t>
            </a:r>
            <a:r>
              <a:rPr lang="en-US" dirty="0"/>
              <a:t> </a:t>
            </a:r>
            <a:r>
              <a:rPr lang="en-US" dirty="0" err="1"/>
              <a:t>seditem</a:t>
            </a:r>
            <a:r>
              <a:rPr lang="en-US" dirty="0"/>
              <a:t> </a:t>
            </a:r>
            <a:r>
              <a:rPr lang="en-US" dirty="0" err="1"/>
              <a:t>utem</a:t>
            </a:r>
            <a:endParaRPr lang="en-US" dirty="0"/>
          </a:p>
          <a:p>
            <a:pPr lvl="1"/>
            <a:r>
              <a:rPr lang="en-US" dirty="0" err="1"/>
              <a:t>Nequi</a:t>
            </a:r>
            <a:r>
              <a:rPr lang="en-US" dirty="0"/>
              <a:t> </a:t>
            </a:r>
            <a:r>
              <a:rPr lang="en-US" dirty="0" err="1"/>
              <a:t>doluptam</a:t>
            </a:r>
            <a:r>
              <a:rPr lang="en-US" dirty="0"/>
              <a:t> </a:t>
            </a:r>
            <a:r>
              <a:rPr lang="en-US" dirty="0" err="1"/>
              <a:t>endios</a:t>
            </a:r>
            <a:r>
              <a:rPr lang="en-US" dirty="0"/>
              <a:t> </a:t>
            </a:r>
            <a:r>
              <a:rPr lang="en-US" dirty="0" err="1"/>
              <a:t>erestin</a:t>
            </a:r>
            <a:r>
              <a:rPr lang="en-US" dirty="0"/>
              <a:t> nim </a:t>
            </a:r>
            <a:r>
              <a:rPr lang="en-US" dirty="0" err="1"/>
              <a:t>idis</a:t>
            </a:r>
            <a:r>
              <a:rPr lang="en-US" dirty="0"/>
              <a:t> </a:t>
            </a:r>
            <a:r>
              <a:rPr lang="en-US" dirty="0" err="1"/>
              <a:t>veliaernatet</a:t>
            </a:r>
            <a:endParaRPr lang="en-US" dirty="0"/>
          </a:p>
          <a:p>
            <a:pPr lvl="1"/>
            <a:r>
              <a:rPr lang="en-US" dirty="0" err="1"/>
              <a:t>Aut</a:t>
            </a:r>
            <a:r>
              <a:rPr lang="en-US" dirty="0"/>
              <a:t> </a:t>
            </a:r>
            <a:r>
              <a:rPr lang="en-US" dirty="0" err="1"/>
              <a:t>quas</a:t>
            </a:r>
            <a:r>
              <a:rPr lang="en-US" dirty="0"/>
              <a:t> sit </a:t>
            </a:r>
            <a:r>
              <a:rPr lang="en-US" dirty="0" err="1"/>
              <a:t>exceperum</a:t>
            </a:r>
            <a:r>
              <a:rPr lang="en-US" dirty="0"/>
              <a:t> </a:t>
            </a:r>
            <a:r>
              <a:rPr lang="en-US" dirty="0" err="1"/>
              <a:t>quodi</a:t>
            </a:r>
            <a:r>
              <a:rPr lang="en-US" dirty="0"/>
              <a:t> </a:t>
            </a:r>
            <a:r>
              <a:rPr lang="en-US" dirty="0" err="1"/>
              <a:t>omnissi</a:t>
            </a:r>
            <a:r>
              <a:rPr lang="en-US" dirty="0"/>
              <a:t> </a:t>
            </a:r>
            <a:r>
              <a:rPr lang="en-US" dirty="0" err="1"/>
              <a:t>ni</a:t>
            </a:r>
            <a:r>
              <a:rPr lang="en-US" dirty="0"/>
              <a:t> at </a:t>
            </a:r>
            <a:r>
              <a:rPr lang="en-US" dirty="0" err="1"/>
              <a:t>optatioris</a:t>
            </a:r>
            <a:r>
              <a:rPr lang="en-US" dirty="0"/>
              <a:t> </a:t>
            </a:r>
            <a:r>
              <a:rPr lang="en-US" dirty="0" err="1"/>
              <a:t>audi</a:t>
            </a:r>
            <a:endParaRPr lang="en-US" dirty="0"/>
          </a:p>
          <a:p>
            <a:endParaRPr lang="en-US" dirty="0"/>
          </a:p>
        </p:txBody>
      </p:sp>
      <p:sp>
        <p:nvSpPr>
          <p:cNvPr id="10" name="Text Placeholder 9">
            <a:extLst>
              <a:ext uri="{FF2B5EF4-FFF2-40B4-BE49-F238E27FC236}">
                <a16:creationId xmlns:a16="http://schemas.microsoft.com/office/drawing/2014/main" id="{D8DD39DC-2EDB-42AD-1E57-4E55AEB7FB8F}"/>
              </a:ext>
            </a:extLst>
          </p:cNvPr>
          <p:cNvSpPr>
            <a:spLocks noGrp="1"/>
          </p:cNvSpPr>
          <p:nvPr>
            <p:ph type="body" sz="quarter" idx="15"/>
          </p:nvPr>
        </p:nvSpPr>
        <p:spPr>
          <a:xfrm>
            <a:off x="546099" y="1849439"/>
            <a:ext cx="3300984" cy="3443286"/>
          </a:xfrm>
        </p:spPr>
        <p:txBody>
          <a:bodyPr/>
          <a:lstStyle/>
          <a:p>
            <a:r>
              <a:rPr lang="en-US" dirty="0"/>
              <a:t>GT America Regular 14pt</a:t>
            </a:r>
          </a:p>
          <a:p>
            <a:pPr lvl="1"/>
            <a:r>
              <a:rPr lang="en-US" dirty="0"/>
              <a:t>Bullet level one in GT America 14pt, using “Increase List Level” button</a:t>
            </a:r>
          </a:p>
        </p:txBody>
      </p:sp>
    </p:spTree>
    <p:extLst>
      <p:ext uri="{BB962C8B-B14F-4D97-AF65-F5344CB8AC3E}">
        <p14:creationId xmlns:p14="http://schemas.microsoft.com/office/powerpoint/2010/main" val="11147651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45C33BB1-610D-23C9-CAFE-C0CEAAAB4B00}"/>
              </a:ext>
            </a:extLst>
          </p:cNvPr>
          <p:cNvSpPr>
            <a:spLocks noGrp="1"/>
          </p:cNvSpPr>
          <p:nvPr>
            <p:ph type="ftr" sz="quarter" idx="11"/>
          </p:nvPr>
        </p:nvSpPr>
        <p:spPr>
          <a:xfrm>
            <a:off x="4781550" y="6311900"/>
            <a:ext cx="5448300" cy="269875"/>
          </a:xfrm>
        </p:spPr>
        <p:txBody>
          <a:bodyPr/>
          <a:lstStyle/>
          <a:p>
            <a:r>
              <a:rPr lang="en-US"/>
              <a:t>See slide 12 for instructions on how to update footer</a:t>
            </a:r>
            <a:endParaRPr lang="en-US" dirty="0"/>
          </a:p>
        </p:txBody>
      </p:sp>
      <p:sp>
        <p:nvSpPr>
          <p:cNvPr id="3" name="Slide Number Placeholder 2">
            <a:extLst>
              <a:ext uri="{FF2B5EF4-FFF2-40B4-BE49-F238E27FC236}">
                <a16:creationId xmlns:a16="http://schemas.microsoft.com/office/drawing/2014/main" id="{91991ACF-D8B7-6D1C-AB13-F4407DE02425}"/>
              </a:ext>
            </a:extLst>
          </p:cNvPr>
          <p:cNvSpPr>
            <a:spLocks noGrp="1"/>
          </p:cNvSpPr>
          <p:nvPr>
            <p:ph type="sldNum" sz="quarter" idx="12"/>
          </p:nvPr>
        </p:nvSpPr>
        <p:spPr>
          <a:xfrm>
            <a:off x="10429875" y="6311900"/>
            <a:ext cx="1208087" cy="269875"/>
          </a:xfrm>
        </p:spPr>
        <p:txBody>
          <a:bodyPr/>
          <a:lstStyle/>
          <a:p>
            <a:fld id="{862A5111-985B-C14D-9115-5787026182A8}" type="slidenum">
              <a:rPr lang="en-US" smtClean="0"/>
              <a:pPr/>
              <a:t>36</a:t>
            </a:fld>
            <a:endParaRPr lang="en-US" dirty="0"/>
          </a:p>
        </p:txBody>
      </p:sp>
      <p:sp>
        <p:nvSpPr>
          <p:cNvPr id="4" name="Title 3">
            <a:extLst>
              <a:ext uri="{FF2B5EF4-FFF2-40B4-BE49-F238E27FC236}">
                <a16:creationId xmlns:a16="http://schemas.microsoft.com/office/drawing/2014/main" id="{550F93DD-A785-ABD7-CD07-B37980771520}"/>
              </a:ext>
            </a:extLst>
          </p:cNvPr>
          <p:cNvSpPr>
            <a:spLocks noGrp="1"/>
          </p:cNvSpPr>
          <p:nvPr>
            <p:ph type="title"/>
          </p:nvPr>
        </p:nvSpPr>
        <p:spPr>
          <a:xfrm>
            <a:off x="546100" y="552450"/>
            <a:ext cx="3300984" cy="869950"/>
          </a:xfrm>
        </p:spPr>
        <p:txBody>
          <a:bodyPr/>
          <a:lstStyle/>
          <a:p>
            <a:r>
              <a:rPr lang="en-US" dirty="0"/>
              <a:t>Executive summary style 2</a:t>
            </a:r>
          </a:p>
        </p:txBody>
      </p:sp>
      <p:sp>
        <p:nvSpPr>
          <p:cNvPr id="25" name="Text Placeholder 24">
            <a:extLst>
              <a:ext uri="{FF2B5EF4-FFF2-40B4-BE49-F238E27FC236}">
                <a16:creationId xmlns:a16="http://schemas.microsoft.com/office/drawing/2014/main" id="{92A1B986-573B-CBEC-79F2-4268220CB2A4}"/>
              </a:ext>
            </a:extLst>
          </p:cNvPr>
          <p:cNvSpPr>
            <a:spLocks noGrp="1"/>
          </p:cNvSpPr>
          <p:nvPr>
            <p:ph type="body" sz="quarter" idx="13"/>
          </p:nvPr>
        </p:nvSpPr>
        <p:spPr/>
        <p:txBody>
          <a:bodyPr/>
          <a:lstStyle/>
          <a:p>
            <a:endParaRPr lang="en-US"/>
          </a:p>
        </p:txBody>
      </p:sp>
      <p:graphicFrame>
        <p:nvGraphicFramePr>
          <p:cNvPr id="16" name="Table Placeholder 7">
            <a:extLst>
              <a:ext uri="{FF2B5EF4-FFF2-40B4-BE49-F238E27FC236}">
                <a16:creationId xmlns:a16="http://schemas.microsoft.com/office/drawing/2014/main" id="{B32B2834-22F5-7E98-806F-2B656E8FFFE2}"/>
              </a:ext>
            </a:extLst>
          </p:cNvPr>
          <p:cNvGraphicFramePr>
            <a:graphicFrameLocks noGrp="1"/>
          </p:cNvGraphicFramePr>
          <p:nvPr>
            <p:ph sz="quarter" idx="18"/>
            <p:extLst>
              <p:ext uri="{D42A27DB-BD31-4B8C-83A1-F6EECF244321}">
                <p14:modId xmlns:p14="http://schemas.microsoft.com/office/powerpoint/2010/main" val="1350798874"/>
              </p:ext>
            </p:extLst>
          </p:nvPr>
        </p:nvGraphicFramePr>
        <p:xfrm>
          <a:off x="4794250" y="550863"/>
          <a:ext cx="6843713" cy="5759450"/>
        </p:xfrm>
        <a:graphic>
          <a:graphicData uri="http://schemas.openxmlformats.org/drawingml/2006/table">
            <a:tbl>
              <a:tblPr>
                <a:tableStyleId>{2D5ABB26-0587-4C30-8999-92F81FD0307C}</a:tableStyleId>
              </a:tblPr>
              <a:tblGrid>
                <a:gridCol w="662334">
                  <a:extLst>
                    <a:ext uri="{9D8B030D-6E8A-4147-A177-3AD203B41FA5}">
                      <a16:colId xmlns:a16="http://schemas.microsoft.com/office/drawing/2014/main" val="2469643470"/>
                    </a:ext>
                  </a:extLst>
                </a:gridCol>
                <a:gridCol w="6181379">
                  <a:extLst>
                    <a:ext uri="{9D8B030D-6E8A-4147-A177-3AD203B41FA5}">
                      <a16:colId xmlns:a16="http://schemas.microsoft.com/office/drawing/2014/main" val="632822243"/>
                    </a:ext>
                  </a:extLst>
                </a:gridCol>
              </a:tblGrid>
              <a:tr h="1151890">
                <a:tc>
                  <a:txBody>
                    <a:bodyPr/>
                    <a:lstStyle/>
                    <a:p>
                      <a:pPr algn="l"/>
                      <a:r>
                        <a:rPr lang="en-US" sz="5400" dirty="0">
                          <a:solidFill>
                            <a:schemeClr val="accent1"/>
                          </a:solidFill>
                          <a:latin typeface="+mj-lt"/>
                        </a:rPr>
                        <a:t>1</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solidFill>
                        <a:srgbClr val="9C9FA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b="1" i="0" kern="1200" dirty="0">
                          <a:solidFill>
                            <a:schemeClr val="tx1"/>
                          </a:solidFill>
                          <a:effectLst/>
                          <a:latin typeface="+mn-lt"/>
                          <a:ea typeface="GT America Regular" charset="0"/>
                          <a:cs typeface="GT America Regular" charset="0"/>
                        </a:rPr>
                        <a:t>Topic in GT America Regular Bold 14pt</a:t>
                      </a:r>
                    </a:p>
                    <a:p>
                      <a:r>
                        <a:rPr lang="en-US" sz="1400" b="0" i="0" kern="1200" dirty="0">
                          <a:solidFill>
                            <a:schemeClr val="tx1"/>
                          </a:solidFill>
                          <a:effectLst/>
                          <a:latin typeface="+mn-lt"/>
                          <a:ea typeface="GT America Regular" charset="0"/>
                          <a:cs typeface="GT America Regular" charset="0"/>
                        </a:rPr>
                        <a:t>Detail in GT America 14pt, black</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solidFill>
                        <a:srgbClr val="9C9FA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796007491"/>
                  </a:ext>
                </a:extLst>
              </a:tr>
              <a:tr h="115189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5400" b="0" i="0" u="none" strike="noStrike" kern="1200" cap="none" spc="0" normalizeH="0" baseline="0" noProof="0" dirty="0">
                          <a:ln>
                            <a:noFill/>
                          </a:ln>
                          <a:solidFill>
                            <a:schemeClr val="accent1"/>
                          </a:solidFill>
                          <a:effectLst/>
                          <a:uLnTx/>
                          <a:uFillTx/>
                          <a:latin typeface="+mj-lt"/>
                          <a:ea typeface="+mn-ea"/>
                          <a:cs typeface="+mn-cs"/>
                        </a:rPr>
                        <a:t>2</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rgbClr val="9C9FA1"/>
                      </a:solidFill>
                      <a:prstDash val="solid"/>
                      <a:round/>
                      <a:headEnd type="none" w="med" len="med"/>
                      <a:tailEnd type="none" w="med" len="med"/>
                    </a:lnT>
                    <a:lnB w="6350" cap="flat" cmpd="sng" algn="ctr">
                      <a:solidFill>
                        <a:srgbClr val="9C9FA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b="1" i="0" kern="1200" dirty="0">
                          <a:solidFill>
                            <a:schemeClr val="tx1"/>
                          </a:solidFill>
                          <a:effectLst/>
                          <a:latin typeface="+mn-lt"/>
                          <a:ea typeface="GT America Regular" charset="0"/>
                          <a:cs typeface="GT America Regular" charset="0"/>
                        </a:rPr>
                        <a:t>This Agenda slide uses a table</a:t>
                      </a:r>
                    </a:p>
                    <a:p>
                      <a:r>
                        <a:rPr lang="en-US" sz="1400" b="0" i="0" kern="1200" dirty="0">
                          <a:solidFill>
                            <a:schemeClr val="tx1"/>
                          </a:solidFill>
                          <a:effectLst/>
                          <a:latin typeface="+mn-lt"/>
                          <a:ea typeface="GT America Regular" charset="0"/>
                          <a:cs typeface="GT America Regular" charset="0"/>
                        </a:rPr>
                        <a:t>Insert (or delete) rows to adjust the number of topics</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rgbClr val="9C9FA1"/>
                      </a:solidFill>
                      <a:prstDash val="solid"/>
                      <a:round/>
                      <a:headEnd type="none" w="med" len="med"/>
                      <a:tailEnd type="none" w="med" len="med"/>
                    </a:lnT>
                    <a:lnB w="6350" cap="flat" cmpd="sng" algn="ctr">
                      <a:solidFill>
                        <a:srgbClr val="9C9FA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277285981"/>
                  </a:ext>
                </a:extLst>
              </a:tr>
              <a:tr h="1151890">
                <a:tc>
                  <a:txBody>
                    <a:bodyPr/>
                    <a:lstStyle/>
                    <a:p>
                      <a:pPr algn="l"/>
                      <a:r>
                        <a:rPr lang="en-US" sz="5400" dirty="0">
                          <a:solidFill>
                            <a:schemeClr val="accent1"/>
                          </a:solidFill>
                          <a:latin typeface="+mj-lt"/>
                        </a:rPr>
                        <a:t>3</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rgbClr val="9C9FA1"/>
                      </a:solidFill>
                      <a:prstDash val="solid"/>
                      <a:round/>
                      <a:headEnd type="none" w="med" len="med"/>
                      <a:tailEnd type="none" w="med" len="med"/>
                    </a:lnT>
                    <a:lnB w="6350" cap="flat" cmpd="sng" algn="ctr">
                      <a:solidFill>
                        <a:srgbClr val="9C9FA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b="1" i="0" kern="1200" dirty="0">
                          <a:solidFill>
                            <a:schemeClr val="tx1"/>
                          </a:solidFill>
                          <a:effectLst/>
                          <a:latin typeface="+mn-lt"/>
                          <a:ea typeface="GT America Regular" charset="0"/>
                          <a:cs typeface="GT America Regular" charset="0"/>
                        </a:rPr>
                        <a:t>Topic in GT America Regular Bold 14pt</a:t>
                      </a:r>
                    </a:p>
                    <a:p>
                      <a:r>
                        <a:rPr lang="en-US" sz="1400" b="0" i="0" kern="1200" dirty="0">
                          <a:solidFill>
                            <a:schemeClr val="tx1"/>
                          </a:solidFill>
                          <a:effectLst/>
                          <a:latin typeface="+mn-lt"/>
                          <a:ea typeface="GT America Regular" charset="0"/>
                          <a:cs typeface="GT America Regular" charset="0"/>
                        </a:rPr>
                        <a:t>Detail in GT America 14pt, black</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rgbClr val="9C9FA1"/>
                      </a:solidFill>
                      <a:prstDash val="solid"/>
                      <a:round/>
                      <a:headEnd type="none" w="med" len="med"/>
                      <a:tailEnd type="none" w="med" len="med"/>
                    </a:lnT>
                    <a:lnB w="6350" cap="flat" cmpd="sng" algn="ctr">
                      <a:solidFill>
                        <a:srgbClr val="9C9FA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3334366"/>
                  </a:ext>
                </a:extLst>
              </a:tr>
              <a:tr h="115189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5400" b="0" i="0" u="none" strike="noStrike" kern="1200" cap="none" spc="0" normalizeH="0" baseline="0" noProof="0" dirty="0">
                          <a:ln>
                            <a:noFill/>
                          </a:ln>
                          <a:solidFill>
                            <a:schemeClr val="accent1"/>
                          </a:solidFill>
                          <a:effectLst/>
                          <a:uLnTx/>
                          <a:uFillTx/>
                          <a:latin typeface="+mj-lt"/>
                          <a:ea typeface="+mn-ea"/>
                          <a:cs typeface="+mn-cs"/>
                        </a:rPr>
                        <a:t>4</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rgbClr val="9C9FA1"/>
                      </a:solidFill>
                      <a:prstDash val="solid"/>
                      <a:round/>
                      <a:headEnd type="none" w="med" len="med"/>
                      <a:tailEnd type="none" w="med" len="med"/>
                    </a:lnT>
                    <a:lnB w="6350" cap="flat" cmpd="sng" algn="ctr">
                      <a:solidFill>
                        <a:srgbClr val="9C9FA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b="1" i="0" kern="1200" dirty="0">
                          <a:solidFill>
                            <a:schemeClr val="tx1"/>
                          </a:solidFill>
                          <a:effectLst/>
                          <a:latin typeface="+mn-lt"/>
                          <a:ea typeface="GT America Regular" charset="0"/>
                          <a:cs typeface="GT America Regular" charset="0"/>
                        </a:rPr>
                        <a:t>Topic in GT America Regular Bold 14pt</a:t>
                      </a:r>
                    </a:p>
                    <a:p>
                      <a:r>
                        <a:rPr lang="en-US" sz="1400" b="0" i="0" kern="1200" dirty="0">
                          <a:solidFill>
                            <a:schemeClr val="tx1"/>
                          </a:solidFill>
                          <a:effectLst/>
                          <a:latin typeface="+mn-lt"/>
                          <a:ea typeface="GT America Regular" charset="0"/>
                          <a:cs typeface="GT America Regular" charset="0"/>
                        </a:rPr>
                        <a:t>Detail in GT America 14pt, black</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rgbClr val="9C9FA1"/>
                      </a:solidFill>
                      <a:prstDash val="solid"/>
                      <a:round/>
                      <a:headEnd type="none" w="med" len="med"/>
                      <a:tailEnd type="none" w="med" len="med"/>
                    </a:lnT>
                    <a:lnB w="6350" cap="flat" cmpd="sng" algn="ctr">
                      <a:solidFill>
                        <a:srgbClr val="9C9FA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037412935"/>
                  </a:ext>
                </a:extLst>
              </a:tr>
              <a:tr h="1151890">
                <a:tc>
                  <a:txBody>
                    <a:bodyPr/>
                    <a:lstStyle/>
                    <a:p>
                      <a:pPr algn="l"/>
                      <a:r>
                        <a:rPr lang="en-US" sz="5400" dirty="0">
                          <a:solidFill>
                            <a:schemeClr val="accent1"/>
                          </a:solidFill>
                          <a:latin typeface="+mj-lt"/>
                        </a:rPr>
                        <a:t>5</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rgbClr val="9C9FA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b="1" i="0" kern="1200" dirty="0">
                          <a:solidFill>
                            <a:schemeClr val="tx1"/>
                          </a:solidFill>
                          <a:effectLst/>
                          <a:latin typeface="+mn-lt"/>
                          <a:ea typeface="GT America Regular" charset="0"/>
                          <a:cs typeface="GT America Regular" charset="0"/>
                        </a:rPr>
                        <a:t>Topic in GT America Regular Bold 14pt</a:t>
                      </a:r>
                    </a:p>
                    <a:p>
                      <a:r>
                        <a:rPr lang="en-US" sz="1400" b="0" i="0" kern="1200" dirty="0">
                          <a:solidFill>
                            <a:schemeClr val="tx1"/>
                          </a:solidFill>
                          <a:effectLst/>
                          <a:latin typeface="+mn-lt"/>
                          <a:ea typeface="GT America Regular" charset="0"/>
                          <a:cs typeface="GT America Regular" charset="0"/>
                        </a:rPr>
                        <a:t>Detail in GT America 14pt, black</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rgbClr val="9C9FA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9053867"/>
                  </a:ext>
                </a:extLst>
              </a:tr>
            </a:tbl>
          </a:graphicData>
        </a:graphic>
      </p:graphicFrame>
      <p:sp>
        <p:nvSpPr>
          <p:cNvPr id="13" name="Text Placeholder 12">
            <a:extLst>
              <a:ext uri="{FF2B5EF4-FFF2-40B4-BE49-F238E27FC236}">
                <a16:creationId xmlns:a16="http://schemas.microsoft.com/office/drawing/2014/main" id="{AF5BECA3-A7D9-BD8C-E413-696435CE4BC7}"/>
              </a:ext>
            </a:extLst>
          </p:cNvPr>
          <p:cNvSpPr>
            <a:spLocks noGrp="1"/>
          </p:cNvSpPr>
          <p:nvPr>
            <p:ph type="body" sz="quarter" idx="15"/>
          </p:nvPr>
        </p:nvSpPr>
        <p:spPr>
          <a:xfrm>
            <a:off x="546099" y="1849439"/>
            <a:ext cx="3300984" cy="3443286"/>
          </a:xfrm>
        </p:spPr>
        <p:txBody>
          <a:bodyPr/>
          <a:lstStyle/>
          <a:p>
            <a:r>
              <a:rPr lang="en-US" dirty="0"/>
              <a:t>GT America Regular 14pt</a:t>
            </a:r>
          </a:p>
          <a:p>
            <a:pPr lvl="1"/>
            <a:r>
              <a:rPr lang="en-US" dirty="0"/>
              <a:t>Bullet level one in GT America 14pt, using “Increase List Level” button</a:t>
            </a:r>
          </a:p>
        </p:txBody>
      </p:sp>
    </p:spTree>
    <p:extLst>
      <p:ext uri="{BB962C8B-B14F-4D97-AF65-F5344CB8AC3E}">
        <p14:creationId xmlns:p14="http://schemas.microsoft.com/office/powerpoint/2010/main" val="222539685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6523ADBE-B733-A909-7098-96E7AB5CD241}"/>
              </a:ext>
            </a:extLst>
          </p:cNvPr>
          <p:cNvSpPr>
            <a:spLocks noGrp="1"/>
          </p:cNvSpPr>
          <p:nvPr>
            <p:ph type="ftr" sz="quarter" idx="11"/>
          </p:nvPr>
        </p:nvSpPr>
        <p:spPr>
          <a:xfrm>
            <a:off x="4781550" y="6311900"/>
            <a:ext cx="5448300" cy="269875"/>
          </a:xfrm>
        </p:spPr>
        <p:txBody>
          <a:bodyPr/>
          <a:lstStyle/>
          <a:p>
            <a:r>
              <a:rPr lang="en-US"/>
              <a:t>See slide 12 for instructions on how to update footer</a:t>
            </a:r>
            <a:endParaRPr lang="en-US" dirty="0"/>
          </a:p>
        </p:txBody>
      </p:sp>
      <p:sp>
        <p:nvSpPr>
          <p:cNvPr id="3" name="Slide Number Placeholder 2">
            <a:extLst>
              <a:ext uri="{FF2B5EF4-FFF2-40B4-BE49-F238E27FC236}">
                <a16:creationId xmlns:a16="http://schemas.microsoft.com/office/drawing/2014/main" id="{A3337E1D-06C9-46E7-2DA0-D423E8C290AE}"/>
              </a:ext>
            </a:extLst>
          </p:cNvPr>
          <p:cNvSpPr>
            <a:spLocks noGrp="1"/>
          </p:cNvSpPr>
          <p:nvPr>
            <p:ph type="sldNum" sz="quarter" idx="12"/>
          </p:nvPr>
        </p:nvSpPr>
        <p:spPr>
          <a:xfrm>
            <a:off x="10429875" y="6311900"/>
            <a:ext cx="1208087" cy="269875"/>
          </a:xfrm>
        </p:spPr>
        <p:txBody>
          <a:bodyPr/>
          <a:lstStyle/>
          <a:p>
            <a:fld id="{862A5111-985B-C14D-9115-5787026182A8}" type="slidenum">
              <a:rPr lang="en-US" smtClean="0"/>
              <a:pPr/>
              <a:t>37</a:t>
            </a:fld>
            <a:endParaRPr lang="en-US" dirty="0"/>
          </a:p>
        </p:txBody>
      </p:sp>
      <p:sp>
        <p:nvSpPr>
          <p:cNvPr id="4" name="Title 3">
            <a:extLst>
              <a:ext uri="{FF2B5EF4-FFF2-40B4-BE49-F238E27FC236}">
                <a16:creationId xmlns:a16="http://schemas.microsoft.com/office/drawing/2014/main" id="{88C932EA-9171-6ADE-921A-596FE1B6093E}"/>
              </a:ext>
            </a:extLst>
          </p:cNvPr>
          <p:cNvSpPr>
            <a:spLocks noGrp="1"/>
          </p:cNvSpPr>
          <p:nvPr>
            <p:ph type="title"/>
          </p:nvPr>
        </p:nvSpPr>
        <p:spPr>
          <a:xfrm>
            <a:off x="546100" y="552450"/>
            <a:ext cx="3300984" cy="873760"/>
          </a:xfrm>
        </p:spPr>
        <p:txBody>
          <a:bodyPr/>
          <a:lstStyle/>
          <a:p>
            <a:r>
              <a:rPr lang="en-US" dirty="0"/>
              <a:t>Executive summary style 3</a:t>
            </a:r>
          </a:p>
        </p:txBody>
      </p:sp>
      <p:sp>
        <p:nvSpPr>
          <p:cNvPr id="45" name="Text Placeholder 44">
            <a:extLst>
              <a:ext uri="{FF2B5EF4-FFF2-40B4-BE49-F238E27FC236}">
                <a16:creationId xmlns:a16="http://schemas.microsoft.com/office/drawing/2014/main" id="{1E1A5E26-14AB-8CAC-D303-7520DCBA8D95}"/>
              </a:ext>
            </a:extLst>
          </p:cNvPr>
          <p:cNvSpPr>
            <a:spLocks noGrp="1"/>
          </p:cNvSpPr>
          <p:nvPr>
            <p:ph type="body" sz="quarter" idx="13"/>
          </p:nvPr>
        </p:nvSpPr>
        <p:spPr/>
        <p:txBody>
          <a:bodyPr/>
          <a:lstStyle/>
          <a:p>
            <a:endParaRPr lang="en-US"/>
          </a:p>
        </p:txBody>
      </p:sp>
      <p:sp>
        <p:nvSpPr>
          <p:cNvPr id="14" name="Text Placeholder 13">
            <a:extLst>
              <a:ext uri="{FF2B5EF4-FFF2-40B4-BE49-F238E27FC236}">
                <a16:creationId xmlns:a16="http://schemas.microsoft.com/office/drawing/2014/main" id="{1EC21611-E3A0-31C1-1453-0F7A38653BB4}"/>
              </a:ext>
            </a:extLst>
          </p:cNvPr>
          <p:cNvSpPr>
            <a:spLocks noGrp="1"/>
          </p:cNvSpPr>
          <p:nvPr>
            <p:ph type="body" sz="quarter" idx="15"/>
          </p:nvPr>
        </p:nvSpPr>
        <p:spPr>
          <a:xfrm>
            <a:off x="546099" y="1849439"/>
            <a:ext cx="3300984" cy="3443286"/>
          </a:xfrm>
        </p:spPr>
        <p:txBody>
          <a:bodyPr/>
          <a:lstStyle/>
          <a:p>
            <a:r>
              <a:rPr lang="en-US" dirty="0"/>
              <a:t>GT America Regular 14pt</a:t>
            </a:r>
          </a:p>
          <a:p>
            <a:pPr lvl="1"/>
            <a:r>
              <a:rPr lang="en-US" dirty="0"/>
              <a:t>Bullet level one in GT America 14pt, using “Increase List Level” button</a:t>
            </a:r>
          </a:p>
        </p:txBody>
      </p:sp>
      <p:sp>
        <p:nvSpPr>
          <p:cNvPr id="21" name="Content Placeholder 20">
            <a:extLst>
              <a:ext uri="{FF2B5EF4-FFF2-40B4-BE49-F238E27FC236}">
                <a16:creationId xmlns:a16="http://schemas.microsoft.com/office/drawing/2014/main" id="{AC178A31-D14D-B032-F5AA-B15FCED61434}"/>
              </a:ext>
            </a:extLst>
          </p:cNvPr>
          <p:cNvSpPr>
            <a:spLocks noGrp="1"/>
          </p:cNvSpPr>
          <p:nvPr>
            <p:ph sz="quarter" idx="49"/>
          </p:nvPr>
        </p:nvSpPr>
        <p:spPr>
          <a:xfrm>
            <a:off x="4781550" y="552448"/>
            <a:ext cx="2103120" cy="2057400"/>
          </a:xfrm>
        </p:spPr>
        <p:txBody>
          <a:bodyPr/>
          <a:lstStyle/>
          <a:p>
            <a:r>
              <a:rPr lang="en-US" dirty="0"/>
              <a:t>01</a:t>
            </a:r>
          </a:p>
          <a:p>
            <a:pPr lvl="1"/>
            <a:r>
              <a:rPr lang="en-US" dirty="0"/>
              <a:t>Key takeaway description is GT America Bold 18pt, list level 1</a:t>
            </a:r>
          </a:p>
        </p:txBody>
      </p:sp>
      <p:sp>
        <p:nvSpPr>
          <p:cNvPr id="11" name="Content Placeholder 10">
            <a:extLst>
              <a:ext uri="{FF2B5EF4-FFF2-40B4-BE49-F238E27FC236}">
                <a16:creationId xmlns:a16="http://schemas.microsoft.com/office/drawing/2014/main" id="{CB1B48BE-5296-F12D-8328-6E961A887EB1}"/>
              </a:ext>
            </a:extLst>
          </p:cNvPr>
          <p:cNvSpPr>
            <a:spLocks noGrp="1"/>
          </p:cNvSpPr>
          <p:nvPr>
            <p:ph sz="quarter" idx="50"/>
          </p:nvPr>
        </p:nvSpPr>
        <p:spPr>
          <a:xfrm>
            <a:off x="7157707" y="552449"/>
            <a:ext cx="2103120" cy="2057400"/>
          </a:xfrm>
        </p:spPr>
        <p:txBody>
          <a:bodyPr/>
          <a:lstStyle/>
          <a:p>
            <a:r>
              <a:rPr lang="en-US" dirty="0"/>
              <a:t>02</a:t>
            </a:r>
          </a:p>
          <a:p>
            <a:pPr lvl="1"/>
            <a:r>
              <a:rPr lang="en-US" dirty="0" err="1"/>
              <a:t>Nequianti</a:t>
            </a:r>
            <a:r>
              <a:rPr lang="en-US" dirty="0"/>
              <a:t> </a:t>
            </a:r>
            <a:r>
              <a:rPr lang="en-US" dirty="0" err="1"/>
              <a:t>ullab</a:t>
            </a:r>
            <a:r>
              <a:rPr lang="en-US" dirty="0"/>
              <a:t> into </a:t>
            </a:r>
            <a:r>
              <a:rPr lang="en-US" dirty="0" err="1"/>
              <a:t>est</a:t>
            </a:r>
            <a:r>
              <a:rPr lang="en-US" dirty="0"/>
              <a:t> accus </a:t>
            </a:r>
            <a:r>
              <a:rPr lang="en-US" dirty="0" err="1"/>
              <a:t>idio</a:t>
            </a:r>
            <a:r>
              <a:rPr lang="en-US" dirty="0"/>
              <a:t> </a:t>
            </a:r>
            <a:r>
              <a:rPr lang="en-US" dirty="0" err="1"/>
              <a:t>voloribus</a:t>
            </a:r>
            <a:r>
              <a:rPr lang="en-US" dirty="0"/>
              <a:t> </a:t>
            </a:r>
            <a:r>
              <a:rPr lang="en-US" dirty="0" err="1"/>
              <a:t>eles</a:t>
            </a:r>
            <a:r>
              <a:rPr lang="en-US" dirty="0"/>
              <a:t> </a:t>
            </a:r>
            <a:r>
              <a:rPr lang="en-US" dirty="0" err="1"/>
              <a:t>eum</a:t>
            </a:r>
            <a:endParaRPr lang="en-US" dirty="0"/>
          </a:p>
        </p:txBody>
      </p:sp>
      <p:sp>
        <p:nvSpPr>
          <p:cNvPr id="12" name="Content Placeholder 11">
            <a:extLst>
              <a:ext uri="{FF2B5EF4-FFF2-40B4-BE49-F238E27FC236}">
                <a16:creationId xmlns:a16="http://schemas.microsoft.com/office/drawing/2014/main" id="{E5C387DA-EF07-9F4E-D4E8-F6BB744C5E5A}"/>
              </a:ext>
            </a:extLst>
          </p:cNvPr>
          <p:cNvSpPr>
            <a:spLocks noGrp="1"/>
          </p:cNvSpPr>
          <p:nvPr>
            <p:ph sz="quarter" idx="51"/>
          </p:nvPr>
        </p:nvSpPr>
        <p:spPr>
          <a:xfrm>
            <a:off x="9533864" y="552449"/>
            <a:ext cx="2103120" cy="2057400"/>
          </a:xfrm>
        </p:spPr>
        <p:txBody>
          <a:bodyPr/>
          <a:lstStyle/>
          <a:p>
            <a:r>
              <a:rPr lang="en-US" dirty="0"/>
              <a:t>03</a:t>
            </a:r>
          </a:p>
          <a:p>
            <a:pPr lvl="1"/>
            <a:r>
              <a:rPr lang="en-US" dirty="0" err="1"/>
              <a:t>Eations</a:t>
            </a:r>
            <a:r>
              <a:rPr lang="en-US" dirty="0"/>
              <a:t> </a:t>
            </a:r>
            <a:r>
              <a:rPr lang="en-US" dirty="0" err="1"/>
              <a:t>equistion</a:t>
            </a:r>
            <a:r>
              <a:rPr lang="en-US" dirty="0"/>
              <a:t> nobis </a:t>
            </a:r>
            <a:r>
              <a:rPr lang="en-US" dirty="0" err="1"/>
              <a:t>dolupturi</a:t>
            </a:r>
            <a:r>
              <a:rPr lang="en-US" dirty="0"/>
              <a:t> qui </a:t>
            </a:r>
            <a:r>
              <a:rPr lang="en-US" dirty="0" err="1"/>
              <a:t>adiatem</a:t>
            </a:r>
            <a:r>
              <a:rPr lang="en-US" dirty="0"/>
              <a:t> </a:t>
            </a:r>
            <a:r>
              <a:rPr lang="en-US" dirty="0" err="1"/>
              <a:t>tati</a:t>
            </a:r>
            <a:r>
              <a:rPr lang="en-US" dirty="0"/>
              <a:t> </a:t>
            </a:r>
            <a:r>
              <a:rPr lang="en-US" dirty="0" err="1"/>
              <a:t>oressequis</a:t>
            </a:r>
            <a:endParaRPr lang="en-US" dirty="0"/>
          </a:p>
        </p:txBody>
      </p:sp>
      <p:sp>
        <p:nvSpPr>
          <p:cNvPr id="13" name="Content Placeholder 12">
            <a:extLst>
              <a:ext uri="{FF2B5EF4-FFF2-40B4-BE49-F238E27FC236}">
                <a16:creationId xmlns:a16="http://schemas.microsoft.com/office/drawing/2014/main" id="{1AFC5818-9509-F8E1-775B-A3FC53DC02DB}"/>
              </a:ext>
            </a:extLst>
          </p:cNvPr>
          <p:cNvSpPr>
            <a:spLocks noGrp="1"/>
          </p:cNvSpPr>
          <p:nvPr>
            <p:ph sz="quarter" idx="52"/>
          </p:nvPr>
        </p:nvSpPr>
        <p:spPr>
          <a:xfrm>
            <a:off x="4768285" y="3013075"/>
            <a:ext cx="2103120" cy="2057400"/>
          </a:xfrm>
        </p:spPr>
        <p:txBody>
          <a:bodyPr>
            <a:normAutofit/>
          </a:bodyPr>
          <a:lstStyle/>
          <a:p>
            <a:r>
              <a:rPr lang="en-US" dirty="0"/>
              <a:t>04</a:t>
            </a:r>
          </a:p>
          <a:p>
            <a:pPr lvl="1"/>
            <a:r>
              <a:rPr lang="en-US" dirty="0" err="1"/>
              <a:t>Essint</a:t>
            </a:r>
            <a:r>
              <a:rPr lang="en-US" dirty="0"/>
              <a:t> ex et </a:t>
            </a:r>
            <a:r>
              <a:rPr lang="en-US" dirty="0" err="1"/>
              <a:t>aut</a:t>
            </a:r>
            <a:r>
              <a:rPr lang="en-US" dirty="0"/>
              <a:t> </a:t>
            </a:r>
            <a:r>
              <a:rPr lang="en-US" dirty="0" err="1"/>
              <a:t>ea</a:t>
            </a:r>
            <a:r>
              <a:rPr lang="en-US" dirty="0"/>
              <a:t> nim re ped </a:t>
            </a:r>
            <a:r>
              <a:rPr lang="en-US" dirty="0" err="1"/>
              <a:t>utemporibus</a:t>
            </a:r>
            <a:endParaRPr lang="en-US" dirty="0"/>
          </a:p>
        </p:txBody>
      </p:sp>
      <p:sp>
        <p:nvSpPr>
          <p:cNvPr id="16" name="Content Placeholder 15">
            <a:extLst>
              <a:ext uri="{FF2B5EF4-FFF2-40B4-BE49-F238E27FC236}">
                <a16:creationId xmlns:a16="http://schemas.microsoft.com/office/drawing/2014/main" id="{AEA3F88A-CEB2-851B-437D-5118FE3EF613}"/>
              </a:ext>
            </a:extLst>
          </p:cNvPr>
          <p:cNvSpPr>
            <a:spLocks noGrp="1"/>
          </p:cNvSpPr>
          <p:nvPr>
            <p:ph sz="quarter" idx="53"/>
          </p:nvPr>
        </p:nvSpPr>
        <p:spPr>
          <a:xfrm>
            <a:off x="7138252" y="3013074"/>
            <a:ext cx="2103120" cy="2057400"/>
          </a:xfrm>
        </p:spPr>
        <p:txBody>
          <a:bodyPr>
            <a:normAutofit/>
          </a:bodyPr>
          <a:lstStyle/>
          <a:p>
            <a:r>
              <a:rPr lang="en-US" dirty="0"/>
              <a:t>05</a:t>
            </a:r>
          </a:p>
          <a:p>
            <a:pPr lvl="1"/>
            <a:r>
              <a:rPr lang="en-US" dirty="0" err="1"/>
              <a:t>Simendestrum</a:t>
            </a:r>
            <a:r>
              <a:rPr lang="en-US" dirty="0"/>
              <a:t> alit </a:t>
            </a:r>
            <a:r>
              <a:rPr lang="en-US" dirty="0" err="1"/>
              <a:t>esto</a:t>
            </a:r>
            <a:r>
              <a:rPr lang="en-US" dirty="0"/>
              <a:t> </a:t>
            </a:r>
            <a:r>
              <a:rPr lang="en-US" dirty="0" err="1"/>
              <a:t>temque</a:t>
            </a:r>
            <a:r>
              <a:rPr lang="en-US" dirty="0"/>
              <a:t> </a:t>
            </a:r>
            <a:r>
              <a:rPr lang="en-US" dirty="0" err="1"/>
              <a:t>volut</a:t>
            </a:r>
            <a:r>
              <a:rPr lang="en-US" dirty="0"/>
              <a:t> </a:t>
            </a:r>
            <a:r>
              <a:rPr lang="en-US" dirty="0" err="1"/>
              <a:t>aut</a:t>
            </a:r>
            <a:r>
              <a:rPr lang="en-US" dirty="0"/>
              <a:t> </a:t>
            </a:r>
            <a:r>
              <a:rPr lang="en-US" dirty="0" err="1"/>
              <a:t>doluptatur</a:t>
            </a:r>
            <a:endParaRPr lang="en-US" dirty="0"/>
          </a:p>
        </p:txBody>
      </p:sp>
      <p:sp>
        <p:nvSpPr>
          <p:cNvPr id="17" name="Content Placeholder 16">
            <a:extLst>
              <a:ext uri="{FF2B5EF4-FFF2-40B4-BE49-F238E27FC236}">
                <a16:creationId xmlns:a16="http://schemas.microsoft.com/office/drawing/2014/main" id="{5DF2D7E0-CBDB-0A0E-8F5A-DA00DF1A5F4C}"/>
              </a:ext>
            </a:extLst>
          </p:cNvPr>
          <p:cNvSpPr>
            <a:spLocks noGrp="1"/>
          </p:cNvSpPr>
          <p:nvPr>
            <p:ph sz="quarter" idx="54"/>
          </p:nvPr>
        </p:nvSpPr>
        <p:spPr>
          <a:xfrm>
            <a:off x="9520599" y="3013074"/>
            <a:ext cx="2116385" cy="2057400"/>
          </a:xfrm>
        </p:spPr>
        <p:txBody>
          <a:bodyPr>
            <a:normAutofit/>
          </a:bodyPr>
          <a:lstStyle/>
          <a:p>
            <a:r>
              <a:rPr lang="en-US" dirty="0"/>
              <a:t>06</a:t>
            </a:r>
          </a:p>
          <a:p>
            <a:pPr lvl="1"/>
            <a:r>
              <a:rPr lang="en-US" dirty="0" err="1"/>
              <a:t>Repero</a:t>
            </a:r>
            <a:r>
              <a:rPr lang="en-US" dirty="0"/>
              <a:t> beatus </a:t>
            </a:r>
            <a:r>
              <a:rPr lang="en-US" dirty="0" err="1"/>
              <a:t>aut</a:t>
            </a:r>
            <a:r>
              <a:rPr lang="en-US" dirty="0"/>
              <a:t> </a:t>
            </a:r>
            <a:r>
              <a:rPr lang="en-US" dirty="0" err="1"/>
              <a:t>dio</a:t>
            </a:r>
            <a:r>
              <a:rPr lang="en-US" dirty="0"/>
              <a:t> </a:t>
            </a:r>
            <a:r>
              <a:rPr lang="en-US" dirty="0" err="1"/>
              <a:t>ipiet</a:t>
            </a:r>
            <a:r>
              <a:rPr lang="en-US" dirty="0"/>
              <a:t> qui </a:t>
            </a:r>
            <a:r>
              <a:rPr lang="en-US" dirty="0" err="1"/>
              <a:t>duciendis</a:t>
            </a:r>
            <a:r>
              <a:rPr lang="en-US" dirty="0"/>
              <a:t> </a:t>
            </a:r>
            <a:r>
              <a:rPr lang="en-US" dirty="0" err="1"/>
              <a:t>explatem</a:t>
            </a:r>
            <a:r>
              <a:rPr lang="en-US" dirty="0"/>
              <a:t> </a:t>
            </a:r>
            <a:r>
              <a:rPr lang="en-US" dirty="0" err="1"/>
              <a:t>sitatus</a:t>
            </a:r>
            <a:r>
              <a:rPr lang="en-US" dirty="0"/>
              <a:t> vel ipsum ad</a:t>
            </a:r>
          </a:p>
        </p:txBody>
      </p:sp>
    </p:spTree>
    <p:extLst>
      <p:ext uri="{BB962C8B-B14F-4D97-AF65-F5344CB8AC3E}">
        <p14:creationId xmlns:p14="http://schemas.microsoft.com/office/powerpoint/2010/main" val="403735141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0CB0A392-6914-1397-D6AF-34526DC9DDD0}"/>
              </a:ext>
            </a:extLst>
          </p:cNvPr>
          <p:cNvSpPr>
            <a:spLocks noGrp="1"/>
          </p:cNvSpPr>
          <p:nvPr>
            <p:ph type="ftr" sz="quarter" idx="11"/>
          </p:nvPr>
        </p:nvSpPr>
        <p:spPr>
          <a:xfrm>
            <a:off x="4781550" y="6311900"/>
            <a:ext cx="5448300" cy="269875"/>
          </a:xfrm>
        </p:spPr>
        <p:txBody>
          <a:bodyPr/>
          <a:lstStyle/>
          <a:p>
            <a:r>
              <a:rPr lang="en-US"/>
              <a:t>See slide 12 for instructions on how to update footer</a:t>
            </a:r>
            <a:endParaRPr lang="en-US" dirty="0"/>
          </a:p>
        </p:txBody>
      </p:sp>
      <p:sp>
        <p:nvSpPr>
          <p:cNvPr id="3" name="Slide Number Placeholder 2">
            <a:extLst>
              <a:ext uri="{FF2B5EF4-FFF2-40B4-BE49-F238E27FC236}">
                <a16:creationId xmlns:a16="http://schemas.microsoft.com/office/drawing/2014/main" id="{9C062E24-B63E-DA88-F909-E563DAE86E8A}"/>
              </a:ext>
            </a:extLst>
          </p:cNvPr>
          <p:cNvSpPr>
            <a:spLocks noGrp="1"/>
          </p:cNvSpPr>
          <p:nvPr>
            <p:ph type="sldNum" sz="quarter" idx="12"/>
          </p:nvPr>
        </p:nvSpPr>
        <p:spPr>
          <a:xfrm>
            <a:off x="10429875" y="6311900"/>
            <a:ext cx="1208087" cy="269875"/>
          </a:xfrm>
        </p:spPr>
        <p:txBody>
          <a:bodyPr/>
          <a:lstStyle/>
          <a:p>
            <a:fld id="{862A5111-985B-C14D-9115-5787026182A8}" type="slidenum">
              <a:rPr lang="en-US" smtClean="0"/>
              <a:pPr/>
              <a:t>38</a:t>
            </a:fld>
            <a:endParaRPr lang="en-US" dirty="0"/>
          </a:p>
        </p:txBody>
      </p:sp>
      <p:sp>
        <p:nvSpPr>
          <p:cNvPr id="4" name="Title 3">
            <a:extLst>
              <a:ext uri="{FF2B5EF4-FFF2-40B4-BE49-F238E27FC236}">
                <a16:creationId xmlns:a16="http://schemas.microsoft.com/office/drawing/2014/main" id="{4F865D65-EDC3-C048-506F-A71F51A72955}"/>
              </a:ext>
            </a:extLst>
          </p:cNvPr>
          <p:cNvSpPr>
            <a:spLocks noGrp="1"/>
          </p:cNvSpPr>
          <p:nvPr>
            <p:ph type="title"/>
          </p:nvPr>
        </p:nvSpPr>
        <p:spPr>
          <a:xfrm>
            <a:off x="546100" y="552450"/>
            <a:ext cx="3300984" cy="869950"/>
          </a:xfrm>
        </p:spPr>
        <p:txBody>
          <a:bodyPr/>
          <a:lstStyle/>
          <a:p>
            <a:r>
              <a:rPr lang="en-US" dirty="0"/>
              <a:t>Executive summary style 4</a:t>
            </a:r>
          </a:p>
        </p:txBody>
      </p:sp>
      <p:sp>
        <p:nvSpPr>
          <p:cNvPr id="29" name="Text Placeholder 28">
            <a:extLst>
              <a:ext uri="{FF2B5EF4-FFF2-40B4-BE49-F238E27FC236}">
                <a16:creationId xmlns:a16="http://schemas.microsoft.com/office/drawing/2014/main" id="{DD0CED20-CFF7-A069-B9E8-4867F38725FD}"/>
              </a:ext>
            </a:extLst>
          </p:cNvPr>
          <p:cNvSpPr>
            <a:spLocks noGrp="1"/>
          </p:cNvSpPr>
          <p:nvPr>
            <p:ph type="body" sz="quarter" idx="13"/>
          </p:nvPr>
        </p:nvSpPr>
        <p:spPr/>
        <p:txBody>
          <a:bodyPr/>
          <a:lstStyle/>
          <a:p>
            <a:endParaRPr lang="en-US"/>
          </a:p>
        </p:txBody>
      </p:sp>
      <p:sp>
        <p:nvSpPr>
          <p:cNvPr id="7" name="Content Placeholder 6">
            <a:extLst>
              <a:ext uri="{FF2B5EF4-FFF2-40B4-BE49-F238E27FC236}">
                <a16:creationId xmlns:a16="http://schemas.microsoft.com/office/drawing/2014/main" id="{BC48C397-3D88-1121-DA89-D362AF5FBF6B}"/>
              </a:ext>
            </a:extLst>
          </p:cNvPr>
          <p:cNvSpPr>
            <a:spLocks noGrp="1"/>
          </p:cNvSpPr>
          <p:nvPr>
            <p:ph sz="quarter" idx="19"/>
          </p:nvPr>
        </p:nvSpPr>
        <p:spPr>
          <a:xfrm>
            <a:off x="4794909" y="2714625"/>
            <a:ext cx="6843053" cy="3452813"/>
          </a:xfrm>
        </p:spPr>
        <p:txBody>
          <a:bodyPr/>
          <a:lstStyle/>
          <a:p>
            <a:r>
              <a:rPr lang="en-US" dirty="0" err="1"/>
              <a:t>Exceria</a:t>
            </a:r>
            <a:r>
              <a:rPr lang="en-US" dirty="0"/>
              <a:t> sunt, et ilia </a:t>
            </a:r>
            <a:r>
              <a:rPr lang="en-US" dirty="0" err="1"/>
              <a:t>voluptatem</a:t>
            </a:r>
            <a:r>
              <a:rPr lang="en-US" dirty="0"/>
              <a:t> am, </a:t>
            </a:r>
            <a:r>
              <a:rPr lang="en-US" dirty="0" err="1"/>
              <a:t>tem</a:t>
            </a:r>
            <a:r>
              <a:rPr lang="en-US" dirty="0"/>
              <a:t> </a:t>
            </a:r>
            <a:r>
              <a:rPr lang="en-US" dirty="0" err="1"/>
              <a:t>facepudist</a:t>
            </a:r>
            <a:r>
              <a:rPr lang="en-US" dirty="0"/>
              <a:t> </a:t>
            </a:r>
            <a:r>
              <a:rPr lang="en-US" dirty="0" err="1"/>
              <a:t>haris</a:t>
            </a:r>
            <a:r>
              <a:rPr lang="en-US" dirty="0"/>
              <a:t> most</a:t>
            </a:r>
          </a:p>
          <a:p>
            <a:pPr lvl="1"/>
            <a:r>
              <a:rPr lang="en-US" dirty="0" err="1"/>
              <a:t>Sequatumene</a:t>
            </a:r>
            <a:r>
              <a:rPr lang="en-US" dirty="0"/>
              <a:t> </a:t>
            </a:r>
            <a:r>
              <a:rPr lang="en-US" dirty="0" err="1"/>
              <a:t>rereperro</a:t>
            </a:r>
            <a:r>
              <a:rPr lang="en-US" dirty="0"/>
              <a:t> </a:t>
            </a:r>
            <a:r>
              <a:rPr lang="en-US" dirty="0" err="1"/>
              <a:t>blatur</a:t>
            </a:r>
            <a:r>
              <a:rPr lang="en-US" dirty="0"/>
              <a:t> sed </a:t>
            </a:r>
            <a:r>
              <a:rPr lang="en-US" dirty="0" err="1"/>
              <a:t>eos</a:t>
            </a:r>
            <a:r>
              <a:rPr lang="en-US" dirty="0"/>
              <a:t> et into </a:t>
            </a:r>
            <a:r>
              <a:rPr lang="en-US" dirty="0" err="1"/>
              <a:t>ommos</a:t>
            </a:r>
            <a:endParaRPr lang="en-US" dirty="0"/>
          </a:p>
          <a:p>
            <a:pPr lvl="1"/>
            <a:r>
              <a:rPr lang="en-US" dirty="0" err="1"/>
              <a:t>Ullabor</a:t>
            </a:r>
            <a:r>
              <a:rPr lang="en-US" dirty="0"/>
              <a:t> </a:t>
            </a:r>
            <a:r>
              <a:rPr lang="en-US" dirty="0" err="1"/>
              <a:t>ibustor</a:t>
            </a:r>
            <a:r>
              <a:rPr lang="en-US" dirty="0"/>
              <a:t> </a:t>
            </a:r>
            <a:r>
              <a:rPr lang="en-US" dirty="0" err="1"/>
              <a:t>essitatum</a:t>
            </a:r>
            <a:r>
              <a:rPr lang="en-US" dirty="0"/>
              <a:t> et </a:t>
            </a:r>
            <a:r>
              <a:rPr lang="en-US" dirty="0" err="1"/>
              <a:t>ressim</a:t>
            </a:r>
            <a:r>
              <a:rPr lang="en-US" dirty="0"/>
              <a:t> </a:t>
            </a:r>
            <a:r>
              <a:rPr lang="en-US" dirty="0" err="1"/>
              <a:t>dellorro</a:t>
            </a:r>
            <a:r>
              <a:rPr lang="en-US" dirty="0"/>
              <a:t> </a:t>
            </a:r>
            <a:r>
              <a:rPr lang="en-US" dirty="0" err="1"/>
              <a:t>tet</a:t>
            </a:r>
            <a:r>
              <a:rPr lang="en-US" dirty="0"/>
              <a:t>, </a:t>
            </a:r>
            <a:r>
              <a:rPr lang="en-US" dirty="0" err="1"/>
              <a:t>occum</a:t>
            </a:r>
            <a:endParaRPr lang="en-US" dirty="0"/>
          </a:p>
          <a:p>
            <a:pPr lvl="1"/>
            <a:r>
              <a:rPr lang="en-US" dirty="0" err="1"/>
              <a:t>Harunti</a:t>
            </a:r>
            <a:r>
              <a:rPr lang="en-US" dirty="0"/>
              <a:t> </a:t>
            </a:r>
            <a:r>
              <a:rPr lang="en-US" dirty="0" err="1"/>
              <a:t>nctium</a:t>
            </a:r>
            <a:r>
              <a:rPr lang="en-US" dirty="0"/>
              <a:t> </a:t>
            </a:r>
            <a:r>
              <a:rPr lang="en-US" dirty="0" err="1"/>
              <a:t>iur</a:t>
            </a:r>
            <a:r>
              <a:rPr lang="en-US" dirty="0"/>
              <a:t> </a:t>
            </a:r>
            <a:r>
              <a:rPr lang="en-US" dirty="0" err="1"/>
              <a:t>sincto</a:t>
            </a:r>
            <a:endParaRPr lang="en-US" dirty="0"/>
          </a:p>
          <a:p>
            <a:pPr lvl="1"/>
            <a:endParaRPr lang="en-US" dirty="0"/>
          </a:p>
          <a:p>
            <a:r>
              <a:rPr lang="en-US" dirty="0"/>
              <a:t>Ella </a:t>
            </a:r>
            <a:r>
              <a:rPr lang="en-US" dirty="0" err="1"/>
              <a:t>cullestet</a:t>
            </a:r>
            <a:r>
              <a:rPr lang="en-US" dirty="0"/>
              <a:t> </a:t>
            </a:r>
            <a:r>
              <a:rPr lang="en-US" dirty="0" err="1"/>
              <a:t>elescia</a:t>
            </a:r>
            <a:r>
              <a:rPr lang="en-US" dirty="0"/>
              <a:t> is </a:t>
            </a:r>
            <a:r>
              <a:rPr lang="en-US" dirty="0" err="1"/>
              <a:t>molorum</a:t>
            </a:r>
            <a:r>
              <a:rPr lang="en-US" dirty="0"/>
              <a:t> et </a:t>
            </a:r>
            <a:r>
              <a:rPr lang="en-US" dirty="0" err="1"/>
              <a:t>ut</a:t>
            </a:r>
            <a:r>
              <a:rPr lang="en-US" dirty="0"/>
              <a:t> </a:t>
            </a:r>
            <a:r>
              <a:rPr lang="en-US" dirty="0" err="1"/>
              <a:t>ariatem</a:t>
            </a:r>
            <a:r>
              <a:rPr lang="en-US" dirty="0"/>
              <a:t> </a:t>
            </a:r>
            <a:r>
              <a:rPr lang="en-US" dirty="0" err="1"/>
              <a:t>faccae</a:t>
            </a:r>
            <a:endParaRPr lang="en-US" dirty="0"/>
          </a:p>
          <a:p>
            <a:pPr lvl="1"/>
            <a:r>
              <a:rPr lang="en-US" dirty="0" err="1"/>
              <a:t>Solor</a:t>
            </a:r>
            <a:r>
              <a:rPr lang="en-US" dirty="0"/>
              <a:t> </a:t>
            </a:r>
            <a:r>
              <a:rPr lang="en-US" dirty="0" err="1"/>
              <a:t>aceptat</a:t>
            </a:r>
            <a:r>
              <a:rPr lang="en-US" dirty="0"/>
              <a:t> ad que </a:t>
            </a:r>
            <a:r>
              <a:rPr lang="en-US" dirty="0" err="1"/>
              <a:t>est</a:t>
            </a:r>
            <a:r>
              <a:rPr lang="en-US" dirty="0"/>
              <a:t> </a:t>
            </a:r>
            <a:r>
              <a:rPr lang="en-US" dirty="0" err="1"/>
              <a:t>ea</a:t>
            </a:r>
            <a:r>
              <a:rPr lang="en-US" dirty="0"/>
              <a:t> </a:t>
            </a:r>
            <a:r>
              <a:rPr lang="en-US" dirty="0" err="1"/>
              <a:t>consequo</a:t>
            </a:r>
            <a:r>
              <a:rPr lang="en-US" dirty="0"/>
              <a:t> qui </a:t>
            </a:r>
            <a:r>
              <a:rPr lang="en-US" dirty="0" err="1"/>
              <a:t>dit</a:t>
            </a:r>
            <a:endParaRPr lang="en-US" dirty="0"/>
          </a:p>
          <a:p>
            <a:pPr lvl="1"/>
            <a:r>
              <a:rPr lang="en-US" dirty="0" err="1"/>
              <a:t>Aspit</a:t>
            </a:r>
            <a:r>
              <a:rPr lang="en-US" dirty="0"/>
              <a:t>, sed era </a:t>
            </a:r>
            <a:r>
              <a:rPr lang="en-US" dirty="0" err="1"/>
              <a:t>dissitiumque</a:t>
            </a:r>
            <a:r>
              <a:rPr lang="en-US" dirty="0"/>
              <a:t> </a:t>
            </a:r>
            <a:r>
              <a:rPr lang="en-US" dirty="0" err="1"/>
              <a:t>volesequate</a:t>
            </a:r>
            <a:r>
              <a:rPr lang="en-US" dirty="0"/>
              <a:t> et </a:t>
            </a:r>
            <a:r>
              <a:rPr lang="en-US" dirty="0" err="1"/>
              <a:t>offici</a:t>
            </a:r>
            <a:r>
              <a:rPr lang="en-US" dirty="0"/>
              <a:t> </a:t>
            </a:r>
            <a:r>
              <a:rPr lang="en-US" dirty="0" err="1"/>
              <a:t>odio</a:t>
            </a:r>
            <a:endParaRPr lang="en-US" dirty="0"/>
          </a:p>
          <a:p>
            <a:pPr lvl="1"/>
            <a:r>
              <a:rPr lang="en-US" dirty="0" err="1"/>
              <a:t>Dolorio</a:t>
            </a:r>
            <a:r>
              <a:rPr lang="en-US" dirty="0"/>
              <a:t> et qui </a:t>
            </a:r>
            <a:r>
              <a:rPr lang="en-US" dirty="0" err="1"/>
              <a:t>voloreprovid</a:t>
            </a:r>
            <a:r>
              <a:rPr lang="en-US" dirty="0"/>
              <a:t> </a:t>
            </a:r>
            <a:r>
              <a:rPr lang="en-US" dirty="0" err="1"/>
              <a:t>maionsed</a:t>
            </a:r>
            <a:r>
              <a:rPr lang="en-US" dirty="0"/>
              <a:t> </a:t>
            </a:r>
            <a:r>
              <a:rPr lang="en-US" dirty="0" err="1"/>
              <a:t>molor</a:t>
            </a:r>
            <a:r>
              <a:rPr lang="en-US" dirty="0"/>
              <a:t> </a:t>
            </a:r>
            <a:r>
              <a:rPr lang="en-US" dirty="0" err="1"/>
              <a:t>mo</a:t>
            </a:r>
            <a:r>
              <a:rPr lang="en-US" dirty="0"/>
              <a:t> et qui que </a:t>
            </a:r>
            <a:r>
              <a:rPr lang="en-US" dirty="0" err="1"/>
              <a:t>solupienis</a:t>
            </a:r>
            <a:r>
              <a:rPr lang="en-US" dirty="0"/>
              <a:t> sunt</a:t>
            </a:r>
          </a:p>
        </p:txBody>
      </p:sp>
      <p:sp>
        <p:nvSpPr>
          <p:cNvPr id="8" name="Content Placeholder 7">
            <a:extLst>
              <a:ext uri="{FF2B5EF4-FFF2-40B4-BE49-F238E27FC236}">
                <a16:creationId xmlns:a16="http://schemas.microsoft.com/office/drawing/2014/main" id="{94FF0945-C209-0202-8974-6D417AF3D162}"/>
              </a:ext>
            </a:extLst>
          </p:cNvPr>
          <p:cNvSpPr>
            <a:spLocks noGrp="1"/>
          </p:cNvSpPr>
          <p:nvPr>
            <p:ph sz="quarter" idx="20"/>
          </p:nvPr>
        </p:nvSpPr>
        <p:spPr>
          <a:xfrm>
            <a:off x="4060556" y="0"/>
            <a:ext cx="8131443" cy="2425700"/>
          </a:xfrm>
        </p:spPr>
        <p:txBody>
          <a:bodyPr/>
          <a:lstStyle/>
          <a:p>
            <a:r>
              <a:rPr lang="en-US" dirty="0"/>
              <a:t>Key takeaway description is GT America Bold 18pt, list level 1</a:t>
            </a:r>
          </a:p>
          <a:p>
            <a:pPr lvl="1"/>
            <a:r>
              <a:rPr lang="en-US" dirty="0"/>
              <a:t>Bullet level one in GT America 14pt, using “Increase List Level” button</a:t>
            </a:r>
          </a:p>
          <a:p>
            <a:pPr lvl="1"/>
            <a:r>
              <a:rPr lang="en-US" dirty="0"/>
              <a:t>Adjust the height of this bright blue band to accommodate more or less content</a:t>
            </a:r>
          </a:p>
          <a:p>
            <a:pPr lvl="1"/>
            <a:r>
              <a:rPr lang="en-US" dirty="0"/>
              <a:t>Do not adjust the width</a:t>
            </a:r>
          </a:p>
        </p:txBody>
      </p:sp>
      <p:sp>
        <p:nvSpPr>
          <p:cNvPr id="13" name="Text Placeholder 12">
            <a:extLst>
              <a:ext uri="{FF2B5EF4-FFF2-40B4-BE49-F238E27FC236}">
                <a16:creationId xmlns:a16="http://schemas.microsoft.com/office/drawing/2014/main" id="{C7DAA1B3-86E1-1C0F-B0FD-4192F151B4B5}"/>
              </a:ext>
            </a:extLst>
          </p:cNvPr>
          <p:cNvSpPr>
            <a:spLocks noGrp="1"/>
          </p:cNvSpPr>
          <p:nvPr>
            <p:ph type="body" sz="quarter" idx="15"/>
          </p:nvPr>
        </p:nvSpPr>
        <p:spPr>
          <a:xfrm>
            <a:off x="546099" y="1849439"/>
            <a:ext cx="3300984" cy="3443286"/>
          </a:xfrm>
        </p:spPr>
        <p:txBody>
          <a:bodyPr/>
          <a:lstStyle/>
          <a:p>
            <a:r>
              <a:rPr lang="en-US" dirty="0"/>
              <a:t>GT America Regular 14pt</a:t>
            </a:r>
          </a:p>
          <a:p>
            <a:pPr lvl="1"/>
            <a:r>
              <a:rPr lang="en-US" dirty="0"/>
              <a:t>Bullet level one in GT America 14pt, using “Increase List Level” button</a:t>
            </a:r>
          </a:p>
        </p:txBody>
      </p:sp>
    </p:spTree>
    <p:extLst>
      <p:ext uri="{BB962C8B-B14F-4D97-AF65-F5344CB8AC3E}">
        <p14:creationId xmlns:p14="http://schemas.microsoft.com/office/powerpoint/2010/main" val="5601374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831D975A-A83F-2CCB-770F-5F2AC1AD4B37}"/>
              </a:ext>
            </a:extLst>
          </p:cNvPr>
          <p:cNvSpPr>
            <a:spLocks noGrp="1"/>
          </p:cNvSpPr>
          <p:nvPr>
            <p:ph type="ftr" sz="quarter" idx="11"/>
          </p:nvPr>
        </p:nvSpPr>
        <p:spPr>
          <a:xfrm>
            <a:off x="4781550" y="6311900"/>
            <a:ext cx="5448300" cy="269875"/>
          </a:xfrm>
        </p:spPr>
        <p:txBody>
          <a:bodyPr/>
          <a:lstStyle/>
          <a:p>
            <a:r>
              <a:rPr lang="en-US"/>
              <a:t>See slide 12 for instructions on how to update footer</a:t>
            </a:r>
            <a:endParaRPr lang="en-US" dirty="0"/>
          </a:p>
        </p:txBody>
      </p:sp>
      <p:sp>
        <p:nvSpPr>
          <p:cNvPr id="3" name="Slide Number Placeholder 2">
            <a:extLst>
              <a:ext uri="{FF2B5EF4-FFF2-40B4-BE49-F238E27FC236}">
                <a16:creationId xmlns:a16="http://schemas.microsoft.com/office/drawing/2014/main" id="{073BA1CE-C24D-50FF-A639-0229BD59807F}"/>
              </a:ext>
            </a:extLst>
          </p:cNvPr>
          <p:cNvSpPr>
            <a:spLocks noGrp="1"/>
          </p:cNvSpPr>
          <p:nvPr>
            <p:ph type="sldNum" sz="quarter" idx="12"/>
          </p:nvPr>
        </p:nvSpPr>
        <p:spPr>
          <a:xfrm>
            <a:off x="10429875" y="6311900"/>
            <a:ext cx="1208087" cy="269875"/>
          </a:xfrm>
        </p:spPr>
        <p:txBody>
          <a:bodyPr/>
          <a:lstStyle/>
          <a:p>
            <a:fld id="{862A5111-985B-C14D-9115-5787026182A8}" type="slidenum">
              <a:rPr lang="en-US" smtClean="0"/>
              <a:pPr/>
              <a:t>39</a:t>
            </a:fld>
            <a:endParaRPr lang="en-US" dirty="0"/>
          </a:p>
        </p:txBody>
      </p:sp>
      <p:sp>
        <p:nvSpPr>
          <p:cNvPr id="4" name="Title 3">
            <a:extLst>
              <a:ext uri="{FF2B5EF4-FFF2-40B4-BE49-F238E27FC236}">
                <a16:creationId xmlns:a16="http://schemas.microsoft.com/office/drawing/2014/main" id="{401F1C54-10FE-0D46-0E14-BCB75D658030}"/>
              </a:ext>
            </a:extLst>
          </p:cNvPr>
          <p:cNvSpPr>
            <a:spLocks noGrp="1"/>
          </p:cNvSpPr>
          <p:nvPr>
            <p:ph type="title"/>
          </p:nvPr>
        </p:nvSpPr>
        <p:spPr>
          <a:xfrm>
            <a:off x="546100" y="552450"/>
            <a:ext cx="3300984" cy="869950"/>
          </a:xfrm>
        </p:spPr>
        <p:txBody>
          <a:bodyPr/>
          <a:lstStyle/>
          <a:p>
            <a:r>
              <a:rPr lang="en-US" dirty="0"/>
              <a:t>Executive summary style 5</a:t>
            </a:r>
          </a:p>
        </p:txBody>
      </p:sp>
      <p:sp>
        <p:nvSpPr>
          <p:cNvPr id="18" name="Text Placeholder 17">
            <a:extLst>
              <a:ext uri="{FF2B5EF4-FFF2-40B4-BE49-F238E27FC236}">
                <a16:creationId xmlns:a16="http://schemas.microsoft.com/office/drawing/2014/main" id="{972AAF0B-D23C-E0A2-670F-B62293940DDD}"/>
              </a:ext>
            </a:extLst>
          </p:cNvPr>
          <p:cNvSpPr>
            <a:spLocks noGrp="1"/>
          </p:cNvSpPr>
          <p:nvPr>
            <p:ph type="body" sz="quarter" idx="13"/>
          </p:nvPr>
        </p:nvSpPr>
        <p:spPr/>
        <p:txBody>
          <a:bodyPr/>
          <a:lstStyle/>
          <a:p>
            <a:endParaRPr lang="en-US"/>
          </a:p>
        </p:txBody>
      </p:sp>
      <p:sp>
        <p:nvSpPr>
          <p:cNvPr id="19" name="Content Placeholder 18">
            <a:extLst>
              <a:ext uri="{FF2B5EF4-FFF2-40B4-BE49-F238E27FC236}">
                <a16:creationId xmlns:a16="http://schemas.microsoft.com/office/drawing/2014/main" id="{C7226F05-EF80-7D6D-70D8-1AAB42CA1309}"/>
              </a:ext>
            </a:extLst>
          </p:cNvPr>
          <p:cNvSpPr>
            <a:spLocks noGrp="1"/>
          </p:cNvSpPr>
          <p:nvPr>
            <p:ph sz="quarter" idx="18"/>
          </p:nvPr>
        </p:nvSpPr>
        <p:spPr>
          <a:xfrm>
            <a:off x="4781551" y="552450"/>
            <a:ext cx="6856412" cy="5614988"/>
          </a:xfrm>
        </p:spPr>
        <p:txBody>
          <a:bodyPr/>
          <a:lstStyle/>
          <a:p>
            <a:r>
              <a:rPr lang="en-US" dirty="0"/>
              <a:t>Topic in GT America Bold 18pt</a:t>
            </a:r>
          </a:p>
          <a:p>
            <a:pPr lvl="1"/>
            <a:r>
              <a:rPr lang="en-US" dirty="0"/>
              <a:t>Bullet level one in GT America 14pt, using “Increase List Level” button</a:t>
            </a:r>
          </a:p>
          <a:p>
            <a:pPr lvl="1"/>
            <a:r>
              <a:rPr lang="en-US" dirty="0"/>
              <a:t>Bullet level one for all subsequent bullets</a:t>
            </a:r>
          </a:p>
          <a:p>
            <a:pPr lvl="1"/>
            <a:r>
              <a:rPr lang="en-US" dirty="0"/>
              <a:t>Bullet level one for all subsequent bullets</a:t>
            </a:r>
          </a:p>
          <a:p>
            <a:endParaRPr lang="en-US" dirty="0"/>
          </a:p>
          <a:p>
            <a:r>
              <a:rPr lang="en-US" dirty="0" err="1"/>
              <a:t>Exceria</a:t>
            </a:r>
            <a:r>
              <a:rPr lang="en-US" dirty="0"/>
              <a:t> sunt et ilia </a:t>
            </a:r>
            <a:r>
              <a:rPr lang="en-US" dirty="0" err="1"/>
              <a:t>voluptatem</a:t>
            </a:r>
            <a:r>
              <a:rPr lang="en-US" dirty="0"/>
              <a:t> </a:t>
            </a:r>
            <a:r>
              <a:rPr lang="en-US" dirty="0" err="1"/>
              <a:t>tem</a:t>
            </a:r>
            <a:r>
              <a:rPr lang="en-US" dirty="0"/>
              <a:t> </a:t>
            </a:r>
            <a:r>
              <a:rPr lang="en-US" dirty="0" err="1"/>
              <a:t>facepudist</a:t>
            </a:r>
            <a:r>
              <a:rPr lang="en-US" dirty="0"/>
              <a:t> </a:t>
            </a:r>
            <a:r>
              <a:rPr lang="en-US" dirty="0" err="1"/>
              <a:t>haris</a:t>
            </a:r>
            <a:r>
              <a:rPr lang="en-US" dirty="0"/>
              <a:t> most</a:t>
            </a:r>
          </a:p>
          <a:p>
            <a:pPr lvl="1"/>
            <a:r>
              <a:rPr lang="en-US" dirty="0" err="1"/>
              <a:t>Sequatumene</a:t>
            </a:r>
            <a:r>
              <a:rPr lang="en-US" dirty="0"/>
              <a:t> </a:t>
            </a:r>
            <a:r>
              <a:rPr lang="en-US" dirty="0" err="1"/>
              <a:t>rereperro</a:t>
            </a:r>
            <a:r>
              <a:rPr lang="en-US" dirty="0"/>
              <a:t> </a:t>
            </a:r>
            <a:r>
              <a:rPr lang="en-US" dirty="0" err="1"/>
              <a:t>blatur</a:t>
            </a:r>
            <a:r>
              <a:rPr lang="en-US" dirty="0"/>
              <a:t> sed </a:t>
            </a:r>
            <a:r>
              <a:rPr lang="en-US" dirty="0" err="1"/>
              <a:t>eos</a:t>
            </a:r>
            <a:r>
              <a:rPr lang="en-US" dirty="0"/>
              <a:t> et into </a:t>
            </a:r>
            <a:r>
              <a:rPr lang="en-US" dirty="0" err="1"/>
              <a:t>ommos</a:t>
            </a:r>
            <a:endParaRPr lang="en-US" dirty="0"/>
          </a:p>
          <a:p>
            <a:pPr lvl="1"/>
            <a:r>
              <a:rPr lang="en-US" dirty="0" err="1"/>
              <a:t>Ullabor</a:t>
            </a:r>
            <a:r>
              <a:rPr lang="en-US" dirty="0"/>
              <a:t> </a:t>
            </a:r>
            <a:r>
              <a:rPr lang="en-US" dirty="0" err="1"/>
              <a:t>ibustor</a:t>
            </a:r>
            <a:r>
              <a:rPr lang="en-US" dirty="0"/>
              <a:t> </a:t>
            </a:r>
            <a:r>
              <a:rPr lang="en-US" dirty="0" err="1"/>
              <a:t>essitatum</a:t>
            </a:r>
            <a:r>
              <a:rPr lang="en-US" dirty="0"/>
              <a:t> et </a:t>
            </a:r>
            <a:r>
              <a:rPr lang="en-US" dirty="0" err="1"/>
              <a:t>ressim</a:t>
            </a:r>
            <a:r>
              <a:rPr lang="en-US" dirty="0"/>
              <a:t> </a:t>
            </a:r>
            <a:r>
              <a:rPr lang="en-US" dirty="0" err="1"/>
              <a:t>dellorro</a:t>
            </a:r>
            <a:r>
              <a:rPr lang="en-US" dirty="0"/>
              <a:t> </a:t>
            </a:r>
            <a:r>
              <a:rPr lang="en-US" dirty="0" err="1"/>
              <a:t>tet</a:t>
            </a:r>
            <a:r>
              <a:rPr lang="en-US" dirty="0"/>
              <a:t>, </a:t>
            </a:r>
            <a:r>
              <a:rPr lang="en-US" dirty="0" err="1"/>
              <a:t>occum</a:t>
            </a:r>
            <a:endParaRPr lang="en-US" dirty="0"/>
          </a:p>
          <a:p>
            <a:pPr lvl="1"/>
            <a:r>
              <a:rPr lang="en-US" dirty="0" err="1"/>
              <a:t>Vollo</a:t>
            </a:r>
            <a:r>
              <a:rPr lang="en-US" dirty="0"/>
              <a:t> </a:t>
            </a:r>
            <a:r>
              <a:rPr lang="en-US" dirty="0" err="1"/>
              <a:t>dit</a:t>
            </a:r>
            <a:r>
              <a:rPr lang="en-US" dirty="0"/>
              <a:t> arum </a:t>
            </a:r>
            <a:r>
              <a:rPr lang="en-US" dirty="0" err="1"/>
              <a:t>alicidu</a:t>
            </a:r>
            <a:r>
              <a:rPr lang="en-US" dirty="0"/>
              <a:t> </a:t>
            </a:r>
            <a:r>
              <a:rPr lang="en-US" dirty="0" err="1"/>
              <a:t>ciatem</a:t>
            </a:r>
            <a:r>
              <a:rPr lang="en-US" dirty="0"/>
              <a:t> </a:t>
            </a:r>
            <a:r>
              <a:rPr lang="en-US" dirty="0" err="1"/>
              <a:t>antiusam</a:t>
            </a:r>
            <a:r>
              <a:rPr lang="en-US" dirty="0"/>
              <a:t> </a:t>
            </a:r>
            <a:r>
              <a:rPr lang="en-US" dirty="0" err="1"/>
              <a:t>audaepta</a:t>
            </a:r>
            <a:r>
              <a:rPr lang="en-US" dirty="0"/>
              <a:t> </a:t>
            </a:r>
            <a:r>
              <a:rPr lang="en-US" dirty="0" err="1"/>
              <a:t>quatur</a:t>
            </a:r>
            <a:endParaRPr lang="en-US" dirty="0"/>
          </a:p>
          <a:p>
            <a:pPr lvl="1"/>
            <a:r>
              <a:rPr lang="en-US" dirty="0" err="1"/>
              <a:t>Harunti</a:t>
            </a:r>
            <a:r>
              <a:rPr lang="en-US" dirty="0"/>
              <a:t> </a:t>
            </a:r>
            <a:r>
              <a:rPr lang="en-US" dirty="0" err="1"/>
              <a:t>nctium</a:t>
            </a:r>
            <a:r>
              <a:rPr lang="en-US" dirty="0"/>
              <a:t> </a:t>
            </a:r>
            <a:r>
              <a:rPr lang="en-US" dirty="0" err="1"/>
              <a:t>iur</a:t>
            </a:r>
            <a:r>
              <a:rPr lang="en-US" dirty="0"/>
              <a:t> </a:t>
            </a:r>
            <a:r>
              <a:rPr lang="en-US" dirty="0" err="1"/>
              <a:t>sincto</a:t>
            </a:r>
            <a:endParaRPr lang="en-US" dirty="0"/>
          </a:p>
          <a:p>
            <a:endParaRPr lang="en-US" dirty="0"/>
          </a:p>
          <a:p>
            <a:r>
              <a:rPr lang="en-US" dirty="0" err="1"/>
              <a:t>Optae</a:t>
            </a:r>
            <a:r>
              <a:rPr lang="en-US" dirty="0"/>
              <a:t> </a:t>
            </a:r>
            <a:r>
              <a:rPr lang="en-US" dirty="0" err="1"/>
              <a:t>venis</a:t>
            </a:r>
            <a:r>
              <a:rPr lang="en-US" dirty="0"/>
              <a:t> </a:t>
            </a:r>
            <a:r>
              <a:rPr lang="en-US" dirty="0" err="1"/>
              <a:t>prempor</a:t>
            </a:r>
            <a:r>
              <a:rPr lang="en-US" dirty="0"/>
              <a:t> </a:t>
            </a:r>
            <a:r>
              <a:rPr lang="en-US" dirty="0" err="1"/>
              <a:t>rentius</a:t>
            </a:r>
            <a:r>
              <a:rPr lang="en-US" dirty="0"/>
              <a:t> </a:t>
            </a:r>
            <a:r>
              <a:rPr lang="en-US" dirty="0" err="1"/>
              <a:t>venimus</a:t>
            </a:r>
            <a:r>
              <a:rPr lang="en-US" dirty="0"/>
              <a:t> </a:t>
            </a:r>
            <a:r>
              <a:rPr lang="en-US" dirty="0" err="1"/>
              <a:t>doluptas</a:t>
            </a:r>
            <a:r>
              <a:rPr lang="en-US" dirty="0"/>
              <a:t> </a:t>
            </a:r>
            <a:r>
              <a:rPr lang="en-US" dirty="0" err="1"/>
              <a:t>ratquia</a:t>
            </a:r>
            <a:endParaRPr lang="en-US" dirty="0"/>
          </a:p>
          <a:p>
            <a:pPr lvl="1"/>
            <a:r>
              <a:rPr lang="en-US" dirty="0" err="1"/>
              <a:t>Ullatquiae</a:t>
            </a:r>
            <a:r>
              <a:rPr lang="en-US" dirty="0"/>
              <a:t> </a:t>
            </a:r>
            <a:r>
              <a:rPr lang="en-US" dirty="0" err="1"/>
              <a:t>perio</a:t>
            </a:r>
            <a:r>
              <a:rPr lang="en-US" dirty="0"/>
              <a:t> </a:t>
            </a:r>
            <a:r>
              <a:rPr lang="en-US" dirty="0" err="1"/>
              <a:t>etur</a:t>
            </a:r>
            <a:r>
              <a:rPr lang="en-US" dirty="0"/>
              <a:t> </a:t>
            </a:r>
            <a:r>
              <a:rPr lang="en-US" dirty="0" err="1"/>
              <a:t>aceror</a:t>
            </a:r>
            <a:r>
              <a:rPr lang="en-US" dirty="0"/>
              <a:t> </a:t>
            </a:r>
            <a:r>
              <a:rPr lang="en-US" dirty="0" err="1"/>
              <a:t>seditem</a:t>
            </a:r>
            <a:r>
              <a:rPr lang="en-US" dirty="0"/>
              <a:t> </a:t>
            </a:r>
            <a:r>
              <a:rPr lang="en-US" dirty="0" err="1"/>
              <a:t>utem</a:t>
            </a:r>
            <a:endParaRPr lang="en-US" dirty="0"/>
          </a:p>
          <a:p>
            <a:pPr lvl="1"/>
            <a:r>
              <a:rPr lang="en-US" dirty="0" err="1"/>
              <a:t>Nequi</a:t>
            </a:r>
            <a:r>
              <a:rPr lang="en-US" dirty="0"/>
              <a:t> </a:t>
            </a:r>
            <a:r>
              <a:rPr lang="en-US" dirty="0" err="1"/>
              <a:t>doluptam</a:t>
            </a:r>
            <a:r>
              <a:rPr lang="en-US" dirty="0"/>
              <a:t> </a:t>
            </a:r>
            <a:r>
              <a:rPr lang="en-US" dirty="0" err="1"/>
              <a:t>endios</a:t>
            </a:r>
            <a:r>
              <a:rPr lang="en-US" dirty="0"/>
              <a:t> </a:t>
            </a:r>
            <a:r>
              <a:rPr lang="en-US" dirty="0" err="1"/>
              <a:t>erestin</a:t>
            </a:r>
            <a:r>
              <a:rPr lang="en-US" dirty="0"/>
              <a:t> nim </a:t>
            </a:r>
            <a:r>
              <a:rPr lang="en-US" dirty="0" err="1"/>
              <a:t>idis</a:t>
            </a:r>
            <a:r>
              <a:rPr lang="en-US" dirty="0"/>
              <a:t> </a:t>
            </a:r>
            <a:r>
              <a:rPr lang="en-US" dirty="0" err="1"/>
              <a:t>veliaernatet</a:t>
            </a:r>
            <a:endParaRPr lang="en-US" dirty="0"/>
          </a:p>
          <a:p>
            <a:pPr lvl="1"/>
            <a:r>
              <a:rPr lang="en-US" dirty="0" err="1"/>
              <a:t>Aut</a:t>
            </a:r>
            <a:r>
              <a:rPr lang="en-US" dirty="0"/>
              <a:t> </a:t>
            </a:r>
            <a:r>
              <a:rPr lang="en-US" dirty="0" err="1"/>
              <a:t>quas</a:t>
            </a:r>
            <a:r>
              <a:rPr lang="en-US" dirty="0"/>
              <a:t> sit </a:t>
            </a:r>
            <a:r>
              <a:rPr lang="en-US" dirty="0" err="1"/>
              <a:t>exceperum</a:t>
            </a:r>
            <a:r>
              <a:rPr lang="en-US" dirty="0"/>
              <a:t> </a:t>
            </a:r>
            <a:r>
              <a:rPr lang="en-US" dirty="0" err="1"/>
              <a:t>quodi</a:t>
            </a:r>
            <a:r>
              <a:rPr lang="en-US" dirty="0"/>
              <a:t> </a:t>
            </a:r>
            <a:r>
              <a:rPr lang="en-US" dirty="0" err="1"/>
              <a:t>omnissi</a:t>
            </a:r>
            <a:r>
              <a:rPr lang="en-US" dirty="0"/>
              <a:t> </a:t>
            </a:r>
            <a:r>
              <a:rPr lang="en-US" dirty="0" err="1"/>
              <a:t>ni</a:t>
            </a:r>
            <a:r>
              <a:rPr lang="en-US" dirty="0"/>
              <a:t> at </a:t>
            </a:r>
            <a:r>
              <a:rPr lang="en-US" dirty="0" err="1"/>
              <a:t>optatioris</a:t>
            </a:r>
            <a:r>
              <a:rPr lang="en-US" dirty="0"/>
              <a:t> </a:t>
            </a:r>
            <a:r>
              <a:rPr lang="en-US" dirty="0" err="1"/>
              <a:t>audi</a:t>
            </a:r>
            <a:endParaRPr lang="en-US" dirty="0"/>
          </a:p>
          <a:p>
            <a:endParaRPr lang="en-US" dirty="0"/>
          </a:p>
          <a:p>
            <a:endParaRPr lang="en-US" dirty="0"/>
          </a:p>
        </p:txBody>
      </p:sp>
      <p:sp>
        <p:nvSpPr>
          <p:cNvPr id="10" name="Text Placeholder 9">
            <a:extLst>
              <a:ext uri="{FF2B5EF4-FFF2-40B4-BE49-F238E27FC236}">
                <a16:creationId xmlns:a16="http://schemas.microsoft.com/office/drawing/2014/main" id="{128EB275-0D86-780B-6C84-A73795B5B9A6}"/>
              </a:ext>
            </a:extLst>
          </p:cNvPr>
          <p:cNvSpPr>
            <a:spLocks noGrp="1"/>
          </p:cNvSpPr>
          <p:nvPr>
            <p:ph type="body" sz="quarter" idx="19"/>
          </p:nvPr>
        </p:nvSpPr>
        <p:spPr>
          <a:xfrm>
            <a:off x="554037" y="1849437"/>
            <a:ext cx="3300984" cy="3443288"/>
          </a:xfrm>
        </p:spPr>
        <p:txBody>
          <a:bodyPr/>
          <a:lstStyle/>
          <a:p>
            <a:r>
              <a:rPr lang="en-US" dirty="0"/>
              <a:t>GT America Regular 14pt</a:t>
            </a:r>
          </a:p>
          <a:p>
            <a:pPr lvl="1"/>
            <a:r>
              <a:rPr lang="en-US" dirty="0"/>
              <a:t>Bullet level one in GT America 14pt, using “Increase List Level” button</a:t>
            </a:r>
          </a:p>
        </p:txBody>
      </p:sp>
    </p:spTree>
    <p:extLst>
      <p:ext uri="{BB962C8B-B14F-4D97-AF65-F5344CB8AC3E}">
        <p14:creationId xmlns:p14="http://schemas.microsoft.com/office/powerpoint/2010/main" val="402561968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7BB54A28-8DF2-59C1-4853-C96ACFFAC2EC}"/>
              </a:ext>
            </a:extLst>
          </p:cNvPr>
          <p:cNvSpPr>
            <a:spLocks noGrp="1"/>
          </p:cNvSpPr>
          <p:nvPr>
            <p:ph type="ftr" sz="quarter" idx="11"/>
          </p:nvPr>
        </p:nvSpPr>
        <p:spPr>
          <a:xfrm>
            <a:off x="4781550" y="6311900"/>
            <a:ext cx="5448300" cy="269875"/>
          </a:xfrm>
        </p:spPr>
        <p:txBody>
          <a:bodyPr/>
          <a:lstStyle/>
          <a:p>
            <a:r>
              <a:rPr lang="en-US"/>
              <a:t>See slide 12 for instructions on how to update footer</a:t>
            </a:r>
          </a:p>
        </p:txBody>
      </p:sp>
      <p:sp>
        <p:nvSpPr>
          <p:cNvPr id="4" name="Slide Number Placeholder 3">
            <a:extLst>
              <a:ext uri="{FF2B5EF4-FFF2-40B4-BE49-F238E27FC236}">
                <a16:creationId xmlns:a16="http://schemas.microsoft.com/office/drawing/2014/main" id="{0192A1DC-97F9-568F-51E4-8B66330D949C}"/>
              </a:ext>
            </a:extLst>
          </p:cNvPr>
          <p:cNvSpPr>
            <a:spLocks noGrp="1"/>
          </p:cNvSpPr>
          <p:nvPr>
            <p:ph type="sldNum" sz="quarter" idx="12"/>
          </p:nvPr>
        </p:nvSpPr>
        <p:spPr>
          <a:xfrm>
            <a:off x="10428288" y="6311900"/>
            <a:ext cx="1209674" cy="269875"/>
          </a:xfrm>
        </p:spPr>
        <p:txBody>
          <a:bodyPr/>
          <a:lstStyle/>
          <a:p>
            <a:fld id="{862A5111-985B-C14D-9115-5787026182A8}" type="slidenum">
              <a:rPr lang="en-US" smtClean="0"/>
              <a:pPr/>
              <a:t>40</a:t>
            </a:fld>
            <a:endParaRPr lang="en-US" dirty="0"/>
          </a:p>
        </p:txBody>
      </p:sp>
      <p:sp>
        <p:nvSpPr>
          <p:cNvPr id="9" name="Title 8">
            <a:extLst>
              <a:ext uri="{FF2B5EF4-FFF2-40B4-BE49-F238E27FC236}">
                <a16:creationId xmlns:a16="http://schemas.microsoft.com/office/drawing/2014/main" id="{3C117266-7D53-4EC6-D7E4-0EC38A798FB6}"/>
              </a:ext>
            </a:extLst>
          </p:cNvPr>
          <p:cNvSpPr>
            <a:spLocks noGrp="1"/>
          </p:cNvSpPr>
          <p:nvPr>
            <p:ph type="title"/>
          </p:nvPr>
        </p:nvSpPr>
        <p:spPr>
          <a:xfrm>
            <a:off x="546100" y="552450"/>
            <a:ext cx="11091861" cy="434975"/>
          </a:xfrm>
        </p:spPr>
        <p:txBody>
          <a:bodyPr>
            <a:noAutofit/>
          </a:bodyPr>
          <a:lstStyle/>
          <a:p>
            <a:r>
              <a:rPr lang="en-US" dirty="0"/>
              <a:t>H1 Heading 1-column slide</a:t>
            </a:r>
          </a:p>
        </p:txBody>
      </p:sp>
      <p:sp>
        <p:nvSpPr>
          <p:cNvPr id="2" name="Text Placeholder 1">
            <a:extLst>
              <a:ext uri="{FF2B5EF4-FFF2-40B4-BE49-F238E27FC236}">
                <a16:creationId xmlns:a16="http://schemas.microsoft.com/office/drawing/2014/main" id="{C2B28C6A-6593-9352-F1AD-F4DD60FDDC58}"/>
              </a:ext>
            </a:extLst>
          </p:cNvPr>
          <p:cNvSpPr>
            <a:spLocks noGrp="1"/>
          </p:cNvSpPr>
          <p:nvPr>
            <p:ph type="body" sz="quarter" idx="18"/>
          </p:nvPr>
        </p:nvSpPr>
        <p:spPr>
          <a:xfrm>
            <a:off x="546100" y="1127125"/>
            <a:ext cx="11094211" cy="295275"/>
          </a:xfrm>
        </p:spPr>
        <p:txBody>
          <a:bodyPr>
            <a:noAutofit/>
          </a:bodyPr>
          <a:lstStyle/>
          <a:p>
            <a:r>
              <a:rPr lang="en-US" dirty="0"/>
              <a:t>H2 Heading </a:t>
            </a:r>
          </a:p>
        </p:txBody>
      </p:sp>
      <p:sp>
        <p:nvSpPr>
          <p:cNvPr id="58" name="Text Placeholder 57">
            <a:extLst>
              <a:ext uri="{FF2B5EF4-FFF2-40B4-BE49-F238E27FC236}">
                <a16:creationId xmlns:a16="http://schemas.microsoft.com/office/drawing/2014/main" id="{4DCC40A9-B212-5085-638D-0708FE242489}"/>
              </a:ext>
            </a:extLst>
          </p:cNvPr>
          <p:cNvSpPr>
            <a:spLocks noGrp="1"/>
          </p:cNvSpPr>
          <p:nvPr>
            <p:ph type="body" sz="quarter" idx="19"/>
          </p:nvPr>
        </p:nvSpPr>
        <p:spPr/>
        <p:txBody>
          <a:bodyPr/>
          <a:lstStyle/>
          <a:p>
            <a:endParaRPr lang="en-US"/>
          </a:p>
        </p:txBody>
      </p:sp>
      <p:sp>
        <p:nvSpPr>
          <p:cNvPr id="10" name="Content Placeholder 9">
            <a:extLst>
              <a:ext uri="{FF2B5EF4-FFF2-40B4-BE49-F238E27FC236}">
                <a16:creationId xmlns:a16="http://schemas.microsoft.com/office/drawing/2014/main" id="{3F913357-A944-98DF-5B22-D79AA5673E78}"/>
              </a:ext>
            </a:extLst>
          </p:cNvPr>
          <p:cNvSpPr>
            <a:spLocks noGrp="1"/>
          </p:cNvSpPr>
          <p:nvPr>
            <p:ph sz="quarter" idx="22"/>
          </p:nvPr>
        </p:nvSpPr>
        <p:spPr>
          <a:xfrm>
            <a:off x="546100" y="2425700"/>
            <a:ext cx="9683750" cy="3441700"/>
          </a:xfrm>
        </p:spPr>
        <p:txBody>
          <a:bodyPr>
            <a:normAutofit/>
          </a:bodyPr>
          <a:lstStyle/>
          <a:p>
            <a:r>
              <a:rPr lang="en-US" dirty="0"/>
              <a:t>Preformatted list level 0, Intro in GT America Regular 14pt</a:t>
            </a:r>
          </a:p>
          <a:p>
            <a:pPr lvl="1"/>
            <a:r>
              <a:rPr lang="en-US" dirty="0"/>
              <a:t>Preformatted list level 1, GT America Regular 14pt, achieved by using “Increase List Level” button</a:t>
            </a:r>
          </a:p>
          <a:p>
            <a:pPr lvl="2"/>
            <a:r>
              <a:rPr lang="en-US" dirty="0"/>
              <a:t>Preformatted list level Bullet level 2, GT America Regular 14pt, achieved by using “Increase List Level” button</a:t>
            </a:r>
          </a:p>
          <a:p>
            <a:pPr lvl="3"/>
            <a:r>
              <a:rPr lang="en-US" dirty="0"/>
              <a:t>Preformatted list level Bullet level 3, GT America Regular 13pt, achieved by using “Increase List Level” button</a:t>
            </a:r>
          </a:p>
          <a:p>
            <a:pPr lvl="4"/>
            <a:r>
              <a:rPr lang="en-US" dirty="0"/>
              <a:t>Preformatted list level Bullet level 4, GT America Regular 12pt, achieved by using “Increase List Level” button</a:t>
            </a:r>
          </a:p>
          <a:p>
            <a:pPr lvl="5"/>
            <a:r>
              <a:rPr lang="en-US" dirty="0"/>
              <a:t>Preformatted list level Bullet level 5, GT America Regular 12pt, achieved by using “Increase List Level” button</a:t>
            </a:r>
          </a:p>
        </p:txBody>
      </p:sp>
      <p:sp>
        <p:nvSpPr>
          <p:cNvPr id="22" name="Text Placeholder 21">
            <a:extLst>
              <a:ext uri="{FF2B5EF4-FFF2-40B4-BE49-F238E27FC236}">
                <a16:creationId xmlns:a16="http://schemas.microsoft.com/office/drawing/2014/main" id="{71ACE4BE-46E1-C8F7-0C9E-46B649F79DFD}"/>
              </a:ext>
            </a:extLst>
          </p:cNvPr>
          <p:cNvSpPr>
            <a:spLocks noGrp="1"/>
          </p:cNvSpPr>
          <p:nvPr>
            <p:ph type="body" sz="quarter" idx="23"/>
          </p:nvPr>
        </p:nvSpPr>
        <p:spPr>
          <a:xfrm>
            <a:off x="546100" y="1849438"/>
            <a:ext cx="9683750" cy="296862"/>
          </a:xfrm>
        </p:spPr>
        <p:txBody>
          <a:bodyPr anchor="t"/>
          <a:lstStyle/>
          <a:p>
            <a:r>
              <a:rPr lang="en-US" dirty="0"/>
              <a:t>H3 Heading</a:t>
            </a:r>
          </a:p>
        </p:txBody>
      </p:sp>
      <p:cxnSp>
        <p:nvCxnSpPr>
          <p:cNvPr id="17" name="Straight Connector 16">
            <a:extLst>
              <a:ext uri="{FF2B5EF4-FFF2-40B4-BE49-F238E27FC236}">
                <a16:creationId xmlns:a16="http://schemas.microsoft.com/office/drawing/2014/main" id="{9305E257-8345-26D9-1E93-F346FDFD13EC}"/>
              </a:ext>
            </a:extLst>
          </p:cNvPr>
          <p:cNvCxnSpPr>
            <a:cxnSpLocks/>
          </p:cNvCxnSpPr>
          <p:nvPr/>
        </p:nvCxnSpPr>
        <p:spPr>
          <a:xfrm>
            <a:off x="554038" y="2271994"/>
            <a:ext cx="9678989" cy="9756"/>
          </a:xfrm>
          <a:prstGeom prst="line">
            <a:avLst/>
          </a:prstGeom>
          <a:ln w="12700">
            <a:solidFill>
              <a:srgbClr val="D7D8D7"/>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1281109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7BB54A28-8DF2-59C1-4853-C96ACFFAC2EC}"/>
              </a:ext>
            </a:extLst>
          </p:cNvPr>
          <p:cNvSpPr>
            <a:spLocks noGrp="1"/>
          </p:cNvSpPr>
          <p:nvPr>
            <p:ph type="ftr" sz="quarter" idx="11"/>
          </p:nvPr>
        </p:nvSpPr>
        <p:spPr/>
        <p:txBody>
          <a:bodyPr/>
          <a:lstStyle/>
          <a:p>
            <a:r>
              <a:rPr lang="en-US"/>
              <a:t>See slide 12 for instructions on how to update footer</a:t>
            </a:r>
          </a:p>
        </p:txBody>
      </p:sp>
      <p:sp>
        <p:nvSpPr>
          <p:cNvPr id="4" name="Slide Number Placeholder 3">
            <a:extLst>
              <a:ext uri="{FF2B5EF4-FFF2-40B4-BE49-F238E27FC236}">
                <a16:creationId xmlns:a16="http://schemas.microsoft.com/office/drawing/2014/main" id="{0192A1DC-97F9-568F-51E4-8B66330D949C}"/>
              </a:ext>
            </a:extLst>
          </p:cNvPr>
          <p:cNvSpPr>
            <a:spLocks noGrp="1"/>
          </p:cNvSpPr>
          <p:nvPr>
            <p:ph type="sldNum" sz="quarter" idx="12"/>
          </p:nvPr>
        </p:nvSpPr>
        <p:spPr/>
        <p:txBody>
          <a:bodyPr/>
          <a:lstStyle/>
          <a:p>
            <a:fld id="{862A5111-985B-C14D-9115-5787026182A8}" type="slidenum">
              <a:rPr lang="en-US" smtClean="0"/>
              <a:pPr/>
              <a:t>41</a:t>
            </a:fld>
            <a:endParaRPr lang="en-US" dirty="0"/>
          </a:p>
        </p:txBody>
      </p:sp>
      <p:sp>
        <p:nvSpPr>
          <p:cNvPr id="9" name="Title 8">
            <a:extLst>
              <a:ext uri="{FF2B5EF4-FFF2-40B4-BE49-F238E27FC236}">
                <a16:creationId xmlns:a16="http://schemas.microsoft.com/office/drawing/2014/main" id="{3C117266-7D53-4EC6-D7E4-0EC38A798FB6}"/>
              </a:ext>
            </a:extLst>
          </p:cNvPr>
          <p:cNvSpPr>
            <a:spLocks noGrp="1"/>
          </p:cNvSpPr>
          <p:nvPr>
            <p:ph type="title"/>
          </p:nvPr>
        </p:nvSpPr>
        <p:spPr/>
        <p:txBody>
          <a:bodyPr>
            <a:noAutofit/>
          </a:bodyPr>
          <a:lstStyle/>
          <a:p>
            <a:r>
              <a:rPr lang="en-US" dirty="0"/>
              <a:t>H1 Heading - 2 line title</a:t>
            </a:r>
            <a:br>
              <a:rPr lang="en-US" dirty="0"/>
            </a:br>
            <a:r>
              <a:rPr lang="en-US" dirty="0"/>
              <a:t>1-column slide</a:t>
            </a:r>
          </a:p>
        </p:txBody>
      </p:sp>
      <p:sp>
        <p:nvSpPr>
          <p:cNvPr id="10" name="Content Placeholder 9">
            <a:extLst>
              <a:ext uri="{FF2B5EF4-FFF2-40B4-BE49-F238E27FC236}">
                <a16:creationId xmlns:a16="http://schemas.microsoft.com/office/drawing/2014/main" id="{3F913357-A944-98DF-5B22-D79AA5673E78}"/>
              </a:ext>
            </a:extLst>
          </p:cNvPr>
          <p:cNvSpPr>
            <a:spLocks noGrp="1"/>
          </p:cNvSpPr>
          <p:nvPr>
            <p:ph sz="quarter" idx="22"/>
          </p:nvPr>
        </p:nvSpPr>
        <p:spPr/>
        <p:txBody>
          <a:bodyPr>
            <a:normAutofit/>
          </a:bodyPr>
          <a:lstStyle/>
          <a:p>
            <a:r>
              <a:rPr lang="en-US" dirty="0"/>
              <a:t>Preformatted list level 0, Intro in GT America Regular 14pt</a:t>
            </a:r>
          </a:p>
          <a:p>
            <a:pPr lvl="1"/>
            <a:r>
              <a:rPr lang="en-US" dirty="0"/>
              <a:t>Preformatted list level 1, GT America Regular 14pt, achieved by using “Increase List Level” button</a:t>
            </a:r>
          </a:p>
          <a:p>
            <a:pPr lvl="2"/>
            <a:r>
              <a:rPr lang="en-US" dirty="0"/>
              <a:t>Preformatted list level Bullet level 2, GT America Regular 14pt, achieved by using “Increase List Level” button</a:t>
            </a:r>
          </a:p>
          <a:p>
            <a:pPr lvl="3"/>
            <a:r>
              <a:rPr lang="en-US" dirty="0"/>
              <a:t>Preformatted list level Bullet level 3, GT America Regular 13pt, achieved by using “Increase List Level” button</a:t>
            </a:r>
          </a:p>
          <a:p>
            <a:pPr lvl="4"/>
            <a:r>
              <a:rPr lang="en-US" dirty="0"/>
              <a:t>Preformatted list level Bullet level 4, GT America Regular 12pt, achieved by using “Increase List Level” button</a:t>
            </a:r>
          </a:p>
          <a:p>
            <a:pPr lvl="5"/>
            <a:r>
              <a:rPr lang="en-US" dirty="0"/>
              <a:t>Preformatted list level Bullet level 5, GT America Regular 12pt, achieved by using “Increase List Level” button</a:t>
            </a:r>
          </a:p>
        </p:txBody>
      </p:sp>
      <p:sp>
        <p:nvSpPr>
          <p:cNvPr id="22" name="Text Placeholder 21">
            <a:extLst>
              <a:ext uri="{FF2B5EF4-FFF2-40B4-BE49-F238E27FC236}">
                <a16:creationId xmlns:a16="http://schemas.microsoft.com/office/drawing/2014/main" id="{71ACE4BE-46E1-C8F7-0C9E-46B649F79DFD}"/>
              </a:ext>
            </a:extLst>
          </p:cNvPr>
          <p:cNvSpPr>
            <a:spLocks noGrp="1"/>
          </p:cNvSpPr>
          <p:nvPr>
            <p:ph type="body" sz="quarter" idx="23"/>
          </p:nvPr>
        </p:nvSpPr>
        <p:spPr/>
        <p:txBody>
          <a:bodyPr anchor="t"/>
          <a:lstStyle/>
          <a:p>
            <a:r>
              <a:rPr lang="en-US" dirty="0"/>
              <a:t>H3 Heading</a:t>
            </a:r>
          </a:p>
        </p:txBody>
      </p:sp>
      <p:cxnSp>
        <p:nvCxnSpPr>
          <p:cNvPr id="17" name="Straight Connector 16">
            <a:extLst>
              <a:ext uri="{FF2B5EF4-FFF2-40B4-BE49-F238E27FC236}">
                <a16:creationId xmlns:a16="http://schemas.microsoft.com/office/drawing/2014/main" id="{9305E257-8345-26D9-1E93-F346FDFD13EC}"/>
              </a:ext>
            </a:extLst>
          </p:cNvPr>
          <p:cNvCxnSpPr>
            <a:cxnSpLocks/>
          </p:cNvCxnSpPr>
          <p:nvPr/>
        </p:nvCxnSpPr>
        <p:spPr>
          <a:xfrm>
            <a:off x="554038" y="2271994"/>
            <a:ext cx="9678989" cy="9756"/>
          </a:xfrm>
          <a:prstGeom prst="line">
            <a:avLst/>
          </a:prstGeom>
          <a:ln w="12700">
            <a:solidFill>
              <a:srgbClr val="D7D8D7"/>
            </a:solidFill>
          </a:ln>
        </p:spPr>
        <p:style>
          <a:lnRef idx="1">
            <a:schemeClr val="dk1"/>
          </a:lnRef>
          <a:fillRef idx="0">
            <a:schemeClr val="dk1"/>
          </a:fillRef>
          <a:effectRef idx="0">
            <a:schemeClr val="dk1"/>
          </a:effectRef>
          <a:fontRef idx="minor">
            <a:schemeClr val="tx1"/>
          </a:fontRef>
        </p:style>
      </p:cxnSp>
      <p:sp>
        <p:nvSpPr>
          <p:cNvPr id="6" name="Text Placeholder 5">
            <a:extLst>
              <a:ext uri="{FF2B5EF4-FFF2-40B4-BE49-F238E27FC236}">
                <a16:creationId xmlns:a16="http://schemas.microsoft.com/office/drawing/2014/main" id="{6F778BF0-04E0-5E7B-12E2-E6591927C3FA}"/>
              </a:ext>
            </a:extLst>
          </p:cNvPr>
          <p:cNvSpPr>
            <a:spLocks noGrp="1"/>
          </p:cNvSpPr>
          <p:nvPr>
            <p:ph type="body" sz="quarter" idx="19"/>
          </p:nvPr>
        </p:nvSpPr>
        <p:spPr/>
        <p:txBody>
          <a:bodyPr/>
          <a:lstStyle/>
          <a:p>
            <a:endParaRPr lang="en-US"/>
          </a:p>
        </p:txBody>
      </p:sp>
    </p:spTree>
    <p:extLst>
      <p:ext uri="{BB962C8B-B14F-4D97-AF65-F5344CB8AC3E}">
        <p14:creationId xmlns:p14="http://schemas.microsoft.com/office/powerpoint/2010/main" val="360954841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8B0F1B15-25A2-3E89-A89C-DAFE65FB8268}"/>
              </a:ext>
            </a:extLst>
          </p:cNvPr>
          <p:cNvSpPr>
            <a:spLocks noGrp="1"/>
          </p:cNvSpPr>
          <p:nvPr>
            <p:ph type="ftr" sz="quarter" idx="11"/>
          </p:nvPr>
        </p:nvSpPr>
        <p:spPr>
          <a:xfrm>
            <a:off x="4781550" y="6311900"/>
            <a:ext cx="5448300" cy="269875"/>
          </a:xfrm>
        </p:spPr>
        <p:txBody>
          <a:bodyPr/>
          <a:lstStyle/>
          <a:p>
            <a:r>
              <a:rPr lang="en-US"/>
              <a:t>See slide 12 for instructions on how to update footer</a:t>
            </a:r>
          </a:p>
        </p:txBody>
      </p:sp>
      <p:sp>
        <p:nvSpPr>
          <p:cNvPr id="4" name="Slide Number Placeholder 3">
            <a:extLst>
              <a:ext uri="{FF2B5EF4-FFF2-40B4-BE49-F238E27FC236}">
                <a16:creationId xmlns:a16="http://schemas.microsoft.com/office/drawing/2014/main" id="{839BC683-F044-870B-8DE1-E80ADA315D60}"/>
              </a:ext>
            </a:extLst>
          </p:cNvPr>
          <p:cNvSpPr>
            <a:spLocks noGrp="1"/>
          </p:cNvSpPr>
          <p:nvPr>
            <p:ph type="sldNum" sz="quarter" idx="12"/>
          </p:nvPr>
        </p:nvSpPr>
        <p:spPr>
          <a:xfrm>
            <a:off x="10428288" y="6311900"/>
            <a:ext cx="1209674" cy="269875"/>
          </a:xfrm>
        </p:spPr>
        <p:txBody>
          <a:bodyPr/>
          <a:lstStyle/>
          <a:p>
            <a:fld id="{862A5111-985B-C14D-9115-5787026182A8}" type="slidenum">
              <a:rPr lang="en-US" smtClean="0"/>
              <a:pPr/>
              <a:t>42</a:t>
            </a:fld>
            <a:endParaRPr lang="en-US"/>
          </a:p>
        </p:txBody>
      </p:sp>
      <p:sp>
        <p:nvSpPr>
          <p:cNvPr id="9" name="Title 8">
            <a:extLst>
              <a:ext uri="{FF2B5EF4-FFF2-40B4-BE49-F238E27FC236}">
                <a16:creationId xmlns:a16="http://schemas.microsoft.com/office/drawing/2014/main" id="{3C117266-7D53-4EC6-D7E4-0EC38A798FB6}"/>
              </a:ext>
            </a:extLst>
          </p:cNvPr>
          <p:cNvSpPr>
            <a:spLocks noGrp="1"/>
          </p:cNvSpPr>
          <p:nvPr>
            <p:ph type="title"/>
          </p:nvPr>
        </p:nvSpPr>
        <p:spPr>
          <a:xfrm>
            <a:off x="546100" y="552450"/>
            <a:ext cx="11091861" cy="434975"/>
          </a:xfrm>
        </p:spPr>
        <p:txBody>
          <a:bodyPr>
            <a:noAutofit/>
          </a:bodyPr>
          <a:lstStyle/>
          <a:p>
            <a:r>
              <a:rPr lang="en-US" dirty="0"/>
              <a:t>H1 Heading - 2-column comparison slide</a:t>
            </a:r>
          </a:p>
        </p:txBody>
      </p:sp>
      <p:sp>
        <p:nvSpPr>
          <p:cNvPr id="40" name="Text Placeholder 39">
            <a:extLst>
              <a:ext uri="{FF2B5EF4-FFF2-40B4-BE49-F238E27FC236}">
                <a16:creationId xmlns:a16="http://schemas.microsoft.com/office/drawing/2014/main" id="{282A106B-3DDF-0A63-C75A-60B353BF7B31}"/>
              </a:ext>
            </a:extLst>
          </p:cNvPr>
          <p:cNvSpPr>
            <a:spLocks noGrp="1"/>
          </p:cNvSpPr>
          <p:nvPr>
            <p:ph type="body" sz="quarter" idx="21"/>
          </p:nvPr>
        </p:nvSpPr>
        <p:spPr>
          <a:xfrm>
            <a:off x="546100" y="1127125"/>
            <a:ext cx="11097578" cy="292608"/>
          </a:xfrm>
        </p:spPr>
        <p:txBody>
          <a:bodyPr>
            <a:noAutofit/>
          </a:bodyPr>
          <a:lstStyle/>
          <a:p>
            <a:r>
              <a:rPr lang="en-US" dirty="0"/>
              <a:t>H2 Heading</a:t>
            </a:r>
          </a:p>
        </p:txBody>
      </p:sp>
      <p:sp>
        <p:nvSpPr>
          <p:cNvPr id="50" name="Text Placeholder 49">
            <a:extLst>
              <a:ext uri="{FF2B5EF4-FFF2-40B4-BE49-F238E27FC236}">
                <a16:creationId xmlns:a16="http://schemas.microsoft.com/office/drawing/2014/main" id="{ADC60DF6-D41E-465E-BF6E-321C92A0268D}"/>
              </a:ext>
            </a:extLst>
          </p:cNvPr>
          <p:cNvSpPr>
            <a:spLocks noGrp="1"/>
          </p:cNvSpPr>
          <p:nvPr>
            <p:ph type="body" sz="quarter" idx="22"/>
          </p:nvPr>
        </p:nvSpPr>
        <p:spPr/>
        <p:txBody>
          <a:bodyPr/>
          <a:lstStyle/>
          <a:p>
            <a:endParaRPr lang="en-US"/>
          </a:p>
        </p:txBody>
      </p:sp>
      <p:sp>
        <p:nvSpPr>
          <p:cNvPr id="5" name="Content Placeholder 4">
            <a:extLst>
              <a:ext uri="{FF2B5EF4-FFF2-40B4-BE49-F238E27FC236}">
                <a16:creationId xmlns:a16="http://schemas.microsoft.com/office/drawing/2014/main" id="{946F7BEF-0979-BE82-64B5-A2E9265D6B21}"/>
              </a:ext>
            </a:extLst>
          </p:cNvPr>
          <p:cNvSpPr>
            <a:spLocks noGrp="1"/>
          </p:cNvSpPr>
          <p:nvPr>
            <p:ph sz="quarter" idx="27"/>
          </p:nvPr>
        </p:nvSpPr>
        <p:spPr>
          <a:xfrm>
            <a:off x="546101" y="2425700"/>
            <a:ext cx="5445124" cy="3441700"/>
          </a:xfrm>
        </p:spPr>
        <p:txBody>
          <a:bodyPr/>
          <a:lstStyle/>
          <a:p>
            <a:r>
              <a:rPr lang="en-US" dirty="0" err="1"/>
              <a:t>Essint</a:t>
            </a:r>
            <a:r>
              <a:rPr lang="en-US" dirty="0"/>
              <a:t> ex et </a:t>
            </a:r>
            <a:r>
              <a:rPr lang="en-US" dirty="0" err="1"/>
              <a:t>aut</a:t>
            </a:r>
            <a:r>
              <a:rPr lang="en-US" dirty="0"/>
              <a:t> </a:t>
            </a:r>
            <a:r>
              <a:rPr lang="en-US" dirty="0" err="1"/>
              <a:t>ea</a:t>
            </a:r>
            <a:r>
              <a:rPr lang="en-US" dirty="0"/>
              <a:t> nim re ped </a:t>
            </a:r>
            <a:r>
              <a:rPr lang="en-US" dirty="0" err="1"/>
              <a:t>utemporibus</a:t>
            </a:r>
            <a:r>
              <a:rPr lang="en-US" dirty="0"/>
              <a:t>, </a:t>
            </a:r>
            <a:r>
              <a:rPr lang="en-US" dirty="0" err="1"/>
              <a:t>simendestrum</a:t>
            </a:r>
            <a:r>
              <a:rPr lang="en-US" dirty="0"/>
              <a:t> alit </a:t>
            </a:r>
            <a:r>
              <a:rPr lang="en-US" dirty="0" err="1"/>
              <a:t>esto</a:t>
            </a:r>
            <a:r>
              <a:rPr lang="en-US" dirty="0"/>
              <a:t> </a:t>
            </a:r>
            <a:r>
              <a:rPr lang="en-US" dirty="0" err="1"/>
              <a:t>temque</a:t>
            </a:r>
            <a:r>
              <a:rPr lang="en-US" dirty="0"/>
              <a:t> </a:t>
            </a:r>
            <a:r>
              <a:rPr lang="en-US" dirty="0" err="1"/>
              <a:t>volut</a:t>
            </a:r>
            <a:r>
              <a:rPr lang="en-US" dirty="0"/>
              <a:t> </a:t>
            </a:r>
            <a:r>
              <a:rPr lang="en-US" dirty="0" err="1"/>
              <a:t>aut</a:t>
            </a:r>
            <a:r>
              <a:rPr lang="en-US" dirty="0"/>
              <a:t> </a:t>
            </a:r>
            <a:r>
              <a:rPr lang="en-US" dirty="0" err="1"/>
              <a:t>doluptatur</a:t>
            </a:r>
            <a:r>
              <a:rPr lang="en-US" dirty="0"/>
              <a:t> </a:t>
            </a:r>
            <a:r>
              <a:rPr lang="en-US" dirty="0" err="1"/>
              <a:t>repero</a:t>
            </a:r>
            <a:r>
              <a:rPr lang="en-US" dirty="0"/>
              <a:t> beatus </a:t>
            </a:r>
            <a:r>
              <a:rPr lang="en-US" dirty="0" err="1"/>
              <a:t>aut</a:t>
            </a:r>
            <a:r>
              <a:rPr lang="en-US" dirty="0"/>
              <a:t> </a:t>
            </a:r>
            <a:r>
              <a:rPr lang="en-US" dirty="0" err="1"/>
              <a:t>dio</a:t>
            </a:r>
            <a:r>
              <a:rPr lang="en-US" dirty="0"/>
              <a:t> </a:t>
            </a:r>
            <a:r>
              <a:rPr lang="en-US" dirty="0" err="1"/>
              <a:t>ipiet</a:t>
            </a:r>
            <a:r>
              <a:rPr lang="en-US" dirty="0"/>
              <a:t> qui </a:t>
            </a:r>
            <a:r>
              <a:rPr lang="en-US" dirty="0" err="1"/>
              <a:t>duciendis</a:t>
            </a:r>
            <a:r>
              <a:rPr lang="en-US" dirty="0"/>
              <a:t> </a:t>
            </a:r>
            <a:r>
              <a:rPr lang="en-US" dirty="0" err="1"/>
              <a:t>explatem</a:t>
            </a:r>
            <a:r>
              <a:rPr lang="en-US" dirty="0"/>
              <a:t> </a:t>
            </a:r>
            <a:r>
              <a:rPr lang="en-US" dirty="0" err="1"/>
              <a:t>sitatus</a:t>
            </a:r>
            <a:r>
              <a:rPr lang="en-US" dirty="0"/>
              <a:t> vel ipsum ad </a:t>
            </a:r>
            <a:r>
              <a:rPr lang="en-US" dirty="0" err="1"/>
              <a:t>eations</a:t>
            </a:r>
            <a:r>
              <a:rPr lang="en-US" dirty="0"/>
              <a:t> </a:t>
            </a:r>
            <a:r>
              <a:rPr lang="en-US" dirty="0" err="1"/>
              <a:t>equistion</a:t>
            </a:r>
            <a:r>
              <a:rPr lang="en-US" dirty="0"/>
              <a:t> nobis </a:t>
            </a:r>
            <a:r>
              <a:rPr lang="en-US" dirty="0" err="1"/>
              <a:t>dolupturi</a:t>
            </a:r>
            <a:r>
              <a:rPr lang="en-US" dirty="0"/>
              <a:t> qui </a:t>
            </a:r>
            <a:r>
              <a:rPr lang="en-US" dirty="0" err="1"/>
              <a:t>adiatem</a:t>
            </a:r>
            <a:r>
              <a:rPr lang="en-US" dirty="0"/>
              <a:t> </a:t>
            </a:r>
            <a:r>
              <a:rPr lang="en-US" dirty="0" err="1"/>
              <a:t>tati</a:t>
            </a:r>
            <a:r>
              <a:rPr lang="en-US" dirty="0"/>
              <a:t> </a:t>
            </a:r>
            <a:r>
              <a:rPr lang="en-US" dirty="0" err="1"/>
              <a:t>oressequis</a:t>
            </a:r>
            <a:r>
              <a:rPr lang="en-US" dirty="0"/>
              <a:t> </a:t>
            </a:r>
            <a:r>
              <a:rPr lang="en-US" dirty="0" err="1"/>
              <a:t>aut</a:t>
            </a:r>
            <a:r>
              <a:rPr lang="en-US" dirty="0"/>
              <a:t> et </a:t>
            </a:r>
            <a:r>
              <a:rPr lang="en-US" dirty="0" err="1"/>
              <a:t>aut</a:t>
            </a:r>
            <a:r>
              <a:rPr lang="en-US" dirty="0"/>
              <a:t> </a:t>
            </a:r>
            <a:r>
              <a:rPr lang="en-US" dirty="0" err="1"/>
              <a:t>aut</a:t>
            </a:r>
            <a:r>
              <a:rPr lang="en-US" dirty="0"/>
              <a:t> </a:t>
            </a:r>
            <a:r>
              <a:rPr lang="en-US" dirty="0" err="1"/>
              <a:t>aperatiatest</a:t>
            </a:r>
            <a:r>
              <a:rPr lang="en-US" dirty="0"/>
              <a:t>.</a:t>
            </a:r>
          </a:p>
          <a:p>
            <a:pPr lvl="1"/>
            <a:r>
              <a:rPr lang="en-US" dirty="0"/>
              <a:t>Qui </a:t>
            </a:r>
            <a:r>
              <a:rPr lang="en-US" dirty="0" err="1"/>
              <a:t>doluptatem</a:t>
            </a:r>
            <a:r>
              <a:rPr lang="en-US" dirty="0"/>
              <a:t> et </a:t>
            </a:r>
            <a:r>
              <a:rPr lang="en-US" dirty="0" err="1"/>
              <a:t>repudis</a:t>
            </a:r>
            <a:r>
              <a:rPr lang="en-US" dirty="0"/>
              <a:t> </a:t>
            </a:r>
            <a:r>
              <a:rPr lang="en-US" dirty="0" err="1"/>
              <a:t>moloren</a:t>
            </a:r>
            <a:r>
              <a:rPr lang="en-US" dirty="0"/>
              <a:t> </a:t>
            </a:r>
            <a:r>
              <a:rPr lang="en-US" dirty="0" err="1"/>
              <a:t>dipsam</a:t>
            </a:r>
            <a:r>
              <a:rPr lang="en-US" dirty="0"/>
              <a:t>, </a:t>
            </a:r>
            <a:r>
              <a:rPr lang="en-US" dirty="0" err="1"/>
              <a:t>te</a:t>
            </a:r>
            <a:r>
              <a:rPr lang="en-US" dirty="0"/>
              <a:t> lab </a:t>
            </a:r>
            <a:r>
              <a:rPr lang="en-US" dirty="0" err="1"/>
              <a:t>iminvel</a:t>
            </a:r>
            <a:r>
              <a:rPr lang="en-US" dirty="0"/>
              <a:t> </a:t>
            </a:r>
            <a:r>
              <a:rPr lang="en-US" dirty="0" err="1"/>
              <a:t>iberibus</a:t>
            </a:r>
            <a:r>
              <a:rPr lang="en-US" dirty="0"/>
              <a:t> </a:t>
            </a:r>
            <a:r>
              <a:rPr lang="en-US" dirty="0" err="1"/>
              <a:t>dolorum</a:t>
            </a:r>
            <a:r>
              <a:rPr lang="en-US" dirty="0"/>
              <a:t> qui </a:t>
            </a:r>
            <a:r>
              <a:rPr lang="en-US" dirty="0" err="1"/>
              <a:t>dolorernati</a:t>
            </a:r>
            <a:r>
              <a:rPr lang="en-US" dirty="0"/>
              <a:t> </a:t>
            </a:r>
            <a:r>
              <a:rPr lang="en-US" dirty="0" err="1"/>
              <a:t>verferum</a:t>
            </a:r>
            <a:endParaRPr lang="en-US" dirty="0"/>
          </a:p>
          <a:p>
            <a:pPr lvl="2"/>
            <a:r>
              <a:rPr lang="en-US" dirty="0" err="1"/>
              <a:t>Erumquas</a:t>
            </a:r>
            <a:r>
              <a:rPr lang="en-US" dirty="0"/>
              <a:t> </a:t>
            </a:r>
            <a:r>
              <a:rPr lang="en-US" dirty="0" err="1"/>
              <a:t>minulla</a:t>
            </a:r>
            <a:r>
              <a:rPr lang="en-US" dirty="0"/>
              <a:t> </a:t>
            </a:r>
            <a:r>
              <a:rPr lang="en-US" dirty="0" err="1"/>
              <a:t>borrovit</a:t>
            </a:r>
            <a:r>
              <a:rPr lang="en-US" dirty="0"/>
              <a:t> </a:t>
            </a:r>
            <a:r>
              <a:rPr lang="en-US" dirty="0" err="1"/>
              <a:t>assimi</a:t>
            </a:r>
            <a:r>
              <a:rPr lang="en-US" dirty="0"/>
              <a:t>, </a:t>
            </a:r>
            <a:r>
              <a:rPr lang="en-US" dirty="0" err="1"/>
              <a:t>toratem</a:t>
            </a:r>
            <a:r>
              <a:rPr lang="en-US" dirty="0"/>
              <a:t> </a:t>
            </a:r>
            <a:r>
              <a:rPr lang="en-US" dirty="0" err="1"/>
              <a:t>sant</a:t>
            </a:r>
            <a:r>
              <a:rPr lang="en-US" dirty="0"/>
              <a:t> </a:t>
            </a:r>
            <a:r>
              <a:rPr lang="en-US" dirty="0" err="1"/>
              <a:t>officiisse</a:t>
            </a:r>
            <a:r>
              <a:rPr lang="en-US" dirty="0"/>
              <a:t> </a:t>
            </a:r>
            <a:r>
              <a:rPr lang="en-US" dirty="0" err="1"/>
              <a:t>natium</a:t>
            </a:r>
            <a:r>
              <a:rPr lang="en-US" dirty="0"/>
              <a:t> re </a:t>
            </a:r>
            <a:r>
              <a:rPr lang="en-US" dirty="0" err="1"/>
              <a:t>velitate</a:t>
            </a:r>
            <a:r>
              <a:rPr lang="en-US" dirty="0"/>
              <a:t> que </a:t>
            </a:r>
            <a:r>
              <a:rPr lang="en-US" dirty="0" err="1"/>
              <a:t>volupti</a:t>
            </a:r>
            <a:r>
              <a:rPr lang="en-US" dirty="0"/>
              <a:t> </a:t>
            </a:r>
            <a:r>
              <a:rPr lang="en-US" dirty="0" err="1"/>
              <a:t>busda</a:t>
            </a:r>
            <a:endParaRPr lang="en-US" dirty="0"/>
          </a:p>
          <a:p>
            <a:pPr lvl="3"/>
            <a:r>
              <a:rPr lang="en-US" dirty="0"/>
              <a:t>Expel </a:t>
            </a:r>
            <a:r>
              <a:rPr lang="en-US" dirty="0" err="1"/>
              <a:t>ea</a:t>
            </a:r>
            <a:r>
              <a:rPr lang="en-US" dirty="0"/>
              <a:t> </a:t>
            </a:r>
            <a:r>
              <a:rPr lang="en-US" dirty="0" err="1"/>
              <a:t>ducia</a:t>
            </a:r>
            <a:r>
              <a:rPr lang="en-US" dirty="0"/>
              <a:t> </a:t>
            </a:r>
            <a:r>
              <a:rPr lang="en-US" dirty="0" err="1"/>
              <a:t>nullabo</a:t>
            </a:r>
            <a:r>
              <a:rPr lang="en-US" dirty="0"/>
              <a:t> </a:t>
            </a:r>
            <a:r>
              <a:rPr lang="en-US" dirty="0" err="1"/>
              <a:t>reprero</a:t>
            </a:r>
            <a:r>
              <a:rPr lang="en-US" dirty="0"/>
              <a:t> </a:t>
            </a:r>
            <a:r>
              <a:rPr lang="en-US" dirty="0" err="1"/>
              <a:t>bearum</a:t>
            </a:r>
            <a:r>
              <a:rPr lang="en-US" dirty="0"/>
              <a:t> </a:t>
            </a:r>
            <a:r>
              <a:rPr lang="en-US" dirty="0" err="1"/>
              <a:t>faccus</a:t>
            </a:r>
            <a:r>
              <a:rPr lang="en-US" dirty="0"/>
              <a:t> </a:t>
            </a:r>
            <a:r>
              <a:rPr lang="en-US" dirty="0" err="1"/>
              <a:t>essimi</a:t>
            </a:r>
            <a:r>
              <a:rPr lang="en-US" dirty="0"/>
              <a:t>, </a:t>
            </a:r>
            <a:r>
              <a:rPr lang="en-US" dirty="0" err="1"/>
              <a:t>tem</a:t>
            </a:r>
            <a:r>
              <a:rPr lang="en-US" dirty="0"/>
              <a:t> </a:t>
            </a:r>
            <a:r>
              <a:rPr lang="en-US" dirty="0" err="1"/>
              <a:t>ut</a:t>
            </a:r>
            <a:r>
              <a:rPr lang="en-US" dirty="0"/>
              <a:t> </a:t>
            </a:r>
            <a:r>
              <a:rPr lang="en-US" dirty="0" err="1"/>
              <a:t>volesed</a:t>
            </a:r>
            <a:r>
              <a:rPr lang="en-US" dirty="0"/>
              <a:t> que qui tempos id </a:t>
            </a:r>
            <a:r>
              <a:rPr lang="en-US" dirty="0" err="1"/>
              <a:t>ut</a:t>
            </a:r>
            <a:r>
              <a:rPr lang="en-US" dirty="0"/>
              <a:t> </a:t>
            </a:r>
            <a:r>
              <a:rPr lang="en-US" dirty="0" err="1"/>
              <a:t>ilite</a:t>
            </a:r>
            <a:endParaRPr lang="en-US" dirty="0"/>
          </a:p>
          <a:p>
            <a:pPr lvl="4"/>
            <a:r>
              <a:rPr lang="en-US" dirty="0" err="1"/>
              <a:t>Vendiciatat</a:t>
            </a:r>
            <a:r>
              <a:rPr lang="en-US" dirty="0"/>
              <a:t> </a:t>
            </a:r>
            <a:r>
              <a:rPr lang="en-US" dirty="0" err="1"/>
              <a:t>eostia</a:t>
            </a:r>
            <a:r>
              <a:rPr lang="en-US" dirty="0"/>
              <a:t> </a:t>
            </a:r>
            <a:r>
              <a:rPr lang="en-US" dirty="0" err="1"/>
              <a:t>autemodipis</a:t>
            </a:r>
            <a:r>
              <a:rPr lang="en-US" dirty="0"/>
              <a:t> </a:t>
            </a:r>
            <a:r>
              <a:rPr lang="en-US" dirty="0" err="1"/>
              <a:t>reptiam</a:t>
            </a:r>
            <a:r>
              <a:rPr lang="en-US" dirty="0"/>
              <a:t> </a:t>
            </a:r>
            <a:r>
              <a:rPr lang="en-US" dirty="0" err="1"/>
              <a:t>volori</a:t>
            </a:r>
            <a:r>
              <a:rPr lang="en-US" dirty="0"/>
              <a:t> </a:t>
            </a:r>
            <a:r>
              <a:rPr lang="en-US" dirty="0" err="1"/>
              <a:t>nem</a:t>
            </a:r>
            <a:r>
              <a:rPr lang="en-US" dirty="0"/>
              <a:t> </a:t>
            </a:r>
            <a:r>
              <a:rPr lang="en-US" dirty="0" err="1"/>
              <a:t>nosa</a:t>
            </a:r>
            <a:r>
              <a:rPr lang="en-US" dirty="0"/>
              <a:t> </a:t>
            </a:r>
            <a:r>
              <a:rPr lang="en-US" dirty="0" err="1"/>
              <a:t>veliciuntius</a:t>
            </a:r>
            <a:r>
              <a:rPr lang="en-US" dirty="0"/>
              <a:t> </a:t>
            </a:r>
            <a:r>
              <a:rPr lang="en-US" dirty="0" err="1"/>
              <a:t>nonseque</a:t>
            </a:r>
            <a:r>
              <a:rPr lang="en-US" dirty="0"/>
              <a:t> il </a:t>
            </a:r>
            <a:r>
              <a:rPr lang="en-US" dirty="0" err="1"/>
              <a:t>ipsanis</a:t>
            </a:r>
            <a:r>
              <a:rPr lang="en-US" dirty="0"/>
              <a:t> </a:t>
            </a:r>
            <a:r>
              <a:rPr lang="en-US" dirty="0" err="1"/>
              <a:t>secto</a:t>
            </a:r>
            <a:r>
              <a:rPr lang="en-US" dirty="0"/>
              <a:t> mi</a:t>
            </a:r>
          </a:p>
          <a:p>
            <a:pPr lvl="5"/>
            <a:r>
              <a:rPr lang="en-US" dirty="0"/>
              <a:t>Qui </a:t>
            </a:r>
            <a:r>
              <a:rPr lang="en-US" dirty="0" err="1"/>
              <a:t>doluptatem</a:t>
            </a:r>
            <a:r>
              <a:rPr lang="en-US" dirty="0"/>
              <a:t> et </a:t>
            </a:r>
            <a:r>
              <a:rPr lang="en-US" dirty="0" err="1"/>
              <a:t>repudis</a:t>
            </a:r>
            <a:r>
              <a:rPr lang="en-US" dirty="0"/>
              <a:t> </a:t>
            </a:r>
            <a:r>
              <a:rPr lang="en-US" dirty="0" err="1"/>
              <a:t>moloren</a:t>
            </a:r>
            <a:r>
              <a:rPr lang="en-US" dirty="0"/>
              <a:t> </a:t>
            </a:r>
            <a:r>
              <a:rPr lang="en-US" dirty="0" err="1"/>
              <a:t>dipsam</a:t>
            </a:r>
            <a:r>
              <a:rPr lang="en-US" dirty="0"/>
              <a:t>, </a:t>
            </a:r>
            <a:r>
              <a:rPr lang="en-US" dirty="0" err="1"/>
              <a:t>te</a:t>
            </a:r>
            <a:r>
              <a:rPr lang="en-US" dirty="0"/>
              <a:t> lab </a:t>
            </a:r>
            <a:r>
              <a:rPr lang="en-US" dirty="0" err="1"/>
              <a:t>iminvel</a:t>
            </a:r>
            <a:r>
              <a:rPr lang="en-US" dirty="0"/>
              <a:t> </a:t>
            </a:r>
            <a:r>
              <a:rPr lang="en-US" dirty="0" err="1"/>
              <a:t>iberibus</a:t>
            </a:r>
            <a:r>
              <a:rPr lang="en-US" dirty="0"/>
              <a:t> </a:t>
            </a:r>
            <a:r>
              <a:rPr lang="en-US" dirty="0" err="1"/>
              <a:t>dolorum</a:t>
            </a:r>
            <a:r>
              <a:rPr lang="en-US" dirty="0"/>
              <a:t> qui </a:t>
            </a:r>
            <a:r>
              <a:rPr lang="en-US" dirty="0" err="1"/>
              <a:t>dolorernati</a:t>
            </a:r>
            <a:r>
              <a:rPr lang="en-US" dirty="0"/>
              <a:t> </a:t>
            </a:r>
            <a:r>
              <a:rPr lang="en-US" dirty="0" err="1"/>
              <a:t>verferum</a:t>
            </a:r>
            <a:endParaRPr lang="en-US" dirty="0"/>
          </a:p>
          <a:p>
            <a:endParaRPr lang="en-US" dirty="0"/>
          </a:p>
        </p:txBody>
      </p:sp>
      <p:sp>
        <p:nvSpPr>
          <p:cNvPr id="10" name="Content Placeholder 9">
            <a:extLst>
              <a:ext uri="{FF2B5EF4-FFF2-40B4-BE49-F238E27FC236}">
                <a16:creationId xmlns:a16="http://schemas.microsoft.com/office/drawing/2014/main" id="{3F913357-A944-98DF-5B22-D79AA5673E78}"/>
              </a:ext>
            </a:extLst>
          </p:cNvPr>
          <p:cNvSpPr>
            <a:spLocks noGrp="1"/>
          </p:cNvSpPr>
          <p:nvPr>
            <p:ph sz="quarter" idx="28"/>
          </p:nvPr>
        </p:nvSpPr>
        <p:spPr>
          <a:xfrm>
            <a:off x="6194425" y="2425700"/>
            <a:ext cx="5443538" cy="3441700"/>
          </a:xfrm>
        </p:spPr>
        <p:txBody>
          <a:bodyPr>
            <a:normAutofit/>
          </a:bodyPr>
          <a:lstStyle/>
          <a:p>
            <a:r>
              <a:rPr lang="en-US" dirty="0"/>
              <a:t>Preformatted list level 0, Intro in GT America Regular 14pt</a:t>
            </a:r>
          </a:p>
          <a:p>
            <a:pPr lvl="1"/>
            <a:r>
              <a:rPr lang="en-US" dirty="0"/>
              <a:t>Preformatted list level 1, GT America Regular 14pt, achieved by using “Increase List Level” button</a:t>
            </a:r>
          </a:p>
          <a:p>
            <a:pPr lvl="2"/>
            <a:r>
              <a:rPr lang="en-US" dirty="0"/>
              <a:t>Preformatted list level Bullet level 2, GT America Regular 14pt, achieved by using “Increase List Level” button</a:t>
            </a:r>
          </a:p>
          <a:p>
            <a:pPr lvl="3"/>
            <a:r>
              <a:rPr lang="en-US" dirty="0"/>
              <a:t>Preformatted list level Bullet level 3, GT America Regular 13pt, achieved by using “Increase List Level” button</a:t>
            </a:r>
          </a:p>
          <a:p>
            <a:pPr lvl="4"/>
            <a:r>
              <a:rPr lang="en-US" dirty="0"/>
              <a:t>Preformatted list level Bullet level 4, GT America Regular 12pt, achieved by using “Increase List Level” button</a:t>
            </a:r>
          </a:p>
          <a:p>
            <a:pPr lvl="5"/>
            <a:r>
              <a:rPr lang="en-US" dirty="0"/>
              <a:t>Preformatted list level Bullet level 5, GT America Regular 12pt, achieved by using “Increase List Level” button</a:t>
            </a:r>
          </a:p>
        </p:txBody>
      </p:sp>
      <p:sp>
        <p:nvSpPr>
          <p:cNvPr id="12" name="Text Placeholder 11">
            <a:extLst>
              <a:ext uri="{FF2B5EF4-FFF2-40B4-BE49-F238E27FC236}">
                <a16:creationId xmlns:a16="http://schemas.microsoft.com/office/drawing/2014/main" id="{9C2CEB59-E9D7-4FB0-8580-8E6B9DB25C7B}"/>
              </a:ext>
            </a:extLst>
          </p:cNvPr>
          <p:cNvSpPr>
            <a:spLocks noGrp="1"/>
          </p:cNvSpPr>
          <p:nvPr>
            <p:ph type="body" sz="quarter" idx="29"/>
          </p:nvPr>
        </p:nvSpPr>
        <p:spPr>
          <a:xfrm>
            <a:off x="546100" y="1849436"/>
            <a:ext cx="5445125" cy="296864"/>
          </a:xfrm>
        </p:spPr>
        <p:txBody>
          <a:bodyPr/>
          <a:lstStyle/>
          <a:p>
            <a:r>
              <a:rPr lang="en-US" dirty="0"/>
              <a:t>H3 Heading</a:t>
            </a:r>
          </a:p>
        </p:txBody>
      </p:sp>
      <p:sp>
        <p:nvSpPr>
          <p:cNvPr id="13" name="Text Placeholder 12">
            <a:extLst>
              <a:ext uri="{FF2B5EF4-FFF2-40B4-BE49-F238E27FC236}">
                <a16:creationId xmlns:a16="http://schemas.microsoft.com/office/drawing/2014/main" id="{F4FA0764-E9CF-67A2-49B3-B02C2D10FC8E}"/>
              </a:ext>
            </a:extLst>
          </p:cNvPr>
          <p:cNvSpPr>
            <a:spLocks noGrp="1"/>
          </p:cNvSpPr>
          <p:nvPr>
            <p:ph type="body" sz="quarter" idx="30"/>
          </p:nvPr>
        </p:nvSpPr>
        <p:spPr>
          <a:xfrm>
            <a:off x="6194425" y="1849434"/>
            <a:ext cx="5443537" cy="296866"/>
          </a:xfrm>
        </p:spPr>
        <p:txBody>
          <a:bodyPr/>
          <a:lstStyle/>
          <a:p>
            <a:r>
              <a:rPr lang="en-US" dirty="0"/>
              <a:t>H3 Heading</a:t>
            </a:r>
          </a:p>
        </p:txBody>
      </p:sp>
      <p:cxnSp>
        <p:nvCxnSpPr>
          <p:cNvPr id="23" name="Straight Connector 22">
            <a:extLst>
              <a:ext uri="{FF2B5EF4-FFF2-40B4-BE49-F238E27FC236}">
                <a16:creationId xmlns:a16="http://schemas.microsoft.com/office/drawing/2014/main" id="{60969BCE-7C74-FD6F-2C58-A03DB10CB1B3}"/>
              </a:ext>
            </a:extLst>
          </p:cNvPr>
          <p:cNvCxnSpPr>
            <a:cxnSpLocks/>
          </p:cNvCxnSpPr>
          <p:nvPr/>
        </p:nvCxnSpPr>
        <p:spPr>
          <a:xfrm>
            <a:off x="539749" y="2275314"/>
            <a:ext cx="5451476" cy="4336"/>
          </a:xfrm>
          <a:prstGeom prst="line">
            <a:avLst/>
          </a:prstGeom>
          <a:ln w="12700">
            <a:solidFill>
              <a:srgbClr val="D7D8D7"/>
            </a:solidFill>
          </a:ln>
        </p:spPr>
        <p:style>
          <a:lnRef idx="1">
            <a:schemeClr val="dk1"/>
          </a:lnRef>
          <a:fillRef idx="0">
            <a:schemeClr val="dk1"/>
          </a:fillRef>
          <a:effectRef idx="0">
            <a:schemeClr val="dk1"/>
          </a:effectRef>
          <a:fontRef idx="minor">
            <a:schemeClr val="tx1"/>
          </a:fontRef>
        </p:style>
      </p:cxnSp>
      <p:cxnSp>
        <p:nvCxnSpPr>
          <p:cNvPr id="25" name="Straight Connector 24">
            <a:extLst>
              <a:ext uri="{FF2B5EF4-FFF2-40B4-BE49-F238E27FC236}">
                <a16:creationId xmlns:a16="http://schemas.microsoft.com/office/drawing/2014/main" id="{2937F8AF-F0F7-F7E8-A49F-6DD3010B0EE0}"/>
              </a:ext>
            </a:extLst>
          </p:cNvPr>
          <p:cNvCxnSpPr>
            <a:cxnSpLocks/>
          </p:cNvCxnSpPr>
          <p:nvPr/>
        </p:nvCxnSpPr>
        <p:spPr>
          <a:xfrm>
            <a:off x="6200775" y="2275314"/>
            <a:ext cx="5451476" cy="4336"/>
          </a:xfrm>
          <a:prstGeom prst="line">
            <a:avLst/>
          </a:prstGeom>
          <a:ln w="12700">
            <a:solidFill>
              <a:srgbClr val="D7D8D7"/>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304702278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8B0F1B15-25A2-3E89-A89C-DAFE65FB8268}"/>
              </a:ext>
            </a:extLst>
          </p:cNvPr>
          <p:cNvSpPr>
            <a:spLocks noGrp="1"/>
          </p:cNvSpPr>
          <p:nvPr>
            <p:ph type="ftr" sz="quarter" idx="11"/>
          </p:nvPr>
        </p:nvSpPr>
        <p:spPr/>
        <p:txBody>
          <a:bodyPr/>
          <a:lstStyle/>
          <a:p>
            <a:r>
              <a:rPr lang="en-US"/>
              <a:t>See slide 12 for instructions on how to update footer</a:t>
            </a:r>
          </a:p>
        </p:txBody>
      </p:sp>
      <p:sp>
        <p:nvSpPr>
          <p:cNvPr id="4" name="Slide Number Placeholder 3">
            <a:extLst>
              <a:ext uri="{FF2B5EF4-FFF2-40B4-BE49-F238E27FC236}">
                <a16:creationId xmlns:a16="http://schemas.microsoft.com/office/drawing/2014/main" id="{839BC683-F044-870B-8DE1-E80ADA315D60}"/>
              </a:ext>
            </a:extLst>
          </p:cNvPr>
          <p:cNvSpPr>
            <a:spLocks noGrp="1"/>
          </p:cNvSpPr>
          <p:nvPr>
            <p:ph type="sldNum" sz="quarter" idx="12"/>
          </p:nvPr>
        </p:nvSpPr>
        <p:spPr/>
        <p:txBody>
          <a:bodyPr/>
          <a:lstStyle/>
          <a:p>
            <a:fld id="{862A5111-985B-C14D-9115-5787026182A8}" type="slidenum">
              <a:rPr lang="en-US" smtClean="0"/>
              <a:pPr/>
              <a:t>43</a:t>
            </a:fld>
            <a:endParaRPr lang="en-US"/>
          </a:p>
        </p:txBody>
      </p:sp>
      <p:sp>
        <p:nvSpPr>
          <p:cNvPr id="9" name="Title 8">
            <a:extLst>
              <a:ext uri="{FF2B5EF4-FFF2-40B4-BE49-F238E27FC236}">
                <a16:creationId xmlns:a16="http://schemas.microsoft.com/office/drawing/2014/main" id="{3C117266-7D53-4EC6-D7E4-0EC38A798FB6}"/>
              </a:ext>
            </a:extLst>
          </p:cNvPr>
          <p:cNvSpPr>
            <a:spLocks noGrp="1"/>
          </p:cNvSpPr>
          <p:nvPr>
            <p:ph type="title"/>
          </p:nvPr>
        </p:nvSpPr>
        <p:spPr/>
        <p:txBody>
          <a:bodyPr>
            <a:noAutofit/>
          </a:bodyPr>
          <a:lstStyle/>
          <a:p>
            <a:r>
              <a:rPr lang="en-US" dirty="0"/>
              <a:t>H1 Heading - 2 line title</a:t>
            </a:r>
            <a:br>
              <a:rPr lang="en-US" dirty="0"/>
            </a:br>
            <a:r>
              <a:rPr lang="en-US" dirty="0"/>
              <a:t>2-column comparison slide</a:t>
            </a:r>
          </a:p>
        </p:txBody>
      </p:sp>
      <p:sp>
        <p:nvSpPr>
          <p:cNvPr id="5" name="Content Placeholder 4">
            <a:extLst>
              <a:ext uri="{FF2B5EF4-FFF2-40B4-BE49-F238E27FC236}">
                <a16:creationId xmlns:a16="http://schemas.microsoft.com/office/drawing/2014/main" id="{946F7BEF-0979-BE82-64B5-A2E9265D6B21}"/>
              </a:ext>
            </a:extLst>
          </p:cNvPr>
          <p:cNvSpPr>
            <a:spLocks noGrp="1"/>
          </p:cNvSpPr>
          <p:nvPr>
            <p:ph sz="quarter" idx="27"/>
          </p:nvPr>
        </p:nvSpPr>
        <p:spPr/>
        <p:txBody>
          <a:bodyPr/>
          <a:lstStyle/>
          <a:p>
            <a:r>
              <a:rPr lang="en-US" dirty="0" err="1"/>
              <a:t>Essint</a:t>
            </a:r>
            <a:r>
              <a:rPr lang="en-US" dirty="0"/>
              <a:t> ex et </a:t>
            </a:r>
            <a:r>
              <a:rPr lang="en-US" dirty="0" err="1"/>
              <a:t>aut</a:t>
            </a:r>
            <a:r>
              <a:rPr lang="en-US" dirty="0"/>
              <a:t> </a:t>
            </a:r>
            <a:r>
              <a:rPr lang="en-US" dirty="0" err="1"/>
              <a:t>ea</a:t>
            </a:r>
            <a:r>
              <a:rPr lang="en-US" dirty="0"/>
              <a:t> nim re ped </a:t>
            </a:r>
            <a:r>
              <a:rPr lang="en-US" dirty="0" err="1"/>
              <a:t>utemporibus</a:t>
            </a:r>
            <a:r>
              <a:rPr lang="en-US" dirty="0"/>
              <a:t>, </a:t>
            </a:r>
            <a:r>
              <a:rPr lang="en-US" dirty="0" err="1"/>
              <a:t>simendestrum</a:t>
            </a:r>
            <a:r>
              <a:rPr lang="en-US" dirty="0"/>
              <a:t> alit </a:t>
            </a:r>
            <a:r>
              <a:rPr lang="en-US" dirty="0" err="1"/>
              <a:t>esto</a:t>
            </a:r>
            <a:r>
              <a:rPr lang="en-US" dirty="0"/>
              <a:t> </a:t>
            </a:r>
            <a:r>
              <a:rPr lang="en-US" dirty="0" err="1"/>
              <a:t>temque</a:t>
            </a:r>
            <a:r>
              <a:rPr lang="en-US" dirty="0"/>
              <a:t> </a:t>
            </a:r>
            <a:r>
              <a:rPr lang="en-US" dirty="0" err="1"/>
              <a:t>volut</a:t>
            </a:r>
            <a:r>
              <a:rPr lang="en-US" dirty="0"/>
              <a:t> </a:t>
            </a:r>
            <a:r>
              <a:rPr lang="en-US" dirty="0" err="1"/>
              <a:t>aut</a:t>
            </a:r>
            <a:r>
              <a:rPr lang="en-US" dirty="0"/>
              <a:t> </a:t>
            </a:r>
            <a:r>
              <a:rPr lang="en-US" dirty="0" err="1"/>
              <a:t>doluptatur</a:t>
            </a:r>
            <a:r>
              <a:rPr lang="en-US" dirty="0"/>
              <a:t> </a:t>
            </a:r>
            <a:r>
              <a:rPr lang="en-US" dirty="0" err="1"/>
              <a:t>repero</a:t>
            </a:r>
            <a:r>
              <a:rPr lang="en-US" dirty="0"/>
              <a:t> beatus </a:t>
            </a:r>
            <a:r>
              <a:rPr lang="en-US" dirty="0" err="1"/>
              <a:t>aut</a:t>
            </a:r>
            <a:r>
              <a:rPr lang="en-US" dirty="0"/>
              <a:t> </a:t>
            </a:r>
            <a:r>
              <a:rPr lang="en-US" dirty="0" err="1"/>
              <a:t>dio</a:t>
            </a:r>
            <a:r>
              <a:rPr lang="en-US" dirty="0"/>
              <a:t> </a:t>
            </a:r>
            <a:r>
              <a:rPr lang="en-US" dirty="0" err="1"/>
              <a:t>ipiet</a:t>
            </a:r>
            <a:r>
              <a:rPr lang="en-US" dirty="0"/>
              <a:t> qui </a:t>
            </a:r>
            <a:r>
              <a:rPr lang="en-US" dirty="0" err="1"/>
              <a:t>duciendis</a:t>
            </a:r>
            <a:r>
              <a:rPr lang="en-US" dirty="0"/>
              <a:t> </a:t>
            </a:r>
            <a:r>
              <a:rPr lang="en-US" dirty="0" err="1"/>
              <a:t>explatem</a:t>
            </a:r>
            <a:r>
              <a:rPr lang="en-US" dirty="0"/>
              <a:t> </a:t>
            </a:r>
            <a:r>
              <a:rPr lang="en-US" dirty="0" err="1"/>
              <a:t>sitatus</a:t>
            </a:r>
            <a:r>
              <a:rPr lang="en-US" dirty="0"/>
              <a:t> vel ipsum ad </a:t>
            </a:r>
            <a:r>
              <a:rPr lang="en-US" dirty="0" err="1"/>
              <a:t>eations</a:t>
            </a:r>
            <a:r>
              <a:rPr lang="en-US" dirty="0"/>
              <a:t> </a:t>
            </a:r>
            <a:r>
              <a:rPr lang="en-US" dirty="0" err="1"/>
              <a:t>equistion</a:t>
            </a:r>
            <a:r>
              <a:rPr lang="en-US" dirty="0"/>
              <a:t> nobis </a:t>
            </a:r>
            <a:r>
              <a:rPr lang="en-US" dirty="0" err="1"/>
              <a:t>dolupturi</a:t>
            </a:r>
            <a:r>
              <a:rPr lang="en-US" dirty="0"/>
              <a:t> qui </a:t>
            </a:r>
            <a:r>
              <a:rPr lang="en-US" dirty="0" err="1"/>
              <a:t>adiatem</a:t>
            </a:r>
            <a:r>
              <a:rPr lang="en-US" dirty="0"/>
              <a:t> </a:t>
            </a:r>
            <a:r>
              <a:rPr lang="en-US" dirty="0" err="1"/>
              <a:t>tati</a:t>
            </a:r>
            <a:r>
              <a:rPr lang="en-US" dirty="0"/>
              <a:t> </a:t>
            </a:r>
            <a:r>
              <a:rPr lang="en-US" dirty="0" err="1"/>
              <a:t>oressequis</a:t>
            </a:r>
            <a:r>
              <a:rPr lang="en-US" dirty="0"/>
              <a:t> </a:t>
            </a:r>
            <a:r>
              <a:rPr lang="en-US" dirty="0" err="1"/>
              <a:t>aut</a:t>
            </a:r>
            <a:r>
              <a:rPr lang="en-US" dirty="0"/>
              <a:t> et </a:t>
            </a:r>
            <a:r>
              <a:rPr lang="en-US" dirty="0" err="1"/>
              <a:t>aut</a:t>
            </a:r>
            <a:r>
              <a:rPr lang="en-US" dirty="0"/>
              <a:t> </a:t>
            </a:r>
            <a:r>
              <a:rPr lang="en-US" dirty="0" err="1"/>
              <a:t>aut</a:t>
            </a:r>
            <a:r>
              <a:rPr lang="en-US" dirty="0"/>
              <a:t> </a:t>
            </a:r>
            <a:r>
              <a:rPr lang="en-US" dirty="0" err="1"/>
              <a:t>aperatiatest</a:t>
            </a:r>
            <a:r>
              <a:rPr lang="en-US" dirty="0"/>
              <a:t>.</a:t>
            </a:r>
          </a:p>
          <a:p>
            <a:pPr lvl="1"/>
            <a:r>
              <a:rPr lang="en-US" dirty="0"/>
              <a:t>Qui </a:t>
            </a:r>
            <a:r>
              <a:rPr lang="en-US" dirty="0" err="1"/>
              <a:t>doluptatem</a:t>
            </a:r>
            <a:r>
              <a:rPr lang="en-US" dirty="0"/>
              <a:t> et </a:t>
            </a:r>
            <a:r>
              <a:rPr lang="en-US" dirty="0" err="1"/>
              <a:t>repudis</a:t>
            </a:r>
            <a:r>
              <a:rPr lang="en-US" dirty="0"/>
              <a:t> </a:t>
            </a:r>
            <a:r>
              <a:rPr lang="en-US" dirty="0" err="1"/>
              <a:t>moloren</a:t>
            </a:r>
            <a:r>
              <a:rPr lang="en-US" dirty="0"/>
              <a:t> </a:t>
            </a:r>
            <a:r>
              <a:rPr lang="en-US" dirty="0" err="1"/>
              <a:t>dipsam</a:t>
            </a:r>
            <a:r>
              <a:rPr lang="en-US" dirty="0"/>
              <a:t>, </a:t>
            </a:r>
            <a:r>
              <a:rPr lang="en-US" dirty="0" err="1"/>
              <a:t>te</a:t>
            </a:r>
            <a:r>
              <a:rPr lang="en-US" dirty="0"/>
              <a:t> lab </a:t>
            </a:r>
            <a:r>
              <a:rPr lang="en-US" dirty="0" err="1"/>
              <a:t>iminvel</a:t>
            </a:r>
            <a:r>
              <a:rPr lang="en-US" dirty="0"/>
              <a:t> </a:t>
            </a:r>
            <a:r>
              <a:rPr lang="en-US" dirty="0" err="1"/>
              <a:t>iberibus</a:t>
            </a:r>
            <a:r>
              <a:rPr lang="en-US" dirty="0"/>
              <a:t> </a:t>
            </a:r>
            <a:r>
              <a:rPr lang="en-US" dirty="0" err="1"/>
              <a:t>dolorum</a:t>
            </a:r>
            <a:r>
              <a:rPr lang="en-US" dirty="0"/>
              <a:t> qui </a:t>
            </a:r>
            <a:r>
              <a:rPr lang="en-US" dirty="0" err="1"/>
              <a:t>dolorernati</a:t>
            </a:r>
            <a:r>
              <a:rPr lang="en-US" dirty="0"/>
              <a:t> </a:t>
            </a:r>
            <a:r>
              <a:rPr lang="en-US" dirty="0" err="1"/>
              <a:t>verferum</a:t>
            </a:r>
            <a:endParaRPr lang="en-US" dirty="0"/>
          </a:p>
          <a:p>
            <a:pPr lvl="2"/>
            <a:r>
              <a:rPr lang="en-US" dirty="0" err="1"/>
              <a:t>Erumquas</a:t>
            </a:r>
            <a:r>
              <a:rPr lang="en-US" dirty="0"/>
              <a:t> </a:t>
            </a:r>
            <a:r>
              <a:rPr lang="en-US" dirty="0" err="1"/>
              <a:t>minulla</a:t>
            </a:r>
            <a:r>
              <a:rPr lang="en-US" dirty="0"/>
              <a:t> </a:t>
            </a:r>
            <a:r>
              <a:rPr lang="en-US" dirty="0" err="1"/>
              <a:t>borrovit</a:t>
            </a:r>
            <a:r>
              <a:rPr lang="en-US" dirty="0"/>
              <a:t> </a:t>
            </a:r>
            <a:r>
              <a:rPr lang="en-US" dirty="0" err="1"/>
              <a:t>assimi</a:t>
            </a:r>
            <a:r>
              <a:rPr lang="en-US" dirty="0"/>
              <a:t>, </a:t>
            </a:r>
            <a:r>
              <a:rPr lang="en-US" dirty="0" err="1"/>
              <a:t>toratem</a:t>
            </a:r>
            <a:r>
              <a:rPr lang="en-US" dirty="0"/>
              <a:t> </a:t>
            </a:r>
            <a:r>
              <a:rPr lang="en-US" dirty="0" err="1"/>
              <a:t>sant</a:t>
            </a:r>
            <a:r>
              <a:rPr lang="en-US" dirty="0"/>
              <a:t> </a:t>
            </a:r>
            <a:r>
              <a:rPr lang="en-US" dirty="0" err="1"/>
              <a:t>officiisse</a:t>
            </a:r>
            <a:r>
              <a:rPr lang="en-US" dirty="0"/>
              <a:t> </a:t>
            </a:r>
            <a:r>
              <a:rPr lang="en-US" dirty="0" err="1"/>
              <a:t>natium</a:t>
            </a:r>
            <a:r>
              <a:rPr lang="en-US" dirty="0"/>
              <a:t> re </a:t>
            </a:r>
            <a:r>
              <a:rPr lang="en-US" dirty="0" err="1"/>
              <a:t>velitate</a:t>
            </a:r>
            <a:r>
              <a:rPr lang="en-US" dirty="0"/>
              <a:t> que </a:t>
            </a:r>
            <a:r>
              <a:rPr lang="en-US" dirty="0" err="1"/>
              <a:t>volupti</a:t>
            </a:r>
            <a:r>
              <a:rPr lang="en-US" dirty="0"/>
              <a:t> </a:t>
            </a:r>
            <a:r>
              <a:rPr lang="en-US" dirty="0" err="1"/>
              <a:t>busda</a:t>
            </a:r>
            <a:endParaRPr lang="en-US" dirty="0"/>
          </a:p>
          <a:p>
            <a:pPr lvl="3"/>
            <a:r>
              <a:rPr lang="en-US" dirty="0"/>
              <a:t>Expel </a:t>
            </a:r>
            <a:r>
              <a:rPr lang="en-US" dirty="0" err="1"/>
              <a:t>ea</a:t>
            </a:r>
            <a:r>
              <a:rPr lang="en-US" dirty="0"/>
              <a:t> </a:t>
            </a:r>
            <a:r>
              <a:rPr lang="en-US" dirty="0" err="1"/>
              <a:t>ducia</a:t>
            </a:r>
            <a:r>
              <a:rPr lang="en-US" dirty="0"/>
              <a:t> </a:t>
            </a:r>
            <a:r>
              <a:rPr lang="en-US" dirty="0" err="1"/>
              <a:t>nullabo</a:t>
            </a:r>
            <a:r>
              <a:rPr lang="en-US" dirty="0"/>
              <a:t> </a:t>
            </a:r>
            <a:r>
              <a:rPr lang="en-US" dirty="0" err="1"/>
              <a:t>reprero</a:t>
            </a:r>
            <a:r>
              <a:rPr lang="en-US" dirty="0"/>
              <a:t> </a:t>
            </a:r>
            <a:r>
              <a:rPr lang="en-US" dirty="0" err="1"/>
              <a:t>bearum</a:t>
            </a:r>
            <a:r>
              <a:rPr lang="en-US" dirty="0"/>
              <a:t> </a:t>
            </a:r>
            <a:r>
              <a:rPr lang="en-US" dirty="0" err="1"/>
              <a:t>faccus</a:t>
            </a:r>
            <a:r>
              <a:rPr lang="en-US" dirty="0"/>
              <a:t> </a:t>
            </a:r>
            <a:r>
              <a:rPr lang="en-US" dirty="0" err="1"/>
              <a:t>essimi</a:t>
            </a:r>
            <a:r>
              <a:rPr lang="en-US" dirty="0"/>
              <a:t>, </a:t>
            </a:r>
            <a:r>
              <a:rPr lang="en-US" dirty="0" err="1"/>
              <a:t>tem</a:t>
            </a:r>
            <a:r>
              <a:rPr lang="en-US" dirty="0"/>
              <a:t> </a:t>
            </a:r>
            <a:r>
              <a:rPr lang="en-US" dirty="0" err="1"/>
              <a:t>ut</a:t>
            </a:r>
            <a:r>
              <a:rPr lang="en-US" dirty="0"/>
              <a:t> </a:t>
            </a:r>
            <a:r>
              <a:rPr lang="en-US" dirty="0" err="1"/>
              <a:t>volesed</a:t>
            </a:r>
            <a:r>
              <a:rPr lang="en-US" dirty="0"/>
              <a:t> que qui tempos id </a:t>
            </a:r>
            <a:r>
              <a:rPr lang="en-US" dirty="0" err="1"/>
              <a:t>ut</a:t>
            </a:r>
            <a:r>
              <a:rPr lang="en-US" dirty="0"/>
              <a:t> </a:t>
            </a:r>
            <a:r>
              <a:rPr lang="en-US" dirty="0" err="1"/>
              <a:t>ilite</a:t>
            </a:r>
            <a:endParaRPr lang="en-US" dirty="0"/>
          </a:p>
          <a:p>
            <a:pPr lvl="4"/>
            <a:r>
              <a:rPr lang="en-US" dirty="0" err="1"/>
              <a:t>Vendiciatat</a:t>
            </a:r>
            <a:r>
              <a:rPr lang="en-US" dirty="0"/>
              <a:t> </a:t>
            </a:r>
            <a:r>
              <a:rPr lang="en-US" dirty="0" err="1"/>
              <a:t>eostia</a:t>
            </a:r>
            <a:r>
              <a:rPr lang="en-US" dirty="0"/>
              <a:t> </a:t>
            </a:r>
            <a:r>
              <a:rPr lang="en-US" dirty="0" err="1"/>
              <a:t>autemodipis</a:t>
            </a:r>
            <a:r>
              <a:rPr lang="en-US" dirty="0"/>
              <a:t> </a:t>
            </a:r>
            <a:r>
              <a:rPr lang="en-US" dirty="0" err="1"/>
              <a:t>reptiam</a:t>
            </a:r>
            <a:r>
              <a:rPr lang="en-US" dirty="0"/>
              <a:t> </a:t>
            </a:r>
            <a:r>
              <a:rPr lang="en-US" dirty="0" err="1"/>
              <a:t>volori</a:t>
            </a:r>
            <a:r>
              <a:rPr lang="en-US" dirty="0"/>
              <a:t> </a:t>
            </a:r>
            <a:r>
              <a:rPr lang="en-US" dirty="0" err="1"/>
              <a:t>nem</a:t>
            </a:r>
            <a:r>
              <a:rPr lang="en-US" dirty="0"/>
              <a:t> </a:t>
            </a:r>
            <a:r>
              <a:rPr lang="en-US" dirty="0" err="1"/>
              <a:t>nosa</a:t>
            </a:r>
            <a:r>
              <a:rPr lang="en-US" dirty="0"/>
              <a:t> </a:t>
            </a:r>
            <a:r>
              <a:rPr lang="en-US" dirty="0" err="1"/>
              <a:t>veliciuntius</a:t>
            </a:r>
            <a:r>
              <a:rPr lang="en-US" dirty="0"/>
              <a:t> </a:t>
            </a:r>
            <a:r>
              <a:rPr lang="en-US" dirty="0" err="1"/>
              <a:t>nonseque</a:t>
            </a:r>
            <a:r>
              <a:rPr lang="en-US" dirty="0"/>
              <a:t> il </a:t>
            </a:r>
            <a:r>
              <a:rPr lang="en-US" dirty="0" err="1"/>
              <a:t>ipsanis</a:t>
            </a:r>
            <a:r>
              <a:rPr lang="en-US" dirty="0"/>
              <a:t> </a:t>
            </a:r>
            <a:r>
              <a:rPr lang="en-US" dirty="0" err="1"/>
              <a:t>secto</a:t>
            </a:r>
            <a:r>
              <a:rPr lang="en-US" dirty="0"/>
              <a:t> mi</a:t>
            </a:r>
          </a:p>
          <a:p>
            <a:pPr lvl="5"/>
            <a:r>
              <a:rPr lang="en-US" dirty="0"/>
              <a:t>Qui </a:t>
            </a:r>
            <a:r>
              <a:rPr lang="en-US" dirty="0" err="1"/>
              <a:t>doluptatem</a:t>
            </a:r>
            <a:r>
              <a:rPr lang="en-US" dirty="0"/>
              <a:t> et </a:t>
            </a:r>
            <a:r>
              <a:rPr lang="en-US" dirty="0" err="1"/>
              <a:t>repudis</a:t>
            </a:r>
            <a:r>
              <a:rPr lang="en-US" dirty="0"/>
              <a:t> </a:t>
            </a:r>
            <a:r>
              <a:rPr lang="en-US" dirty="0" err="1"/>
              <a:t>moloren</a:t>
            </a:r>
            <a:r>
              <a:rPr lang="en-US" dirty="0"/>
              <a:t> </a:t>
            </a:r>
            <a:r>
              <a:rPr lang="en-US" dirty="0" err="1"/>
              <a:t>dipsam</a:t>
            </a:r>
            <a:r>
              <a:rPr lang="en-US" dirty="0"/>
              <a:t>, </a:t>
            </a:r>
            <a:r>
              <a:rPr lang="en-US" dirty="0" err="1"/>
              <a:t>te</a:t>
            </a:r>
            <a:r>
              <a:rPr lang="en-US" dirty="0"/>
              <a:t> lab </a:t>
            </a:r>
            <a:r>
              <a:rPr lang="en-US" dirty="0" err="1"/>
              <a:t>iminvel</a:t>
            </a:r>
            <a:r>
              <a:rPr lang="en-US" dirty="0"/>
              <a:t> </a:t>
            </a:r>
            <a:r>
              <a:rPr lang="en-US" dirty="0" err="1"/>
              <a:t>iberibus</a:t>
            </a:r>
            <a:r>
              <a:rPr lang="en-US" dirty="0"/>
              <a:t> </a:t>
            </a:r>
            <a:r>
              <a:rPr lang="en-US" dirty="0" err="1"/>
              <a:t>dolorum</a:t>
            </a:r>
            <a:r>
              <a:rPr lang="en-US" dirty="0"/>
              <a:t> qui </a:t>
            </a:r>
            <a:r>
              <a:rPr lang="en-US" dirty="0" err="1"/>
              <a:t>dolorernati</a:t>
            </a:r>
            <a:r>
              <a:rPr lang="en-US" dirty="0"/>
              <a:t> </a:t>
            </a:r>
            <a:r>
              <a:rPr lang="en-US" dirty="0" err="1"/>
              <a:t>verferum</a:t>
            </a:r>
            <a:endParaRPr lang="en-US" dirty="0"/>
          </a:p>
          <a:p>
            <a:endParaRPr lang="en-US" dirty="0"/>
          </a:p>
        </p:txBody>
      </p:sp>
      <p:sp>
        <p:nvSpPr>
          <p:cNvPr id="10" name="Content Placeholder 9">
            <a:extLst>
              <a:ext uri="{FF2B5EF4-FFF2-40B4-BE49-F238E27FC236}">
                <a16:creationId xmlns:a16="http://schemas.microsoft.com/office/drawing/2014/main" id="{3F913357-A944-98DF-5B22-D79AA5673E78}"/>
              </a:ext>
            </a:extLst>
          </p:cNvPr>
          <p:cNvSpPr>
            <a:spLocks noGrp="1"/>
          </p:cNvSpPr>
          <p:nvPr>
            <p:ph sz="quarter" idx="28"/>
          </p:nvPr>
        </p:nvSpPr>
        <p:spPr/>
        <p:txBody>
          <a:bodyPr>
            <a:normAutofit/>
          </a:bodyPr>
          <a:lstStyle/>
          <a:p>
            <a:r>
              <a:rPr lang="en-US" dirty="0"/>
              <a:t>Preformatted list level 0, Intro in GT America Regular 14pt</a:t>
            </a:r>
          </a:p>
          <a:p>
            <a:pPr lvl="1"/>
            <a:r>
              <a:rPr lang="en-US" dirty="0"/>
              <a:t>Preformatted list level 1, GT America Regular 14pt, achieved by using “Increase List Level” button</a:t>
            </a:r>
          </a:p>
          <a:p>
            <a:pPr lvl="2"/>
            <a:r>
              <a:rPr lang="en-US" dirty="0"/>
              <a:t>Preformatted list level Bullet level 2, GT America Regular 14pt, achieved by using “Increase List Level” button</a:t>
            </a:r>
          </a:p>
          <a:p>
            <a:pPr lvl="3"/>
            <a:r>
              <a:rPr lang="en-US" dirty="0"/>
              <a:t>Preformatted list level Bullet level 3, GT America Regular 13pt, achieved by using “Increase List Level” button</a:t>
            </a:r>
          </a:p>
          <a:p>
            <a:pPr lvl="4"/>
            <a:r>
              <a:rPr lang="en-US" dirty="0"/>
              <a:t>Preformatted list level Bullet level 4, GT America Regular 12pt, achieved by using “Increase List Level” button</a:t>
            </a:r>
          </a:p>
          <a:p>
            <a:pPr lvl="5"/>
            <a:r>
              <a:rPr lang="en-US" dirty="0"/>
              <a:t>Preformatted list level Bullet level 5, GT America Regular 12pt, achieved by using “Increase List Level” button</a:t>
            </a:r>
          </a:p>
        </p:txBody>
      </p:sp>
      <p:sp>
        <p:nvSpPr>
          <p:cNvPr id="13" name="Text Placeholder 12">
            <a:extLst>
              <a:ext uri="{FF2B5EF4-FFF2-40B4-BE49-F238E27FC236}">
                <a16:creationId xmlns:a16="http://schemas.microsoft.com/office/drawing/2014/main" id="{F4FA0764-E9CF-67A2-49B3-B02C2D10FC8E}"/>
              </a:ext>
            </a:extLst>
          </p:cNvPr>
          <p:cNvSpPr>
            <a:spLocks noGrp="1"/>
          </p:cNvSpPr>
          <p:nvPr>
            <p:ph type="body" sz="quarter" idx="29"/>
          </p:nvPr>
        </p:nvSpPr>
        <p:spPr/>
        <p:txBody>
          <a:bodyPr/>
          <a:lstStyle/>
          <a:p>
            <a:r>
              <a:rPr lang="en-US" dirty="0"/>
              <a:t>H3 Heading</a:t>
            </a:r>
          </a:p>
        </p:txBody>
      </p:sp>
      <p:sp>
        <p:nvSpPr>
          <p:cNvPr id="12" name="Text Placeholder 11">
            <a:extLst>
              <a:ext uri="{FF2B5EF4-FFF2-40B4-BE49-F238E27FC236}">
                <a16:creationId xmlns:a16="http://schemas.microsoft.com/office/drawing/2014/main" id="{9C2CEB59-E9D7-4FB0-8580-8E6B9DB25C7B}"/>
              </a:ext>
            </a:extLst>
          </p:cNvPr>
          <p:cNvSpPr>
            <a:spLocks noGrp="1"/>
          </p:cNvSpPr>
          <p:nvPr>
            <p:ph type="body" sz="quarter" idx="30"/>
          </p:nvPr>
        </p:nvSpPr>
        <p:spPr/>
        <p:txBody>
          <a:bodyPr/>
          <a:lstStyle/>
          <a:p>
            <a:r>
              <a:rPr lang="en-US" dirty="0"/>
              <a:t>H3 Heading</a:t>
            </a:r>
          </a:p>
        </p:txBody>
      </p:sp>
      <p:cxnSp>
        <p:nvCxnSpPr>
          <p:cNvPr id="23" name="Straight Connector 22">
            <a:extLst>
              <a:ext uri="{FF2B5EF4-FFF2-40B4-BE49-F238E27FC236}">
                <a16:creationId xmlns:a16="http://schemas.microsoft.com/office/drawing/2014/main" id="{60969BCE-7C74-FD6F-2C58-A03DB10CB1B3}"/>
              </a:ext>
            </a:extLst>
          </p:cNvPr>
          <p:cNvCxnSpPr>
            <a:cxnSpLocks/>
          </p:cNvCxnSpPr>
          <p:nvPr/>
        </p:nvCxnSpPr>
        <p:spPr>
          <a:xfrm>
            <a:off x="539749" y="2275314"/>
            <a:ext cx="5451476" cy="4336"/>
          </a:xfrm>
          <a:prstGeom prst="line">
            <a:avLst/>
          </a:prstGeom>
          <a:ln w="12700">
            <a:solidFill>
              <a:srgbClr val="D7D8D7"/>
            </a:solidFill>
          </a:ln>
        </p:spPr>
        <p:style>
          <a:lnRef idx="1">
            <a:schemeClr val="dk1"/>
          </a:lnRef>
          <a:fillRef idx="0">
            <a:schemeClr val="dk1"/>
          </a:fillRef>
          <a:effectRef idx="0">
            <a:schemeClr val="dk1"/>
          </a:effectRef>
          <a:fontRef idx="minor">
            <a:schemeClr val="tx1"/>
          </a:fontRef>
        </p:style>
      </p:cxnSp>
      <p:cxnSp>
        <p:nvCxnSpPr>
          <p:cNvPr id="25" name="Straight Connector 24">
            <a:extLst>
              <a:ext uri="{FF2B5EF4-FFF2-40B4-BE49-F238E27FC236}">
                <a16:creationId xmlns:a16="http://schemas.microsoft.com/office/drawing/2014/main" id="{2937F8AF-F0F7-F7E8-A49F-6DD3010B0EE0}"/>
              </a:ext>
            </a:extLst>
          </p:cNvPr>
          <p:cNvCxnSpPr>
            <a:cxnSpLocks/>
          </p:cNvCxnSpPr>
          <p:nvPr/>
        </p:nvCxnSpPr>
        <p:spPr>
          <a:xfrm>
            <a:off x="6200775" y="2275314"/>
            <a:ext cx="5451476" cy="4336"/>
          </a:xfrm>
          <a:prstGeom prst="line">
            <a:avLst/>
          </a:prstGeom>
          <a:ln w="12700">
            <a:solidFill>
              <a:srgbClr val="D7D8D7"/>
            </a:solidFill>
          </a:ln>
        </p:spPr>
        <p:style>
          <a:lnRef idx="1">
            <a:schemeClr val="dk1"/>
          </a:lnRef>
          <a:fillRef idx="0">
            <a:schemeClr val="dk1"/>
          </a:fillRef>
          <a:effectRef idx="0">
            <a:schemeClr val="dk1"/>
          </a:effectRef>
          <a:fontRef idx="minor">
            <a:schemeClr val="tx1"/>
          </a:fontRef>
        </p:style>
      </p:cxnSp>
      <p:sp>
        <p:nvSpPr>
          <p:cNvPr id="6" name="Text Placeholder 5">
            <a:extLst>
              <a:ext uri="{FF2B5EF4-FFF2-40B4-BE49-F238E27FC236}">
                <a16:creationId xmlns:a16="http://schemas.microsoft.com/office/drawing/2014/main" id="{EEB0B4CC-39AB-4E32-70D8-04119AB2745C}"/>
              </a:ext>
            </a:extLst>
          </p:cNvPr>
          <p:cNvSpPr>
            <a:spLocks noGrp="1"/>
          </p:cNvSpPr>
          <p:nvPr>
            <p:ph type="body" sz="quarter" idx="22"/>
          </p:nvPr>
        </p:nvSpPr>
        <p:spPr/>
        <p:txBody>
          <a:bodyPr/>
          <a:lstStyle/>
          <a:p>
            <a:endParaRPr lang="en-US"/>
          </a:p>
        </p:txBody>
      </p:sp>
    </p:spTree>
    <p:extLst>
      <p:ext uri="{BB962C8B-B14F-4D97-AF65-F5344CB8AC3E}">
        <p14:creationId xmlns:p14="http://schemas.microsoft.com/office/powerpoint/2010/main" val="283279899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9994A923-B703-7A79-10C4-9873211456FC}"/>
              </a:ext>
            </a:extLst>
          </p:cNvPr>
          <p:cNvSpPr>
            <a:spLocks noGrp="1"/>
          </p:cNvSpPr>
          <p:nvPr>
            <p:ph type="ftr" sz="quarter" idx="11"/>
          </p:nvPr>
        </p:nvSpPr>
        <p:spPr>
          <a:xfrm>
            <a:off x="4781550" y="6311900"/>
            <a:ext cx="5448300" cy="269875"/>
          </a:xfrm>
        </p:spPr>
        <p:txBody>
          <a:bodyPr/>
          <a:lstStyle/>
          <a:p>
            <a:r>
              <a:rPr lang="en-US"/>
              <a:t>See slide 12 for instructions on how to update footer</a:t>
            </a:r>
          </a:p>
        </p:txBody>
      </p:sp>
      <p:sp>
        <p:nvSpPr>
          <p:cNvPr id="3" name="Slide Number Placeholder 2">
            <a:extLst>
              <a:ext uri="{FF2B5EF4-FFF2-40B4-BE49-F238E27FC236}">
                <a16:creationId xmlns:a16="http://schemas.microsoft.com/office/drawing/2014/main" id="{EB891714-DD2C-01C3-2601-FAF643A0F625}"/>
              </a:ext>
            </a:extLst>
          </p:cNvPr>
          <p:cNvSpPr>
            <a:spLocks noGrp="1"/>
          </p:cNvSpPr>
          <p:nvPr>
            <p:ph type="sldNum" sz="quarter" idx="12"/>
          </p:nvPr>
        </p:nvSpPr>
        <p:spPr>
          <a:xfrm>
            <a:off x="10428288" y="6311900"/>
            <a:ext cx="1209674" cy="269875"/>
          </a:xfrm>
        </p:spPr>
        <p:txBody>
          <a:bodyPr/>
          <a:lstStyle/>
          <a:p>
            <a:fld id="{862A5111-985B-C14D-9115-5787026182A8}" type="slidenum">
              <a:rPr lang="en-US" smtClean="0"/>
              <a:pPr/>
              <a:t>44</a:t>
            </a:fld>
            <a:endParaRPr lang="en-US"/>
          </a:p>
        </p:txBody>
      </p:sp>
      <p:sp>
        <p:nvSpPr>
          <p:cNvPr id="34" name="Picture Placeholder 33">
            <a:extLst>
              <a:ext uri="{FF2B5EF4-FFF2-40B4-BE49-F238E27FC236}">
                <a16:creationId xmlns:a16="http://schemas.microsoft.com/office/drawing/2014/main" id="{46AF2A52-C27F-1EBE-5761-4B6B2BB3813F}"/>
              </a:ext>
            </a:extLst>
          </p:cNvPr>
          <p:cNvSpPr>
            <a:spLocks noGrp="1"/>
          </p:cNvSpPr>
          <p:nvPr>
            <p:ph type="pic" sz="quarter" idx="37"/>
          </p:nvPr>
        </p:nvSpPr>
        <p:spPr/>
        <p:txBody>
          <a:bodyPr/>
          <a:lstStyle/>
          <a:p>
            <a:endParaRPr lang="en-US"/>
          </a:p>
        </p:txBody>
      </p:sp>
      <p:sp>
        <p:nvSpPr>
          <p:cNvPr id="35" name="Picture Placeholder 34">
            <a:extLst>
              <a:ext uri="{FF2B5EF4-FFF2-40B4-BE49-F238E27FC236}">
                <a16:creationId xmlns:a16="http://schemas.microsoft.com/office/drawing/2014/main" id="{5B100FD4-064E-D6A9-B049-DF017AE44F37}"/>
              </a:ext>
            </a:extLst>
          </p:cNvPr>
          <p:cNvSpPr>
            <a:spLocks noGrp="1"/>
          </p:cNvSpPr>
          <p:nvPr>
            <p:ph type="pic" sz="quarter" idx="38"/>
          </p:nvPr>
        </p:nvSpPr>
        <p:spPr/>
        <p:txBody>
          <a:bodyPr/>
          <a:lstStyle/>
          <a:p>
            <a:endParaRPr lang="en-US"/>
          </a:p>
        </p:txBody>
      </p:sp>
      <p:sp>
        <p:nvSpPr>
          <p:cNvPr id="9" name="Title 8">
            <a:extLst>
              <a:ext uri="{FF2B5EF4-FFF2-40B4-BE49-F238E27FC236}">
                <a16:creationId xmlns:a16="http://schemas.microsoft.com/office/drawing/2014/main" id="{3C117266-7D53-4EC6-D7E4-0EC38A798FB6}"/>
              </a:ext>
            </a:extLst>
          </p:cNvPr>
          <p:cNvSpPr>
            <a:spLocks noGrp="1"/>
          </p:cNvSpPr>
          <p:nvPr>
            <p:ph type="title"/>
          </p:nvPr>
        </p:nvSpPr>
        <p:spPr>
          <a:xfrm>
            <a:off x="546100" y="552450"/>
            <a:ext cx="11091862" cy="434975"/>
          </a:xfrm>
        </p:spPr>
        <p:txBody>
          <a:bodyPr>
            <a:noAutofit/>
          </a:bodyPr>
          <a:lstStyle/>
          <a:p>
            <a:r>
              <a:rPr lang="en-US" dirty="0"/>
              <a:t>H1 Heading - 2-column comparison slide</a:t>
            </a:r>
          </a:p>
        </p:txBody>
      </p:sp>
      <p:sp>
        <p:nvSpPr>
          <p:cNvPr id="23" name="Text Placeholder 22">
            <a:extLst>
              <a:ext uri="{FF2B5EF4-FFF2-40B4-BE49-F238E27FC236}">
                <a16:creationId xmlns:a16="http://schemas.microsoft.com/office/drawing/2014/main" id="{AC4A9045-D343-8D2B-A8A5-2C2048F1A9DB}"/>
              </a:ext>
            </a:extLst>
          </p:cNvPr>
          <p:cNvSpPr>
            <a:spLocks noGrp="1"/>
          </p:cNvSpPr>
          <p:nvPr>
            <p:ph type="body" sz="quarter" idx="41"/>
          </p:nvPr>
        </p:nvSpPr>
        <p:spPr>
          <a:xfrm>
            <a:off x="546100" y="1127124"/>
            <a:ext cx="11094211" cy="295276"/>
          </a:xfrm>
        </p:spPr>
        <p:txBody>
          <a:bodyPr>
            <a:noAutofit/>
          </a:bodyPr>
          <a:lstStyle/>
          <a:p>
            <a:r>
              <a:rPr lang="en-US" dirty="0"/>
              <a:t>H2 Heading</a:t>
            </a:r>
          </a:p>
        </p:txBody>
      </p:sp>
      <p:sp>
        <p:nvSpPr>
          <p:cNvPr id="36" name="Text Placeholder 35">
            <a:extLst>
              <a:ext uri="{FF2B5EF4-FFF2-40B4-BE49-F238E27FC236}">
                <a16:creationId xmlns:a16="http://schemas.microsoft.com/office/drawing/2014/main" id="{2251129E-197B-23F8-27B0-B6CC423B5F49}"/>
              </a:ext>
            </a:extLst>
          </p:cNvPr>
          <p:cNvSpPr>
            <a:spLocks noGrp="1"/>
          </p:cNvSpPr>
          <p:nvPr>
            <p:ph type="body" sz="quarter" idx="42"/>
          </p:nvPr>
        </p:nvSpPr>
        <p:spPr/>
        <p:txBody>
          <a:bodyPr/>
          <a:lstStyle/>
          <a:p>
            <a:endParaRPr lang="en-US"/>
          </a:p>
        </p:txBody>
      </p:sp>
      <p:sp>
        <p:nvSpPr>
          <p:cNvPr id="5" name="Content Placeholder 4">
            <a:extLst>
              <a:ext uri="{FF2B5EF4-FFF2-40B4-BE49-F238E27FC236}">
                <a16:creationId xmlns:a16="http://schemas.microsoft.com/office/drawing/2014/main" id="{946F7BEF-0979-BE82-64B5-A2E9265D6B21}"/>
              </a:ext>
            </a:extLst>
          </p:cNvPr>
          <p:cNvSpPr>
            <a:spLocks noGrp="1"/>
          </p:cNvSpPr>
          <p:nvPr>
            <p:ph sz="quarter" idx="43"/>
          </p:nvPr>
        </p:nvSpPr>
        <p:spPr>
          <a:xfrm>
            <a:off x="546100" y="3295650"/>
            <a:ext cx="5445125" cy="2437637"/>
          </a:xfrm>
        </p:spPr>
        <p:txBody>
          <a:bodyPr>
            <a:normAutofit fontScale="92500" lnSpcReduction="10000"/>
          </a:bodyPr>
          <a:lstStyle/>
          <a:p>
            <a:r>
              <a:rPr lang="en-US" dirty="0" err="1"/>
              <a:t>Essint</a:t>
            </a:r>
            <a:r>
              <a:rPr lang="en-US" dirty="0"/>
              <a:t> ex et </a:t>
            </a:r>
            <a:r>
              <a:rPr lang="en-US" dirty="0" err="1"/>
              <a:t>aut</a:t>
            </a:r>
            <a:r>
              <a:rPr lang="en-US" dirty="0"/>
              <a:t> </a:t>
            </a:r>
            <a:r>
              <a:rPr lang="en-US" dirty="0" err="1"/>
              <a:t>ea</a:t>
            </a:r>
            <a:r>
              <a:rPr lang="en-US" dirty="0"/>
              <a:t> nim re ped </a:t>
            </a:r>
            <a:r>
              <a:rPr lang="en-US" dirty="0" err="1"/>
              <a:t>utemporibus</a:t>
            </a:r>
            <a:r>
              <a:rPr lang="en-US" dirty="0"/>
              <a:t>, </a:t>
            </a:r>
            <a:r>
              <a:rPr lang="en-US" dirty="0" err="1"/>
              <a:t>simendestrum</a:t>
            </a:r>
            <a:r>
              <a:rPr lang="en-US" dirty="0"/>
              <a:t> alit </a:t>
            </a:r>
            <a:r>
              <a:rPr lang="en-US" dirty="0" err="1"/>
              <a:t>esto</a:t>
            </a:r>
            <a:r>
              <a:rPr lang="en-US" dirty="0"/>
              <a:t> </a:t>
            </a:r>
            <a:r>
              <a:rPr lang="en-US" dirty="0" err="1"/>
              <a:t>temque</a:t>
            </a:r>
            <a:r>
              <a:rPr lang="en-US" dirty="0"/>
              <a:t> </a:t>
            </a:r>
            <a:r>
              <a:rPr lang="en-US" dirty="0" err="1"/>
              <a:t>volut</a:t>
            </a:r>
            <a:r>
              <a:rPr lang="en-US" dirty="0"/>
              <a:t> </a:t>
            </a:r>
            <a:r>
              <a:rPr lang="en-US" dirty="0" err="1"/>
              <a:t>aut</a:t>
            </a:r>
            <a:r>
              <a:rPr lang="en-US" dirty="0"/>
              <a:t> </a:t>
            </a:r>
            <a:r>
              <a:rPr lang="en-US" dirty="0" err="1"/>
              <a:t>doluptatur</a:t>
            </a:r>
            <a:r>
              <a:rPr lang="en-US" dirty="0"/>
              <a:t> </a:t>
            </a:r>
            <a:r>
              <a:rPr lang="en-US" dirty="0" err="1"/>
              <a:t>repero</a:t>
            </a:r>
            <a:r>
              <a:rPr lang="en-US" dirty="0"/>
              <a:t> beatus </a:t>
            </a:r>
            <a:r>
              <a:rPr lang="en-US" dirty="0" err="1"/>
              <a:t>aut</a:t>
            </a:r>
            <a:r>
              <a:rPr lang="en-US" dirty="0"/>
              <a:t> </a:t>
            </a:r>
            <a:r>
              <a:rPr lang="en-US" dirty="0" err="1"/>
              <a:t>dio</a:t>
            </a:r>
            <a:r>
              <a:rPr lang="en-US" dirty="0"/>
              <a:t> </a:t>
            </a:r>
            <a:r>
              <a:rPr lang="en-US" dirty="0" err="1"/>
              <a:t>ipiet</a:t>
            </a:r>
            <a:r>
              <a:rPr lang="en-US" dirty="0"/>
              <a:t> qui </a:t>
            </a:r>
            <a:r>
              <a:rPr lang="en-US" dirty="0" err="1"/>
              <a:t>duciendis</a:t>
            </a:r>
            <a:r>
              <a:rPr lang="en-US" dirty="0"/>
              <a:t> </a:t>
            </a:r>
            <a:r>
              <a:rPr lang="en-US" dirty="0" err="1"/>
              <a:t>explatem</a:t>
            </a:r>
            <a:r>
              <a:rPr lang="en-US" dirty="0"/>
              <a:t> </a:t>
            </a:r>
            <a:r>
              <a:rPr lang="en-US" dirty="0" err="1"/>
              <a:t>sitatus</a:t>
            </a:r>
            <a:r>
              <a:rPr lang="en-US" dirty="0"/>
              <a:t> vel ipsum ad </a:t>
            </a:r>
            <a:r>
              <a:rPr lang="en-US" dirty="0" err="1"/>
              <a:t>eations</a:t>
            </a:r>
            <a:r>
              <a:rPr lang="en-US" dirty="0"/>
              <a:t> </a:t>
            </a:r>
            <a:r>
              <a:rPr lang="en-US" dirty="0" err="1"/>
              <a:t>equistion</a:t>
            </a:r>
            <a:r>
              <a:rPr lang="en-US" dirty="0"/>
              <a:t> nobis </a:t>
            </a:r>
            <a:r>
              <a:rPr lang="en-US" dirty="0" err="1"/>
              <a:t>dolupturi</a:t>
            </a:r>
            <a:r>
              <a:rPr lang="en-US" dirty="0"/>
              <a:t> qui </a:t>
            </a:r>
            <a:r>
              <a:rPr lang="en-US" dirty="0" err="1"/>
              <a:t>adiatem</a:t>
            </a:r>
            <a:r>
              <a:rPr lang="en-US" dirty="0"/>
              <a:t> </a:t>
            </a:r>
            <a:r>
              <a:rPr lang="en-US" dirty="0" err="1"/>
              <a:t>tati</a:t>
            </a:r>
            <a:r>
              <a:rPr lang="en-US" dirty="0"/>
              <a:t> </a:t>
            </a:r>
            <a:r>
              <a:rPr lang="en-US" dirty="0" err="1"/>
              <a:t>oressequis</a:t>
            </a:r>
            <a:r>
              <a:rPr lang="en-US" dirty="0"/>
              <a:t> </a:t>
            </a:r>
            <a:r>
              <a:rPr lang="en-US" dirty="0" err="1"/>
              <a:t>aut</a:t>
            </a:r>
            <a:r>
              <a:rPr lang="en-US" dirty="0"/>
              <a:t> et </a:t>
            </a:r>
            <a:r>
              <a:rPr lang="en-US" dirty="0" err="1"/>
              <a:t>aut</a:t>
            </a:r>
            <a:r>
              <a:rPr lang="en-US" dirty="0"/>
              <a:t> </a:t>
            </a:r>
            <a:r>
              <a:rPr lang="en-US" dirty="0" err="1"/>
              <a:t>aut</a:t>
            </a:r>
            <a:r>
              <a:rPr lang="en-US" dirty="0"/>
              <a:t> </a:t>
            </a:r>
            <a:r>
              <a:rPr lang="en-US" dirty="0" err="1"/>
              <a:t>aperatiatest</a:t>
            </a:r>
            <a:r>
              <a:rPr lang="en-US" dirty="0"/>
              <a:t>.</a:t>
            </a:r>
          </a:p>
          <a:p>
            <a:pPr lvl="1"/>
            <a:r>
              <a:rPr lang="en-US" dirty="0"/>
              <a:t>Qui </a:t>
            </a:r>
            <a:r>
              <a:rPr lang="en-US" dirty="0" err="1"/>
              <a:t>doluptatem</a:t>
            </a:r>
            <a:r>
              <a:rPr lang="en-US" dirty="0"/>
              <a:t> et </a:t>
            </a:r>
            <a:r>
              <a:rPr lang="en-US" dirty="0" err="1"/>
              <a:t>repudis</a:t>
            </a:r>
            <a:r>
              <a:rPr lang="en-US" dirty="0"/>
              <a:t> </a:t>
            </a:r>
            <a:r>
              <a:rPr lang="en-US" dirty="0" err="1"/>
              <a:t>moloren</a:t>
            </a:r>
            <a:r>
              <a:rPr lang="en-US" dirty="0"/>
              <a:t> </a:t>
            </a:r>
            <a:r>
              <a:rPr lang="en-US" dirty="0" err="1"/>
              <a:t>dipsam</a:t>
            </a:r>
            <a:r>
              <a:rPr lang="en-US" dirty="0"/>
              <a:t>, </a:t>
            </a:r>
            <a:r>
              <a:rPr lang="en-US" dirty="0" err="1"/>
              <a:t>te</a:t>
            </a:r>
            <a:r>
              <a:rPr lang="en-US" dirty="0"/>
              <a:t> lab </a:t>
            </a:r>
            <a:r>
              <a:rPr lang="en-US" dirty="0" err="1"/>
              <a:t>iminvel</a:t>
            </a:r>
            <a:r>
              <a:rPr lang="en-US" dirty="0"/>
              <a:t> </a:t>
            </a:r>
            <a:r>
              <a:rPr lang="en-US" dirty="0" err="1"/>
              <a:t>iberibus</a:t>
            </a:r>
            <a:r>
              <a:rPr lang="en-US" dirty="0"/>
              <a:t> </a:t>
            </a:r>
            <a:r>
              <a:rPr lang="en-US" dirty="0" err="1"/>
              <a:t>dolorum</a:t>
            </a:r>
            <a:r>
              <a:rPr lang="en-US" dirty="0"/>
              <a:t> qui </a:t>
            </a:r>
            <a:r>
              <a:rPr lang="en-US" dirty="0" err="1"/>
              <a:t>dolorernati</a:t>
            </a:r>
            <a:r>
              <a:rPr lang="en-US" dirty="0"/>
              <a:t> </a:t>
            </a:r>
            <a:r>
              <a:rPr lang="en-US" dirty="0" err="1"/>
              <a:t>verferum</a:t>
            </a:r>
            <a:endParaRPr lang="en-US" dirty="0"/>
          </a:p>
          <a:p>
            <a:pPr lvl="2"/>
            <a:r>
              <a:rPr lang="en-US" dirty="0" err="1"/>
              <a:t>Erumquas</a:t>
            </a:r>
            <a:r>
              <a:rPr lang="en-US" dirty="0"/>
              <a:t> </a:t>
            </a:r>
            <a:r>
              <a:rPr lang="en-US" dirty="0" err="1"/>
              <a:t>minulla</a:t>
            </a:r>
            <a:r>
              <a:rPr lang="en-US" dirty="0"/>
              <a:t> </a:t>
            </a:r>
            <a:r>
              <a:rPr lang="en-US" dirty="0" err="1"/>
              <a:t>borrovit</a:t>
            </a:r>
            <a:r>
              <a:rPr lang="en-US" dirty="0"/>
              <a:t> </a:t>
            </a:r>
            <a:r>
              <a:rPr lang="en-US" dirty="0" err="1"/>
              <a:t>assimi</a:t>
            </a:r>
            <a:r>
              <a:rPr lang="en-US" dirty="0"/>
              <a:t>, </a:t>
            </a:r>
            <a:r>
              <a:rPr lang="en-US" dirty="0" err="1"/>
              <a:t>toratem</a:t>
            </a:r>
            <a:r>
              <a:rPr lang="en-US" dirty="0"/>
              <a:t> </a:t>
            </a:r>
            <a:r>
              <a:rPr lang="en-US" dirty="0" err="1"/>
              <a:t>sant</a:t>
            </a:r>
            <a:r>
              <a:rPr lang="en-US" dirty="0"/>
              <a:t> </a:t>
            </a:r>
            <a:r>
              <a:rPr lang="en-US" dirty="0" err="1"/>
              <a:t>officiisse</a:t>
            </a:r>
            <a:r>
              <a:rPr lang="en-US" dirty="0"/>
              <a:t> </a:t>
            </a:r>
            <a:r>
              <a:rPr lang="en-US" dirty="0" err="1"/>
              <a:t>natium</a:t>
            </a:r>
            <a:r>
              <a:rPr lang="en-US" dirty="0"/>
              <a:t> re </a:t>
            </a:r>
            <a:r>
              <a:rPr lang="en-US" dirty="0" err="1"/>
              <a:t>velitate</a:t>
            </a:r>
            <a:r>
              <a:rPr lang="en-US" dirty="0"/>
              <a:t> que </a:t>
            </a:r>
            <a:r>
              <a:rPr lang="en-US" dirty="0" err="1"/>
              <a:t>volupti</a:t>
            </a:r>
            <a:r>
              <a:rPr lang="en-US" dirty="0"/>
              <a:t> </a:t>
            </a:r>
            <a:r>
              <a:rPr lang="en-US" dirty="0" err="1"/>
              <a:t>busda</a:t>
            </a:r>
            <a:endParaRPr lang="en-US" dirty="0"/>
          </a:p>
          <a:p>
            <a:pPr lvl="3"/>
            <a:r>
              <a:rPr lang="en-US" dirty="0"/>
              <a:t>Expel </a:t>
            </a:r>
            <a:r>
              <a:rPr lang="en-US" dirty="0" err="1"/>
              <a:t>ea</a:t>
            </a:r>
            <a:r>
              <a:rPr lang="en-US" dirty="0"/>
              <a:t> </a:t>
            </a:r>
            <a:r>
              <a:rPr lang="en-US" dirty="0" err="1"/>
              <a:t>ducia</a:t>
            </a:r>
            <a:r>
              <a:rPr lang="en-US" dirty="0"/>
              <a:t> </a:t>
            </a:r>
            <a:r>
              <a:rPr lang="en-US" dirty="0" err="1"/>
              <a:t>nullabo</a:t>
            </a:r>
            <a:r>
              <a:rPr lang="en-US" dirty="0"/>
              <a:t> </a:t>
            </a:r>
            <a:r>
              <a:rPr lang="en-US" dirty="0" err="1"/>
              <a:t>reprero</a:t>
            </a:r>
            <a:r>
              <a:rPr lang="en-US" dirty="0"/>
              <a:t> </a:t>
            </a:r>
            <a:r>
              <a:rPr lang="en-US" dirty="0" err="1"/>
              <a:t>bearum</a:t>
            </a:r>
            <a:r>
              <a:rPr lang="en-US" dirty="0"/>
              <a:t> </a:t>
            </a:r>
            <a:r>
              <a:rPr lang="en-US" dirty="0" err="1"/>
              <a:t>faccus</a:t>
            </a:r>
            <a:r>
              <a:rPr lang="en-US" dirty="0"/>
              <a:t> </a:t>
            </a:r>
            <a:r>
              <a:rPr lang="en-US" dirty="0" err="1"/>
              <a:t>essimi</a:t>
            </a:r>
            <a:r>
              <a:rPr lang="en-US" dirty="0"/>
              <a:t>, </a:t>
            </a:r>
            <a:r>
              <a:rPr lang="en-US" dirty="0" err="1"/>
              <a:t>tem</a:t>
            </a:r>
            <a:r>
              <a:rPr lang="en-US" dirty="0"/>
              <a:t> </a:t>
            </a:r>
            <a:r>
              <a:rPr lang="en-US" dirty="0" err="1"/>
              <a:t>ut</a:t>
            </a:r>
            <a:r>
              <a:rPr lang="en-US" dirty="0"/>
              <a:t> </a:t>
            </a:r>
            <a:r>
              <a:rPr lang="en-US" dirty="0" err="1"/>
              <a:t>volesed</a:t>
            </a:r>
            <a:r>
              <a:rPr lang="en-US" dirty="0"/>
              <a:t> que qui tempos id </a:t>
            </a:r>
            <a:r>
              <a:rPr lang="en-US" dirty="0" err="1"/>
              <a:t>ut</a:t>
            </a:r>
            <a:r>
              <a:rPr lang="en-US" dirty="0"/>
              <a:t> </a:t>
            </a:r>
            <a:r>
              <a:rPr lang="en-US" dirty="0" err="1"/>
              <a:t>ilite</a:t>
            </a:r>
            <a:endParaRPr lang="en-US" dirty="0"/>
          </a:p>
          <a:p>
            <a:pPr lvl="4"/>
            <a:r>
              <a:rPr lang="en-US" dirty="0" err="1"/>
              <a:t>Vendiciatat</a:t>
            </a:r>
            <a:r>
              <a:rPr lang="en-US" dirty="0"/>
              <a:t> </a:t>
            </a:r>
            <a:r>
              <a:rPr lang="en-US" dirty="0" err="1"/>
              <a:t>eostia</a:t>
            </a:r>
            <a:r>
              <a:rPr lang="en-US" dirty="0"/>
              <a:t> </a:t>
            </a:r>
            <a:r>
              <a:rPr lang="en-US" dirty="0" err="1"/>
              <a:t>autemodipis</a:t>
            </a:r>
            <a:r>
              <a:rPr lang="en-US" dirty="0"/>
              <a:t> </a:t>
            </a:r>
            <a:r>
              <a:rPr lang="en-US" dirty="0" err="1"/>
              <a:t>reptiam</a:t>
            </a:r>
            <a:r>
              <a:rPr lang="en-US" dirty="0"/>
              <a:t> </a:t>
            </a:r>
            <a:r>
              <a:rPr lang="en-US" dirty="0" err="1"/>
              <a:t>volori</a:t>
            </a:r>
            <a:r>
              <a:rPr lang="en-US" dirty="0"/>
              <a:t> </a:t>
            </a:r>
            <a:r>
              <a:rPr lang="en-US" dirty="0" err="1"/>
              <a:t>nem</a:t>
            </a:r>
            <a:r>
              <a:rPr lang="en-US" dirty="0"/>
              <a:t> </a:t>
            </a:r>
            <a:r>
              <a:rPr lang="en-US" dirty="0" err="1"/>
              <a:t>nosa</a:t>
            </a:r>
            <a:r>
              <a:rPr lang="en-US" dirty="0"/>
              <a:t> </a:t>
            </a:r>
            <a:r>
              <a:rPr lang="en-US" dirty="0" err="1"/>
              <a:t>veliciuntius</a:t>
            </a:r>
            <a:r>
              <a:rPr lang="en-US" dirty="0"/>
              <a:t> </a:t>
            </a:r>
            <a:r>
              <a:rPr lang="en-US" dirty="0" err="1"/>
              <a:t>nonseque</a:t>
            </a:r>
            <a:r>
              <a:rPr lang="en-US" dirty="0"/>
              <a:t> il </a:t>
            </a:r>
            <a:r>
              <a:rPr lang="en-US" dirty="0" err="1"/>
              <a:t>ipsanis</a:t>
            </a:r>
            <a:r>
              <a:rPr lang="en-US" dirty="0"/>
              <a:t> </a:t>
            </a:r>
            <a:r>
              <a:rPr lang="en-US" dirty="0" err="1"/>
              <a:t>secto</a:t>
            </a:r>
            <a:r>
              <a:rPr lang="en-US" dirty="0"/>
              <a:t> mi</a:t>
            </a:r>
          </a:p>
        </p:txBody>
      </p:sp>
      <p:sp>
        <p:nvSpPr>
          <p:cNvPr id="10" name="Content Placeholder 9">
            <a:extLst>
              <a:ext uri="{FF2B5EF4-FFF2-40B4-BE49-F238E27FC236}">
                <a16:creationId xmlns:a16="http://schemas.microsoft.com/office/drawing/2014/main" id="{3F913357-A944-98DF-5B22-D79AA5673E78}"/>
              </a:ext>
            </a:extLst>
          </p:cNvPr>
          <p:cNvSpPr>
            <a:spLocks noGrp="1"/>
          </p:cNvSpPr>
          <p:nvPr>
            <p:ph sz="quarter" idx="44"/>
          </p:nvPr>
        </p:nvSpPr>
        <p:spPr>
          <a:xfrm>
            <a:off x="6194424" y="3295650"/>
            <a:ext cx="5443538" cy="2437638"/>
          </a:xfrm>
        </p:spPr>
        <p:txBody>
          <a:bodyPr>
            <a:normAutofit lnSpcReduction="10000"/>
          </a:bodyPr>
          <a:lstStyle/>
          <a:p>
            <a:r>
              <a:rPr lang="en-US" dirty="0"/>
              <a:t>Preformatted list level 0, Intro in GT America Regular 14pt</a:t>
            </a:r>
          </a:p>
          <a:p>
            <a:pPr lvl="1"/>
            <a:r>
              <a:rPr lang="en-US" dirty="0"/>
              <a:t>Preformatted list level 1, GT America Regular 14pt, achieved by using “Increase List Level” button</a:t>
            </a:r>
          </a:p>
          <a:p>
            <a:pPr lvl="2"/>
            <a:r>
              <a:rPr lang="en-US" dirty="0"/>
              <a:t>Preformatted list level Bullet level 2, GT America Regular 14pt, achieved by using “Increase List Level” button</a:t>
            </a:r>
          </a:p>
          <a:p>
            <a:pPr lvl="3"/>
            <a:r>
              <a:rPr lang="en-US" dirty="0"/>
              <a:t>Preformatted list level Bullet level 3, GT America Regular 13pt, achieved by using “Increase List Level” button</a:t>
            </a:r>
          </a:p>
          <a:p>
            <a:pPr lvl="4"/>
            <a:r>
              <a:rPr lang="en-US" dirty="0"/>
              <a:t>Preformatted list level Bullet level 4, GT America Regular 12pt, achieved by using “Increase List Level” button</a:t>
            </a:r>
          </a:p>
          <a:p>
            <a:pPr lvl="5"/>
            <a:r>
              <a:rPr lang="en-US" dirty="0"/>
              <a:t>Preformatted list level Bullet level 5, GT America Regular 12pt, achieved by using “Increase List Level” button</a:t>
            </a:r>
          </a:p>
        </p:txBody>
      </p:sp>
      <p:sp>
        <p:nvSpPr>
          <p:cNvPr id="18" name="Text Placeholder 17">
            <a:extLst>
              <a:ext uri="{FF2B5EF4-FFF2-40B4-BE49-F238E27FC236}">
                <a16:creationId xmlns:a16="http://schemas.microsoft.com/office/drawing/2014/main" id="{7972D070-141E-30B7-EBBF-D6DC35C63AE0}"/>
              </a:ext>
            </a:extLst>
          </p:cNvPr>
          <p:cNvSpPr>
            <a:spLocks noGrp="1"/>
          </p:cNvSpPr>
          <p:nvPr>
            <p:ph type="body" sz="quarter" idx="45"/>
          </p:nvPr>
        </p:nvSpPr>
        <p:spPr>
          <a:xfrm>
            <a:off x="546100" y="2714625"/>
            <a:ext cx="5445125" cy="295276"/>
          </a:xfrm>
        </p:spPr>
        <p:txBody>
          <a:bodyPr/>
          <a:lstStyle/>
          <a:p>
            <a:r>
              <a:rPr lang="en-US" dirty="0"/>
              <a:t>H3 Heading</a:t>
            </a:r>
          </a:p>
        </p:txBody>
      </p:sp>
      <p:sp>
        <p:nvSpPr>
          <p:cNvPr id="19" name="Text Placeholder 18">
            <a:extLst>
              <a:ext uri="{FF2B5EF4-FFF2-40B4-BE49-F238E27FC236}">
                <a16:creationId xmlns:a16="http://schemas.microsoft.com/office/drawing/2014/main" id="{EC28FD25-CFAD-58A1-D4C0-D2990E4421A1}"/>
              </a:ext>
            </a:extLst>
          </p:cNvPr>
          <p:cNvSpPr>
            <a:spLocks noGrp="1"/>
          </p:cNvSpPr>
          <p:nvPr>
            <p:ph type="body" sz="quarter" idx="46"/>
          </p:nvPr>
        </p:nvSpPr>
        <p:spPr>
          <a:xfrm>
            <a:off x="6192838" y="2714625"/>
            <a:ext cx="5445125" cy="294511"/>
          </a:xfrm>
        </p:spPr>
        <p:txBody>
          <a:bodyPr/>
          <a:lstStyle/>
          <a:p>
            <a:r>
              <a:rPr lang="en-US" dirty="0"/>
              <a:t>H3 Heading</a:t>
            </a:r>
          </a:p>
        </p:txBody>
      </p:sp>
      <p:cxnSp>
        <p:nvCxnSpPr>
          <p:cNvPr id="15" name="Straight Connector 14">
            <a:extLst>
              <a:ext uri="{FF2B5EF4-FFF2-40B4-BE49-F238E27FC236}">
                <a16:creationId xmlns:a16="http://schemas.microsoft.com/office/drawing/2014/main" id="{DE62BC66-CF3B-CDD4-7090-6DE6C6B669D2}"/>
              </a:ext>
            </a:extLst>
          </p:cNvPr>
          <p:cNvCxnSpPr>
            <a:cxnSpLocks/>
          </p:cNvCxnSpPr>
          <p:nvPr/>
        </p:nvCxnSpPr>
        <p:spPr>
          <a:xfrm>
            <a:off x="539749" y="3153156"/>
            <a:ext cx="5456239" cy="0"/>
          </a:xfrm>
          <a:prstGeom prst="line">
            <a:avLst/>
          </a:prstGeom>
          <a:ln w="12700">
            <a:solidFill>
              <a:srgbClr val="D7D8D7"/>
            </a:solidFill>
          </a:ln>
        </p:spPr>
        <p:style>
          <a:lnRef idx="1">
            <a:schemeClr val="dk1"/>
          </a:lnRef>
          <a:fillRef idx="0">
            <a:schemeClr val="dk1"/>
          </a:fillRef>
          <a:effectRef idx="0">
            <a:schemeClr val="dk1"/>
          </a:effectRef>
          <a:fontRef idx="minor">
            <a:schemeClr val="tx1"/>
          </a:fontRef>
        </p:style>
      </p:cxnSp>
      <p:cxnSp>
        <p:nvCxnSpPr>
          <p:cNvPr id="17" name="Straight Connector 16">
            <a:extLst>
              <a:ext uri="{FF2B5EF4-FFF2-40B4-BE49-F238E27FC236}">
                <a16:creationId xmlns:a16="http://schemas.microsoft.com/office/drawing/2014/main" id="{DD377F37-9262-A04F-A7A6-AF4D661C53EC}"/>
              </a:ext>
            </a:extLst>
          </p:cNvPr>
          <p:cNvCxnSpPr>
            <a:cxnSpLocks/>
          </p:cNvCxnSpPr>
          <p:nvPr/>
        </p:nvCxnSpPr>
        <p:spPr>
          <a:xfrm>
            <a:off x="6181724" y="3153156"/>
            <a:ext cx="5456239" cy="0"/>
          </a:xfrm>
          <a:prstGeom prst="line">
            <a:avLst/>
          </a:prstGeom>
          <a:ln w="12700">
            <a:solidFill>
              <a:srgbClr val="D7D8D7"/>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399744609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9480FC98-4EDF-EC00-F544-E38907D6F39E}"/>
              </a:ext>
            </a:extLst>
          </p:cNvPr>
          <p:cNvSpPr>
            <a:spLocks noGrp="1"/>
          </p:cNvSpPr>
          <p:nvPr>
            <p:ph type="ftr" sz="quarter" idx="11"/>
          </p:nvPr>
        </p:nvSpPr>
        <p:spPr>
          <a:xfrm>
            <a:off x="4781550" y="6311900"/>
            <a:ext cx="5448300" cy="269875"/>
          </a:xfrm>
        </p:spPr>
        <p:txBody>
          <a:bodyPr/>
          <a:lstStyle/>
          <a:p>
            <a:r>
              <a:rPr lang="en-US"/>
              <a:t>See slide 12 for instructions on how to update footer</a:t>
            </a:r>
          </a:p>
        </p:txBody>
      </p:sp>
      <p:sp>
        <p:nvSpPr>
          <p:cNvPr id="4" name="Slide Number Placeholder 3">
            <a:extLst>
              <a:ext uri="{FF2B5EF4-FFF2-40B4-BE49-F238E27FC236}">
                <a16:creationId xmlns:a16="http://schemas.microsoft.com/office/drawing/2014/main" id="{FF2CD174-2A90-9154-00D9-0DC4B5AE84D3}"/>
              </a:ext>
            </a:extLst>
          </p:cNvPr>
          <p:cNvSpPr>
            <a:spLocks noGrp="1"/>
          </p:cNvSpPr>
          <p:nvPr>
            <p:ph type="sldNum" sz="quarter" idx="12"/>
          </p:nvPr>
        </p:nvSpPr>
        <p:spPr>
          <a:xfrm>
            <a:off x="10428288" y="6311900"/>
            <a:ext cx="1209674" cy="269875"/>
          </a:xfrm>
        </p:spPr>
        <p:txBody>
          <a:bodyPr/>
          <a:lstStyle/>
          <a:p>
            <a:fld id="{862A5111-985B-C14D-9115-5787026182A8}" type="slidenum">
              <a:rPr lang="en-US" smtClean="0"/>
              <a:pPr/>
              <a:t>45</a:t>
            </a:fld>
            <a:endParaRPr lang="en-US"/>
          </a:p>
        </p:txBody>
      </p:sp>
      <p:sp>
        <p:nvSpPr>
          <p:cNvPr id="9" name="Title 8">
            <a:extLst>
              <a:ext uri="{FF2B5EF4-FFF2-40B4-BE49-F238E27FC236}">
                <a16:creationId xmlns:a16="http://schemas.microsoft.com/office/drawing/2014/main" id="{3C117266-7D53-4EC6-D7E4-0EC38A798FB6}"/>
              </a:ext>
            </a:extLst>
          </p:cNvPr>
          <p:cNvSpPr>
            <a:spLocks noGrp="1"/>
          </p:cNvSpPr>
          <p:nvPr>
            <p:ph type="title"/>
          </p:nvPr>
        </p:nvSpPr>
        <p:spPr>
          <a:xfrm>
            <a:off x="546100" y="552450"/>
            <a:ext cx="11091861" cy="434975"/>
          </a:xfrm>
        </p:spPr>
        <p:txBody>
          <a:bodyPr>
            <a:noAutofit/>
          </a:bodyPr>
          <a:lstStyle/>
          <a:p>
            <a:r>
              <a:rPr lang="en-US" dirty="0"/>
              <a:t>H1 Heading - 2-column comparison slide</a:t>
            </a:r>
          </a:p>
        </p:txBody>
      </p:sp>
      <p:sp>
        <p:nvSpPr>
          <p:cNvPr id="30" name="Text Placeholder 29">
            <a:extLst>
              <a:ext uri="{FF2B5EF4-FFF2-40B4-BE49-F238E27FC236}">
                <a16:creationId xmlns:a16="http://schemas.microsoft.com/office/drawing/2014/main" id="{556514A2-E6E5-E9F0-4439-37B260CAFDD9}"/>
              </a:ext>
            </a:extLst>
          </p:cNvPr>
          <p:cNvSpPr>
            <a:spLocks noGrp="1"/>
          </p:cNvSpPr>
          <p:nvPr>
            <p:ph type="body" sz="quarter" idx="21"/>
          </p:nvPr>
        </p:nvSpPr>
        <p:spPr/>
        <p:txBody>
          <a:bodyPr/>
          <a:lstStyle/>
          <a:p>
            <a:r>
              <a:rPr lang="en-US" dirty="0"/>
              <a:t>H2 Heading</a:t>
            </a:r>
          </a:p>
        </p:txBody>
      </p:sp>
      <p:sp>
        <p:nvSpPr>
          <p:cNvPr id="31" name="Text Placeholder 30">
            <a:extLst>
              <a:ext uri="{FF2B5EF4-FFF2-40B4-BE49-F238E27FC236}">
                <a16:creationId xmlns:a16="http://schemas.microsoft.com/office/drawing/2014/main" id="{723EBD83-B515-5919-C900-2286DC37A04A}"/>
              </a:ext>
            </a:extLst>
          </p:cNvPr>
          <p:cNvSpPr>
            <a:spLocks noGrp="1"/>
          </p:cNvSpPr>
          <p:nvPr>
            <p:ph type="body" sz="quarter" idx="22"/>
          </p:nvPr>
        </p:nvSpPr>
        <p:spPr/>
        <p:txBody>
          <a:bodyPr/>
          <a:lstStyle/>
          <a:p>
            <a:endParaRPr lang="en-US"/>
          </a:p>
        </p:txBody>
      </p:sp>
      <p:sp>
        <p:nvSpPr>
          <p:cNvPr id="5" name="Content Placeholder 4">
            <a:extLst>
              <a:ext uri="{FF2B5EF4-FFF2-40B4-BE49-F238E27FC236}">
                <a16:creationId xmlns:a16="http://schemas.microsoft.com/office/drawing/2014/main" id="{946F7BEF-0979-BE82-64B5-A2E9265D6B21}"/>
              </a:ext>
            </a:extLst>
          </p:cNvPr>
          <p:cNvSpPr>
            <a:spLocks noGrp="1"/>
          </p:cNvSpPr>
          <p:nvPr>
            <p:ph sz="quarter" idx="27"/>
          </p:nvPr>
        </p:nvSpPr>
        <p:spPr>
          <a:xfrm>
            <a:off x="546100" y="2425699"/>
            <a:ext cx="3524249" cy="3441700"/>
          </a:xfrm>
        </p:spPr>
        <p:txBody>
          <a:bodyPr>
            <a:normAutofit/>
          </a:bodyPr>
          <a:lstStyle/>
          <a:p>
            <a:r>
              <a:rPr lang="en-US" dirty="0" err="1"/>
              <a:t>Essint</a:t>
            </a:r>
            <a:r>
              <a:rPr lang="en-US" dirty="0"/>
              <a:t> ex et </a:t>
            </a:r>
            <a:r>
              <a:rPr lang="en-US" dirty="0" err="1"/>
              <a:t>aut</a:t>
            </a:r>
            <a:r>
              <a:rPr lang="en-US" dirty="0"/>
              <a:t> </a:t>
            </a:r>
            <a:r>
              <a:rPr lang="en-US" dirty="0" err="1"/>
              <a:t>ea</a:t>
            </a:r>
            <a:r>
              <a:rPr lang="en-US" dirty="0"/>
              <a:t> nim re ped </a:t>
            </a:r>
            <a:r>
              <a:rPr lang="en-US" dirty="0" err="1"/>
              <a:t>utemporibus</a:t>
            </a:r>
            <a:r>
              <a:rPr lang="en-US" dirty="0"/>
              <a:t>, </a:t>
            </a:r>
            <a:r>
              <a:rPr lang="en-US" dirty="0" err="1"/>
              <a:t>simendestrum</a:t>
            </a:r>
            <a:r>
              <a:rPr lang="en-US" dirty="0"/>
              <a:t> alit </a:t>
            </a:r>
            <a:r>
              <a:rPr lang="en-US" dirty="0" err="1"/>
              <a:t>esto</a:t>
            </a:r>
            <a:r>
              <a:rPr lang="en-US" dirty="0"/>
              <a:t> </a:t>
            </a:r>
            <a:r>
              <a:rPr lang="en-US" dirty="0" err="1"/>
              <a:t>temque</a:t>
            </a:r>
            <a:r>
              <a:rPr lang="en-US" dirty="0"/>
              <a:t> </a:t>
            </a:r>
            <a:r>
              <a:rPr lang="en-US" dirty="0" err="1"/>
              <a:t>volut</a:t>
            </a:r>
            <a:r>
              <a:rPr lang="en-US" dirty="0"/>
              <a:t> </a:t>
            </a:r>
            <a:r>
              <a:rPr lang="en-US" dirty="0" err="1"/>
              <a:t>aut</a:t>
            </a:r>
            <a:r>
              <a:rPr lang="en-US" dirty="0"/>
              <a:t> </a:t>
            </a:r>
            <a:r>
              <a:rPr lang="en-US" dirty="0" err="1"/>
              <a:t>doluptatur</a:t>
            </a:r>
            <a:r>
              <a:rPr lang="en-US" dirty="0"/>
              <a:t> </a:t>
            </a:r>
            <a:r>
              <a:rPr lang="en-US" dirty="0" err="1"/>
              <a:t>repero</a:t>
            </a:r>
            <a:r>
              <a:rPr lang="en-US" dirty="0"/>
              <a:t> beatus </a:t>
            </a:r>
            <a:r>
              <a:rPr lang="en-US" dirty="0" err="1"/>
              <a:t>aut</a:t>
            </a:r>
            <a:r>
              <a:rPr lang="en-US" dirty="0"/>
              <a:t> </a:t>
            </a:r>
            <a:r>
              <a:rPr lang="en-US" dirty="0" err="1"/>
              <a:t>dio</a:t>
            </a:r>
            <a:r>
              <a:rPr lang="en-US" dirty="0"/>
              <a:t> </a:t>
            </a:r>
            <a:r>
              <a:rPr lang="en-US" dirty="0" err="1"/>
              <a:t>ipiet</a:t>
            </a:r>
            <a:r>
              <a:rPr lang="en-US" dirty="0"/>
              <a:t> qui </a:t>
            </a:r>
            <a:r>
              <a:rPr lang="en-US" dirty="0" err="1"/>
              <a:t>duciendis</a:t>
            </a:r>
            <a:r>
              <a:rPr lang="en-US" dirty="0"/>
              <a:t> </a:t>
            </a:r>
            <a:r>
              <a:rPr lang="en-US" dirty="0" err="1"/>
              <a:t>explatem</a:t>
            </a:r>
            <a:r>
              <a:rPr lang="en-US" dirty="0"/>
              <a:t> </a:t>
            </a:r>
            <a:r>
              <a:rPr lang="en-US" dirty="0" err="1"/>
              <a:t>sitatus</a:t>
            </a:r>
            <a:r>
              <a:rPr lang="en-US" dirty="0"/>
              <a:t> vel ipsum ad </a:t>
            </a:r>
            <a:r>
              <a:rPr lang="en-US" dirty="0" err="1"/>
              <a:t>eations</a:t>
            </a:r>
            <a:r>
              <a:rPr lang="en-US" dirty="0"/>
              <a:t> </a:t>
            </a:r>
            <a:r>
              <a:rPr lang="en-US" dirty="0" err="1"/>
              <a:t>equistion</a:t>
            </a:r>
            <a:r>
              <a:rPr lang="en-US" dirty="0"/>
              <a:t> nobis </a:t>
            </a:r>
            <a:r>
              <a:rPr lang="en-US" dirty="0" err="1"/>
              <a:t>dolupturi</a:t>
            </a:r>
            <a:r>
              <a:rPr lang="en-US" dirty="0"/>
              <a:t> qui </a:t>
            </a:r>
            <a:r>
              <a:rPr lang="en-US" dirty="0" err="1"/>
              <a:t>adiatem</a:t>
            </a:r>
            <a:r>
              <a:rPr lang="en-US" dirty="0"/>
              <a:t> </a:t>
            </a:r>
            <a:r>
              <a:rPr lang="en-US" dirty="0" err="1"/>
              <a:t>tati</a:t>
            </a:r>
            <a:r>
              <a:rPr lang="en-US" dirty="0"/>
              <a:t> </a:t>
            </a:r>
            <a:r>
              <a:rPr lang="en-US" dirty="0" err="1"/>
              <a:t>oressequis</a:t>
            </a:r>
            <a:r>
              <a:rPr lang="en-US" dirty="0"/>
              <a:t> </a:t>
            </a:r>
            <a:r>
              <a:rPr lang="en-US" dirty="0" err="1"/>
              <a:t>aut</a:t>
            </a:r>
            <a:r>
              <a:rPr lang="en-US" dirty="0"/>
              <a:t> et </a:t>
            </a:r>
            <a:r>
              <a:rPr lang="en-US" dirty="0" err="1"/>
              <a:t>aut</a:t>
            </a:r>
            <a:r>
              <a:rPr lang="en-US" dirty="0"/>
              <a:t> </a:t>
            </a:r>
            <a:r>
              <a:rPr lang="en-US" dirty="0" err="1"/>
              <a:t>aut</a:t>
            </a:r>
            <a:r>
              <a:rPr lang="en-US" dirty="0"/>
              <a:t> </a:t>
            </a:r>
            <a:r>
              <a:rPr lang="en-US" dirty="0" err="1"/>
              <a:t>aperatiatest</a:t>
            </a:r>
            <a:r>
              <a:rPr lang="en-US" dirty="0"/>
              <a:t>.</a:t>
            </a:r>
          </a:p>
          <a:p>
            <a:pPr lvl="1"/>
            <a:r>
              <a:rPr lang="en-US" dirty="0"/>
              <a:t>Qui </a:t>
            </a:r>
            <a:r>
              <a:rPr lang="en-US" dirty="0" err="1"/>
              <a:t>doluptatem</a:t>
            </a:r>
            <a:r>
              <a:rPr lang="en-US" dirty="0"/>
              <a:t> et </a:t>
            </a:r>
            <a:r>
              <a:rPr lang="en-US" dirty="0" err="1"/>
              <a:t>repudis</a:t>
            </a:r>
            <a:r>
              <a:rPr lang="en-US" dirty="0"/>
              <a:t> </a:t>
            </a:r>
            <a:r>
              <a:rPr lang="en-US" dirty="0" err="1"/>
              <a:t>moloren</a:t>
            </a:r>
            <a:r>
              <a:rPr lang="en-US" dirty="0"/>
              <a:t> </a:t>
            </a:r>
            <a:r>
              <a:rPr lang="en-US" dirty="0" err="1"/>
              <a:t>dipsam</a:t>
            </a:r>
            <a:r>
              <a:rPr lang="en-US" dirty="0"/>
              <a:t>, </a:t>
            </a:r>
            <a:r>
              <a:rPr lang="en-US" dirty="0" err="1"/>
              <a:t>te</a:t>
            </a:r>
            <a:r>
              <a:rPr lang="en-US" dirty="0"/>
              <a:t> lab </a:t>
            </a:r>
            <a:r>
              <a:rPr lang="en-US" dirty="0" err="1"/>
              <a:t>iminvel</a:t>
            </a:r>
            <a:r>
              <a:rPr lang="en-US" dirty="0"/>
              <a:t> </a:t>
            </a:r>
            <a:r>
              <a:rPr lang="en-US" dirty="0" err="1"/>
              <a:t>iberibus</a:t>
            </a:r>
            <a:r>
              <a:rPr lang="en-US" dirty="0"/>
              <a:t> </a:t>
            </a:r>
            <a:r>
              <a:rPr lang="en-US" dirty="0" err="1"/>
              <a:t>dolorum</a:t>
            </a:r>
            <a:r>
              <a:rPr lang="en-US" dirty="0"/>
              <a:t> qui </a:t>
            </a:r>
            <a:r>
              <a:rPr lang="en-US" dirty="0" err="1"/>
              <a:t>dolorernati</a:t>
            </a:r>
            <a:r>
              <a:rPr lang="en-US" dirty="0"/>
              <a:t> </a:t>
            </a:r>
            <a:r>
              <a:rPr lang="en-US" dirty="0" err="1"/>
              <a:t>verferum</a:t>
            </a:r>
            <a:endParaRPr lang="en-US" dirty="0"/>
          </a:p>
          <a:p>
            <a:pPr lvl="2"/>
            <a:r>
              <a:rPr lang="en-US" dirty="0" err="1"/>
              <a:t>Erumquas</a:t>
            </a:r>
            <a:r>
              <a:rPr lang="en-US" dirty="0"/>
              <a:t> </a:t>
            </a:r>
            <a:r>
              <a:rPr lang="en-US" dirty="0" err="1"/>
              <a:t>minulla</a:t>
            </a:r>
            <a:r>
              <a:rPr lang="en-US" dirty="0"/>
              <a:t> </a:t>
            </a:r>
            <a:r>
              <a:rPr lang="en-US" dirty="0" err="1"/>
              <a:t>borrovit</a:t>
            </a:r>
            <a:r>
              <a:rPr lang="en-US" dirty="0"/>
              <a:t> </a:t>
            </a:r>
            <a:r>
              <a:rPr lang="en-US" dirty="0" err="1"/>
              <a:t>assimi</a:t>
            </a:r>
            <a:r>
              <a:rPr lang="en-US" dirty="0"/>
              <a:t>, </a:t>
            </a:r>
            <a:r>
              <a:rPr lang="en-US" dirty="0" err="1"/>
              <a:t>toratem</a:t>
            </a:r>
            <a:r>
              <a:rPr lang="en-US" dirty="0"/>
              <a:t> </a:t>
            </a:r>
            <a:r>
              <a:rPr lang="en-US" dirty="0" err="1"/>
              <a:t>sant</a:t>
            </a:r>
            <a:r>
              <a:rPr lang="en-US" dirty="0"/>
              <a:t> </a:t>
            </a:r>
            <a:r>
              <a:rPr lang="en-US" dirty="0" err="1"/>
              <a:t>officiisse</a:t>
            </a:r>
            <a:r>
              <a:rPr lang="en-US" dirty="0"/>
              <a:t> </a:t>
            </a:r>
            <a:r>
              <a:rPr lang="en-US" dirty="0" err="1"/>
              <a:t>natium</a:t>
            </a:r>
            <a:r>
              <a:rPr lang="en-US" dirty="0"/>
              <a:t> re </a:t>
            </a:r>
            <a:r>
              <a:rPr lang="en-US" dirty="0" err="1"/>
              <a:t>velitate</a:t>
            </a:r>
            <a:r>
              <a:rPr lang="en-US" dirty="0"/>
              <a:t> que </a:t>
            </a:r>
            <a:r>
              <a:rPr lang="en-US" dirty="0" err="1"/>
              <a:t>volupti</a:t>
            </a:r>
            <a:r>
              <a:rPr lang="en-US" dirty="0"/>
              <a:t> </a:t>
            </a:r>
            <a:r>
              <a:rPr lang="en-US" dirty="0" err="1"/>
              <a:t>busda</a:t>
            </a:r>
            <a:endParaRPr lang="en-US" dirty="0"/>
          </a:p>
        </p:txBody>
      </p:sp>
      <p:sp>
        <p:nvSpPr>
          <p:cNvPr id="10" name="Content Placeholder 9">
            <a:extLst>
              <a:ext uri="{FF2B5EF4-FFF2-40B4-BE49-F238E27FC236}">
                <a16:creationId xmlns:a16="http://schemas.microsoft.com/office/drawing/2014/main" id="{3F913357-A944-98DF-5B22-D79AA5673E78}"/>
              </a:ext>
            </a:extLst>
          </p:cNvPr>
          <p:cNvSpPr>
            <a:spLocks noGrp="1"/>
          </p:cNvSpPr>
          <p:nvPr>
            <p:ph sz="quarter" idx="28"/>
          </p:nvPr>
        </p:nvSpPr>
        <p:spPr>
          <a:xfrm>
            <a:off x="4343400" y="2425700"/>
            <a:ext cx="7294563" cy="3441700"/>
          </a:xfrm>
        </p:spPr>
        <p:txBody>
          <a:bodyPr>
            <a:normAutofit/>
          </a:bodyPr>
          <a:lstStyle/>
          <a:p>
            <a:r>
              <a:rPr lang="en-US" dirty="0"/>
              <a:t>Preformatted list level 0, Intro in GT America Regular 14pt</a:t>
            </a:r>
          </a:p>
          <a:p>
            <a:pPr lvl="1"/>
            <a:r>
              <a:rPr lang="en-US" dirty="0"/>
              <a:t>Preformatted list level 1, GT America Regular 14pt, achieved by using “Increase List Level” button</a:t>
            </a:r>
          </a:p>
          <a:p>
            <a:pPr lvl="2"/>
            <a:r>
              <a:rPr lang="en-US" dirty="0"/>
              <a:t>Preformatted list level Bullet level 2, GT America Regular 14pt, achieved by using “Increase List Level” button</a:t>
            </a:r>
          </a:p>
          <a:p>
            <a:pPr lvl="3"/>
            <a:r>
              <a:rPr lang="en-US" dirty="0"/>
              <a:t>Preformatted list level Bullet level 3, GT America Regular 13pt, achieved by using “Increase List Level” button</a:t>
            </a:r>
          </a:p>
          <a:p>
            <a:pPr lvl="4"/>
            <a:r>
              <a:rPr lang="en-US" dirty="0"/>
              <a:t>Preformatted list level Bullet level 4, GT America Regular 12pt, achieved by using “Increase List Level” button</a:t>
            </a:r>
          </a:p>
          <a:p>
            <a:pPr lvl="5"/>
            <a:r>
              <a:rPr lang="en-US" dirty="0"/>
              <a:t>Preformatted list level Bullet level 5, GT America Regular 12pt, achieved by using “Increase List Level” button</a:t>
            </a:r>
          </a:p>
        </p:txBody>
      </p:sp>
      <p:sp>
        <p:nvSpPr>
          <p:cNvPr id="15" name="Text Placeholder 14">
            <a:extLst>
              <a:ext uri="{FF2B5EF4-FFF2-40B4-BE49-F238E27FC236}">
                <a16:creationId xmlns:a16="http://schemas.microsoft.com/office/drawing/2014/main" id="{EAA98E41-B422-5654-6F4C-9C0DEA761416}"/>
              </a:ext>
            </a:extLst>
          </p:cNvPr>
          <p:cNvSpPr>
            <a:spLocks noGrp="1"/>
          </p:cNvSpPr>
          <p:nvPr>
            <p:ph type="body" sz="quarter" idx="29"/>
          </p:nvPr>
        </p:nvSpPr>
        <p:spPr>
          <a:xfrm>
            <a:off x="546099" y="1849432"/>
            <a:ext cx="3514069" cy="296867"/>
          </a:xfrm>
        </p:spPr>
        <p:txBody>
          <a:bodyPr/>
          <a:lstStyle/>
          <a:p>
            <a:r>
              <a:rPr lang="en-US" dirty="0"/>
              <a:t>H3 Heading</a:t>
            </a:r>
          </a:p>
        </p:txBody>
      </p:sp>
      <p:sp>
        <p:nvSpPr>
          <p:cNvPr id="17" name="Text Placeholder 16">
            <a:extLst>
              <a:ext uri="{FF2B5EF4-FFF2-40B4-BE49-F238E27FC236}">
                <a16:creationId xmlns:a16="http://schemas.microsoft.com/office/drawing/2014/main" id="{8BF8EE66-E9C1-1299-C926-6C3AEEA01B50}"/>
              </a:ext>
            </a:extLst>
          </p:cNvPr>
          <p:cNvSpPr>
            <a:spLocks noGrp="1"/>
          </p:cNvSpPr>
          <p:nvPr>
            <p:ph type="body" sz="quarter" idx="30"/>
          </p:nvPr>
        </p:nvSpPr>
        <p:spPr>
          <a:xfrm>
            <a:off x="4343400" y="1849436"/>
            <a:ext cx="7294562" cy="296864"/>
          </a:xfrm>
        </p:spPr>
        <p:txBody>
          <a:bodyPr/>
          <a:lstStyle/>
          <a:p>
            <a:r>
              <a:rPr lang="en-US" dirty="0"/>
              <a:t>H3 Heading</a:t>
            </a:r>
          </a:p>
        </p:txBody>
      </p:sp>
      <p:cxnSp>
        <p:nvCxnSpPr>
          <p:cNvPr id="14" name="Straight Connector 13">
            <a:extLst>
              <a:ext uri="{FF2B5EF4-FFF2-40B4-BE49-F238E27FC236}">
                <a16:creationId xmlns:a16="http://schemas.microsoft.com/office/drawing/2014/main" id="{F79C7D9E-4748-BC23-A1AF-F4BBD5A45FA7}"/>
              </a:ext>
            </a:extLst>
          </p:cNvPr>
          <p:cNvCxnSpPr>
            <a:cxnSpLocks/>
          </p:cNvCxnSpPr>
          <p:nvPr/>
        </p:nvCxnSpPr>
        <p:spPr>
          <a:xfrm>
            <a:off x="546100" y="2279650"/>
            <a:ext cx="3521076" cy="0"/>
          </a:xfrm>
          <a:prstGeom prst="line">
            <a:avLst/>
          </a:prstGeom>
          <a:ln w="12700">
            <a:solidFill>
              <a:srgbClr val="D7D8D7"/>
            </a:solidFill>
          </a:ln>
        </p:spPr>
        <p:style>
          <a:lnRef idx="1">
            <a:schemeClr val="dk1"/>
          </a:lnRef>
          <a:fillRef idx="0">
            <a:schemeClr val="dk1"/>
          </a:fillRef>
          <a:effectRef idx="0">
            <a:schemeClr val="dk1"/>
          </a:effectRef>
          <a:fontRef idx="minor">
            <a:schemeClr val="tx1"/>
          </a:fontRef>
        </p:style>
      </p:cxnSp>
      <p:cxnSp>
        <p:nvCxnSpPr>
          <p:cNvPr id="16" name="Straight Connector 15">
            <a:extLst>
              <a:ext uri="{FF2B5EF4-FFF2-40B4-BE49-F238E27FC236}">
                <a16:creationId xmlns:a16="http://schemas.microsoft.com/office/drawing/2014/main" id="{04A29390-185C-2157-A679-7E69FB735D05}"/>
              </a:ext>
            </a:extLst>
          </p:cNvPr>
          <p:cNvCxnSpPr>
            <a:cxnSpLocks/>
          </p:cNvCxnSpPr>
          <p:nvPr/>
        </p:nvCxnSpPr>
        <p:spPr>
          <a:xfrm>
            <a:off x="4341051" y="2275314"/>
            <a:ext cx="7296912" cy="0"/>
          </a:xfrm>
          <a:prstGeom prst="line">
            <a:avLst/>
          </a:prstGeom>
          <a:ln w="12700">
            <a:solidFill>
              <a:srgbClr val="D7D8D7"/>
            </a:solidFill>
          </a:ln>
        </p:spPr>
        <p:style>
          <a:lnRef idx="1">
            <a:schemeClr val="dk1"/>
          </a:lnRef>
          <a:fillRef idx="0">
            <a:schemeClr val="dk1"/>
          </a:fillRef>
          <a:effectRef idx="0">
            <a:schemeClr val="dk1"/>
          </a:effectRef>
          <a:fontRef idx="minor">
            <a:schemeClr val="tx1"/>
          </a:fontRef>
        </p:style>
      </p:cxnSp>
      <p:sp>
        <p:nvSpPr>
          <p:cNvPr id="2" name="TextBox 1">
            <a:extLst>
              <a:ext uri="{FF2B5EF4-FFF2-40B4-BE49-F238E27FC236}">
                <a16:creationId xmlns:a16="http://schemas.microsoft.com/office/drawing/2014/main" id="{1D7B7B0A-540C-053D-1922-CC8E226D0D98}"/>
              </a:ext>
            </a:extLst>
          </p:cNvPr>
          <p:cNvSpPr txBox="1"/>
          <p:nvPr/>
        </p:nvSpPr>
        <p:spPr>
          <a:xfrm>
            <a:off x="-315310" y="2228193"/>
            <a:ext cx="0" cy="0"/>
          </a:xfrm>
          <a:prstGeom prst="rect">
            <a:avLst/>
          </a:prstGeom>
          <a:noFill/>
        </p:spPr>
        <p:txBody>
          <a:bodyPr wrap="none" lIns="0" tIns="0" rIns="0" bIns="0" rtlCol="0">
            <a:noAutofit/>
          </a:bodyPr>
          <a:lstStyle/>
          <a:p>
            <a:pPr marL="285750" indent="-285750" algn="l">
              <a:lnSpc>
                <a:spcPct val="101000"/>
              </a:lnSpc>
              <a:spcAft>
                <a:spcPts val="600"/>
              </a:spcAft>
              <a:buFont typeface="GT America" charset="0"/>
              <a:buChar char="→"/>
            </a:pPr>
            <a:endParaRPr kumimoji="0" lang="en-US" sz="1400" b="0" i="0" u="none" strike="noStrike" kern="1200" cap="none" spc="0" normalizeH="0" baseline="0" noProof="0" dirty="0" err="1">
              <a:ln>
                <a:noFill/>
              </a:ln>
              <a:solidFill>
                <a:srgbClr val="000000"/>
              </a:solidFill>
              <a:effectLst/>
              <a:uLnTx/>
              <a:uFillTx/>
              <a:latin typeface="GT America Regular"/>
              <a:ea typeface="GT America Regular" charset="0"/>
              <a:cs typeface="GT America Regular" charset="0"/>
            </a:endParaRPr>
          </a:p>
        </p:txBody>
      </p:sp>
    </p:spTree>
    <p:extLst>
      <p:ext uri="{BB962C8B-B14F-4D97-AF65-F5344CB8AC3E}">
        <p14:creationId xmlns:p14="http://schemas.microsoft.com/office/powerpoint/2010/main" val="1392965751"/>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4E0DA60C-D267-788B-47CA-C7C58F93B637}"/>
              </a:ext>
            </a:extLst>
          </p:cNvPr>
          <p:cNvSpPr>
            <a:spLocks noGrp="1"/>
          </p:cNvSpPr>
          <p:nvPr>
            <p:ph type="ftr" sz="quarter" idx="11"/>
          </p:nvPr>
        </p:nvSpPr>
        <p:spPr>
          <a:xfrm>
            <a:off x="4781550" y="6311900"/>
            <a:ext cx="5448300" cy="269875"/>
          </a:xfrm>
        </p:spPr>
        <p:txBody>
          <a:bodyPr/>
          <a:lstStyle/>
          <a:p>
            <a:r>
              <a:rPr lang="en-US"/>
              <a:t>See slide 12 for instructions on how to update footer</a:t>
            </a:r>
          </a:p>
        </p:txBody>
      </p:sp>
      <p:sp>
        <p:nvSpPr>
          <p:cNvPr id="4" name="Slide Number Placeholder 3">
            <a:extLst>
              <a:ext uri="{FF2B5EF4-FFF2-40B4-BE49-F238E27FC236}">
                <a16:creationId xmlns:a16="http://schemas.microsoft.com/office/drawing/2014/main" id="{48591712-9E97-3EE7-2A1F-7E02EA4A4501}"/>
              </a:ext>
            </a:extLst>
          </p:cNvPr>
          <p:cNvSpPr>
            <a:spLocks noGrp="1"/>
          </p:cNvSpPr>
          <p:nvPr>
            <p:ph type="sldNum" sz="quarter" idx="12"/>
          </p:nvPr>
        </p:nvSpPr>
        <p:spPr>
          <a:xfrm>
            <a:off x="10428288" y="6311900"/>
            <a:ext cx="1209674" cy="269875"/>
          </a:xfrm>
        </p:spPr>
        <p:txBody>
          <a:bodyPr/>
          <a:lstStyle/>
          <a:p>
            <a:fld id="{862A5111-985B-C14D-9115-5787026182A8}" type="slidenum">
              <a:rPr lang="en-US" smtClean="0"/>
              <a:pPr/>
              <a:t>46</a:t>
            </a:fld>
            <a:endParaRPr lang="en-US"/>
          </a:p>
        </p:txBody>
      </p:sp>
      <p:sp>
        <p:nvSpPr>
          <p:cNvPr id="9" name="Title 8">
            <a:extLst>
              <a:ext uri="{FF2B5EF4-FFF2-40B4-BE49-F238E27FC236}">
                <a16:creationId xmlns:a16="http://schemas.microsoft.com/office/drawing/2014/main" id="{3C117266-7D53-4EC6-D7E4-0EC38A798FB6}"/>
              </a:ext>
            </a:extLst>
          </p:cNvPr>
          <p:cNvSpPr>
            <a:spLocks noGrp="1"/>
          </p:cNvSpPr>
          <p:nvPr>
            <p:ph type="title"/>
          </p:nvPr>
        </p:nvSpPr>
        <p:spPr>
          <a:xfrm>
            <a:off x="546100" y="552450"/>
            <a:ext cx="11091862" cy="434975"/>
          </a:xfrm>
        </p:spPr>
        <p:txBody>
          <a:bodyPr>
            <a:noAutofit/>
          </a:bodyPr>
          <a:lstStyle/>
          <a:p>
            <a:r>
              <a:rPr lang="en-US" dirty="0"/>
              <a:t>H1 Heading - 2-column comparison slide</a:t>
            </a:r>
          </a:p>
        </p:txBody>
      </p:sp>
      <p:sp>
        <p:nvSpPr>
          <p:cNvPr id="21" name="Text Placeholder 20">
            <a:extLst>
              <a:ext uri="{FF2B5EF4-FFF2-40B4-BE49-F238E27FC236}">
                <a16:creationId xmlns:a16="http://schemas.microsoft.com/office/drawing/2014/main" id="{0B123E2F-EFEC-B979-D3B8-AFF01C5C47C2}"/>
              </a:ext>
            </a:extLst>
          </p:cNvPr>
          <p:cNvSpPr>
            <a:spLocks noGrp="1"/>
          </p:cNvSpPr>
          <p:nvPr>
            <p:ph type="body" sz="quarter" idx="21"/>
          </p:nvPr>
        </p:nvSpPr>
        <p:spPr/>
        <p:txBody>
          <a:bodyPr/>
          <a:lstStyle/>
          <a:p>
            <a:r>
              <a:rPr lang="en-US" dirty="0"/>
              <a:t>H2 Heading</a:t>
            </a:r>
          </a:p>
        </p:txBody>
      </p:sp>
      <p:sp>
        <p:nvSpPr>
          <p:cNvPr id="22" name="Text Placeholder 21">
            <a:extLst>
              <a:ext uri="{FF2B5EF4-FFF2-40B4-BE49-F238E27FC236}">
                <a16:creationId xmlns:a16="http://schemas.microsoft.com/office/drawing/2014/main" id="{47A89D63-2A6F-EE05-3B4F-4940E45C3906}"/>
              </a:ext>
            </a:extLst>
          </p:cNvPr>
          <p:cNvSpPr>
            <a:spLocks noGrp="1"/>
          </p:cNvSpPr>
          <p:nvPr>
            <p:ph type="body" sz="quarter" idx="22"/>
          </p:nvPr>
        </p:nvSpPr>
        <p:spPr/>
        <p:txBody>
          <a:bodyPr/>
          <a:lstStyle/>
          <a:p>
            <a:endParaRPr lang="en-US"/>
          </a:p>
        </p:txBody>
      </p:sp>
      <p:sp>
        <p:nvSpPr>
          <p:cNvPr id="5" name="Content Placeholder 4">
            <a:extLst>
              <a:ext uri="{FF2B5EF4-FFF2-40B4-BE49-F238E27FC236}">
                <a16:creationId xmlns:a16="http://schemas.microsoft.com/office/drawing/2014/main" id="{946F7BEF-0979-BE82-64B5-A2E9265D6B21}"/>
              </a:ext>
            </a:extLst>
          </p:cNvPr>
          <p:cNvSpPr>
            <a:spLocks noGrp="1"/>
          </p:cNvSpPr>
          <p:nvPr>
            <p:ph sz="quarter" idx="27"/>
          </p:nvPr>
        </p:nvSpPr>
        <p:spPr>
          <a:xfrm>
            <a:off x="546100" y="2425700"/>
            <a:ext cx="7296912" cy="3441700"/>
          </a:xfrm>
        </p:spPr>
        <p:txBody>
          <a:bodyPr>
            <a:normAutofit/>
          </a:bodyPr>
          <a:lstStyle/>
          <a:p>
            <a:r>
              <a:rPr lang="en-US" dirty="0"/>
              <a:t>Preformatted list level 0, Intro in GT America Regular 14pt</a:t>
            </a:r>
          </a:p>
          <a:p>
            <a:pPr lvl="1"/>
            <a:r>
              <a:rPr lang="en-US" dirty="0"/>
              <a:t>Preformatted list level 1, GT America Regular 14pt, achieved by using “Increase List Level” button</a:t>
            </a:r>
          </a:p>
          <a:p>
            <a:pPr lvl="2"/>
            <a:r>
              <a:rPr lang="en-US" dirty="0"/>
              <a:t>Preformatted list level Bullet level 2, GT America Regular 14pt, achieved by using “Increase List Level” button</a:t>
            </a:r>
          </a:p>
          <a:p>
            <a:pPr lvl="3"/>
            <a:r>
              <a:rPr lang="en-US" dirty="0"/>
              <a:t>Preformatted list level Bullet level 3, GT America Regular 13pt, achieved by using “Increase List Level” button</a:t>
            </a:r>
          </a:p>
          <a:p>
            <a:pPr lvl="4"/>
            <a:r>
              <a:rPr lang="en-US" dirty="0"/>
              <a:t>Preformatted list level Bullet level 4, GT America Regular 12pt, achieved by using “Increase List Level” button</a:t>
            </a:r>
          </a:p>
          <a:p>
            <a:pPr lvl="5"/>
            <a:r>
              <a:rPr lang="en-US" dirty="0"/>
              <a:t>Preformatted list level Bullet level 5, GT America Regular 12pt, achieved by using “Increase List Level” button</a:t>
            </a:r>
          </a:p>
        </p:txBody>
      </p:sp>
      <p:sp>
        <p:nvSpPr>
          <p:cNvPr id="10" name="Content Placeholder 9">
            <a:extLst>
              <a:ext uri="{FF2B5EF4-FFF2-40B4-BE49-F238E27FC236}">
                <a16:creationId xmlns:a16="http://schemas.microsoft.com/office/drawing/2014/main" id="{3F913357-A944-98DF-5B22-D79AA5673E78}"/>
              </a:ext>
            </a:extLst>
          </p:cNvPr>
          <p:cNvSpPr>
            <a:spLocks noGrp="1"/>
          </p:cNvSpPr>
          <p:nvPr>
            <p:ph sz="quarter" idx="28"/>
          </p:nvPr>
        </p:nvSpPr>
        <p:spPr>
          <a:xfrm>
            <a:off x="8124028" y="2425700"/>
            <a:ext cx="3520440" cy="3441700"/>
          </a:xfrm>
        </p:spPr>
        <p:txBody>
          <a:bodyPr>
            <a:normAutofit lnSpcReduction="10000"/>
          </a:bodyPr>
          <a:lstStyle/>
          <a:p>
            <a:r>
              <a:rPr lang="en-US" dirty="0" err="1"/>
              <a:t>Essint</a:t>
            </a:r>
            <a:r>
              <a:rPr lang="en-US" dirty="0"/>
              <a:t> ex et </a:t>
            </a:r>
            <a:r>
              <a:rPr lang="en-US" dirty="0" err="1"/>
              <a:t>aut</a:t>
            </a:r>
            <a:r>
              <a:rPr lang="en-US" dirty="0"/>
              <a:t> </a:t>
            </a:r>
            <a:r>
              <a:rPr lang="en-US" dirty="0" err="1"/>
              <a:t>ea</a:t>
            </a:r>
            <a:r>
              <a:rPr lang="en-US" dirty="0"/>
              <a:t> nim re ped </a:t>
            </a:r>
            <a:r>
              <a:rPr lang="en-US" dirty="0" err="1"/>
              <a:t>utemporibus</a:t>
            </a:r>
            <a:r>
              <a:rPr lang="en-US" dirty="0"/>
              <a:t>, </a:t>
            </a:r>
            <a:r>
              <a:rPr lang="en-US" dirty="0" err="1"/>
              <a:t>simendestrum</a:t>
            </a:r>
            <a:r>
              <a:rPr lang="en-US" dirty="0"/>
              <a:t> alit </a:t>
            </a:r>
            <a:r>
              <a:rPr lang="en-US" dirty="0" err="1"/>
              <a:t>esto</a:t>
            </a:r>
            <a:r>
              <a:rPr lang="en-US" dirty="0"/>
              <a:t> </a:t>
            </a:r>
            <a:r>
              <a:rPr lang="en-US" dirty="0" err="1"/>
              <a:t>temque</a:t>
            </a:r>
            <a:r>
              <a:rPr lang="en-US" dirty="0"/>
              <a:t> </a:t>
            </a:r>
            <a:r>
              <a:rPr lang="en-US" dirty="0" err="1"/>
              <a:t>volut</a:t>
            </a:r>
            <a:r>
              <a:rPr lang="en-US" dirty="0"/>
              <a:t> </a:t>
            </a:r>
            <a:r>
              <a:rPr lang="en-US" dirty="0" err="1"/>
              <a:t>aut</a:t>
            </a:r>
            <a:r>
              <a:rPr lang="en-US" dirty="0"/>
              <a:t> </a:t>
            </a:r>
            <a:r>
              <a:rPr lang="en-US" dirty="0" err="1"/>
              <a:t>doluptatur</a:t>
            </a:r>
            <a:r>
              <a:rPr lang="en-US" dirty="0"/>
              <a:t> </a:t>
            </a:r>
            <a:r>
              <a:rPr lang="en-US" dirty="0" err="1"/>
              <a:t>repero</a:t>
            </a:r>
            <a:r>
              <a:rPr lang="en-US" dirty="0"/>
              <a:t> beatus </a:t>
            </a:r>
            <a:r>
              <a:rPr lang="en-US" dirty="0" err="1"/>
              <a:t>aut</a:t>
            </a:r>
            <a:r>
              <a:rPr lang="en-US" dirty="0"/>
              <a:t> </a:t>
            </a:r>
            <a:r>
              <a:rPr lang="en-US" dirty="0" err="1"/>
              <a:t>dio</a:t>
            </a:r>
            <a:r>
              <a:rPr lang="en-US" dirty="0"/>
              <a:t> </a:t>
            </a:r>
            <a:r>
              <a:rPr lang="en-US" dirty="0" err="1"/>
              <a:t>ipiet</a:t>
            </a:r>
            <a:r>
              <a:rPr lang="en-US" dirty="0"/>
              <a:t> qui </a:t>
            </a:r>
            <a:r>
              <a:rPr lang="en-US" dirty="0" err="1"/>
              <a:t>duciendis</a:t>
            </a:r>
            <a:r>
              <a:rPr lang="en-US" dirty="0"/>
              <a:t> </a:t>
            </a:r>
            <a:r>
              <a:rPr lang="en-US" dirty="0" err="1"/>
              <a:t>explatem</a:t>
            </a:r>
            <a:r>
              <a:rPr lang="en-US" dirty="0"/>
              <a:t> </a:t>
            </a:r>
            <a:r>
              <a:rPr lang="en-US" dirty="0" err="1"/>
              <a:t>sitatus</a:t>
            </a:r>
            <a:r>
              <a:rPr lang="en-US" dirty="0"/>
              <a:t> vel ipsum ad </a:t>
            </a:r>
            <a:r>
              <a:rPr lang="en-US" dirty="0" err="1"/>
              <a:t>eations</a:t>
            </a:r>
            <a:r>
              <a:rPr lang="en-US" dirty="0"/>
              <a:t> </a:t>
            </a:r>
            <a:r>
              <a:rPr lang="en-US" dirty="0" err="1"/>
              <a:t>equistion</a:t>
            </a:r>
            <a:r>
              <a:rPr lang="en-US" dirty="0"/>
              <a:t> nobis </a:t>
            </a:r>
            <a:r>
              <a:rPr lang="en-US" dirty="0" err="1"/>
              <a:t>dolupturi</a:t>
            </a:r>
            <a:r>
              <a:rPr lang="en-US" dirty="0"/>
              <a:t> qui </a:t>
            </a:r>
            <a:r>
              <a:rPr lang="en-US" dirty="0" err="1"/>
              <a:t>adiatem</a:t>
            </a:r>
            <a:r>
              <a:rPr lang="en-US" dirty="0"/>
              <a:t> </a:t>
            </a:r>
            <a:r>
              <a:rPr lang="en-US" dirty="0" err="1"/>
              <a:t>tati</a:t>
            </a:r>
            <a:r>
              <a:rPr lang="en-US" dirty="0"/>
              <a:t> </a:t>
            </a:r>
            <a:r>
              <a:rPr lang="en-US" dirty="0" err="1"/>
              <a:t>oressequis</a:t>
            </a:r>
            <a:r>
              <a:rPr lang="en-US" dirty="0"/>
              <a:t> </a:t>
            </a:r>
            <a:r>
              <a:rPr lang="en-US" dirty="0" err="1"/>
              <a:t>aut</a:t>
            </a:r>
            <a:r>
              <a:rPr lang="en-US" dirty="0"/>
              <a:t> et </a:t>
            </a:r>
            <a:r>
              <a:rPr lang="en-US" dirty="0" err="1"/>
              <a:t>aut</a:t>
            </a:r>
            <a:r>
              <a:rPr lang="en-US" dirty="0"/>
              <a:t> </a:t>
            </a:r>
            <a:r>
              <a:rPr lang="en-US" dirty="0" err="1"/>
              <a:t>aut</a:t>
            </a:r>
            <a:r>
              <a:rPr lang="en-US" dirty="0"/>
              <a:t> </a:t>
            </a:r>
            <a:r>
              <a:rPr lang="en-US" dirty="0" err="1"/>
              <a:t>aperatiatest</a:t>
            </a:r>
            <a:r>
              <a:rPr lang="en-US" dirty="0"/>
              <a:t>.</a:t>
            </a:r>
          </a:p>
          <a:p>
            <a:pPr lvl="1"/>
            <a:r>
              <a:rPr lang="en-US" dirty="0"/>
              <a:t>Qui </a:t>
            </a:r>
            <a:r>
              <a:rPr lang="en-US" dirty="0" err="1"/>
              <a:t>doluptatem</a:t>
            </a:r>
            <a:r>
              <a:rPr lang="en-US" dirty="0"/>
              <a:t> et </a:t>
            </a:r>
            <a:r>
              <a:rPr lang="en-US" dirty="0" err="1"/>
              <a:t>repudis</a:t>
            </a:r>
            <a:r>
              <a:rPr lang="en-US" dirty="0"/>
              <a:t> </a:t>
            </a:r>
            <a:r>
              <a:rPr lang="en-US" dirty="0" err="1"/>
              <a:t>moloren</a:t>
            </a:r>
            <a:r>
              <a:rPr lang="en-US" dirty="0"/>
              <a:t> </a:t>
            </a:r>
            <a:r>
              <a:rPr lang="en-US" dirty="0" err="1"/>
              <a:t>dipsam</a:t>
            </a:r>
            <a:r>
              <a:rPr lang="en-US" dirty="0"/>
              <a:t>, </a:t>
            </a:r>
            <a:r>
              <a:rPr lang="en-US" dirty="0" err="1"/>
              <a:t>te</a:t>
            </a:r>
            <a:r>
              <a:rPr lang="en-US" dirty="0"/>
              <a:t> lab </a:t>
            </a:r>
            <a:r>
              <a:rPr lang="en-US" dirty="0" err="1"/>
              <a:t>iminvel</a:t>
            </a:r>
            <a:r>
              <a:rPr lang="en-US" dirty="0"/>
              <a:t> </a:t>
            </a:r>
            <a:r>
              <a:rPr lang="en-US" dirty="0" err="1"/>
              <a:t>iberibus</a:t>
            </a:r>
            <a:r>
              <a:rPr lang="en-US" dirty="0"/>
              <a:t> </a:t>
            </a:r>
            <a:r>
              <a:rPr lang="en-US" dirty="0" err="1"/>
              <a:t>dolorum</a:t>
            </a:r>
            <a:r>
              <a:rPr lang="en-US" dirty="0"/>
              <a:t> qui </a:t>
            </a:r>
            <a:r>
              <a:rPr lang="en-US" dirty="0" err="1"/>
              <a:t>dolorernati</a:t>
            </a:r>
            <a:r>
              <a:rPr lang="en-US" dirty="0"/>
              <a:t> </a:t>
            </a:r>
            <a:r>
              <a:rPr lang="en-US" dirty="0" err="1"/>
              <a:t>verferum</a:t>
            </a:r>
            <a:endParaRPr lang="en-US" dirty="0"/>
          </a:p>
          <a:p>
            <a:pPr lvl="2"/>
            <a:r>
              <a:rPr lang="en-US" dirty="0" err="1"/>
              <a:t>Erumquas</a:t>
            </a:r>
            <a:r>
              <a:rPr lang="en-US" dirty="0"/>
              <a:t> </a:t>
            </a:r>
            <a:r>
              <a:rPr lang="en-US" dirty="0" err="1"/>
              <a:t>minulla</a:t>
            </a:r>
            <a:r>
              <a:rPr lang="en-US" dirty="0"/>
              <a:t> </a:t>
            </a:r>
            <a:r>
              <a:rPr lang="en-US" dirty="0" err="1"/>
              <a:t>borrovit</a:t>
            </a:r>
            <a:r>
              <a:rPr lang="en-US" dirty="0"/>
              <a:t> </a:t>
            </a:r>
            <a:r>
              <a:rPr lang="en-US" dirty="0" err="1"/>
              <a:t>assimi</a:t>
            </a:r>
            <a:r>
              <a:rPr lang="en-US" dirty="0"/>
              <a:t>, </a:t>
            </a:r>
            <a:r>
              <a:rPr lang="en-US" dirty="0" err="1"/>
              <a:t>toratem</a:t>
            </a:r>
            <a:r>
              <a:rPr lang="en-US" dirty="0"/>
              <a:t> </a:t>
            </a:r>
            <a:r>
              <a:rPr lang="en-US" dirty="0" err="1"/>
              <a:t>sant</a:t>
            </a:r>
            <a:r>
              <a:rPr lang="en-US" dirty="0"/>
              <a:t> </a:t>
            </a:r>
            <a:r>
              <a:rPr lang="en-US" dirty="0" err="1"/>
              <a:t>officiisse</a:t>
            </a:r>
            <a:r>
              <a:rPr lang="en-US" dirty="0"/>
              <a:t> </a:t>
            </a:r>
            <a:r>
              <a:rPr lang="en-US" dirty="0" err="1"/>
              <a:t>natium</a:t>
            </a:r>
            <a:r>
              <a:rPr lang="en-US" dirty="0"/>
              <a:t> re </a:t>
            </a:r>
            <a:r>
              <a:rPr lang="en-US" dirty="0" err="1"/>
              <a:t>velitate</a:t>
            </a:r>
            <a:r>
              <a:rPr lang="en-US" dirty="0"/>
              <a:t> que </a:t>
            </a:r>
            <a:r>
              <a:rPr lang="en-US" dirty="0" err="1"/>
              <a:t>volupti</a:t>
            </a:r>
            <a:r>
              <a:rPr lang="en-US" dirty="0"/>
              <a:t> </a:t>
            </a:r>
            <a:r>
              <a:rPr lang="en-US" dirty="0" err="1"/>
              <a:t>busda</a:t>
            </a:r>
            <a:endParaRPr lang="en-US" dirty="0"/>
          </a:p>
          <a:p>
            <a:pPr lvl="3"/>
            <a:r>
              <a:rPr lang="en-US" dirty="0"/>
              <a:t>Expel </a:t>
            </a:r>
            <a:r>
              <a:rPr lang="en-US" dirty="0" err="1"/>
              <a:t>ea</a:t>
            </a:r>
            <a:r>
              <a:rPr lang="en-US" dirty="0"/>
              <a:t> </a:t>
            </a:r>
            <a:r>
              <a:rPr lang="en-US" dirty="0" err="1"/>
              <a:t>ducia</a:t>
            </a:r>
            <a:r>
              <a:rPr lang="en-US" dirty="0"/>
              <a:t> </a:t>
            </a:r>
            <a:r>
              <a:rPr lang="en-US" dirty="0" err="1"/>
              <a:t>nullabo</a:t>
            </a:r>
            <a:r>
              <a:rPr lang="en-US" dirty="0"/>
              <a:t> </a:t>
            </a:r>
            <a:r>
              <a:rPr lang="en-US" dirty="0" err="1"/>
              <a:t>reprero</a:t>
            </a:r>
            <a:r>
              <a:rPr lang="en-US" dirty="0"/>
              <a:t> </a:t>
            </a:r>
            <a:r>
              <a:rPr lang="en-US" dirty="0" err="1"/>
              <a:t>bearum</a:t>
            </a:r>
            <a:r>
              <a:rPr lang="en-US" dirty="0"/>
              <a:t> </a:t>
            </a:r>
            <a:r>
              <a:rPr lang="en-US" dirty="0" err="1"/>
              <a:t>faccus</a:t>
            </a:r>
            <a:r>
              <a:rPr lang="en-US" dirty="0"/>
              <a:t> </a:t>
            </a:r>
            <a:r>
              <a:rPr lang="en-US" dirty="0" err="1"/>
              <a:t>essimi</a:t>
            </a:r>
            <a:r>
              <a:rPr lang="en-US" dirty="0"/>
              <a:t>, </a:t>
            </a:r>
            <a:r>
              <a:rPr lang="en-US" dirty="0" err="1"/>
              <a:t>tem</a:t>
            </a:r>
            <a:r>
              <a:rPr lang="en-US" dirty="0"/>
              <a:t> </a:t>
            </a:r>
            <a:r>
              <a:rPr lang="en-US" dirty="0" err="1"/>
              <a:t>ut</a:t>
            </a:r>
            <a:r>
              <a:rPr lang="en-US" dirty="0"/>
              <a:t> </a:t>
            </a:r>
            <a:r>
              <a:rPr lang="en-US" dirty="0" err="1"/>
              <a:t>volesed</a:t>
            </a:r>
            <a:r>
              <a:rPr lang="en-US" dirty="0"/>
              <a:t> que qui tempos id </a:t>
            </a:r>
            <a:r>
              <a:rPr lang="en-US" dirty="0" err="1"/>
              <a:t>ut</a:t>
            </a:r>
            <a:r>
              <a:rPr lang="en-US" dirty="0"/>
              <a:t> </a:t>
            </a:r>
            <a:r>
              <a:rPr lang="en-US" dirty="0" err="1"/>
              <a:t>ilite</a:t>
            </a:r>
            <a:endParaRPr lang="en-US" dirty="0"/>
          </a:p>
        </p:txBody>
      </p:sp>
      <p:sp>
        <p:nvSpPr>
          <p:cNvPr id="16" name="Text Placeholder 15">
            <a:extLst>
              <a:ext uri="{FF2B5EF4-FFF2-40B4-BE49-F238E27FC236}">
                <a16:creationId xmlns:a16="http://schemas.microsoft.com/office/drawing/2014/main" id="{350D4C68-B9BE-54A4-A048-E6E992911E78}"/>
              </a:ext>
            </a:extLst>
          </p:cNvPr>
          <p:cNvSpPr>
            <a:spLocks noGrp="1"/>
          </p:cNvSpPr>
          <p:nvPr>
            <p:ph type="body" sz="quarter" idx="29"/>
          </p:nvPr>
        </p:nvSpPr>
        <p:spPr>
          <a:xfrm>
            <a:off x="546100" y="1849436"/>
            <a:ext cx="7296912" cy="296861"/>
          </a:xfrm>
        </p:spPr>
        <p:txBody>
          <a:bodyPr/>
          <a:lstStyle/>
          <a:p>
            <a:r>
              <a:rPr lang="en-US" dirty="0"/>
              <a:t>H3 Heading</a:t>
            </a:r>
          </a:p>
        </p:txBody>
      </p:sp>
      <p:sp>
        <p:nvSpPr>
          <p:cNvPr id="17" name="Text Placeholder 16">
            <a:extLst>
              <a:ext uri="{FF2B5EF4-FFF2-40B4-BE49-F238E27FC236}">
                <a16:creationId xmlns:a16="http://schemas.microsoft.com/office/drawing/2014/main" id="{A8EECEE5-AC01-90BE-C315-C79ABBAAFA84}"/>
              </a:ext>
            </a:extLst>
          </p:cNvPr>
          <p:cNvSpPr>
            <a:spLocks noGrp="1"/>
          </p:cNvSpPr>
          <p:nvPr>
            <p:ph type="body" sz="quarter" idx="30"/>
          </p:nvPr>
        </p:nvSpPr>
        <p:spPr>
          <a:xfrm>
            <a:off x="8124028" y="1849436"/>
            <a:ext cx="3520440" cy="296862"/>
          </a:xfrm>
        </p:spPr>
        <p:txBody>
          <a:bodyPr/>
          <a:lstStyle/>
          <a:p>
            <a:r>
              <a:rPr lang="en-US" dirty="0"/>
              <a:t>H3 Heading</a:t>
            </a:r>
          </a:p>
        </p:txBody>
      </p:sp>
      <p:cxnSp>
        <p:nvCxnSpPr>
          <p:cNvPr id="14" name="Straight Connector 13">
            <a:extLst>
              <a:ext uri="{FF2B5EF4-FFF2-40B4-BE49-F238E27FC236}">
                <a16:creationId xmlns:a16="http://schemas.microsoft.com/office/drawing/2014/main" id="{F6D976A4-8ABA-220C-B73D-B0A3FF69B62D}"/>
              </a:ext>
            </a:extLst>
          </p:cNvPr>
          <p:cNvCxnSpPr>
            <a:cxnSpLocks/>
          </p:cNvCxnSpPr>
          <p:nvPr/>
        </p:nvCxnSpPr>
        <p:spPr>
          <a:xfrm>
            <a:off x="8124028" y="2279650"/>
            <a:ext cx="3520440" cy="0"/>
          </a:xfrm>
          <a:prstGeom prst="line">
            <a:avLst/>
          </a:prstGeom>
          <a:ln w="12700">
            <a:solidFill>
              <a:srgbClr val="D7D8D7"/>
            </a:solidFill>
          </a:ln>
        </p:spPr>
        <p:style>
          <a:lnRef idx="1">
            <a:schemeClr val="dk1"/>
          </a:lnRef>
          <a:fillRef idx="0">
            <a:schemeClr val="dk1"/>
          </a:fillRef>
          <a:effectRef idx="0">
            <a:schemeClr val="dk1"/>
          </a:effectRef>
          <a:fontRef idx="minor">
            <a:schemeClr val="tx1"/>
          </a:fontRef>
        </p:style>
      </p:cxnSp>
      <p:cxnSp>
        <p:nvCxnSpPr>
          <p:cNvPr id="15" name="Straight Connector 14">
            <a:extLst>
              <a:ext uri="{FF2B5EF4-FFF2-40B4-BE49-F238E27FC236}">
                <a16:creationId xmlns:a16="http://schemas.microsoft.com/office/drawing/2014/main" id="{319FC603-2BEC-531C-3391-79901B74FCC9}"/>
              </a:ext>
            </a:extLst>
          </p:cNvPr>
          <p:cNvCxnSpPr>
            <a:cxnSpLocks/>
          </p:cNvCxnSpPr>
          <p:nvPr/>
        </p:nvCxnSpPr>
        <p:spPr>
          <a:xfrm>
            <a:off x="558038" y="2275314"/>
            <a:ext cx="7296912" cy="0"/>
          </a:xfrm>
          <a:prstGeom prst="line">
            <a:avLst/>
          </a:prstGeom>
          <a:ln w="12700">
            <a:solidFill>
              <a:srgbClr val="D7D8D7"/>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119548519"/>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B2799E14-8FC1-3090-AED1-2033E27F8E08}"/>
              </a:ext>
            </a:extLst>
          </p:cNvPr>
          <p:cNvSpPr>
            <a:spLocks noGrp="1"/>
          </p:cNvSpPr>
          <p:nvPr>
            <p:ph type="ftr" sz="quarter" idx="11"/>
          </p:nvPr>
        </p:nvSpPr>
        <p:spPr>
          <a:xfrm>
            <a:off x="4781550" y="6311900"/>
            <a:ext cx="5448300" cy="269875"/>
          </a:xfrm>
        </p:spPr>
        <p:txBody>
          <a:bodyPr/>
          <a:lstStyle/>
          <a:p>
            <a:r>
              <a:rPr lang="en-US"/>
              <a:t>See slide 12 for instructions on how to update footer</a:t>
            </a:r>
          </a:p>
        </p:txBody>
      </p:sp>
      <p:sp>
        <p:nvSpPr>
          <p:cNvPr id="4" name="Slide Number Placeholder 3">
            <a:extLst>
              <a:ext uri="{FF2B5EF4-FFF2-40B4-BE49-F238E27FC236}">
                <a16:creationId xmlns:a16="http://schemas.microsoft.com/office/drawing/2014/main" id="{B77089F3-203B-0FC1-9969-8005B70CE465}"/>
              </a:ext>
            </a:extLst>
          </p:cNvPr>
          <p:cNvSpPr>
            <a:spLocks noGrp="1"/>
          </p:cNvSpPr>
          <p:nvPr>
            <p:ph type="sldNum" sz="quarter" idx="12"/>
          </p:nvPr>
        </p:nvSpPr>
        <p:spPr>
          <a:xfrm>
            <a:off x="10428288" y="6311900"/>
            <a:ext cx="1209674" cy="269875"/>
          </a:xfrm>
        </p:spPr>
        <p:txBody>
          <a:bodyPr/>
          <a:lstStyle/>
          <a:p>
            <a:fld id="{862A5111-985B-C14D-9115-5787026182A8}" type="slidenum">
              <a:rPr lang="en-US" smtClean="0"/>
              <a:pPr/>
              <a:t>47</a:t>
            </a:fld>
            <a:endParaRPr lang="en-US"/>
          </a:p>
        </p:txBody>
      </p:sp>
      <p:sp>
        <p:nvSpPr>
          <p:cNvPr id="9" name="Title 8">
            <a:extLst>
              <a:ext uri="{FF2B5EF4-FFF2-40B4-BE49-F238E27FC236}">
                <a16:creationId xmlns:a16="http://schemas.microsoft.com/office/drawing/2014/main" id="{3C117266-7D53-4EC6-D7E4-0EC38A798FB6}"/>
              </a:ext>
            </a:extLst>
          </p:cNvPr>
          <p:cNvSpPr>
            <a:spLocks noGrp="1"/>
          </p:cNvSpPr>
          <p:nvPr>
            <p:ph type="title"/>
          </p:nvPr>
        </p:nvSpPr>
        <p:spPr>
          <a:xfrm>
            <a:off x="546100" y="552450"/>
            <a:ext cx="11091862" cy="434975"/>
          </a:xfrm>
        </p:spPr>
        <p:txBody>
          <a:bodyPr>
            <a:noAutofit/>
          </a:bodyPr>
          <a:lstStyle/>
          <a:p>
            <a:r>
              <a:rPr lang="en-US" dirty="0"/>
              <a:t>H1 Heading - 3-column comparison slide</a:t>
            </a:r>
          </a:p>
        </p:txBody>
      </p:sp>
      <p:sp>
        <p:nvSpPr>
          <p:cNvPr id="22" name="Text Placeholder 21">
            <a:extLst>
              <a:ext uri="{FF2B5EF4-FFF2-40B4-BE49-F238E27FC236}">
                <a16:creationId xmlns:a16="http://schemas.microsoft.com/office/drawing/2014/main" id="{9F7084EB-1FC5-FBEC-BC2D-70FAFA6D4D3F}"/>
              </a:ext>
            </a:extLst>
          </p:cNvPr>
          <p:cNvSpPr>
            <a:spLocks noGrp="1"/>
          </p:cNvSpPr>
          <p:nvPr>
            <p:ph type="body" sz="quarter" idx="21"/>
          </p:nvPr>
        </p:nvSpPr>
        <p:spPr>
          <a:xfrm>
            <a:off x="546100" y="1127125"/>
            <a:ext cx="11094211" cy="296861"/>
          </a:xfrm>
        </p:spPr>
        <p:txBody>
          <a:bodyPr/>
          <a:lstStyle/>
          <a:p>
            <a:r>
              <a:rPr lang="en-US" dirty="0"/>
              <a:t>H2 Heading</a:t>
            </a:r>
          </a:p>
        </p:txBody>
      </p:sp>
      <p:sp>
        <p:nvSpPr>
          <p:cNvPr id="25" name="Text Placeholder 24">
            <a:extLst>
              <a:ext uri="{FF2B5EF4-FFF2-40B4-BE49-F238E27FC236}">
                <a16:creationId xmlns:a16="http://schemas.microsoft.com/office/drawing/2014/main" id="{C1FCF45F-38ED-A3F2-FFBF-347CE9F4FD0A}"/>
              </a:ext>
            </a:extLst>
          </p:cNvPr>
          <p:cNvSpPr>
            <a:spLocks noGrp="1"/>
          </p:cNvSpPr>
          <p:nvPr>
            <p:ph type="body" sz="quarter" idx="22"/>
          </p:nvPr>
        </p:nvSpPr>
        <p:spPr/>
        <p:txBody>
          <a:bodyPr/>
          <a:lstStyle/>
          <a:p>
            <a:endParaRPr lang="en-US"/>
          </a:p>
        </p:txBody>
      </p:sp>
      <p:sp>
        <p:nvSpPr>
          <p:cNvPr id="7" name="Content Placeholder 6">
            <a:extLst>
              <a:ext uri="{FF2B5EF4-FFF2-40B4-BE49-F238E27FC236}">
                <a16:creationId xmlns:a16="http://schemas.microsoft.com/office/drawing/2014/main" id="{E9DA3E8B-D357-E91A-436B-8A621015A47A}"/>
              </a:ext>
            </a:extLst>
          </p:cNvPr>
          <p:cNvSpPr>
            <a:spLocks noGrp="1"/>
          </p:cNvSpPr>
          <p:nvPr>
            <p:ph sz="quarter" idx="23"/>
          </p:nvPr>
        </p:nvSpPr>
        <p:spPr>
          <a:xfrm>
            <a:off x="546100" y="2425700"/>
            <a:ext cx="3524249" cy="3441700"/>
          </a:xfrm>
        </p:spPr>
        <p:txBody>
          <a:bodyPr>
            <a:normAutofit/>
          </a:bodyPr>
          <a:lstStyle/>
          <a:p>
            <a:r>
              <a:rPr lang="en-US" dirty="0"/>
              <a:t>Preformatted list level 0, Intro in GT America Regular 14pt</a:t>
            </a:r>
          </a:p>
          <a:p>
            <a:pPr lvl="2"/>
            <a:r>
              <a:rPr lang="en-US" dirty="0"/>
              <a:t>Preformatted list level Bullet level 2, GT America Regular 14pt, achieved by using “Increase List Level” button</a:t>
            </a:r>
          </a:p>
          <a:p>
            <a:pPr lvl="3"/>
            <a:r>
              <a:rPr lang="en-US" dirty="0"/>
              <a:t>Preformatted list level Bullet level 3, GT America Regular 13pt, achieved by using “Increase List Level” button</a:t>
            </a:r>
          </a:p>
          <a:p>
            <a:pPr lvl="4"/>
            <a:r>
              <a:rPr lang="en-US" dirty="0"/>
              <a:t>Preformatted list level Bullet level 4, GT America Regular 12pt, achieved by using “Increase List Level” button</a:t>
            </a:r>
          </a:p>
          <a:p>
            <a:pPr lvl="5"/>
            <a:r>
              <a:rPr lang="en-US" dirty="0"/>
              <a:t>Preformatted list level Bullet level 5, GT America Regular 12pt, achieved by using “Increase List Level” button</a:t>
            </a:r>
          </a:p>
        </p:txBody>
      </p:sp>
      <p:sp>
        <p:nvSpPr>
          <p:cNvPr id="5" name="Content Placeholder 4">
            <a:extLst>
              <a:ext uri="{FF2B5EF4-FFF2-40B4-BE49-F238E27FC236}">
                <a16:creationId xmlns:a16="http://schemas.microsoft.com/office/drawing/2014/main" id="{946F7BEF-0979-BE82-64B5-A2E9265D6B21}"/>
              </a:ext>
            </a:extLst>
          </p:cNvPr>
          <p:cNvSpPr>
            <a:spLocks noGrp="1"/>
          </p:cNvSpPr>
          <p:nvPr>
            <p:ph sz="quarter" idx="24"/>
          </p:nvPr>
        </p:nvSpPr>
        <p:spPr>
          <a:xfrm>
            <a:off x="4333715" y="2425700"/>
            <a:ext cx="3520440" cy="3441700"/>
          </a:xfrm>
        </p:spPr>
        <p:txBody>
          <a:bodyPr>
            <a:normAutofit lnSpcReduction="10000"/>
          </a:bodyPr>
          <a:lstStyle/>
          <a:p>
            <a:r>
              <a:rPr lang="en-US" dirty="0" err="1"/>
              <a:t>Essint</a:t>
            </a:r>
            <a:r>
              <a:rPr lang="en-US" dirty="0"/>
              <a:t> ex et </a:t>
            </a:r>
            <a:r>
              <a:rPr lang="en-US" dirty="0" err="1"/>
              <a:t>aut</a:t>
            </a:r>
            <a:r>
              <a:rPr lang="en-US" dirty="0"/>
              <a:t> </a:t>
            </a:r>
            <a:r>
              <a:rPr lang="en-US" dirty="0" err="1"/>
              <a:t>ea</a:t>
            </a:r>
            <a:r>
              <a:rPr lang="en-US" dirty="0"/>
              <a:t> nim re ped </a:t>
            </a:r>
            <a:r>
              <a:rPr lang="en-US" dirty="0" err="1"/>
              <a:t>utemporibus</a:t>
            </a:r>
            <a:r>
              <a:rPr lang="en-US" dirty="0"/>
              <a:t>, </a:t>
            </a:r>
            <a:r>
              <a:rPr lang="en-US" dirty="0" err="1"/>
              <a:t>simendestrum</a:t>
            </a:r>
            <a:r>
              <a:rPr lang="en-US" dirty="0"/>
              <a:t> alit </a:t>
            </a:r>
            <a:r>
              <a:rPr lang="en-US" dirty="0" err="1"/>
              <a:t>esto</a:t>
            </a:r>
            <a:r>
              <a:rPr lang="en-US" dirty="0"/>
              <a:t> </a:t>
            </a:r>
            <a:r>
              <a:rPr lang="en-US" dirty="0" err="1"/>
              <a:t>temque</a:t>
            </a:r>
            <a:r>
              <a:rPr lang="en-US" dirty="0"/>
              <a:t> </a:t>
            </a:r>
            <a:r>
              <a:rPr lang="en-US" dirty="0" err="1"/>
              <a:t>volut</a:t>
            </a:r>
            <a:r>
              <a:rPr lang="en-US" dirty="0"/>
              <a:t> </a:t>
            </a:r>
            <a:r>
              <a:rPr lang="en-US" dirty="0" err="1"/>
              <a:t>aut</a:t>
            </a:r>
            <a:r>
              <a:rPr lang="en-US" dirty="0"/>
              <a:t> </a:t>
            </a:r>
            <a:r>
              <a:rPr lang="en-US" dirty="0" err="1"/>
              <a:t>doluptatur</a:t>
            </a:r>
            <a:r>
              <a:rPr lang="en-US" dirty="0"/>
              <a:t> </a:t>
            </a:r>
            <a:r>
              <a:rPr lang="en-US" dirty="0" err="1"/>
              <a:t>repero</a:t>
            </a:r>
            <a:r>
              <a:rPr lang="en-US" dirty="0"/>
              <a:t> beatus </a:t>
            </a:r>
            <a:r>
              <a:rPr lang="en-US" dirty="0" err="1"/>
              <a:t>aut</a:t>
            </a:r>
            <a:r>
              <a:rPr lang="en-US" dirty="0"/>
              <a:t> </a:t>
            </a:r>
            <a:r>
              <a:rPr lang="en-US" dirty="0" err="1"/>
              <a:t>dio</a:t>
            </a:r>
            <a:r>
              <a:rPr lang="en-US" dirty="0"/>
              <a:t> </a:t>
            </a:r>
            <a:r>
              <a:rPr lang="en-US" dirty="0" err="1"/>
              <a:t>ipiet</a:t>
            </a:r>
            <a:r>
              <a:rPr lang="en-US" dirty="0"/>
              <a:t> qui </a:t>
            </a:r>
            <a:r>
              <a:rPr lang="en-US" dirty="0" err="1"/>
              <a:t>duciendis</a:t>
            </a:r>
            <a:r>
              <a:rPr lang="en-US" dirty="0"/>
              <a:t> </a:t>
            </a:r>
            <a:r>
              <a:rPr lang="en-US" dirty="0" err="1"/>
              <a:t>explatem</a:t>
            </a:r>
            <a:r>
              <a:rPr lang="en-US" dirty="0"/>
              <a:t> </a:t>
            </a:r>
            <a:r>
              <a:rPr lang="en-US" dirty="0" err="1"/>
              <a:t>sitatus</a:t>
            </a:r>
            <a:r>
              <a:rPr lang="en-US" dirty="0"/>
              <a:t> vel ipsum ad </a:t>
            </a:r>
            <a:r>
              <a:rPr lang="en-US" dirty="0" err="1"/>
              <a:t>eations</a:t>
            </a:r>
            <a:r>
              <a:rPr lang="en-US" dirty="0"/>
              <a:t> </a:t>
            </a:r>
            <a:r>
              <a:rPr lang="en-US" dirty="0" err="1"/>
              <a:t>equistion</a:t>
            </a:r>
            <a:r>
              <a:rPr lang="en-US" dirty="0"/>
              <a:t> nobis </a:t>
            </a:r>
            <a:r>
              <a:rPr lang="en-US" dirty="0" err="1"/>
              <a:t>dolupturi</a:t>
            </a:r>
            <a:r>
              <a:rPr lang="en-US" dirty="0"/>
              <a:t> qui </a:t>
            </a:r>
            <a:r>
              <a:rPr lang="en-US" dirty="0" err="1"/>
              <a:t>adiatem</a:t>
            </a:r>
            <a:r>
              <a:rPr lang="en-US" dirty="0"/>
              <a:t> </a:t>
            </a:r>
            <a:r>
              <a:rPr lang="en-US" dirty="0" err="1"/>
              <a:t>tati</a:t>
            </a:r>
            <a:r>
              <a:rPr lang="en-US" dirty="0"/>
              <a:t> </a:t>
            </a:r>
            <a:r>
              <a:rPr lang="en-US" dirty="0" err="1"/>
              <a:t>oressequis</a:t>
            </a:r>
            <a:r>
              <a:rPr lang="en-US" dirty="0"/>
              <a:t> </a:t>
            </a:r>
            <a:r>
              <a:rPr lang="en-US" dirty="0" err="1"/>
              <a:t>aut</a:t>
            </a:r>
            <a:r>
              <a:rPr lang="en-US" dirty="0"/>
              <a:t> et </a:t>
            </a:r>
            <a:r>
              <a:rPr lang="en-US" dirty="0" err="1"/>
              <a:t>aut</a:t>
            </a:r>
            <a:r>
              <a:rPr lang="en-US" dirty="0"/>
              <a:t> </a:t>
            </a:r>
            <a:r>
              <a:rPr lang="en-US" dirty="0" err="1"/>
              <a:t>aut</a:t>
            </a:r>
            <a:r>
              <a:rPr lang="en-US" dirty="0"/>
              <a:t> </a:t>
            </a:r>
            <a:r>
              <a:rPr lang="en-US" dirty="0" err="1"/>
              <a:t>aperatiatest</a:t>
            </a:r>
            <a:r>
              <a:rPr lang="en-US" dirty="0"/>
              <a:t>.</a:t>
            </a:r>
          </a:p>
          <a:p>
            <a:pPr lvl="1"/>
            <a:r>
              <a:rPr lang="en-US" dirty="0"/>
              <a:t>Qui </a:t>
            </a:r>
            <a:r>
              <a:rPr lang="en-US" dirty="0" err="1"/>
              <a:t>doluptatem</a:t>
            </a:r>
            <a:r>
              <a:rPr lang="en-US" dirty="0"/>
              <a:t> et </a:t>
            </a:r>
            <a:r>
              <a:rPr lang="en-US" dirty="0" err="1"/>
              <a:t>repudis</a:t>
            </a:r>
            <a:r>
              <a:rPr lang="en-US" dirty="0"/>
              <a:t> </a:t>
            </a:r>
            <a:r>
              <a:rPr lang="en-US" dirty="0" err="1"/>
              <a:t>moloren</a:t>
            </a:r>
            <a:r>
              <a:rPr lang="en-US" dirty="0"/>
              <a:t> </a:t>
            </a:r>
            <a:r>
              <a:rPr lang="en-US" dirty="0" err="1"/>
              <a:t>dipsam</a:t>
            </a:r>
            <a:r>
              <a:rPr lang="en-US" dirty="0"/>
              <a:t>, </a:t>
            </a:r>
            <a:r>
              <a:rPr lang="en-US" dirty="0" err="1"/>
              <a:t>te</a:t>
            </a:r>
            <a:r>
              <a:rPr lang="en-US" dirty="0"/>
              <a:t> lab </a:t>
            </a:r>
            <a:r>
              <a:rPr lang="en-US" dirty="0" err="1"/>
              <a:t>iminvel</a:t>
            </a:r>
            <a:r>
              <a:rPr lang="en-US" dirty="0"/>
              <a:t> </a:t>
            </a:r>
            <a:r>
              <a:rPr lang="en-US" dirty="0" err="1"/>
              <a:t>iberibus</a:t>
            </a:r>
            <a:r>
              <a:rPr lang="en-US" dirty="0"/>
              <a:t> </a:t>
            </a:r>
            <a:r>
              <a:rPr lang="en-US" dirty="0" err="1"/>
              <a:t>dolorum</a:t>
            </a:r>
            <a:r>
              <a:rPr lang="en-US" dirty="0"/>
              <a:t> qui </a:t>
            </a:r>
            <a:r>
              <a:rPr lang="en-US" dirty="0" err="1"/>
              <a:t>dolorernati</a:t>
            </a:r>
            <a:r>
              <a:rPr lang="en-US" dirty="0"/>
              <a:t> </a:t>
            </a:r>
            <a:r>
              <a:rPr lang="en-US" dirty="0" err="1"/>
              <a:t>verferum</a:t>
            </a:r>
            <a:endParaRPr lang="en-US" dirty="0"/>
          </a:p>
          <a:p>
            <a:pPr lvl="2"/>
            <a:r>
              <a:rPr lang="en-US" dirty="0" err="1"/>
              <a:t>Erumquas</a:t>
            </a:r>
            <a:r>
              <a:rPr lang="en-US" dirty="0"/>
              <a:t> </a:t>
            </a:r>
            <a:r>
              <a:rPr lang="en-US" dirty="0" err="1"/>
              <a:t>minulla</a:t>
            </a:r>
            <a:r>
              <a:rPr lang="en-US" dirty="0"/>
              <a:t> </a:t>
            </a:r>
            <a:r>
              <a:rPr lang="en-US" dirty="0" err="1"/>
              <a:t>borrovit</a:t>
            </a:r>
            <a:r>
              <a:rPr lang="en-US" dirty="0"/>
              <a:t> </a:t>
            </a:r>
            <a:r>
              <a:rPr lang="en-US" dirty="0" err="1"/>
              <a:t>assimi</a:t>
            </a:r>
            <a:r>
              <a:rPr lang="en-US" dirty="0"/>
              <a:t>, </a:t>
            </a:r>
            <a:r>
              <a:rPr lang="en-US" dirty="0" err="1"/>
              <a:t>toratem</a:t>
            </a:r>
            <a:r>
              <a:rPr lang="en-US" dirty="0"/>
              <a:t> </a:t>
            </a:r>
            <a:r>
              <a:rPr lang="en-US" dirty="0" err="1"/>
              <a:t>sant</a:t>
            </a:r>
            <a:r>
              <a:rPr lang="en-US" dirty="0"/>
              <a:t> </a:t>
            </a:r>
            <a:r>
              <a:rPr lang="en-US" dirty="0" err="1"/>
              <a:t>officiisse</a:t>
            </a:r>
            <a:r>
              <a:rPr lang="en-US" dirty="0"/>
              <a:t> </a:t>
            </a:r>
            <a:r>
              <a:rPr lang="en-US" dirty="0" err="1"/>
              <a:t>natium</a:t>
            </a:r>
            <a:r>
              <a:rPr lang="en-US" dirty="0"/>
              <a:t> re </a:t>
            </a:r>
            <a:r>
              <a:rPr lang="en-US" dirty="0" err="1"/>
              <a:t>velitate</a:t>
            </a:r>
            <a:r>
              <a:rPr lang="en-US" dirty="0"/>
              <a:t> que </a:t>
            </a:r>
            <a:r>
              <a:rPr lang="en-US" dirty="0" err="1"/>
              <a:t>volupti</a:t>
            </a:r>
            <a:r>
              <a:rPr lang="en-US" dirty="0"/>
              <a:t> </a:t>
            </a:r>
            <a:r>
              <a:rPr lang="en-US" dirty="0" err="1"/>
              <a:t>busda</a:t>
            </a:r>
            <a:endParaRPr lang="en-US" dirty="0"/>
          </a:p>
          <a:p>
            <a:pPr lvl="3"/>
            <a:r>
              <a:rPr lang="en-US" dirty="0"/>
              <a:t>Expel </a:t>
            </a:r>
            <a:r>
              <a:rPr lang="en-US" dirty="0" err="1"/>
              <a:t>ea</a:t>
            </a:r>
            <a:r>
              <a:rPr lang="en-US" dirty="0"/>
              <a:t> </a:t>
            </a:r>
            <a:r>
              <a:rPr lang="en-US" dirty="0" err="1"/>
              <a:t>ducia</a:t>
            </a:r>
            <a:r>
              <a:rPr lang="en-US" dirty="0"/>
              <a:t> </a:t>
            </a:r>
            <a:r>
              <a:rPr lang="en-US" dirty="0" err="1"/>
              <a:t>nullabo</a:t>
            </a:r>
            <a:r>
              <a:rPr lang="en-US" dirty="0"/>
              <a:t> </a:t>
            </a:r>
            <a:r>
              <a:rPr lang="en-US" dirty="0" err="1"/>
              <a:t>reprero</a:t>
            </a:r>
            <a:r>
              <a:rPr lang="en-US" dirty="0"/>
              <a:t> </a:t>
            </a:r>
            <a:r>
              <a:rPr lang="en-US" dirty="0" err="1"/>
              <a:t>bearum</a:t>
            </a:r>
            <a:r>
              <a:rPr lang="en-US" dirty="0"/>
              <a:t> </a:t>
            </a:r>
            <a:r>
              <a:rPr lang="en-US" dirty="0" err="1"/>
              <a:t>faccus</a:t>
            </a:r>
            <a:r>
              <a:rPr lang="en-US" dirty="0"/>
              <a:t> </a:t>
            </a:r>
            <a:r>
              <a:rPr lang="en-US" dirty="0" err="1"/>
              <a:t>essimi</a:t>
            </a:r>
            <a:r>
              <a:rPr lang="en-US" dirty="0"/>
              <a:t>, </a:t>
            </a:r>
            <a:r>
              <a:rPr lang="en-US" dirty="0" err="1"/>
              <a:t>tem</a:t>
            </a:r>
            <a:r>
              <a:rPr lang="en-US" dirty="0"/>
              <a:t> </a:t>
            </a:r>
            <a:r>
              <a:rPr lang="en-US" dirty="0" err="1"/>
              <a:t>ut</a:t>
            </a:r>
            <a:r>
              <a:rPr lang="en-US" dirty="0"/>
              <a:t> </a:t>
            </a:r>
            <a:r>
              <a:rPr lang="en-US" dirty="0" err="1"/>
              <a:t>volesed</a:t>
            </a:r>
            <a:r>
              <a:rPr lang="en-US" dirty="0"/>
              <a:t> que qui tempos id </a:t>
            </a:r>
            <a:r>
              <a:rPr lang="en-US" dirty="0" err="1"/>
              <a:t>ut</a:t>
            </a:r>
            <a:r>
              <a:rPr lang="en-US" dirty="0"/>
              <a:t> </a:t>
            </a:r>
            <a:r>
              <a:rPr lang="en-US" dirty="0" err="1"/>
              <a:t>ilite</a:t>
            </a:r>
            <a:endParaRPr lang="en-US" dirty="0"/>
          </a:p>
          <a:p>
            <a:endParaRPr lang="en-US" dirty="0"/>
          </a:p>
        </p:txBody>
      </p:sp>
      <p:sp>
        <p:nvSpPr>
          <p:cNvPr id="10" name="Content Placeholder 9">
            <a:extLst>
              <a:ext uri="{FF2B5EF4-FFF2-40B4-BE49-F238E27FC236}">
                <a16:creationId xmlns:a16="http://schemas.microsoft.com/office/drawing/2014/main" id="{3F913357-A944-98DF-5B22-D79AA5673E78}"/>
              </a:ext>
            </a:extLst>
          </p:cNvPr>
          <p:cNvSpPr>
            <a:spLocks noGrp="1"/>
          </p:cNvSpPr>
          <p:nvPr>
            <p:ph sz="quarter" idx="25"/>
          </p:nvPr>
        </p:nvSpPr>
        <p:spPr>
          <a:xfrm>
            <a:off x="8116888" y="2425700"/>
            <a:ext cx="3521075" cy="3441700"/>
          </a:xfrm>
        </p:spPr>
        <p:txBody>
          <a:bodyPr>
            <a:normAutofit lnSpcReduction="10000"/>
          </a:bodyPr>
          <a:lstStyle/>
          <a:p>
            <a:r>
              <a:rPr lang="en-US" dirty="0" err="1"/>
              <a:t>Essint</a:t>
            </a:r>
            <a:r>
              <a:rPr lang="en-US" dirty="0"/>
              <a:t> ex et </a:t>
            </a:r>
            <a:r>
              <a:rPr lang="en-US" dirty="0" err="1"/>
              <a:t>aut</a:t>
            </a:r>
            <a:r>
              <a:rPr lang="en-US" dirty="0"/>
              <a:t> </a:t>
            </a:r>
            <a:r>
              <a:rPr lang="en-US" dirty="0" err="1"/>
              <a:t>ea</a:t>
            </a:r>
            <a:r>
              <a:rPr lang="en-US" dirty="0"/>
              <a:t> nim re ped </a:t>
            </a:r>
            <a:r>
              <a:rPr lang="en-US" dirty="0" err="1"/>
              <a:t>utemporibus</a:t>
            </a:r>
            <a:r>
              <a:rPr lang="en-US" dirty="0"/>
              <a:t>, </a:t>
            </a:r>
            <a:r>
              <a:rPr lang="en-US" dirty="0" err="1"/>
              <a:t>simendestrum</a:t>
            </a:r>
            <a:r>
              <a:rPr lang="en-US" dirty="0"/>
              <a:t> alit </a:t>
            </a:r>
            <a:r>
              <a:rPr lang="en-US" dirty="0" err="1"/>
              <a:t>esto</a:t>
            </a:r>
            <a:r>
              <a:rPr lang="en-US" dirty="0"/>
              <a:t> </a:t>
            </a:r>
            <a:r>
              <a:rPr lang="en-US" dirty="0" err="1"/>
              <a:t>temque</a:t>
            </a:r>
            <a:r>
              <a:rPr lang="en-US" dirty="0"/>
              <a:t> </a:t>
            </a:r>
            <a:r>
              <a:rPr lang="en-US" dirty="0" err="1"/>
              <a:t>volut</a:t>
            </a:r>
            <a:r>
              <a:rPr lang="en-US" dirty="0"/>
              <a:t> </a:t>
            </a:r>
            <a:r>
              <a:rPr lang="en-US" dirty="0" err="1"/>
              <a:t>aut</a:t>
            </a:r>
            <a:r>
              <a:rPr lang="en-US" dirty="0"/>
              <a:t> </a:t>
            </a:r>
            <a:r>
              <a:rPr lang="en-US" dirty="0" err="1"/>
              <a:t>doluptatur</a:t>
            </a:r>
            <a:r>
              <a:rPr lang="en-US" dirty="0"/>
              <a:t> </a:t>
            </a:r>
            <a:r>
              <a:rPr lang="en-US" dirty="0" err="1"/>
              <a:t>repero</a:t>
            </a:r>
            <a:r>
              <a:rPr lang="en-US" dirty="0"/>
              <a:t> beatus </a:t>
            </a:r>
            <a:r>
              <a:rPr lang="en-US" dirty="0" err="1"/>
              <a:t>aut</a:t>
            </a:r>
            <a:r>
              <a:rPr lang="en-US" dirty="0"/>
              <a:t> </a:t>
            </a:r>
            <a:r>
              <a:rPr lang="en-US" dirty="0" err="1"/>
              <a:t>dio</a:t>
            </a:r>
            <a:r>
              <a:rPr lang="en-US" dirty="0"/>
              <a:t> </a:t>
            </a:r>
            <a:r>
              <a:rPr lang="en-US" dirty="0" err="1"/>
              <a:t>ipiet</a:t>
            </a:r>
            <a:r>
              <a:rPr lang="en-US" dirty="0"/>
              <a:t> qui </a:t>
            </a:r>
            <a:r>
              <a:rPr lang="en-US" dirty="0" err="1"/>
              <a:t>duciendis</a:t>
            </a:r>
            <a:r>
              <a:rPr lang="en-US" dirty="0"/>
              <a:t> </a:t>
            </a:r>
            <a:r>
              <a:rPr lang="en-US" dirty="0" err="1"/>
              <a:t>explatem</a:t>
            </a:r>
            <a:r>
              <a:rPr lang="en-US" dirty="0"/>
              <a:t> </a:t>
            </a:r>
            <a:r>
              <a:rPr lang="en-US" dirty="0" err="1"/>
              <a:t>sitatus</a:t>
            </a:r>
            <a:r>
              <a:rPr lang="en-US" dirty="0"/>
              <a:t> vel ipsum ad </a:t>
            </a:r>
            <a:r>
              <a:rPr lang="en-US" dirty="0" err="1"/>
              <a:t>eations</a:t>
            </a:r>
            <a:r>
              <a:rPr lang="en-US" dirty="0"/>
              <a:t> </a:t>
            </a:r>
            <a:r>
              <a:rPr lang="en-US" dirty="0" err="1"/>
              <a:t>equistion</a:t>
            </a:r>
            <a:r>
              <a:rPr lang="en-US" dirty="0"/>
              <a:t> nobis </a:t>
            </a:r>
            <a:r>
              <a:rPr lang="en-US" dirty="0" err="1"/>
              <a:t>dolupturi</a:t>
            </a:r>
            <a:r>
              <a:rPr lang="en-US" dirty="0"/>
              <a:t> qui </a:t>
            </a:r>
            <a:r>
              <a:rPr lang="en-US" dirty="0" err="1"/>
              <a:t>adiatem</a:t>
            </a:r>
            <a:r>
              <a:rPr lang="en-US" dirty="0"/>
              <a:t> </a:t>
            </a:r>
            <a:r>
              <a:rPr lang="en-US" dirty="0" err="1"/>
              <a:t>tati</a:t>
            </a:r>
            <a:r>
              <a:rPr lang="en-US" dirty="0"/>
              <a:t> </a:t>
            </a:r>
            <a:r>
              <a:rPr lang="en-US" dirty="0" err="1"/>
              <a:t>oressequis</a:t>
            </a:r>
            <a:r>
              <a:rPr lang="en-US" dirty="0"/>
              <a:t> </a:t>
            </a:r>
            <a:r>
              <a:rPr lang="en-US" dirty="0" err="1"/>
              <a:t>aut</a:t>
            </a:r>
            <a:r>
              <a:rPr lang="en-US" dirty="0"/>
              <a:t> et </a:t>
            </a:r>
            <a:r>
              <a:rPr lang="en-US" dirty="0" err="1"/>
              <a:t>aut</a:t>
            </a:r>
            <a:r>
              <a:rPr lang="en-US" dirty="0"/>
              <a:t> </a:t>
            </a:r>
            <a:r>
              <a:rPr lang="en-US" dirty="0" err="1"/>
              <a:t>aut</a:t>
            </a:r>
            <a:r>
              <a:rPr lang="en-US" dirty="0"/>
              <a:t> </a:t>
            </a:r>
            <a:r>
              <a:rPr lang="en-US" dirty="0" err="1"/>
              <a:t>aperatiatest</a:t>
            </a:r>
            <a:r>
              <a:rPr lang="en-US" dirty="0"/>
              <a:t>.</a:t>
            </a:r>
          </a:p>
          <a:p>
            <a:pPr lvl="1"/>
            <a:r>
              <a:rPr lang="en-US" dirty="0"/>
              <a:t>Qui </a:t>
            </a:r>
            <a:r>
              <a:rPr lang="en-US" dirty="0" err="1"/>
              <a:t>doluptatem</a:t>
            </a:r>
            <a:r>
              <a:rPr lang="en-US" dirty="0"/>
              <a:t> et </a:t>
            </a:r>
            <a:r>
              <a:rPr lang="en-US" dirty="0" err="1"/>
              <a:t>repudis</a:t>
            </a:r>
            <a:r>
              <a:rPr lang="en-US" dirty="0"/>
              <a:t> </a:t>
            </a:r>
            <a:r>
              <a:rPr lang="en-US" dirty="0" err="1"/>
              <a:t>moloren</a:t>
            </a:r>
            <a:r>
              <a:rPr lang="en-US" dirty="0"/>
              <a:t> </a:t>
            </a:r>
            <a:r>
              <a:rPr lang="en-US" dirty="0" err="1"/>
              <a:t>dipsam</a:t>
            </a:r>
            <a:r>
              <a:rPr lang="en-US" dirty="0"/>
              <a:t>, </a:t>
            </a:r>
            <a:r>
              <a:rPr lang="en-US" dirty="0" err="1"/>
              <a:t>te</a:t>
            </a:r>
            <a:r>
              <a:rPr lang="en-US" dirty="0"/>
              <a:t> lab </a:t>
            </a:r>
            <a:r>
              <a:rPr lang="en-US" dirty="0" err="1"/>
              <a:t>iminvel</a:t>
            </a:r>
            <a:r>
              <a:rPr lang="en-US" dirty="0"/>
              <a:t> </a:t>
            </a:r>
            <a:r>
              <a:rPr lang="en-US" dirty="0" err="1"/>
              <a:t>iberibus</a:t>
            </a:r>
            <a:r>
              <a:rPr lang="en-US" dirty="0"/>
              <a:t> </a:t>
            </a:r>
            <a:r>
              <a:rPr lang="en-US" dirty="0" err="1"/>
              <a:t>dolorum</a:t>
            </a:r>
            <a:r>
              <a:rPr lang="en-US" dirty="0"/>
              <a:t> qui </a:t>
            </a:r>
            <a:r>
              <a:rPr lang="en-US" dirty="0" err="1"/>
              <a:t>dolorernati</a:t>
            </a:r>
            <a:r>
              <a:rPr lang="en-US" dirty="0"/>
              <a:t> </a:t>
            </a:r>
            <a:r>
              <a:rPr lang="en-US" dirty="0" err="1"/>
              <a:t>verferum</a:t>
            </a:r>
            <a:endParaRPr lang="en-US" dirty="0"/>
          </a:p>
          <a:p>
            <a:pPr lvl="2"/>
            <a:r>
              <a:rPr lang="en-US" dirty="0" err="1"/>
              <a:t>Erumquas</a:t>
            </a:r>
            <a:r>
              <a:rPr lang="en-US" dirty="0"/>
              <a:t> </a:t>
            </a:r>
            <a:r>
              <a:rPr lang="en-US" dirty="0" err="1"/>
              <a:t>minulla</a:t>
            </a:r>
            <a:r>
              <a:rPr lang="en-US" dirty="0"/>
              <a:t> </a:t>
            </a:r>
            <a:r>
              <a:rPr lang="en-US" dirty="0" err="1"/>
              <a:t>borrovit</a:t>
            </a:r>
            <a:r>
              <a:rPr lang="en-US" dirty="0"/>
              <a:t> </a:t>
            </a:r>
            <a:r>
              <a:rPr lang="en-US" dirty="0" err="1"/>
              <a:t>assimi</a:t>
            </a:r>
            <a:r>
              <a:rPr lang="en-US" dirty="0"/>
              <a:t>, </a:t>
            </a:r>
            <a:r>
              <a:rPr lang="en-US" dirty="0" err="1"/>
              <a:t>toratem</a:t>
            </a:r>
            <a:r>
              <a:rPr lang="en-US" dirty="0"/>
              <a:t> </a:t>
            </a:r>
            <a:r>
              <a:rPr lang="en-US" dirty="0" err="1"/>
              <a:t>sant</a:t>
            </a:r>
            <a:r>
              <a:rPr lang="en-US" dirty="0"/>
              <a:t> </a:t>
            </a:r>
            <a:r>
              <a:rPr lang="en-US" dirty="0" err="1"/>
              <a:t>officiisse</a:t>
            </a:r>
            <a:r>
              <a:rPr lang="en-US" dirty="0"/>
              <a:t> </a:t>
            </a:r>
            <a:r>
              <a:rPr lang="en-US" dirty="0" err="1"/>
              <a:t>natium</a:t>
            </a:r>
            <a:r>
              <a:rPr lang="en-US" dirty="0"/>
              <a:t> re </a:t>
            </a:r>
            <a:r>
              <a:rPr lang="en-US" dirty="0" err="1"/>
              <a:t>velitate</a:t>
            </a:r>
            <a:r>
              <a:rPr lang="en-US" dirty="0"/>
              <a:t> que </a:t>
            </a:r>
            <a:r>
              <a:rPr lang="en-US" dirty="0" err="1"/>
              <a:t>volupti</a:t>
            </a:r>
            <a:r>
              <a:rPr lang="en-US" dirty="0"/>
              <a:t> </a:t>
            </a:r>
            <a:r>
              <a:rPr lang="en-US" dirty="0" err="1"/>
              <a:t>busda</a:t>
            </a:r>
            <a:endParaRPr lang="en-US" dirty="0"/>
          </a:p>
          <a:p>
            <a:pPr lvl="3"/>
            <a:r>
              <a:rPr lang="en-US" dirty="0"/>
              <a:t>Expel </a:t>
            </a:r>
            <a:r>
              <a:rPr lang="en-US" dirty="0" err="1"/>
              <a:t>ea</a:t>
            </a:r>
            <a:r>
              <a:rPr lang="en-US" dirty="0"/>
              <a:t> </a:t>
            </a:r>
            <a:r>
              <a:rPr lang="en-US" dirty="0" err="1"/>
              <a:t>ducia</a:t>
            </a:r>
            <a:r>
              <a:rPr lang="en-US" dirty="0"/>
              <a:t> </a:t>
            </a:r>
            <a:r>
              <a:rPr lang="en-US" dirty="0" err="1"/>
              <a:t>nullabo</a:t>
            </a:r>
            <a:r>
              <a:rPr lang="en-US" dirty="0"/>
              <a:t> </a:t>
            </a:r>
            <a:r>
              <a:rPr lang="en-US" dirty="0" err="1"/>
              <a:t>reprero</a:t>
            </a:r>
            <a:r>
              <a:rPr lang="en-US" dirty="0"/>
              <a:t> </a:t>
            </a:r>
            <a:r>
              <a:rPr lang="en-US" dirty="0" err="1"/>
              <a:t>bearum</a:t>
            </a:r>
            <a:r>
              <a:rPr lang="en-US" dirty="0"/>
              <a:t> </a:t>
            </a:r>
            <a:r>
              <a:rPr lang="en-US" dirty="0" err="1"/>
              <a:t>faccus</a:t>
            </a:r>
            <a:r>
              <a:rPr lang="en-US" dirty="0"/>
              <a:t> </a:t>
            </a:r>
            <a:r>
              <a:rPr lang="en-US" dirty="0" err="1"/>
              <a:t>essimi</a:t>
            </a:r>
            <a:r>
              <a:rPr lang="en-US" dirty="0"/>
              <a:t>, </a:t>
            </a:r>
            <a:r>
              <a:rPr lang="en-US" dirty="0" err="1"/>
              <a:t>tem</a:t>
            </a:r>
            <a:r>
              <a:rPr lang="en-US" dirty="0"/>
              <a:t> </a:t>
            </a:r>
            <a:r>
              <a:rPr lang="en-US" dirty="0" err="1"/>
              <a:t>ut</a:t>
            </a:r>
            <a:r>
              <a:rPr lang="en-US" dirty="0"/>
              <a:t> </a:t>
            </a:r>
            <a:r>
              <a:rPr lang="en-US" dirty="0" err="1"/>
              <a:t>volesed</a:t>
            </a:r>
            <a:r>
              <a:rPr lang="en-US" dirty="0"/>
              <a:t> que qui tempos id </a:t>
            </a:r>
            <a:r>
              <a:rPr lang="en-US" dirty="0" err="1"/>
              <a:t>ut</a:t>
            </a:r>
            <a:r>
              <a:rPr lang="en-US" dirty="0"/>
              <a:t> </a:t>
            </a:r>
            <a:r>
              <a:rPr lang="en-US" dirty="0" err="1"/>
              <a:t>ilite</a:t>
            </a:r>
            <a:endParaRPr lang="en-US" dirty="0"/>
          </a:p>
        </p:txBody>
      </p:sp>
      <p:sp>
        <p:nvSpPr>
          <p:cNvPr id="2" name="Text Placeholder 1">
            <a:extLst>
              <a:ext uri="{FF2B5EF4-FFF2-40B4-BE49-F238E27FC236}">
                <a16:creationId xmlns:a16="http://schemas.microsoft.com/office/drawing/2014/main" id="{C2B28C6A-6593-9352-F1AD-F4DD60FDDC58}"/>
              </a:ext>
            </a:extLst>
          </p:cNvPr>
          <p:cNvSpPr>
            <a:spLocks noGrp="1"/>
          </p:cNvSpPr>
          <p:nvPr>
            <p:ph type="body" sz="quarter" idx="29"/>
          </p:nvPr>
        </p:nvSpPr>
        <p:spPr>
          <a:xfrm>
            <a:off x="546100" y="1849436"/>
            <a:ext cx="3524249" cy="296861"/>
          </a:xfrm>
        </p:spPr>
        <p:txBody>
          <a:bodyPr>
            <a:normAutofit lnSpcReduction="10000"/>
          </a:bodyPr>
          <a:lstStyle/>
          <a:p>
            <a:r>
              <a:rPr lang="en-US" dirty="0"/>
              <a:t>H3 Heading</a:t>
            </a:r>
          </a:p>
        </p:txBody>
      </p:sp>
      <p:sp>
        <p:nvSpPr>
          <p:cNvPr id="39" name="Text Placeholder 38">
            <a:extLst>
              <a:ext uri="{FF2B5EF4-FFF2-40B4-BE49-F238E27FC236}">
                <a16:creationId xmlns:a16="http://schemas.microsoft.com/office/drawing/2014/main" id="{0E781401-9BC4-666C-9B61-A283DED47F35}"/>
              </a:ext>
            </a:extLst>
          </p:cNvPr>
          <p:cNvSpPr>
            <a:spLocks noGrp="1"/>
          </p:cNvSpPr>
          <p:nvPr>
            <p:ph type="body" sz="quarter" idx="30"/>
          </p:nvPr>
        </p:nvSpPr>
        <p:spPr>
          <a:xfrm>
            <a:off x="4333715" y="1849436"/>
            <a:ext cx="3520440" cy="296862"/>
          </a:xfrm>
        </p:spPr>
        <p:txBody>
          <a:bodyPr/>
          <a:lstStyle/>
          <a:p>
            <a:r>
              <a:rPr lang="en-US" dirty="0"/>
              <a:t>H3 Heading</a:t>
            </a:r>
          </a:p>
        </p:txBody>
      </p:sp>
      <p:sp>
        <p:nvSpPr>
          <p:cNvPr id="40" name="Text Placeholder 39">
            <a:extLst>
              <a:ext uri="{FF2B5EF4-FFF2-40B4-BE49-F238E27FC236}">
                <a16:creationId xmlns:a16="http://schemas.microsoft.com/office/drawing/2014/main" id="{5FDDEE61-ED57-2D40-8760-569117986F6C}"/>
              </a:ext>
            </a:extLst>
          </p:cNvPr>
          <p:cNvSpPr>
            <a:spLocks noGrp="1"/>
          </p:cNvSpPr>
          <p:nvPr>
            <p:ph type="body" sz="quarter" idx="31"/>
          </p:nvPr>
        </p:nvSpPr>
        <p:spPr>
          <a:xfrm>
            <a:off x="8117522" y="1849436"/>
            <a:ext cx="3520440" cy="296862"/>
          </a:xfrm>
        </p:spPr>
        <p:txBody>
          <a:bodyPr/>
          <a:lstStyle/>
          <a:p>
            <a:r>
              <a:rPr lang="en-US" dirty="0"/>
              <a:t>H3 Heading</a:t>
            </a:r>
          </a:p>
        </p:txBody>
      </p:sp>
      <p:cxnSp>
        <p:nvCxnSpPr>
          <p:cNvPr id="17" name="Straight Connector 16">
            <a:extLst>
              <a:ext uri="{FF2B5EF4-FFF2-40B4-BE49-F238E27FC236}">
                <a16:creationId xmlns:a16="http://schemas.microsoft.com/office/drawing/2014/main" id="{B9B5A007-A1A8-3806-DC9D-F8740E6B48A4}"/>
              </a:ext>
            </a:extLst>
          </p:cNvPr>
          <p:cNvCxnSpPr>
            <a:cxnSpLocks/>
          </p:cNvCxnSpPr>
          <p:nvPr/>
        </p:nvCxnSpPr>
        <p:spPr>
          <a:xfrm>
            <a:off x="546100" y="2279650"/>
            <a:ext cx="3521076" cy="0"/>
          </a:xfrm>
          <a:prstGeom prst="line">
            <a:avLst/>
          </a:prstGeom>
          <a:ln w="12700">
            <a:solidFill>
              <a:srgbClr val="D7D8D7"/>
            </a:solidFill>
          </a:ln>
        </p:spPr>
        <p:style>
          <a:lnRef idx="1">
            <a:schemeClr val="dk1"/>
          </a:lnRef>
          <a:fillRef idx="0">
            <a:schemeClr val="dk1"/>
          </a:fillRef>
          <a:effectRef idx="0">
            <a:schemeClr val="dk1"/>
          </a:effectRef>
          <a:fontRef idx="minor">
            <a:schemeClr val="tx1"/>
          </a:fontRef>
        </p:style>
      </p:cxnSp>
      <p:cxnSp>
        <p:nvCxnSpPr>
          <p:cNvPr id="19" name="Straight Connector 18">
            <a:extLst>
              <a:ext uri="{FF2B5EF4-FFF2-40B4-BE49-F238E27FC236}">
                <a16:creationId xmlns:a16="http://schemas.microsoft.com/office/drawing/2014/main" id="{C1D9A7A2-7960-9283-52B0-EDCDD9EA5C28}"/>
              </a:ext>
            </a:extLst>
          </p:cNvPr>
          <p:cNvCxnSpPr>
            <a:cxnSpLocks/>
          </p:cNvCxnSpPr>
          <p:nvPr/>
        </p:nvCxnSpPr>
        <p:spPr>
          <a:xfrm>
            <a:off x="8116888" y="2279650"/>
            <a:ext cx="3521076" cy="0"/>
          </a:xfrm>
          <a:prstGeom prst="line">
            <a:avLst/>
          </a:prstGeom>
          <a:ln w="12700">
            <a:solidFill>
              <a:srgbClr val="D7D8D7"/>
            </a:solidFill>
          </a:ln>
        </p:spPr>
        <p:style>
          <a:lnRef idx="1">
            <a:schemeClr val="dk1"/>
          </a:lnRef>
          <a:fillRef idx="0">
            <a:schemeClr val="dk1"/>
          </a:fillRef>
          <a:effectRef idx="0">
            <a:schemeClr val="dk1"/>
          </a:effectRef>
          <a:fontRef idx="minor">
            <a:schemeClr val="tx1"/>
          </a:fontRef>
        </p:style>
      </p:cxnSp>
      <p:cxnSp>
        <p:nvCxnSpPr>
          <p:cNvPr id="20" name="Straight Connector 19">
            <a:extLst>
              <a:ext uri="{FF2B5EF4-FFF2-40B4-BE49-F238E27FC236}">
                <a16:creationId xmlns:a16="http://schemas.microsoft.com/office/drawing/2014/main" id="{701DF593-6905-1E9C-2B23-F9D5CAFD0157}"/>
              </a:ext>
            </a:extLst>
          </p:cNvPr>
          <p:cNvCxnSpPr>
            <a:cxnSpLocks/>
          </p:cNvCxnSpPr>
          <p:nvPr/>
        </p:nvCxnSpPr>
        <p:spPr>
          <a:xfrm>
            <a:off x="4331494" y="2279650"/>
            <a:ext cx="3521076" cy="0"/>
          </a:xfrm>
          <a:prstGeom prst="line">
            <a:avLst/>
          </a:prstGeom>
          <a:ln w="12700">
            <a:solidFill>
              <a:srgbClr val="D7D8D7"/>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828961533"/>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57449942-72B8-4C9E-07F1-9AABEAC0091F}"/>
              </a:ext>
            </a:extLst>
          </p:cNvPr>
          <p:cNvSpPr>
            <a:spLocks noGrp="1"/>
          </p:cNvSpPr>
          <p:nvPr>
            <p:ph type="ftr" sz="quarter" idx="11"/>
          </p:nvPr>
        </p:nvSpPr>
        <p:spPr>
          <a:xfrm>
            <a:off x="4781550" y="6311900"/>
            <a:ext cx="5448300" cy="269875"/>
          </a:xfrm>
        </p:spPr>
        <p:txBody>
          <a:bodyPr/>
          <a:lstStyle/>
          <a:p>
            <a:r>
              <a:rPr lang="en-US"/>
              <a:t>See slide 12 for instructions on how to update footer</a:t>
            </a:r>
          </a:p>
        </p:txBody>
      </p:sp>
      <p:sp>
        <p:nvSpPr>
          <p:cNvPr id="4" name="Slide Number Placeholder 3">
            <a:extLst>
              <a:ext uri="{FF2B5EF4-FFF2-40B4-BE49-F238E27FC236}">
                <a16:creationId xmlns:a16="http://schemas.microsoft.com/office/drawing/2014/main" id="{79023638-DF05-897F-AC6D-65C2BD140C16}"/>
              </a:ext>
            </a:extLst>
          </p:cNvPr>
          <p:cNvSpPr>
            <a:spLocks noGrp="1"/>
          </p:cNvSpPr>
          <p:nvPr>
            <p:ph type="sldNum" sz="quarter" idx="12"/>
          </p:nvPr>
        </p:nvSpPr>
        <p:spPr>
          <a:xfrm>
            <a:off x="10428288" y="6311900"/>
            <a:ext cx="1209674" cy="269875"/>
          </a:xfrm>
        </p:spPr>
        <p:txBody>
          <a:bodyPr/>
          <a:lstStyle/>
          <a:p>
            <a:fld id="{862A5111-985B-C14D-9115-5787026182A8}" type="slidenum">
              <a:rPr lang="en-US" smtClean="0"/>
              <a:pPr/>
              <a:t>48</a:t>
            </a:fld>
            <a:endParaRPr lang="en-US"/>
          </a:p>
        </p:txBody>
      </p:sp>
      <p:sp>
        <p:nvSpPr>
          <p:cNvPr id="9" name="Title 8">
            <a:extLst>
              <a:ext uri="{FF2B5EF4-FFF2-40B4-BE49-F238E27FC236}">
                <a16:creationId xmlns:a16="http://schemas.microsoft.com/office/drawing/2014/main" id="{3C117266-7D53-4EC6-D7E4-0EC38A798FB6}"/>
              </a:ext>
            </a:extLst>
          </p:cNvPr>
          <p:cNvSpPr>
            <a:spLocks noGrp="1"/>
          </p:cNvSpPr>
          <p:nvPr>
            <p:ph type="title"/>
          </p:nvPr>
        </p:nvSpPr>
        <p:spPr>
          <a:xfrm>
            <a:off x="546101" y="552450"/>
            <a:ext cx="11091862" cy="434975"/>
          </a:xfrm>
        </p:spPr>
        <p:txBody>
          <a:bodyPr>
            <a:noAutofit/>
          </a:bodyPr>
          <a:lstStyle/>
          <a:p>
            <a:r>
              <a:rPr lang="en-US" dirty="0"/>
              <a:t>H1 Heading - 4-column comparison slide</a:t>
            </a:r>
          </a:p>
        </p:txBody>
      </p:sp>
      <p:sp>
        <p:nvSpPr>
          <p:cNvPr id="27" name="Text Placeholder 26">
            <a:extLst>
              <a:ext uri="{FF2B5EF4-FFF2-40B4-BE49-F238E27FC236}">
                <a16:creationId xmlns:a16="http://schemas.microsoft.com/office/drawing/2014/main" id="{F427ACED-7CE7-2B50-2EB1-B77F3324D904}"/>
              </a:ext>
            </a:extLst>
          </p:cNvPr>
          <p:cNvSpPr>
            <a:spLocks noGrp="1"/>
          </p:cNvSpPr>
          <p:nvPr>
            <p:ph type="body" sz="quarter" idx="21"/>
          </p:nvPr>
        </p:nvSpPr>
        <p:spPr>
          <a:xfrm>
            <a:off x="546100" y="1127125"/>
            <a:ext cx="11094211" cy="295275"/>
          </a:xfrm>
        </p:spPr>
        <p:txBody>
          <a:bodyPr/>
          <a:lstStyle/>
          <a:p>
            <a:r>
              <a:rPr lang="en-US" dirty="0"/>
              <a:t>H2 Heading</a:t>
            </a:r>
          </a:p>
        </p:txBody>
      </p:sp>
      <p:sp>
        <p:nvSpPr>
          <p:cNvPr id="44" name="Text Placeholder 43">
            <a:extLst>
              <a:ext uri="{FF2B5EF4-FFF2-40B4-BE49-F238E27FC236}">
                <a16:creationId xmlns:a16="http://schemas.microsoft.com/office/drawing/2014/main" id="{9008DBD8-6544-CE12-D7B8-ABB216616102}"/>
              </a:ext>
            </a:extLst>
          </p:cNvPr>
          <p:cNvSpPr>
            <a:spLocks noGrp="1"/>
          </p:cNvSpPr>
          <p:nvPr>
            <p:ph type="body" sz="quarter" idx="22"/>
          </p:nvPr>
        </p:nvSpPr>
        <p:spPr/>
        <p:txBody>
          <a:bodyPr/>
          <a:lstStyle/>
          <a:p>
            <a:endParaRPr lang="en-US"/>
          </a:p>
        </p:txBody>
      </p:sp>
      <p:sp>
        <p:nvSpPr>
          <p:cNvPr id="11" name="Content Placeholder 10">
            <a:extLst>
              <a:ext uri="{FF2B5EF4-FFF2-40B4-BE49-F238E27FC236}">
                <a16:creationId xmlns:a16="http://schemas.microsoft.com/office/drawing/2014/main" id="{E110EACA-717E-2BD3-DE9A-73A9C3201B4E}"/>
              </a:ext>
            </a:extLst>
          </p:cNvPr>
          <p:cNvSpPr>
            <a:spLocks noGrp="1"/>
          </p:cNvSpPr>
          <p:nvPr>
            <p:ph sz="quarter" idx="23"/>
          </p:nvPr>
        </p:nvSpPr>
        <p:spPr>
          <a:xfrm>
            <a:off x="546101" y="2425700"/>
            <a:ext cx="2619374" cy="3441700"/>
          </a:xfrm>
        </p:spPr>
        <p:txBody>
          <a:bodyPr>
            <a:normAutofit/>
          </a:bodyPr>
          <a:lstStyle/>
          <a:p>
            <a:r>
              <a:rPr lang="en-US" dirty="0"/>
              <a:t>Preformatted list level 1, Intro in GT America Regular 14pt</a:t>
            </a:r>
          </a:p>
          <a:p>
            <a:pPr lvl="1"/>
            <a:r>
              <a:rPr lang="en-US" dirty="0"/>
              <a:t>Preformatted list level Bullet level 2, GT America Regular 14pt, achieved by using “Increase List Level” button</a:t>
            </a:r>
          </a:p>
          <a:p>
            <a:pPr lvl="2"/>
            <a:r>
              <a:rPr lang="en-US" dirty="0"/>
              <a:t>Preformatted list level Bullet level 3, GT America Regular 14pt, achieved by using “Increase List Level” button</a:t>
            </a:r>
          </a:p>
        </p:txBody>
      </p:sp>
      <p:sp>
        <p:nvSpPr>
          <p:cNvPr id="7" name="Content Placeholder 6">
            <a:extLst>
              <a:ext uri="{FF2B5EF4-FFF2-40B4-BE49-F238E27FC236}">
                <a16:creationId xmlns:a16="http://schemas.microsoft.com/office/drawing/2014/main" id="{E9DA3E8B-D357-E91A-436B-8A621015A47A}"/>
              </a:ext>
            </a:extLst>
          </p:cNvPr>
          <p:cNvSpPr>
            <a:spLocks noGrp="1"/>
          </p:cNvSpPr>
          <p:nvPr>
            <p:ph sz="quarter" idx="24"/>
          </p:nvPr>
        </p:nvSpPr>
        <p:spPr>
          <a:xfrm>
            <a:off x="3367088" y="2425700"/>
            <a:ext cx="2625725" cy="3441700"/>
          </a:xfrm>
        </p:spPr>
        <p:txBody>
          <a:bodyPr>
            <a:normAutofit lnSpcReduction="10000"/>
          </a:bodyPr>
          <a:lstStyle/>
          <a:p>
            <a:r>
              <a:rPr lang="en-US" dirty="0" err="1"/>
              <a:t>Essint</a:t>
            </a:r>
            <a:r>
              <a:rPr lang="en-US" dirty="0"/>
              <a:t> ex et </a:t>
            </a:r>
            <a:r>
              <a:rPr lang="en-US" dirty="0" err="1"/>
              <a:t>aut</a:t>
            </a:r>
            <a:r>
              <a:rPr lang="en-US" dirty="0"/>
              <a:t> </a:t>
            </a:r>
            <a:r>
              <a:rPr lang="en-US" dirty="0" err="1"/>
              <a:t>ea</a:t>
            </a:r>
            <a:r>
              <a:rPr lang="en-US" dirty="0"/>
              <a:t> nim re ped </a:t>
            </a:r>
            <a:r>
              <a:rPr lang="en-US" dirty="0" err="1"/>
              <a:t>utemporibus</a:t>
            </a:r>
            <a:r>
              <a:rPr lang="en-US" dirty="0"/>
              <a:t>, </a:t>
            </a:r>
            <a:r>
              <a:rPr lang="en-US" dirty="0" err="1"/>
              <a:t>simendestrum</a:t>
            </a:r>
            <a:r>
              <a:rPr lang="en-US" dirty="0"/>
              <a:t> alit </a:t>
            </a:r>
            <a:r>
              <a:rPr lang="en-US" dirty="0" err="1"/>
              <a:t>esto</a:t>
            </a:r>
            <a:r>
              <a:rPr lang="en-US" dirty="0"/>
              <a:t> </a:t>
            </a:r>
            <a:r>
              <a:rPr lang="en-US" dirty="0" err="1"/>
              <a:t>temque</a:t>
            </a:r>
            <a:r>
              <a:rPr lang="en-US" dirty="0"/>
              <a:t> </a:t>
            </a:r>
            <a:r>
              <a:rPr lang="en-US" dirty="0" err="1"/>
              <a:t>volut</a:t>
            </a:r>
            <a:r>
              <a:rPr lang="en-US" dirty="0"/>
              <a:t> </a:t>
            </a:r>
            <a:r>
              <a:rPr lang="en-US" dirty="0" err="1"/>
              <a:t>aut</a:t>
            </a:r>
            <a:r>
              <a:rPr lang="en-US" dirty="0"/>
              <a:t> </a:t>
            </a:r>
            <a:r>
              <a:rPr lang="en-US" dirty="0" err="1"/>
              <a:t>doluptatur</a:t>
            </a:r>
            <a:r>
              <a:rPr lang="en-US" dirty="0"/>
              <a:t> </a:t>
            </a:r>
            <a:r>
              <a:rPr lang="en-US" dirty="0" err="1"/>
              <a:t>repero</a:t>
            </a:r>
            <a:r>
              <a:rPr lang="en-US" dirty="0"/>
              <a:t> beatus </a:t>
            </a:r>
            <a:r>
              <a:rPr lang="en-US" dirty="0" err="1"/>
              <a:t>aut</a:t>
            </a:r>
            <a:r>
              <a:rPr lang="en-US" dirty="0"/>
              <a:t> </a:t>
            </a:r>
            <a:r>
              <a:rPr lang="en-US" dirty="0" err="1"/>
              <a:t>dio</a:t>
            </a:r>
            <a:r>
              <a:rPr lang="en-US" dirty="0"/>
              <a:t> </a:t>
            </a:r>
            <a:r>
              <a:rPr lang="en-US" dirty="0" err="1"/>
              <a:t>ipiet</a:t>
            </a:r>
            <a:r>
              <a:rPr lang="en-US" dirty="0"/>
              <a:t> qui </a:t>
            </a:r>
            <a:r>
              <a:rPr lang="en-US" dirty="0" err="1"/>
              <a:t>equistion</a:t>
            </a:r>
            <a:r>
              <a:rPr lang="en-US" dirty="0"/>
              <a:t> nobis </a:t>
            </a:r>
            <a:r>
              <a:rPr lang="en-US" dirty="0" err="1"/>
              <a:t>dolupturi</a:t>
            </a:r>
            <a:r>
              <a:rPr lang="en-US" dirty="0"/>
              <a:t> qui </a:t>
            </a:r>
            <a:r>
              <a:rPr lang="en-US" dirty="0" err="1"/>
              <a:t>adiatem</a:t>
            </a:r>
            <a:r>
              <a:rPr lang="en-US" dirty="0"/>
              <a:t> </a:t>
            </a:r>
            <a:r>
              <a:rPr lang="en-US" dirty="0" err="1"/>
              <a:t>tati</a:t>
            </a:r>
            <a:r>
              <a:rPr lang="en-US" dirty="0"/>
              <a:t> </a:t>
            </a:r>
            <a:r>
              <a:rPr lang="en-US" dirty="0" err="1"/>
              <a:t>oressequis</a:t>
            </a:r>
            <a:r>
              <a:rPr lang="en-US" dirty="0"/>
              <a:t> </a:t>
            </a:r>
            <a:r>
              <a:rPr lang="en-US" dirty="0" err="1"/>
              <a:t>aut</a:t>
            </a:r>
            <a:r>
              <a:rPr lang="en-US" dirty="0"/>
              <a:t> et </a:t>
            </a:r>
            <a:r>
              <a:rPr lang="en-US" dirty="0" err="1"/>
              <a:t>aut</a:t>
            </a:r>
            <a:r>
              <a:rPr lang="en-US" dirty="0"/>
              <a:t> </a:t>
            </a:r>
            <a:r>
              <a:rPr lang="en-US" dirty="0" err="1"/>
              <a:t>aut</a:t>
            </a:r>
            <a:r>
              <a:rPr lang="en-US" dirty="0"/>
              <a:t> </a:t>
            </a:r>
            <a:r>
              <a:rPr lang="en-US" dirty="0" err="1"/>
              <a:t>aperatiatest</a:t>
            </a:r>
            <a:r>
              <a:rPr lang="en-US" dirty="0"/>
              <a:t>.</a:t>
            </a:r>
          </a:p>
          <a:p>
            <a:pPr lvl="1"/>
            <a:r>
              <a:rPr lang="en-US" dirty="0"/>
              <a:t>Qui </a:t>
            </a:r>
            <a:r>
              <a:rPr lang="en-US" dirty="0" err="1"/>
              <a:t>doluptatem</a:t>
            </a:r>
            <a:r>
              <a:rPr lang="en-US" dirty="0"/>
              <a:t> et </a:t>
            </a:r>
            <a:r>
              <a:rPr lang="en-US" dirty="0" err="1"/>
              <a:t>repudis</a:t>
            </a:r>
            <a:r>
              <a:rPr lang="en-US" dirty="0"/>
              <a:t> </a:t>
            </a:r>
            <a:r>
              <a:rPr lang="en-US" dirty="0" err="1"/>
              <a:t>moloren</a:t>
            </a:r>
            <a:r>
              <a:rPr lang="en-US" dirty="0"/>
              <a:t> </a:t>
            </a:r>
            <a:r>
              <a:rPr lang="en-US" dirty="0" err="1"/>
              <a:t>dipsam</a:t>
            </a:r>
            <a:r>
              <a:rPr lang="en-US" dirty="0"/>
              <a:t>, </a:t>
            </a:r>
            <a:r>
              <a:rPr lang="en-US" dirty="0" err="1"/>
              <a:t>te</a:t>
            </a:r>
            <a:r>
              <a:rPr lang="en-US" dirty="0"/>
              <a:t> lab </a:t>
            </a:r>
            <a:r>
              <a:rPr lang="en-US" dirty="0" err="1"/>
              <a:t>iminvel</a:t>
            </a:r>
            <a:r>
              <a:rPr lang="en-US" dirty="0"/>
              <a:t> </a:t>
            </a:r>
            <a:r>
              <a:rPr lang="en-US" dirty="0" err="1"/>
              <a:t>iberibus</a:t>
            </a:r>
            <a:r>
              <a:rPr lang="en-US" dirty="0"/>
              <a:t> </a:t>
            </a:r>
            <a:r>
              <a:rPr lang="en-US" dirty="0" err="1"/>
              <a:t>dolorum</a:t>
            </a:r>
            <a:r>
              <a:rPr lang="en-US" dirty="0"/>
              <a:t> qui </a:t>
            </a:r>
            <a:r>
              <a:rPr lang="en-US" dirty="0" err="1"/>
              <a:t>dolorernati</a:t>
            </a:r>
            <a:r>
              <a:rPr lang="en-US" dirty="0"/>
              <a:t> </a:t>
            </a:r>
            <a:r>
              <a:rPr lang="en-US" dirty="0" err="1"/>
              <a:t>verferum</a:t>
            </a:r>
            <a:endParaRPr lang="en-US" dirty="0"/>
          </a:p>
          <a:p>
            <a:pPr lvl="2"/>
            <a:r>
              <a:rPr lang="en-US" dirty="0" err="1"/>
              <a:t>Erumquas</a:t>
            </a:r>
            <a:r>
              <a:rPr lang="en-US" dirty="0"/>
              <a:t> </a:t>
            </a:r>
            <a:r>
              <a:rPr lang="en-US" dirty="0" err="1"/>
              <a:t>minulla</a:t>
            </a:r>
            <a:r>
              <a:rPr lang="en-US" dirty="0"/>
              <a:t> </a:t>
            </a:r>
            <a:r>
              <a:rPr lang="en-US" dirty="0" err="1"/>
              <a:t>borrovit</a:t>
            </a:r>
            <a:r>
              <a:rPr lang="en-US" dirty="0"/>
              <a:t> </a:t>
            </a:r>
            <a:r>
              <a:rPr lang="en-US" dirty="0" err="1"/>
              <a:t>assimi</a:t>
            </a:r>
            <a:r>
              <a:rPr lang="en-US" dirty="0"/>
              <a:t>, </a:t>
            </a:r>
            <a:r>
              <a:rPr lang="en-US" dirty="0" err="1"/>
              <a:t>toratem</a:t>
            </a:r>
            <a:r>
              <a:rPr lang="en-US" dirty="0"/>
              <a:t> </a:t>
            </a:r>
            <a:r>
              <a:rPr lang="en-US" dirty="0" err="1"/>
              <a:t>sant</a:t>
            </a:r>
            <a:r>
              <a:rPr lang="en-US" dirty="0"/>
              <a:t> </a:t>
            </a:r>
            <a:r>
              <a:rPr lang="en-US" dirty="0" err="1"/>
              <a:t>officiisse</a:t>
            </a:r>
            <a:r>
              <a:rPr lang="en-US" dirty="0"/>
              <a:t> </a:t>
            </a:r>
            <a:r>
              <a:rPr lang="en-US" dirty="0" err="1"/>
              <a:t>natium</a:t>
            </a:r>
            <a:r>
              <a:rPr lang="en-US" dirty="0"/>
              <a:t> re </a:t>
            </a:r>
            <a:r>
              <a:rPr lang="en-US" dirty="0" err="1"/>
              <a:t>velitate</a:t>
            </a:r>
            <a:r>
              <a:rPr lang="en-US" dirty="0"/>
              <a:t> que </a:t>
            </a:r>
            <a:r>
              <a:rPr lang="en-US" dirty="0" err="1"/>
              <a:t>volupti</a:t>
            </a:r>
            <a:r>
              <a:rPr lang="en-US" dirty="0"/>
              <a:t> </a:t>
            </a:r>
            <a:r>
              <a:rPr lang="en-US" dirty="0" err="1"/>
              <a:t>busda</a:t>
            </a:r>
            <a:endParaRPr lang="en-US" dirty="0"/>
          </a:p>
        </p:txBody>
      </p:sp>
      <p:sp>
        <p:nvSpPr>
          <p:cNvPr id="5" name="Content Placeholder 4">
            <a:extLst>
              <a:ext uri="{FF2B5EF4-FFF2-40B4-BE49-F238E27FC236}">
                <a16:creationId xmlns:a16="http://schemas.microsoft.com/office/drawing/2014/main" id="{946F7BEF-0979-BE82-64B5-A2E9265D6B21}"/>
              </a:ext>
            </a:extLst>
          </p:cNvPr>
          <p:cNvSpPr>
            <a:spLocks noGrp="1"/>
          </p:cNvSpPr>
          <p:nvPr>
            <p:ph sz="quarter" idx="25"/>
          </p:nvPr>
        </p:nvSpPr>
        <p:spPr>
          <a:xfrm>
            <a:off x="6194426" y="2425701"/>
            <a:ext cx="2619375" cy="3441699"/>
          </a:xfrm>
        </p:spPr>
        <p:txBody>
          <a:bodyPr>
            <a:normAutofit/>
          </a:bodyPr>
          <a:lstStyle/>
          <a:p>
            <a:r>
              <a:rPr lang="en-US" dirty="0" err="1"/>
              <a:t>Essint</a:t>
            </a:r>
            <a:r>
              <a:rPr lang="en-US" dirty="0"/>
              <a:t> ex et </a:t>
            </a:r>
            <a:r>
              <a:rPr lang="en-US" dirty="0" err="1"/>
              <a:t>aut</a:t>
            </a:r>
            <a:r>
              <a:rPr lang="en-US" dirty="0"/>
              <a:t> </a:t>
            </a:r>
            <a:r>
              <a:rPr lang="en-US" dirty="0" err="1"/>
              <a:t>ea</a:t>
            </a:r>
            <a:r>
              <a:rPr lang="en-US" dirty="0"/>
              <a:t> nim re ped </a:t>
            </a:r>
            <a:r>
              <a:rPr lang="en-US" dirty="0" err="1"/>
              <a:t>utemporibus</a:t>
            </a:r>
            <a:r>
              <a:rPr lang="en-US" dirty="0"/>
              <a:t>, </a:t>
            </a:r>
            <a:r>
              <a:rPr lang="en-US" dirty="0" err="1"/>
              <a:t>simendestrum</a:t>
            </a:r>
            <a:r>
              <a:rPr lang="en-US" dirty="0"/>
              <a:t> alit </a:t>
            </a:r>
            <a:r>
              <a:rPr lang="en-US" dirty="0" err="1"/>
              <a:t>esto</a:t>
            </a:r>
            <a:r>
              <a:rPr lang="en-US" dirty="0"/>
              <a:t> </a:t>
            </a:r>
            <a:r>
              <a:rPr lang="en-US" dirty="0" err="1"/>
              <a:t>temque</a:t>
            </a:r>
            <a:r>
              <a:rPr lang="en-US" dirty="0"/>
              <a:t> </a:t>
            </a:r>
            <a:r>
              <a:rPr lang="en-US" dirty="0" err="1"/>
              <a:t>volut</a:t>
            </a:r>
            <a:r>
              <a:rPr lang="en-US" dirty="0"/>
              <a:t> </a:t>
            </a:r>
            <a:r>
              <a:rPr lang="en-US" dirty="0" err="1"/>
              <a:t>aut</a:t>
            </a:r>
            <a:r>
              <a:rPr lang="en-US" dirty="0"/>
              <a:t> </a:t>
            </a:r>
            <a:r>
              <a:rPr lang="en-US" dirty="0" err="1"/>
              <a:t>doluptatur</a:t>
            </a:r>
            <a:r>
              <a:rPr lang="en-US" dirty="0"/>
              <a:t> </a:t>
            </a:r>
            <a:r>
              <a:rPr lang="en-US" dirty="0" err="1"/>
              <a:t>repero</a:t>
            </a:r>
            <a:r>
              <a:rPr lang="en-US" dirty="0"/>
              <a:t> beatus </a:t>
            </a:r>
            <a:r>
              <a:rPr lang="en-US" dirty="0" err="1"/>
              <a:t>aut</a:t>
            </a:r>
            <a:r>
              <a:rPr lang="en-US" dirty="0"/>
              <a:t> </a:t>
            </a:r>
            <a:r>
              <a:rPr lang="en-US" dirty="0" err="1"/>
              <a:t>dio</a:t>
            </a:r>
            <a:r>
              <a:rPr lang="en-US" dirty="0"/>
              <a:t> </a:t>
            </a:r>
            <a:r>
              <a:rPr lang="en-US" dirty="0" err="1"/>
              <a:t>ipiet</a:t>
            </a:r>
            <a:r>
              <a:rPr lang="en-US" dirty="0"/>
              <a:t> qui </a:t>
            </a:r>
            <a:r>
              <a:rPr lang="en-US" dirty="0" err="1"/>
              <a:t>oressequis</a:t>
            </a:r>
            <a:r>
              <a:rPr lang="en-US" dirty="0"/>
              <a:t> </a:t>
            </a:r>
            <a:r>
              <a:rPr lang="en-US" dirty="0" err="1"/>
              <a:t>aut</a:t>
            </a:r>
            <a:r>
              <a:rPr lang="en-US" dirty="0"/>
              <a:t> et </a:t>
            </a:r>
            <a:r>
              <a:rPr lang="en-US" dirty="0" err="1"/>
              <a:t>aut</a:t>
            </a:r>
            <a:r>
              <a:rPr lang="en-US" dirty="0"/>
              <a:t> </a:t>
            </a:r>
            <a:r>
              <a:rPr lang="en-US" dirty="0" err="1"/>
              <a:t>aut</a:t>
            </a:r>
            <a:r>
              <a:rPr lang="en-US" dirty="0"/>
              <a:t> </a:t>
            </a:r>
            <a:r>
              <a:rPr lang="en-US" dirty="0" err="1"/>
              <a:t>aperatiatest</a:t>
            </a:r>
            <a:r>
              <a:rPr lang="en-US" dirty="0"/>
              <a:t>.</a:t>
            </a:r>
          </a:p>
          <a:p>
            <a:pPr lvl="1"/>
            <a:r>
              <a:rPr lang="en-US" dirty="0"/>
              <a:t>Qui </a:t>
            </a:r>
            <a:r>
              <a:rPr lang="en-US" dirty="0" err="1"/>
              <a:t>doluptatem</a:t>
            </a:r>
            <a:r>
              <a:rPr lang="en-US" dirty="0"/>
              <a:t> et </a:t>
            </a:r>
            <a:r>
              <a:rPr lang="en-US" dirty="0" err="1"/>
              <a:t>repudis</a:t>
            </a:r>
            <a:r>
              <a:rPr lang="en-US" dirty="0"/>
              <a:t> </a:t>
            </a:r>
            <a:r>
              <a:rPr lang="en-US" dirty="0" err="1"/>
              <a:t>moloren</a:t>
            </a:r>
            <a:r>
              <a:rPr lang="en-US" dirty="0"/>
              <a:t> </a:t>
            </a:r>
            <a:r>
              <a:rPr lang="en-US" dirty="0" err="1"/>
              <a:t>dipsam</a:t>
            </a:r>
            <a:r>
              <a:rPr lang="en-US" dirty="0"/>
              <a:t>, </a:t>
            </a:r>
            <a:r>
              <a:rPr lang="en-US" dirty="0" err="1"/>
              <a:t>te</a:t>
            </a:r>
            <a:r>
              <a:rPr lang="en-US" dirty="0"/>
              <a:t> lab </a:t>
            </a:r>
            <a:r>
              <a:rPr lang="en-US" dirty="0" err="1"/>
              <a:t>iminvel</a:t>
            </a:r>
            <a:r>
              <a:rPr lang="en-US" dirty="0"/>
              <a:t> </a:t>
            </a:r>
            <a:r>
              <a:rPr lang="en-US" dirty="0" err="1"/>
              <a:t>iberibus</a:t>
            </a:r>
            <a:r>
              <a:rPr lang="en-US" dirty="0"/>
              <a:t> </a:t>
            </a:r>
            <a:r>
              <a:rPr lang="en-US" dirty="0" err="1"/>
              <a:t>dolorum</a:t>
            </a:r>
            <a:r>
              <a:rPr lang="en-US" dirty="0"/>
              <a:t> qui </a:t>
            </a:r>
            <a:r>
              <a:rPr lang="en-US" dirty="0" err="1"/>
              <a:t>dolorernati</a:t>
            </a:r>
            <a:r>
              <a:rPr lang="en-US" dirty="0"/>
              <a:t> </a:t>
            </a:r>
            <a:r>
              <a:rPr lang="en-US" dirty="0" err="1"/>
              <a:t>verferum</a:t>
            </a:r>
            <a:endParaRPr lang="en-US" dirty="0"/>
          </a:p>
          <a:p>
            <a:pPr lvl="2"/>
            <a:r>
              <a:rPr lang="en-US" dirty="0" err="1"/>
              <a:t>Erumquas</a:t>
            </a:r>
            <a:r>
              <a:rPr lang="en-US" dirty="0"/>
              <a:t> </a:t>
            </a:r>
            <a:r>
              <a:rPr lang="en-US" dirty="0" err="1"/>
              <a:t>minulla</a:t>
            </a:r>
            <a:r>
              <a:rPr lang="en-US" dirty="0"/>
              <a:t> </a:t>
            </a:r>
            <a:r>
              <a:rPr lang="en-US" dirty="0" err="1"/>
              <a:t>borrovit</a:t>
            </a:r>
            <a:r>
              <a:rPr lang="en-US" dirty="0"/>
              <a:t> </a:t>
            </a:r>
            <a:r>
              <a:rPr lang="en-US" dirty="0" err="1"/>
              <a:t>assimi</a:t>
            </a:r>
            <a:r>
              <a:rPr lang="en-US" dirty="0"/>
              <a:t>, </a:t>
            </a:r>
            <a:r>
              <a:rPr lang="en-US" dirty="0" err="1"/>
              <a:t>toratem</a:t>
            </a:r>
            <a:r>
              <a:rPr lang="en-US" dirty="0"/>
              <a:t> </a:t>
            </a:r>
            <a:r>
              <a:rPr lang="en-US" dirty="0" err="1"/>
              <a:t>sant</a:t>
            </a:r>
            <a:r>
              <a:rPr lang="en-US" dirty="0"/>
              <a:t> </a:t>
            </a:r>
            <a:r>
              <a:rPr lang="en-US" dirty="0" err="1"/>
              <a:t>officiisse</a:t>
            </a:r>
            <a:r>
              <a:rPr lang="en-US" dirty="0"/>
              <a:t> </a:t>
            </a:r>
            <a:r>
              <a:rPr lang="en-US" dirty="0" err="1"/>
              <a:t>natium</a:t>
            </a:r>
            <a:r>
              <a:rPr lang="en-US" dirty="0"/>
              <a:t> re </a:t>
            </a:r>
            <a:r>
              <a:rPr lang="en-US" dirty="0" err="1"/>
              <a:t>velitate</a:t>
            </a:r>
            <a:r>
              <a:rPr lang="en-US" dirty="0"/>
              <a:t> que </a:t>
            </a:r>
            <a:r>
              <a:rPr lang="en-US" dirty="0" err="1"/>
              <a:t>volupti</a:t>
            </a:r>
            <a:r>
              <a:rPr lang="en-US" dirty="0"/>
              <a:t> </a:t>
            </a:r>
            <a:r>
              <a:rPr lang="en-US" dirty="0" err="1"/>
              <a:t>busda</a:t>
            </a:r>
            <a:endParaRPr lang="en-US" dirty="0"/>
          </a:p>
        </p:txBody>
      </p:sp>
      <p:sp>
        <p:nvSpPr>
          <p:cNvPr id="13" name="Text Placeholder 12">
            <a:extLst>
              <a:ext uri="{FF2B5EF4-FFF2-40B4-BE49-F238E27FC236}">
                <a16:creationId xmlns:a16="http://schemas.microsoft.com/office/drawing/2014/main" id="{DF8580BD-70D2-806F-C99C-20A8FF003F6D}"/>
              </a:ext>
            </a:extLst>
          </p:cNvPr>
          <p:cNvSpPr>
            <a:spLocks noGrp="1"/>
          </p:cNvSpPr>
          <p:nvPr>
            <p:ph type="body" sz="quarter" idx="29"/>
          </p:nvPr>
        </p:nvSpPr>
        <p:spPr>
          <a:xfrm>
            <a:off x="546100" y="1849436"/>
            <a:ext cx="2619375" cy="296861"/>
          </a:xfrm>
        </p:spPr>
        <p:txBody>
          <a:bodyPr/>
          <a:lstStyle/>
          <a:p>
            <a:r>
              <a:rPr lang="en-US" dirty="0"/>
              <a:t>H3 Heading</a:t>
            </a:r>
          </a:p>
        </p:txBody>
      </p:sp>
      <p:sp>
        <p:nvSpPr>
          <p:cNvPr id="2" name="Text Placeholder 1">
            <a:extLst>
              <a:ext uri="{FF2B5EF4-FFF2-40B4-BE49-F238E27FC236}">
                <a16:creationId xmlns:a16="http://schemas.microsoft.com/office/drawing/2014/main" id="{C2B28C6A-6593-9352-F1AD-F4DD60FDDC58}"/>
              </a:ext>
            </a:extLst>
          </p:cNvPr>
          <p:cNvSpPr>
            <a:spLocks noGrp="1"/>
          </p:cNvSpPr>
          <p:nvPr>
            <p:ph type="body" sz="quarter" idx="30"/>
          </p:nvPr>
        </p:nvSpPr>
        <p:spPr>
          <a:xfrm>
            <a:off x="3367089" y="1849438"/>
            <a:ext cx="2625725" cy="296860"/>
          </a:xfrm>
        </p:spPr>
        <p:txBody>
          <a:bodyPr>
            <a:noAutofit/>
          </a:bodyPr>
          <a:lstStyle/>
          <a:p>
            <a:r>
              <a:rPr lang="en-US" dirty="0"/>
              <a:t>H3 Heading</a:t>
            </a:r>
          </a:p>
        </p:txBody>
      </p:sp>
      <p:sp>
        <p:nvSpPr>
          <p:cNvPr id="12" name="Text Placeholder 11">
            <a:extLst>
              <a:ext uri="{FF2B5EF4-FFF2-40B4-BE49-F238E27FC236}">
                <a16:creationId xmlns:a16="http://schemas.microsoft.com/office/drawing/2014/main" id="{440D22BD-364A-BAE8-387F-F324966406CA}"/>
              </a:ext>
            </a:extLst>
          </p:cNvPr>
          <p:cNvSpPr>
            <a:spLocks noGrp="1"/>
          </p:cNvSpPr>
          <p:nvPr>
            <p:ph type="body" sz="quarter" idx="31"/>
          </p:nvPr>
        </p:nvSpPr>
        <p:spPr>
          <a:xfrm>
            <a:off x="6194426" y="1849438"/>
            <a:ext cx="2619375" cy="296860"/>
          </a:xfrm>
        </p:spPr>
        <p:txBody>
          <a:bodyPr/>
          <a:lstStyle/>
          <a:p>
            <a:r>
              <a:rPr lang="en-US" dirty="0"/>
              <a:t>H3 Heading</a:t>
            </a:r>
          </a:p>
        </p:txBody>
      </p:sp>
      <p:sp>
        <p:nvSpPr>
          <p:cNvPr id="10" name="Content Placeholder 9">
            <a:extLst>
              <a:ext uri="{FF2B5EF4-FFF2-40B4-BE49-F238E27FC236}">
                <a16:creationId xmlns:a16="http://schemas.microsoft.com/office/drawing/2014/main" id="{3F913357-A944-98DF-5B22-D79AA5673E78}"/>
              </a:ext>
            </a:extLst>
          </p:cNvPr>
          <p:cNvSpPr>
            <a:spLocks noGrp="1"/>
          </p:cNvSpPr>
          <p:nvPr>
            <p:ph sz="quarter" idx="32"/>
          </p:nvPr>
        </p:nvSpPr>
        <p:spPr>
          <a:xfrm>
            <a:off x="9015415" y="2425700"/>
            <a:ext cx="2622548" cy="3441700"/>
          </a:xfrm>
        </p:spPr>
        <p:txBody>
          <a:bodyPr>
            <a:normAutofit/>
          </a:bodyPr>
          <a:lstStyle/>
          <a:p>
            <a:r>
              <a:rPr lang="en-US" dirty="0" err="1"/>
              <a:t>Essint</a:t>
            </a:r>
            <a:r>
              <a:rPr lang="en-US" dirty="0"/>
              <a:t> ex et </a:t>
            </a:r>
            <a:r>
              <a:rPr lang="en-US" dirty="0" err="1"/>
              <a:t>aut</a:t>
            </a:r>
            <a:r>
              <a:rPr lang="en-US" dirty="0"/>
              <a:t> </a:t>
            </a:r>
            <a:r>
              <a:rPr lang="en-US" dirty="0" err="1"/>
              <a:t>ea</a:t>
            </a:r>
            <a:r>
              <a:rPr lang="en-US" dirty="0"/>
              <a:t> nim re ped </a:t>
            </a:r>
            <a:r>
              <a:rPr lang="en-US" dirty="0" err="1"/>
              <a:t>utemporibus</a:t>
            </a:r>
            <a:r>
              <a:rPr lang="en-US" dirty="0"/>
              <a:t>, </a:t>
            </a:r>
            <a:r>
              <a:rPr lang="en-US" dirty="0" err="1"/>
              <a:t>simendestrum</a:t>
            </a:r>
            <a:r>
              <a:rPr lang="en-US" dirty="0"/>
              <a:t> alit </a:t>
            </a:r>
            <a:r>
              <a:rPr lang="en-US" dirty="0" err="1"/>
              <a:t>esto</a:t>
            </a:r>
            <a:r>
              <a:rPr lang="en-US" dirty="0"/>
              <a:t> nobis </a:t>
            </a:r>
            <a:r>
              <a:rPr lang="en-US" dirty="0" err="1"/>
              <a:t>dolupturi</a:t>
            </a:r>
            <a:r>
              <a:rPr lang="en-US" dirty="0"/>
              <a:t> qui </a:t>
            </a:r>
            <a:r>
              <a:rPr lang="en-US" dirty="0" err="1"/>
              <a:t>adiatem</a:t>
            </a:r>
            <a:r>
              <a:rPr lang="en-US" dirty="0"/>
              <a:t> </a:t>
            </a:r>
            <a:r>
              <a:rPr lang="en-US" dirty="0" err="1"/>
              <a:t>tati</a:t>
            </a:r>
            <a:r>
              <a:rPr lang="en-US" dirty="0"/>
              <a:t> </a:t>
            </a:r>
            <a:r>
              <a:rPr lang="en-US" dirty="0" err="1"/>
              <a:t>oressequis</a:t>
            </a:r>
            <a:r>
              <a:rPr lang="en-US" dirty="0"/>
              <a:t> </a:t>
            </a:r>
            <a:r>
              <a:rPr lang="en-US" dirty="0" err="1"/>
              <a:t>aut</a:t>
            </a:r>
            <a:r>
              <a:rPr lang="en-US" dirty="0"/>
              <a:t> et </a:t>
            </a:r>
            <a:r>
              <a:rPr lang="en-US" dirty="0" err="1"/>
              <a:t>aut</a:t>
            </a:r>
            <a:r>
              <a:rPr lang="en-US" dirty="0"/>
              <a:t> </a:t>
            </a:r>
            <a:r>
              <a:rPr lang="en-US" dirty="0" err="1"/>
              <a:t>aut</a:t>
            </a:r>
            <a:r>
              <a:rPr lang="en-US" dirty="0"/>
              <a:t> </a:t>
            </a:r>
            <a:r>
              <a:rPr lang="en-US" dirty="0" err="1"/>
              <a:t>aperatiatest</a:t>
            </a:r>
            <a:r>
              <a:rPr lang="en-US" dirty="0"/>
              <a:t>.</a:t>
            </a:r>
          </a:p>
          <a:p>
            <a:pPr lvl="1"/>
            <a:r>
              <a:rPr lang="en-US" dirty="0"/>
              <a:t>Qui </a:t>
            </a:r>
            <a:r>
              <a:rPr lang="en-US" dirty="0" err="1"/>
              <a:t>doluptatem</a:t>
            </a:r>
            <a:r>
              <a:rPr lang="en-US" dirty="0"/>
              <a:t> et </a:t>
            </a:r>
            <a:r>
              <a:rPr lang="en-US" dirty="0" err="1"/>
              <a:t>repudis</a:t>
            </a:r>
            <a:r>
              <a:rPr lang="en-US" dirty="0"/>
              <a:t> </a:t>
            </a:r>
            <a:r>
              <a:rPr lang="en-US" dirty="0" err="1"/>
              <a:t>moloren</a:t>
            </a:r>
            <a:r>
              <a:rPr lang="en-US" dirty="0"/>
              <a:t> </a:t>
            </a:r>
            <a:r>
              <a:rPr lang="en-US" dirty="0" err="1"/>
              <a:t>dipsam</a:t>
            </a:r>
            <a:r>
              <a:rPr lang="en-US" dirty="0"/>
              <a:t>, </a:t>
            </a:r>
            <a:r>
              <a:rPr lang="en-US" dirty="0" err="1"/>
              <a:t>te</a:t>
            </a:r>
            <a:r>
              <a:rPr lang="en-US" dirty="0"/>
              <a:t> lab </a:t>
            </a:r>
            <a:r>
              <a:rPr lang="en-US" dirty="0" err="1"/>
              <a:t>iminvel</a:t>
            </a:r>
            <a:r>
              <a:rPr lang="en-US" dirty="0"/>
              <a:t> </a:t>
            </a:r>
            <a:r>
              <a:rPr lang="en-US" dirty="0" err="1"/>
              <a:t>iberibus</a:t>
            </a:r>
            <a:r>
              <a:rPr lang="en-US" dirty="0"/>
              <a:t> </a:t>
            </a:r>
            <a:r>
              <a:rPr lang="en-US" dirty="0" err="1"/>
              <a:t>dolorum</a:t>
            </a:r>
            <a:r>
              <a:rPr lang="en-US" dirty="0"/>
              <a:t> qui </a:t>
            </a:r>
            <a:r>
              <a:rPr lang="en-US" dirty="0" err="1"/>
              <a:t>dolorernati</a:t>
            </a:r>
            <a:r>
              <a:rPr lang="en-US" dirty="0"/>
              <a:t> </a:t>
            </a:r>
            <a:r>
              <a:rPr lang="en-US" dirty="0" err="1"/>
              <a:t>verferum</a:t>
            </a:r>
            <a:endParaRPr lang="en-US" dirty="0"/>
          </a:p>
          <a:p>
            <a:pPr lvl="2"/>
            <a:r>
              <a:rPr lang="en-US" dirty="0" err="1"/>
              <a:t>Erumquas</a:t>
            </a:r>
            <a:r>
              <a:rPr lang="en-US" dirty="0"/>
              <a:t> </a:t>
            </a:r>
            <a:r>
              <a:rPr lang="en-US" dirty="0" err="1"/>
              <a:t>minulla</a:t>
            </a:r>
            <a:r>
              <a:rPr lang="en-US" dirty="0"/>
              <a:t> </a:t>
            </a:r>
            <a:r>
              <a:rPr lang="en-US" dirty="0" err="1"/>
              <a:t>borrovit</a:t>
            </a:r>
            <a:r>
              <a:rPr lang="en-US" dirty="0"/>
              <a:t> </a:t>
            </a:r>
            <a:r>
              <a:rPr lang="en-US" dirty="0" err="1"/>
              <a:t>assimi</a:t>
            </a:r>
            <a:r>
              <a:rPr lang="en-US" dirty="0"/>
              <a:t>, </a:t>
            </a:r>
            <a:r>
              <a:rPr lang="en-US" dirty="0" err="1"/>
              <a:t>toratem</a:t>
            </a:r>
            <a:r>
              <a:rPr lang="en-US" dirty="0"/>
              <a:t> </a:t>
            </a:r>
            <a:r>
              <a:rPr lang="en-US" dirty="0" err="1"/>
              <a:t>sant</a:t>
            </a:r>
            <a:r>
              <a:rPr lang="en-US" dirty="0"/>
              <a:t> </a:t>
            </a:r>
            <a:r>
              <a:rPr lang="en-US" dirty="0" err="1"/>
              <a:t>officiisse</a:t>
            </a:r>
            <a:r>
              <a:rPr lang="en-US" dirty="0"/>
              <a:t> </a:t>
            </a:r>
            <a:r>
              <a:rPr lang="en-US" dirty="0" err="1"/>
              <a:t>natium</a:t>
            </a:r>
            <a:r>
              <a:rPr lang="en-US" dirty="0"/>
              <a:t> re </a:t>
            </a:r>
            <a:r>
              <a:rPr lang="en-US" dirty="0" err="1"/>
              <a:t>velitate</a:t>
            </a:r>
            <a:r>
              <a:rPr lang="en-US" dirty="0"/>
              <a:t> que </a:t>
            </a:r>
            <a:r>
              <a:rPr lang="en-US" dirty="0" err="1"/>
              <a:t>volupti</a:t>
            </a:r>
            <a:r>
              <a:rPr lang="en-US" dirty="0"/>
              <a:t> </a:t>
            </a:r>
            <a:r>
              <a:rPr lang="en-US" dirty="0" err="1"/>
              <a:t>busda</a:t>
            </a:r>
            <a:endParaRPr lang="en-US" dirty="0"/>
          </a:p>
        </p:txBody>
      </p:sp>
      <p:sp>
        <p:nvSpPr>
          <p:cNvPr id="20" name="Text Placeholder 19">
            <a:extLst>
              <a:ext uri="{FF2B5EF4-FFF2-40B4-BE49-F238E27FC236}">
                <a16:creationId xmlns:a16="http://schemas.microsoft.com/office/drawing/2014/main" id="{7E87B06B-8724-914D-A702-EB8BF25616A2}"/>
              </a:ext>
            </a:extLst>
          </p:cNvPr>
          <p:cNvSpPr>
            <a:spLocks noGrp="1"/>
          </p:cNvSpPr>
          <p:nvPr>
            <p:ph type="body" sz="quarter" idx="33"/>
          </p:nvPr>
        </p:nvSpPr>
        <p:spPr>
          <a:xfrm>
            <a:off x="9015412" y="1849436"/>
            <a:ext cx="2622549" cy="296862"/>
          </a:xfrm>
        </p:spPr>
        <p:txBody>
          <a:bodyPr/>
          <a:lstStyle/>
          <a:p>
            <a:r>
              <a:rPr lang="en-US" dirty="0"/>
              <a:t>H3 Heading</a:t>
            </a:r>
          </a:p>
        </p:txBody>
      </p:sp>
      <p:cxnSp>
        <p:nvCxnSpPr>
          <p:cNvPr id="22" name="Straight Connector 21">
            <a:extLst>
              <a:ext uri="{FF2B5EF4-FFF2-40B4-BE49-F238E27FC236}">
                <a16:creationId xmlns:a16="http://schemas.microsoft.com/office/drawing/2014/main" id="{F6D927DD-8384-BF60-3AEA-D33D383B5FC3}"/>
              </a:ext>
            </a:extLst>
          </p:cNvPr>
          <p:cNvCxnSpPr>
            <a:cxnSpLocks/>
          </p:cNvCxnSpPr>
          <p:nvPr/>
        </p:nvCxnSpPr>
        <p:spPr>
          <a:xfrm>
            <a:off x="546100" y="2279650"/>
            <a:ext cx="2627313" cy="0"/>
          </a:xfrm>
          <a:prstGeom prst="line">
            <a:avLst/>
          </a:prstGeom>
          <a:ln w="12700">
            <a:solidFill>
              <a:schemeClr val="accent5">
                <a:lumMod val="40000"/>
                <a:lumOff val="60000"/>
              </a:schemeClr>
            </a:solidFill>
          </a:ln>
        </p:spPr>
        <p:style>
          <a:lnRef idx="1">
            <a:schemeClr val="dk1"/>
          </a:lnRef>
          <a:fillRef idx="0">
            <a:schemeClr val="dk1"/>
          </a:fillRef>
          <a:effectRef idx="0">
            <a:schemeClr val="dk1"/>
          </a:effectRef>
          <a:fontRef idx="minor">
            <a:schemeClr val="tx1"/>
          </a:fontRef>
        </p:style>
      </p:cxnSp>
      <p:cxnSp>
        <p:nvCxnSpPr>
          <p:cNvPr id="24" name="Straight Connector 23">
            <a:extLst>
              <a:ext uri="{FF2B5EF4-FFF2-40B4-BE49-F238E27FC236}">
                <a16:creationId xmlns:a16="http://schemas.microsoft.com/office/drawing/2014/main" id="{30C7530B-FE57-40C1-CFCF-1C384F743D8C}"/>
              </a:ext>
            </a:extLst>
          </p:cNvPr>
          <p:cNvCxnSpPr>
            <a:cxnSpLocks/>
          </p:cNvCxnSpPr>
          <p:nvPr/>
        </p:nvCxnSpPr>
        <p:spPr>
          <a:xfrm>
            <a:off x="3354387" y="2279650"/>
            <a:ext cx="2627313" cy="0"/>
          </a:xfrm>
          <a:prstGeom prst="line">
            <a:avLst/>
          </a:prstGeom>
          <a:ln w="12700">
            <a:solidFill>
              <a:schemeClr val="accent5">
                <a:lumMod val="40000"/>
                <a:lumOff val="60000"/>
              </a:schemeClr>
            </a:solidFill>
          </a:ln>
        </p:spPr>
        <p:style>
          <a:lnRef idx="1">
            <a:schemeClr val="dk1"/>
          </a:lnRef>
          <a:fillRef idx="0">
            <a:schemeClr val="dk1"/>
          </a:fillRef>
          <a:effectRef idx="0">
            <a:schemeClr val="dk1"/>
          </a:effectRef>
          <a:fontRef idx="minor">
            <a:schemeClr val="tx1"/>
          </a:fontRef>
        </p:style>
      </p:cxnSp>
      <p:cxnSp>
        <p:nvCxnSpPr>
          <p:cNvPr id="25" name="Straight Connector 24">
            <a:extLst>
              <a:ext uri="{FF2B5EF4-FFF2-40B4-BE49-F238E27FC236}">
                <a16:creationId xmlns:a16="http://schemas.microsoft.com/office/drawing/2014/main" id="{35CF817A-3FCF-792D-E180-CC080C9F39CF}"/>
              </a:ext>
            </a:extLst>
          </p:cNvPr>
          <p:cNvCxnSpPr>
            <a:cxnSpLocks/>
          </p:cNvCxnSpPr>
          <p:nvPr/>
        </p:nvCxnSpPr>
        <p:spPr>
          <a:xfrm>
            <a:off x="6186487" y="2279650"/>
            <a:ext cx="2627313" cy="0"/>
          </a:xfrm>
          <a:prstGeom prst="line">
            <a:avLst/>
          </a:prstGeom>
          <a:ln w="12700">
            <a:solidFill>
              <a:schemeClr val="accent5">
                <a:lumMod val="40000"/>
                <a:lumOff val="60000"/>
              </a:schemeClr>
            </a:solidFill>
          </a:ln>
        </p:spPr>
        <p:style>
          <a:lnRef idx="1">
            <a:schemeClr val="dk1"/>
          </a:lnRef>
          <a:fillRef idx="0">
            <a:schemeClr val="dk1"/>
          </a:fillRef>
          <a:effectRef idx="0">
            <a:schemeClr val="dk1"/>
          </a:effectRef>
          <a:fontRef idx="minor">
            <a:schemeClr val="tx1"/>
          </a:fontRef>
        </p:style>
      </p:cxnSp>
      <p:cxnSp>
        <p:nvCxnSpPr>
          <p:cNvPr id="28" name="Straight Connector 27">
            <a:extLst>
              <a:ext uri="{FF2B5EF4-FFF2-40B4-BE49-F238E27FC236}">
                <a16:creationId xmlns:a16="http://schemas.microsoft.com/office/drawing/2014/main" id="{EC0759ED-899D-5DB6-BB1A-A2928B667D71}"/>
              </a:ext>
            </a:extLst>
          </p:cNvPr>
          <p:cNvCxnSpPr>
            <a:cxnSpLocks/>
          </p:cNvCxnSpPr>
          <p:nvPr/>
        </p:nvCxnSpPr>
        <p:spPr>
          <a:xfrm>
            <a:off x="9026525" y="2279650"/>
            <a:ext cx="2627313" cy="0"/>
          </a:xfrm>
          <a:prstGeom prst="line">
            <a:avLst/>
          </a:prstGeom>
          <a:ln w="12700">
            <a:solidFill>
              <a:schemeClr val="accent5">
                <a:lumMod val="40000"/>
                <a:lumOff val="60000"/>
              </a:schemeClr>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1761310801"/>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ext Placeholder 16">
            <a:extLst>
              <a:ext uri="{FF2B5EF4-FFF2-40B4-BE49-F238E27FC236}">
                <a16:creationId xmlns:a16="http://schemas.microsoft.com/office/drawing/2014/main" id="{BE64BFE5-D509-3EDC-1F1B-FD359CFACA1E}"/>
              </a:ext>
            </a:extLst>
          </p:cNvPr>
          <p:cNvSpPr>
            <a:spLocks noGrp="1"/>
          </p:cNvSpPr>
          <p:nvPr>
            <p:ph type="body" sz="quarter" idx="15"/>
          </p:nvPr>
        </p:nvSpPr>
        <p:spPr>
          <a:xfrm>
            <a:off x="3367087" y="1415038"/>
            <a:ext cx="8270876" cy="4171375"/>
          </a:xfrm>
        </p:spPr>
        <p:txBody>
          <a:bodyPr>
            <a:normAutofit/>
          </a:bodyPr>
          <a:lstStyle/>
          <a:p>
            <a:r>
              <a:rPr lang="en-US" dirty="0"/>
              <a:t>Main quote in Financier Display </a:t>
            </a:r>
            <a:r>
              <a:rPr lang="en-US" dirty="0" err="1"/>
              <a:t>Semibold</a:t>
            </a:r>
            <a:r>
              <a:rPr lang="en-US" dirty="0"/>
              <a:t> 42pt </a:t>
            </a:r>
            <a:r>
              <a:rPr lang="en-US" dirty="0" err="1"/>
              <a:t>velesto</a:t>
            </a:r>
            <a:r>
              <a:rPr lang="en-US" dirty="0"/>
              <a:t> </a:t>
            </a:r>
            <a:r>
              <a:rPr lang="en-US" dirty="0" err="1"/>
              <a:t>reperum</a:t>
            </a:r>
            <a:r>
              <a:rPr lang="en-US" dirty="0"/>
              <a:t>. </a:t>
            </a:r>
            <a:r>
              <a:rPr lang="en-US" dirty="0" err="1"/>
              <a:t>Vident</a:t>
            </a:r>
            <a:r>
              <a:rPr lang="en-US" dirty="0"/>
              <a:t> </a:t>
            </a:r>
            <a:r>
              <a:rPr lang="en-US" dirty="0" err="1"/>
              <a:t>alitatempel</a:t>
            </a:r>
            <a:r>
              <a:rPr lang="en-US" dirty="0"/>
              <a:t> </a:t>
            </a:r>
            <a:r>
              <a:rPr lang="en-US" dirty="0" err="1"/>
              <a:t>iunto</a:t>
            </a:r>
            <a:r>
              <a:rPr lang="en-US" dirty="0"/>
              <a:t> </a:t>
            </a:r>
            <a:r>
              <a:rPr lang="en-US" dirty="0" err="1"/>
              <a:t>blanduciet</a:t>
            </a:r>
            <a:r>
              <a:rPr lang="en-US" dirty="0"/>
              <a:t> </a:t>
            </a:r>
            <a:r>
              <a:rPr lang="en-US" dirty="0" err="1"/>
              <a:t>prempora</a:t>
            </a:r>
            <a:r>
              <a:rPr lang="en-US" dirty="0"/>
              <a:t> </a:t>
            </a:r>
            <a:r>
              <a:rPr lang="en-US" dirty="0" err="1"/>
              <a:t>comnihicia</a:t>
            </a:r>
            <a:r>
              <a:rPr lang="en-US" dirty="0"/>
              <a:t> </a:t>
            </a:r>
            <a:r>
              <a:rPr lang="en-US" dirty="0" err="1"/>
              <a:t>dolorruptae</a:t>
            </a:r>
            <a:r>
              <a:rPr lang="en-US" dirty="0"/>
              <a:t> </a:t>
            </a:r>
            <a:r>
              <a:rPr lang="en-US" dirty="0" err="1"/>
              <a:t>volorum</a:t>
            </a:r>
            <a:r>
              <a:rPr lang="en-US" dirty="0"/>
              <a:t>, </a:t>
            </a:r>
            <a:r>
              <a:rPr lang="en-US" dirty="0" err="1"/>
              <a:t>velectae</a:t>
            </a:r>
            <a:r>
              <a:rPr lang="en-US" dirty="0"/>
              <a:t> dem </a:t>
            </a:r>
            <a:r>
              <a:rPr lang="en-US" dirty="0" err="1"/>
              <a:t>harchil</a:t>
            </a:r>
            <a:r>
              <a:rPr lang="en-US" dirty="0"/>
              <a:t> </a:t>
            </a:r>
            <a:r>
              <a:rPr lang="en-US" dirty="0" err="1"/>
              <a:t>eum</a:t>
            </a:r>
            <a:r>
              <a:rPr lang="en-US" dirty="0"/>
              <a:t> rum lit </a:t>
            </a:r>
            <a:r>
              <a:rPr lang="en-US" dirty="0" err="1"/>
              <a:t>exped</a:t>
            </a:r>
            <a:r>
              <a:rPr lang="en-US" dirty="0"/>
              <a:t> </a:t>
            </a:r>
            <a:r>
              <a:rPr lang="en-US" dirty="0" err="1"/>
              <a:t>iunto</a:t>
            </a:r>
            <a:r>
              <a:rPr lang="en-US" dirty="0"/>
              <a:t> </a:t>
            </a:r>
            <a:r>
              <a:rPr lang="en-US" dirty="0" err="1"/>
              <a:t>blanduciet</a:t>
            </a:r>
            <a:r>
              <a:rPr lang="en-US" dirty="0"/>
              <a:t> </a:t>
            </a:r>
            <a:r>
              <a:rPr lang="en-US" dirty="0" err="1"/>
              <a:t>olupta</a:t>
            </a:r>
            <a:r>
              <a:rPr lang="en-US" dirty="0"/>
              <a:t>.</a:t>
            </a:r>
          </a:p>
          <a:p>
            <a:pPr lvl="1"/>
            <a:r>
              <a:rPr lang="en-US" dirty="0" err="1"/>
              <a:t>Firstname</a:t>
            </a:r>
            <a:r>
              <a:rPr lang="en-US" dirty="0"/>
              <a:t> </a:t>
            </a:r>
            <a:r>
              <a:rPr lang="en-US" dirty="0" err="1"/>
              <a:t>Lastname</a:t>
            </a:r>
            <a:r>
              <a:rPr lang="en-US" dirty="0"/>
              <a:t> in GT America Medium 24pt</a:t>
            </a:r>
          </a:p>
        </p:txBody>
      </p:sp>
      <p:sp>
        <p:nvSpPr>
          <p:cNvPr id="2" name="Footer Placeholder 1">
            <a:extLst>
              <a:ext uri="{FF2B5EF4-FFF2-40B4-BE49-F238E27FC236}">
                <a16:creationId xmlns:a16="http://schemas.microsoft.com/office/drawing/2014/main" id="{3EF53ADC-53CB-1D84-8C0E-FC8DA0AB4097}"/>
              </a:ext>
            </a:extLst>
          </p:cNvPr>
          <p:cNvSpPr>
            <a:spLocks noGrp="1"/>
          </p:cNvSpPr>
          <p:nvPr>
            <p:ph type="ftr" sz="quarter" idx="11"/>
          </p:nvPr>
        </p:nvSpPr>
        <p:spPr/>
        <p:txBody>
          <a:bodyPr/>
          <a:lstStyle/>
          <a:p>
            <a:r>
              <a:rPr lang="en-US"/>
              <a:t>See slide 12 for instructions on how to update footer</a:t>
            </a:r>
            <a:endParaRPr lang="en-US" dirty="0"/>
          </a:p>
        </p:txBody>
      </p:sp>
      <p:sp>
        <p:nvSpPr>
          <p:cNvPr id="3" name="Slide Number Placeholder 2">
            <a:extLst>
              <a:ext uri="{FF2B5EF4-FFF2-40B4-BE49-F238E27FC236}">
                <a16:creationId xmlns:a16="http://schemas.microsoft.com/office/drawing/2014/main" id="{31CAA01E-6111-8FC8-E8BB-8378E72F9A22}"/>
              </a:ext>
            </a:extLst>
          </p:cNvPr>
          <p:cNvSpPr>
            <a:spLocks noGrp="1"/>
          </p:cNvSpPr>
          <p:nvPr>
            <p:ph type="sldNum" sz="quarter" idx="12"/>
          </p:nvPr>
        </p:nvSpPr>
        <p:spPr/>
        <p:txBody>
          <a:bodyPr/>
          <a:lstStyle/>
          <a:p>
            <a:fld id="{862A5111-985B-C14D-9115-5787026182A8}" type="slidenum">
              <a:rPr lang="en-US" smtClean="0"/>
              <a:t>49</a:t>
            </a:fld>
            <a:endParaRPr lang="en-US"/>
          </a:p>
        </p:txBody>
      </p:sp>
    </p:spTree>
    <p:extLst>
      <p:ext uri="{BB962C8B-B14F-4D97-AF65-F5344CB8AC3E}">
        <p14:creationId xmlns:p14="http://schemas.microsoft.com/office/powerpoint/2010/main" val="3821844638"/>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CA8F1A-9DB7-0135-2E18-C457A98895F6}"/>
            </a:ext>
          </a:extLst>
        </p:cNvPr>
        <p:cNvGrpSpPr/>
        <p:nvPr/>
      </p:nvGrpSpPr>
      <p:grpSpPr>
        <a:xfrm>
          <a:off x="0" y="0"/>
          <a:ext cx="0" cy="0"/>
          <a:chOff x="0" y="0"/>
          <a:chExt cx="0" cy="0"/>
        </a:xfrm>
      </p:grpSpPr>
      <p:sp>
        <p:nvSpPr>
          <p:cNvPr id="2" name="Picture Placeholder 1">
            <a:extLst>
              <a:ext uri="{FF2B5EF4-FFF2-40B4-BE49-F238E27FC236}">
                <a16:creationId xmlns:a16="http://schemas.microsoft.com/office/drawing/2014/main" id="{F3A7EB5D-2266-E28B-585D-14296EEE07B1}"/>
              </a:ext>
            </a:extLst>
          </p:cNvPr>
          <p:cNvSpPr>
            <a:spLocks noGrp="1"/>
          </p:cNvSpPr>
          <p:nvPr>
            <p:ph type="pic" sz="quarter" idx="29"/>
          </p:nvPr>
        </p:nvSpPr>
        <p:spPr/>
        <p:txBody>
          <a:bodyPr/>
          <a:lstStyle/>
          <a:p>
            <a:endParaRPr lang="en-US"/>
          </a:p>
        </p:txBody>
      </p:sp>
      <p:sp>
        <p:nvSpPr>
          <p:cNvPr id="3" name="Text Placeholder 2">
            <a:extLst>
              <a:ext uri="{FF2B5EF4-FFF2-40B4-BE49-F238E27FC236}">
                <a16:creationId xmlns:a16="http://schemas.microsoft.com/office/drawing/2014/main" id="{28888F35-1CD9-4B78-5CD2-6FB923541BFA}"/>
              </a:ext>
            </a:extLst>
          </p:cNvPr>
          <p:cNvSpPr>
            <a:spLocks noGrp="1"/>
          </p:cNvSpPr>
          <p:nvPr>
            <p:ph type="body" sz="quarter" idx="42"/>
          </p:nvPr>
        </p:nvSpPr>
        <p:spPr/>
        <p:txBody>
          <a:bodyPr/>
          <a:lstStyle/>
          <a:p>
            <a:endParaRPr lang="en-US"/>
          </a:p>
        </p:txBody>
      </p:sp>
      <p:sp>
        <p:nvSpPr>
          <p:cNvPr id="17" name="Text Placeholder 16">
            <a:extLst>
              <a:ext uri="{FF2B5EF4-FFF2-40B4-BE49-F238E27FC236}">
                <a16:creationId xmlns:a16="http://schemas.microsoft.com/office/drawing/2014/main" id="{DA759CB7-C62B-F056-E960-B0DFCAAE4F8A}"/>
              </a:ext>
            </a:extLst>
          </p:cNvPr>
          <p:cNvSpPr>
            <a:spLocks noGrp="1"/>
          </p:cNvSpPr>
          <p:nvPr>
            <p:ph type="body" sz="quarter" idx="15"/>
          </p:nvPr>
        </p:nvSpPr>
        <p:spPr/>
        <p:txBody>
          <a:bodyPr>
            <a:normAutofit/>
          </a:bodyPr>
          <a:lstStyle/>
          <a:p>
            <a:r>
              <a:rPr lang="en-US" dirty="0"/>
              <a:t>Main quote in Financier Display </a:t>
            </a:r>
            <a:r>
              <a:rPr lang="en-US" dirty="0" err="1"/>
              <a:t>Semibold</a:t>
            </a:r>
            <a:r>
              <a:rPr lang="en-US" dirty="0"/>
              <a:t> 42pt </a:t>
            </a:r>
            <a:r>
              <a:rPr lang="en-US" dirty="0" err="1"/>
              <a:t>velesto</a:t>
            </a:r>
            <a:r>
              <a:rPr lang="en-US" dirty="0"/>
              <a:t> </a:t>
            </a:r>
            <a:r>
              <a:rPr lang="en-US" dirty="0" err="1"/>
              <a:t>reperum</a:t>
            </a:r>
            <a:r>
              <a:rPr lang="en-US" dirty="0"/>
              <a:t>. </a:t>
            </a:r>
            <a:r>
              <a:rPr lang="en-US" dirty="0" err="1"/>
              <a:t>Vident</a:t>
            </a:r>
            <a:r>
              <a:rPr lang="en-US" dirty="0"/>
              <a:t> </a:t>
            </a:r>
            <a:r>
              <a:rPr lang="en-US" dirty="0" err="1"/>
              <a:t>alitatempel</a:t>
            </a:r>
            <a:r>
              <a:rPr lang="en-US" dirty="0"/>
              <a:t> </a:t>
            </a:r>
            <a:r>
              <a:rPr lang="en-US" dirty="0" err="1"/>
              <a:t>iunto</a:t>
            </a:r>
            <a:r>
              <a:rPr lang="en-US" dirty="0"/>
              <a:t> </a:t>
            </a:r>
            <a:r>
              <a:rPr lang="en-US" dirty="0" err="1"/>
              <a:t>blanduciet</a:t>
            </a:r>
            <a:r>
              <a:rPr lang="en-US" dirty="0"/>
              <a:t> </a:t>
            </a:r>
            <a:r>
              <a:rPr lang="en-US" dirty="0" err="1"/>
              <a:t>prempora</a:t>
            </a:r>
            <a:r>
              <a:rPr lang="en-US" dirty="0"/>
              <a:t> </a:t>
            </a:r>
            <a:r>
              <a:rPr lang="en-US" dirty="0" err="1"/>
              <a:t>comnihicia</a:t>
            </a:r>
            <a:r>
              <a:rPr lang="en-US" dirty="0"/>
              <a:t> </a:t>
            </a:r>
            <a:r>
              <a:rPr lang="en-US" dirty="0" err="1"/>
              <a:t>dolorruptae</a:t>
            </a:r>
            <a:r>
              <a:rPr lang="en-US" dirty="0"/>
              <a:t> </a:t>
            </a:r>
            <a:r>
              <a:rPr lang="en-US" dirty="0" err="1"/>
              <a:t>volorum</a:t>
            </a:r>
            <a:r>
              <a:rPr lang="en-US" dirty="0"/>
              <a:t>, </a:t>
            </a:r>
            <a:r>
              <a:rPr lang="en-US" dirty="0" err="1"/>
              <a:t>velectae</a:t>
            </a:r>
            <a:r>
              <a:rPr lang="en-US" dirty="0"/>
              <a:t> dem </a:t>
            </a:r>
            <a:r>
              <a:rPr lang="en-US" dirty="0" err="1"/>
              <a:t>harchil</a:t>
            </a:r>
            <a:r>
              <a:rPr lang="en-US" dirty="0"/>
              <a:t> </a:t>
            </a:r>
            <a:r>
              <a:rPr lang="en-US" dirty="0" err="1"/>
              <a:t>eum</a:t>
            </a:r>
            <a:r>
              <a:rPr lang="en-US" dirty="0"/>
              <a:t> rum lit </a:t>
            </a:r>
            <a:r>
              <a:rPr lang="en-US" dirty="0" err="1"/>
              <a:t>exped</a:t>
            </a:r>
            <a:r>
              <a:rPr lang="en-US" dirty="0"/>
              <a:t> </a:t>
            </a:r>
            <a:r>
              <a:rPr lang="en-US" dirty="0" err="1"/>
              <a:t>iunto</a:t>
            </a:r>
            <a:r>
              <a:rPr lang="en-US" dirty="0"/>
              <a:t> </a:t>
            </a:r>
            <a:r>
              <a:rPr lang="en-US" dirty="0" err="1"/>
              <a:t>blanduciet</a:t>
            </a:r>
            <a:r>
              <a:rPr lang="en-US" dirty="0"/>
              <a:t> </a:t>
            </a:r>
            <a:r>
              <a:rPr lang="en-US" dirty="0" err="1"/>
              <a:t>olupta</a:t>
            </a:r>
            <a:r>
              <a:rPr lang="en-US" dirty="0"/>
              <a:t>.</a:t>
            </a:r>
          </a:p>
          <a:p>
            <a:pPr lvl="1"/>
            <a:r>
              <a:rPr lang="en-US" dirty="0" err="1"/>
              <a:t>Firstname</a:t>
            </a:r>
            <a:r>
              <a:rPr lang="en-US" dirty="0"/>
              <a:t> </a:t>
            </a:r>
            <a:r>
              <a:rPr lang="en-US" dirty="0" err="1"/>
              <a:t>Lastname</a:t>
            </a:r>
            <a:r>
              <a:rPr lang="en-US" dirty="0"/>
              <a:t> in GT America Medium 24pt</a:t>
            </a:r>
          </a:p>
        </p:txBody>
      </p:sp>
      <p:sp>
        <p:nvSpPr>
          <p:cNvPr id="4" name="Footer Placeholder 3">
            <a:extLst>
              <a:ext uri="{FF2B5EF4-FFF2-40B4-BE49-F238E27FC236}">
                <a16:creationId xmlns:a16="http://schemas.microsoft.com/office/drawing/2014/main" id="{C7D23A1F-2384-694F-C367-71FAE3E46A73}"/>
              </a:ext>
            </a:extLst>
          </p:cNvPr>
          <p:cNvSpPr>
            <a:spLocks noGrp="1"/>
          </p:cNvSpPr>
          <p:nvPr>
            <p:ph type="ftr" sz="quarter" idx="11"/>
          </p:nvPr>
        </p:nvSpPr>
        <p:spPr/>
        <p:txBody>
          <a:bodyPr/>
          <a:lstStyle/>
          <a:p>
            <a:r>
              <a:rPr lang="en-US"/>
              <a:t>See slide 12 for instructions on how to update footer</a:t>
            </a:r>
          </a:p>
        </p:txBody>
      </p:sp>
      <p:sp>
        <p:nvSpPr>
          <p:cNvPr id="5" name="Slide Number Placeholder 4">
            <a:extLst>
              <a:ext uri="{FF2B5EF4-FFF2-40B4-BE49-F238E27FC236}">
                <a16:creationId xmlns:a16="http://schemas.microsoft.com/office/drawing/2014/main" id="{3F3E2604-91B4-E731-5C10-F7E7B51A30CE}"/>
              </a:ext>
            </a:extLst>
          </p:cNvPr>
          <p:cNvSpPr>
            <a:spLocks noGrp="1"/>
          </p:cNvSpPr>
          <p:nvPr>
            <p:ph type="sldNum" sz="quarter" idx="12"/>
          </p:nvPr>
        </p:nvSpPr>
        <p:spPr/>
        <p:txBody>
          <a:bodyPr/>
          <a:lstStyle/>
          <a:p>
            <a:fld id="{862A5111-985B-C14D-9115-5787026182A8}" type="slidenum">
              <a:rPr lang="en-US" smtClean="0"/>
              <a:t>50</a:t>
            </a:fld>
            <a:endParaRPr lang="en-US"/>
          </a:p>
        </p:txBody>
      </p:sp>
    </p:spTree>
    <p:extLst>
      <p:ext uri="{BB962C8B-B14F-4D97-AF65-F5344CB8AC3E}">
        <p14:creationId xmlns:p14="http://schemas.microsoft.com/office/powerpoint/2010/main" val="946888384"/>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icture Placeholder 1">
            <a:extLst>
              <a:ext uri="{FF2B5EF4-FFF2-40B4-BE49-F238E27FC236}">
                <a16:creationId xmlns:a16="http://schemas.microsoft.com/office/drawing/2014/main" id="{24AD087B-C539-4082-3D6D-737E0F13140C}"/>
              </a:ext>
            </a:extLst>
          </p:cNvPr>
          <p:cNvSpPr>
            <a:spLocks noGrp="1"/>
          </p:cNvSpPr>
          <p:nvPr>
            <p:ph type="pic" sz="quarter" idx="15"/>
          </p:nvPr>
        </p:nvSpPr>
        <p:spPr/>
        <p:txBody>
          <a:bodyPr/>
          <a:lstStyle/>
          <a:p>
            <a:endParaRPr lang="en-US"/>
          </a:p>
        </p:txBody>
      </p:sp>
      <p:sp>
        <p:nvSpPr>
          <p:cNvPr id="3" name="Text Placeholder 2">
            <a:extLst>
              <a:ext uri="{FF2B5EF4-FFF2-40B4-BE49-F238E27FC236}">
                <a16:creationId xmlns:a16="http://schemas.microsoft.com/office/drawing/2014/main" id="{754B40A7-A77B-B824-817F-BF6345A5B4C6}"/>
              </a:ext>
            </a:extLst>
          </p:cNvPr>
          <p:cNvSpPr>
            <a:spLocks noGrp="1"/>
          </p:cNvSpPr>
          <p:nvPr>
            <p:ph type="body" sz="quarter" idx="16"/>
          </p:nvPr>
        </p:nvSpPr>
        <p:spPr/>
        <p:txBody>
          <a:bodyPr>
            <a:normAutofit/>
          </a:bodyPr>
          <a:lstStyle/>
          <a:p>
            <a:r>
              <a:rPr lang="en-US" dirty="0"/>
              <a:t>Main quote in Financier Display Semibold 42pt </a:t>
            </a:r>
            <a:r>
              <a:rPr lang="en-US" dirty="0" err="1"/>
              <a:t>velesto</a:t>
            </a:r>
            <a:r>
              <a:rPr lang="en-US" dirty="0"/>
              <a:t> </a:t>
            </a:r>
            <a:r>
              <a:rPr lang="en-US" dirty="0" err="1"/>
              <a:t>reperum</a:t>
            </a:r>
            <a:r>
              <a:rPr lang="en-US" dirty="0"/>
              <a:t>. </a:t>
            </a:r>
            <a:r>
              <a:rPr lang="en-US" dirty="0" err="1"/>
              <a:t>Vident</a:t>
            </a:r>
            <a:r>
              <a:rPr lang="en-US" dirty="0"/>
              <a:t> </a:t>
            </a:r>
            <a:r>
              <a:rPr lang="en-US" dirty="0" err="1"/>
              <a:t>alitatempel</a:t>
            </a:r>
            <a:r>
              <a:rPr lang="en-US" dirty="0"/>
              <a:t> </a:t>
            </a:r>
            <a:r>
              <a:rPr lang="en-US" dirty="0" err="1"/>
              <a:t>iunto</a:t>
            </a:r>
            <a:r>
              <a:rPr lang="en-US" dirty="0"/>
              <a:t> </a:t>
            </a:r>
            <a:r>
              <a:rPr lang="en-US" dirty="0" err="1"/>
              <a:t>blanduciet</a:t>
            </a:r>
            <a:r>
              <a:rPr lang="en-US" dirty="0"/>
              <a:t> </a:t>
            </a:r>
            <a:r>
              <a:rPr lang="en-US" dirty="0" err="1"/>
              <a:t>prempora</a:t>
            </a:r>
            <a:r>
              <a:rPr lang="en-US" dirty="0"/>
              <a:t> </a:t>
            </a:r>
            <a:r>
              <a:rPr lang="en-US" dirty="0" err="1"/>
              <a:t>comnihicia</a:t>
            </a:r>
            <a:r>
              <a:rPr lang="en-US" dirty="0"/>
              <a:t> </a:t>
            </a:r>
            <a:r>
              <a:rPr lang="en-US" dirty="0" err="1"/>
              <a:t>dolorruptae</a:t>
            </a:r>
            <a:r>
              <a:rPr lang="en-US" dirty="0"/>
              <a:t> </a:t>
            </a:r>
            <a:r>
              <a:rPr lang="en-US" dirty="0" err="1"/>
              <a:t>volorum</a:t>
            </a:r>
            <a:r>
              <a:rPr lang="en-US" dirty="0"/>
              <a:t>, </a:t>
            </a:r>
            <a:r>
              <a:rPr lang="en-US" dirty="0" err="1"/>
              <a:t>velectae</a:t>
            </a:r>
            <a:r>
              <a:rPr lang="en-US" dirty="0"/>
              <a:t> dem </a:t>
            </a:r>
            <a:r>
              <a:rPr lang="en-US" dirty="0" err="1"/>
              <a:t>harchil</a:t>
            </a:r>
            <a:r>
              <a:rPr lang="en-US" dirty="0"/>
              <a:t> </a:t>
            </a:r>
            <a:r>
              <a:rPr lang="en-US" dirty="0" err="1"/>
              <a:t>eum</a:t>
            </a:r>
            <a:r>
              <a:rPr lang="en-US" dirty="0"/>
              <a:t> rum lit </a:t>
            </a:r>
            <a:r>
              <a:rPr lang="en-US" dirty="0" err="1"/>
              <a:t>exped</a:t>
            </a:r>
            <a:r>
              <a:rPr lang="en-US" dirty="0"/>
              <a:t> </a:t>
            </a:r>
            <a:r>
              <a:rPr lang="en-US" dirty="0" err="1"/>
              <a:t>iunto</a:t>
            </a:r>
            <a:r>
              <a:rPr lang="en-US" dirty="0"/>
              <a:t> </a:t>
            </a:r>
            <a:r>
              <a:rPr lang="en-US" dirty="0" err="1"/>
              <a:t>blanduciet</a:t>
            </a:r>
            <a:r>
              <a:rPr lang="en-US" dirty="0"/>
              <a:t> </a:t>
            </a:r>
            <a:r>
              <a:rPr lang="en-US" dirty="0" err="1"/>
              <a:t>olupta</a:t>
            </a:r>
            <a:r>
              <a:rPr lang="en-US" dirty="0"/>
              <a:t>.</a:t>
            </a:r>
          </a:p>
          <a:p>
            <a:pPr lvl="1"/>
            <a:r>
              <a:rPr lang="en-US" dirty="0" err="1"/>
              <a:t>Firstname</a:t>
            </a:r>
            <a:r>
              <a:rPr lang="en-US" dirty="0"/>
              <a:t> </a:t>
            </a:r>
            <a:r>
              <a:rPr lang="en-US" dirty="0" err="1"/>
              <a:t>Lastname</a:t>
            </a:r>
            <a:r>
              <a:rPr lang="en-US" dirty="0"/>
              <a:t> in GT America Medium 24pt</a:t>
            </a:r>
          </a:p>
        </p:txBody>
      </p:sp>
      <p:sp>
        <p:nvSpPr>
          <p:cNvPr id="4" name="Footer Placeholder 3">
            <a:extLst>
              <a:ext uri="{FF2B5EF4-FFF2-40B4-BE49-F238E27FC236}">
                <a16:creationId xmlns:a16="http://schemas.microsoft.com/office/drawing/2014/main" id="{D3CE2489-CED9-B329-7208-F8D6134DBCAE}"/>
              </a:ext>
            </a:extLst>
          </p:cNvPr>
          <p:cNvSpPr>
            <a:spLocks noGrp="1"/>
          </p:cNvSpPr>
          <p:nvPr>
            <p:ph type="ftr" sz="quarter" idx="11"/>
          </p:nvPr>
        </p:nvSpPr>
        <p:spPr/>
        <p:txBody>
          <a:bodyPr/>
          <a:lstStyle/>
          <a:p>
            <a:r>
              <a:rPr lang="en-US"/>
              <a:t>See slide 12 for instructions on how to update footer</a:t>
            </a:r>
          </a:p>
        </p:txBody>
      </p:sp>
      <p:sp>
        <p:nvSpPr>
          <p:cNvPr id="5" name="Slide Number Placeholder 4">
            <a:extLst>
              <a:ext uri="{FF2B5EF4-FFF2-40B4-BE49-F238E27FC236}">
                <a16:creationId xmlns:a16="http://schemas.microsoft.com/office/drawing/2014/main" id="{B7B49615-BE66-0EDA-1DE3-B93FF65EF21A}"/>
              </a:ext>
            </a:extLst>
          </p:cNvPr>
          <p:cNvSpPr>
            <a:spLocks noGrp="1"/>
          </p:cNvSpPr>
          <p:nvPr>
            <p:ph type="sldNum" sz="quarter" idx="12"/>
          </p:nvPr>
        </p:nvSpPr>
        <p:spPr/>
        <p:txBody>
          <a:bodyPr/>
          <a:lstStyle/>
          <a:p>
            <a:fld id="{862A5111-985B-C14D-9115-5787026182A8}" type="slidenum">
              <a:rPr lang="en-US" smtClean="0"/>
              <a:t>51</a:t>
            </a:fld>
            <a:endParaRPr lang="en-US"/>
          </a:p>
        </p:txBody>
      </p:sp>
    </p:spTree>
    <p:extLst>
      <p:ext uri="{BB962C8B-B14F-4D97-AF65-F5344CB8AC3E}">
        <p14:creationId xmlns:p14="http://schemas.microsoft.com/office/powerpoint/2010/main" val="1273995977"/>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Picture Placeholder 6" descr="A wind turbines and solar panels&#10;&#10;Description automatically generated">
            <a:extLst>
              <a:ext uri="{FF2B5EF4-FFF2-40B4-BE49-F238E27FC236}">
                <a16:creationId xmlns:a16="http://schemas.microsoft.com/office/drawing/2014/main" id="{7238D6DF-6217-18EF-FE9B-20C01FABC732}"/>
              </a:ext>
            </a:extLst>
          </p:cNvPr>
          <p:cNvPicPr>
            <a:picLocks noGrp="1" noChangeAspect="1"/>
          </p:cNvPicPr>
          <p:nvPr>
            <p:ph type="pic" sz="quarter" idx="13"/>
          </p:nvPr>
        </p:nvPicPr>
        <p:blipFill rotWithShape="1">
          <a:blip r:embed="rId2" cstate="screen">
            <a:extLst>
              <a:ext uri="{28A0092B-C50C-407E-A947-70E740481C1C}">
                <a14:useLocalDpi xmlns:a14="http://schemas.microsoft.com/office/drawing/2010/main"/>
              </a:ext>
            </a:extLst>
          </a:blip>
          <a:srcRect l="20870" r="20870"/>
          <a:stretch/>
        </p:blipFill>
        <p:spPr>
          <a:xfrm>
            <a:off x="6194424" y="0"/>
            <a:ext cx="5997575" cy="6858000"/>
          </a:xfrm>
        </p:spPr>
      </p:pic>
      <p:sp>
        <p:nvSpPr>
          <p:cNvPr id="2" name="Footer Placeholder 1">
            <a:extLst>
              <a:ext uri="{FF2B5EF4-FFF2-40B4-BE49-F238E27FC236}">
                <a16:creationId xmlns:a16="http://schemas.microsoft.com/office/drawing/2014/main" id="{25EF66AB-8C3E-383C-402B-A791F1BFA8C6}"/>
              </a:ext>
            </a:extLst>
          </p:cNvPr>
          <p:cNvSpPr>
            <a:spLocks noGrp="1"/>
          </p:cNvSpPr>
          <p:nvPr>
            <p:ph type="ftr" sz="quarter" idx="11"/>
          </p:nvPr>
        </p:nvSpPr>
        <p:spPr>
          <a:xfrm>
            <a:off x="4781550" y="6311900"/>
            <a:ext cx="5448300" cy="269875"/>
          </a:xfrm>
        </p:spPr>
        <p:txBody>
          <a:bodyPr/>
          <a:lstStyle/>
          <a:p>
            <a:r>
              <a:rPr lang="en-US"/>
              <a:t>See slide 12 for instructions on how to update footer</a:t>
            </a:r>
            <a:endParaRPr lang="en-US" dirty="0"/>
          </a:p>
        </p:txBody>
      </p:sp>
      <p:sp>
        <p:nvSpPr>
          <p:cNvPr id="3" name="Slide Number Placeholder 2">
            <a:extLst>
              <a:ext uri="{FF2B5EF4-FFF2-40B4-BE49-F238E27FC236}">
                <a16:creationId xmlns:a16="http://schemas.microsoft.com/office/drawing/2014/main" id="{17CD7BE6-3597-547C-7F07-2F9C64CB73D2}"/>
              </a:ext>
            </a:extLst>
          </p:cNvPr>
          <p:cNvSpPr>
            <a:spLocks noGrp="1"/>
          </p:cNvSpPr>
          <p:nvPr>
            <p:ph type="sldNum" sz="quarter" idx="12"/>
          </p:nvPr>
        </p:nvSpPr>
        <p:spPr>
          <a:xfrm>
            <a:off x="10428288" y="6311900"/>
            <a:ext cx="1209674" cy="269875"/>
          </a:xfrm>
        </p:spPr>
        <p:txBody>
          <a:bodyPr/>
          <a:lstStyle/>
          <a:p>
            <a:fld id="{862A5111-985B-C14D-9115-5787026182A8}" type="slidenum">
              <a:rPr lang="en-US" smtClean="0"/>
              <a:pPr/>
              <a:t>52</a:t>
            </a:fld>
            <a:endParaRPr lang="en-US" dirty="0"/>
          </a:p>
        </p:txBody>
      </p:sp>
      <p:sp>
        <p:nvSpPr>
          <p:cNvPr id="18" name="Title 17">
            <a:extLst>
              <a:ext uri="{FF2B5EF4-FFF2-40B4-BE49-F238E27FC236}">
                <a16:creationId xmlns:a16="http://schemas.microsoft.com/office/drawing/2014/main" id="{702D2874-A322-6E0A-D23A-76E4B5235C92}"/>
              </a:ext>
            </a:extLst>
          </p:cNvPr>
          <p:cNvSpPr>
            <a:spLocks noGrp="1"/>
          </p:cNvSpPr>
          <p:nvPr>
            <p:ph type="title"/>
          </p:nvPr>
        </p:nvSpPr>
        <p:spPr>
          <a:xfrm>
            <a:off x="546100" y="552450"/>
            <a:ext cx="5444329" cy="434975"/>
          </a:xfrm>
        </p:spPr>
        <p:txBody>
          <a:bodyPr/>
          <a:lstStyle/>
          <a:p>
            <a:r>
              <a:rPr lang="en-US" dirty="0"/>
              <a:t>Photo layout</a:t>
            </a:r>
          </a:p>
        </p:txBody>
      </p:sp>
      <p:sp>
        <p:nvSpPr>
          <p:cNvPr id="19" name="Text Placeholder 18">
            <a:extLst>
              <a:ext uri="{FF2B5EF4-FFF2-40B4-BE49-F238E27FC236}">
                <a16:creationId xmlns:a16="http://schemas.microsoft.com/office/drawing/2014/main" id="{8C6FFABF-A17B-9F88-C8E3-99861C92BBF5}"/>
              </a:ext>
            </a:extLst>
          </p:cNvPr>
          <p:cNvSpPr>
            <a:spLocks noGrp="1"/>
          </p:cNvSpPr>
          <p:nvPr>
            <p:ph type="body" sz="quarter" idx="23"/>
          </p:nvPr>
        </p:nvSpPr>
        <p:spPr>
          <a:xfrm>
            <a:off x="546100" y="1127125"/>
            <a:ext cx="5445125" cy="292607"/>
          </a:xfrm>
        </p:spPr>
        <p:txBody>
          <a:bodyPr/>
          <a:lstStyle/>
          <a:p>
            <a:r>
              <a:rPr lang="en-US" dirty="0"/>
              <a:t>1:1 </a:t>
            </a:r>
          </a:p>
        </p:txBody>
      </p:sp>
      <p:sp>
        <p:nvSpPr>
          <p:cNvPr id="12" name="Text Placeholder 11">
            <a:extLst>
              <a:ext uri="{FF2B5EF4-FFF2-40B4-BE49-F238E27FC236}">
                <a16:creationId xmlns:a16="http://schemas.microsoft.com/office/drawing/2014/main" id="{B90A25BE-3365-8816-2A4D-515893EB85A6}"/>
              </a:ext>
            </a:extLst>
          </p:cNvPr>
          <p:cNvSpPr>
            <a:spLocks noGrp="1"/>
          </p:cNvSpPr>
          <p:nvPr>
            <p:ph type="body" sz="quarter" idx="24"/>
          </p:nvPr>
        </p:nvSpPr>
        <p:spPr/>
        <p:txBody>
          <a:bodyPr/>
          <a:lstStyle/>
          <a:p>
            <a:endParaRPr lang="en-US"/>
          </a:p>
        </p:txBody>
      </p:sp>
      <p:sp>
        <p:nvSpPr>
          <p:cNvPr id="20" name="Content Placeholder 19">
            <a:extLst>
              <a:ext uri="{FF2B5EF4-FFF2-40B4-BE49-F238E27FC236}">
                <a16:creationId xmlns:a16="http://schemas.microsoft.com/office/drawing/2014/main" id="{E418686C-B0AB-DA44-810C-852043B937B6}"/>
              </a:ext>
            </a:extLst>
          </p:cNvPr>
          <p:cNvSpPr>
            <a:spLocks noGrp="1"/>
          </p:cNvSpPr>
          <p:nvPr>
            <p:ph sz="quarter" idx="27"/>
          </p:nvPr>
        </p:nvSpPr>
        <p:spPr>
          <a:xfrm>
            <a:off x="546892" y="2425700"/>
            <a:ext cx="5444333" cy="3441700"/>
          </a:xfrm>
        </p:spPr>
        <p:txBody>
          <a:bodyPr/>
          <a:lstStyle/>
          <a:p>
            <a:r>
              <a:rPr lang="en-US" dirty="0"/>
              <a:t>Intro Paragraph. </a:t>
            </a:r>
            <a:r>
              <a:rPr lang="en-US" dirty="0" err="1"/>
              <a:t>Essint</a:t>
            </a:r>
            <a:r>
              <a:rPr lang="en-US" dirty="0"/>
              <a:t> ex et </a:t>
            </a:r>
            <a:r>
              <a:rPr lang="en-US" dirty="0" err="1"/>
              <a:t>aut</a:t>
            </a:r>
            <a:r>
              <a:rPr lang="en-US" dirty="0"/>
              <a:t> </a:t>
            </a:r>
            <a:r>
              <a:rPr lang="en-US" dirty="0" err="1"/>
              <a:t>ea</a:t>
            </a:r>
            <a:r>
              <a:rPr lang="en-US" dirty="0"/>
              <a:t> nim re ped </a:t>
            </a:r>
            <a:r>
              <a:rPr lang="en-US" dirty="0" err="1"/>
              <a:t>utemporibus</a:t>
            </a:r>
            <a:r>
              <a:rPr lang="en-US" dirty="0"/>
              <a:t>, </a:t>
            </a:r>
            <a:r>
              <a:rPr lang="en-US" dirty="0" err="1"/>
              <a:t>repero</a:t>
            </a:r>
            <a:r>
              <a:rPr lang="en-US" dirty="0"/>
              <a:t> beatus </a:t>
            </a:r>
            <a:r>
              <a:rPr lang="en-US" dirty="0" err="1"/>
              <a:t>simendestrum</a:t>
            </a:r>
            <a:r>
              <a:rPr lang="en-US" dirty="0"/>
              <a:t> alit </a:t>
            </a:r>
            <a:r>
              <a:rPr lang="en-US" dirty="0" err="1"/>
              <a:t>esto</a:t>
            </a:r>
            <a:r>
              <a:rPr lang="en-US" dirty="0"/>
              <a:t> </a:t>
            </a:r>
            <a:r>
              <a:rPr lang="en-US" dirty="0" err="1"/>
              <a:t>temque</a:t>
            </a:r>
            <a:r>
              <a:rPr lang="en-US" dirty="0"/>
              <a:t> </a:t>
            </a:r>
            <a:r>
              <a:rPr lang="en-US" dirty="0" err="1"/>
              <a:t>volut</a:t>
            </a:r>
            <a:r>
              <a:rPr lang="en-US" dirty="0"/>
              <a:t> </a:t>
            </a:r>
            <a:r>
              <a:rPr lang="en-US" dirty="0" err="1"/>
              <a:t>aut</a:t>
            </a:r>
            <a:r>
              <a:rPr lang="en-US" dirty="0"/>
              <a:t>.</a:t>
            </a:r>
          </a:p>
          <a:p>
            <a:pPr lvl="1"/>
            <a:r>
              <a:rPr lang="en-US" dirty="0"/>
              <a:t>Et fugit ma qui od </a:t>
            </a:r>
            <a:r>
              <a:rPr lang="en-US" dirty="0" err="1"/>
              <a:t>utenistio</a:t>
            </a:r>
            <a:r>
              <a:rPr lang="en-US" dirty="0"/>
              <a:t> </a:t>
            </a:r>
            <a:r>
              <a:rPr lang="en-US" dirty="0" err="1"/>
              <a:t>est</a:t>
            </a:r>
            <a:r>
              <a:rPr lang="en-US" dirty="0"/>
              <a:t> </a:t>
            </a:r>
            <a:r>
              <a:rPr lang="en-US" dirty="0" err="1"/>
              <a:t>quatem</a:t>
            </a:r>
            <a:r>
              <a:rPr lang="en-US" dirty="0"/>
              <a:t> </a:t>
            </a:r>
            <a:r>
              <a:rPr lang="en-US" dirty="0" err="1"/>
              <a:t>eos</a:t>
            </a:r>
            <a:r>
              <a:rPr lang="en-US" dirty="0"/>
              <a:t> </a:t>
            </a:r>
            <a:r>
              <a:rPr lang="en-US" dirty="0" err="1"/>
              <a:t>velitatur</a:t>
            </a:r>
            <a:r>
              <a:rPr lang="en-US" dirty="0"/>
              <a:t>, </a:t>
            </a:r>
            <a:r>
              <a:rPr lang="en-US" dirty="0" err="1"/>
              <a:t>ulparum</a:t>
            </a:r>
            <a:r>
              <a:rPr lang="en-US" dirty="0"/>
              <a:t> sed </a:t>
            </a:r>
            <a:r>
              <a:rPr lang="en-US" dirty="0" err="1"/>
              <a:t>unt</a:t>
            </a:r>
            <a:r>
              <a:rPr lang="en-US" dirty="0"/>
              <a:t> </a:t>
            </a:r>
            <a:r>
              <a:rPr lang="en-US" dirty="0" err="1"/>
              <a:t>invendiorum</a:t>
            </a:r>
            <a:r>
              <a:rPr lang="en-US" dirty="0"/>
              <a:t> </a:t>
            </a:r>
            <a:r>
              <a:rPr lang="en-US" dirty="0" err="1"/>
              <a:t>restrum</a:t>
            </a:r>
            <a:r>
              <a:rPr lang="en-US" dirty="0"/>
              <a:t> </a:t>
            </a:r>
            <a:r>
              <a:rPr lang="en-US" dirty="0" err="1"/>
              <a:t>quas</a:t>
            </a:r>
            <a:r>
              <a:rPr lang="en-US" dirty="0"/>
              <a:t> </a:t>
            </a:r>
            <a:r>
              <a:rPr lang="en-US" dirty="0" err="1"/>
              <a:t>dolectur</a:t>
            </a:r>
            <a:r>
              <a:rPr lang="en-US" dirty="0"/>
              <a:t>? Qui </a:t>
            </a:r>
            <a:r>
              <a:rPr lang="en-US" dirty="0" err="1"/>
              <a:t>doluptatem</a:t>
            </a:r>
            <a:r>
              <a:rPr lang="en-US" dirty="0"/>
              <a:t> et </a:t>
            </a:r>
            <a:r>
              <a:rPr lang="en-US" dirty="0" err="1"/>
              <a:t>repudis</a:t>
            </a:r>
            <a:r>
              <a:rPr lang="en-US" dirty="0"/>
              <a:t> </a:t>
            </a:r>
            <a:r>
              <a:rPr lang="en-US" dirty="0" err="1"/>
              <a:t>moloren</a:t>
            </a:r>
            <a:r>
              <a:rPr lang="en-US" dirty="0"/>
              <a:t> </a:t>
            </a:r>
            <a:r>
              <a:rPr lang="en-US" dirty="0" err="1"/>
              <a:t>dipsam</a:t>
            </a:r>
            <a:r>
              <a:rPr lang="en-US" dirty="0"/>
              <a:t>, </a:t>
            </a:r>
            <a:r>
              <a:rPr lang="en-US" dirty="0" err="1"/>
              <a:t>te</a:t>
            </a:r>
            <a:r>
              <a:rPr lang="en-US" dirty="0"/>
              <a:t> lab </a:t>
            </a:r>
            <a:r>
              <a:rPr lang="en-US" dirty="0" err="1"/>
              <a:t>iminvel</a:t>
            </a:r>
            <a:r>
              <a:rPr lang="en-US" dirty="0"/>
              <a:t> </a:t>
            </a:r>
            <a:r>
              <a:rPr lang="en-US" dirty="0" err="1"/>
              <a:t>iberibus</a:t>
            </a:r>
            <a:r>
              <a:rPr lang="en-US" dirty="0"/>
              <a:t> </a:t>
            </a:r>
            <a:r>
              <a:rPr lang="en-US" dirty="0" err="1"/>
              <a:t>dolorum</a:t>
            </a:r>
            <a:r>
              <a:rPr lang="en-US" dirty="0"/>
              <a:t> qui </a:t>
            </a:r>
            <a:r>
              <a:rPr lang="en-US" dirty="0" err="1"/>
              <a:t>dolorernati</a:t>
            </a:r>
            <a:r>
              <a:rPr lang="en-US" dirty="0"/>
              <a:t> </a:t>
            </a:r>
            <a:r>
              <a:rPr lang="en-US" dirty="0" err="1"/>
              <a:t>verferum</a:t>
            </a:r>
            <a:r>
              <a:rPr lang="en-US" dirty="0"/>
              <a:t> </a:t>
            </a:r>
            <a:r>
              <a:rPr lang="en-US" dirty="0" err="1"/>
              <a:t>Erumquas</a:t>
            </a:r>
            <a:r>
              <a:rPr lang="en-US" dirty="0"/>
              <a:t> </a:t>
            </a:r>
            <a:r>
              <a:rPr lang="en-US" dirty="0" err="1"/>
              <a:t>minulla</a:t>
            </a:r>
            <a:r>
              <a:rPr lang="en-US" dirty="0"/>
              <a:t> </a:t>
            </a:r>
            <a:r>
              <a:rPr lang="en-US" dirty="0" err="1"/>
              <a:t>borrovit</a:t>
            </a:r>
            <a:r>
              <a:rPr lang="en-US" dirty="0"/>
              <a:t> </a:t>
            </a:r>
            <a:r>
              <a:rPr lang="en-US" dirty="0" err="1"/>
              <a:t>assimi</a:t>
            </a:r>
            <a:r>
              <a:rPr lang="en-US" dirty="0"/>
              <a:t>, </a:t>
            </a:r>
            <a:r>
              <a:rPr lang="en-US" dirty="0" err="1"/>
              <a:t>toratem</a:t>
            </a:r>
            <a:r>
              <a:rPr lang="en-US" dirty="0"/>
              <a:t> </a:t>
            </a:r>
            <a:r>
              <a:rPr lang="en-US" dirty="0" err="1"/>
              <a:t>sant</a:t>
            </a:r>
            <a:r>
              <a:rPr lang="en-US" dirty="0"/>
              <a:t> </a:t>
            </a:r>
            <a:r>
              <a:rPr lang="en-US" dirty="0" err="1"/>
              <a:t>officiisse</a:t>
            </a:r>
            <a:r>
              <a:rPr lang="en-US" dirty="0"/>
              <a:t> </a:t>
            </a:r>
            <a:r>
              <a:rPr lang="en-US" dirty="0" err="1"/>
              <a:t>natium</a:t>
            </a:r>
            <a:r>
              <a:rPr lang="en-US" dirty="0"/>
              <a:t> re </a:t>
            </a:r>
            <a:r>
              <a:rPr lang="en-US" dirty="0" err="1"/>
              <a:t>velitate</a:t>
            </a:r>
            <a:r>
              <a:rPr lang="en-US" dirty="0"/>
              <a:t> que </a:t>
            </a:r>
            <a:r>
              <a:rPr lang="en-US" dirty="0" err="1"/>
              <a:t>volupti</a:t>
            </a:r>
            <a:r>
              <a:rPr lang="en-US" dirty="0"/>
              <a:t> </a:t>
            </a:r>
            <a:r>
              <a:rPr lang="en-US" dirty="0" err="1"/>
              <a:t>busdam</a:t>
            </a:r>
            <a:r>
              <a:rPr lang="en-US" dirty="0"/>
              <a:t>, sunt </a:t>
            </a:r>
            <a:r>
              <a:rPr lang="en-US" dirty="0" err="1"/>
              <a:t>eatiatecte</a:t>
            </a:r>
            <a:r>
              <a:rPr lang="en-US" dirty="0"/>
              <a:t> </a:t>
            </a:r>
            <a:r>
              <a:rPr lang="en-US" dirty="0" err="1"/>
              <a:t>cus</a:t>
            </a:r>
            <a:r>
              <a:rPr lang="en-US" dirty="0"/>
              <a:t> </a:t>
            </a:r>
            <a:r>
              <a:rPr lang="en-US" dirty="0" err="1"/>
              <a:t>prae</a:t>
            </a:r>
            <a:r>
              <a:rPr lang="en-US" dirty="0"/>
              <a:t> non </a:t>
            </a:r>
            <a:r>
              <a:rPr lang="en-US" dirty="0" err="1"/>
              <a:t>natiumq</a:t>
            </a:r>
            <a:r>
              <a:rPr lang="en-US" dirty="0"/>
              <a:t> </a:t>
            </a:r>
            <a:r>
              <a:rPr lang="en-US" dirty="0" err="1"/>
              <a:t>uiantus</a:t>
            </a:r>
            <a:r>
              <a:rPr lang="en-US" dirty="0"/>
              <a:t>.</a:t>
            </a:r>
          </a:p>
          <a:p>
            <a:pPr lvl="1"/>
            <a:r>
              <a:rPr lang="en-US" dirty="0" err="1"/>
              <a:t>Sitioreperum</a:t>
            </a:r>
            <a:r>
              <a:rPr lang="en-US" dirty="0"/>
              <a:t> </a:t>
            </a:r>
            <a:r>
              <a:rPr lang="en-US" dirty="0" err="1"/>
              <a:t>estemol</a:t>
            </a:r>
            <a:r>
              <a:rPr lang="en-US" dirty="0"/>
              <a:t> </a:t>
            </a:r>
            <a:r>
              <a:rPr lang="en-US" dirty="0" err="1"/>
              <a:t>eseque</a:t>
            </a:r>
            <a:r>
              <a:rPr lang="en-US" dirty="0"/>
              <a:t> nobis </a:t>
            </a:r>
            <a:r>
              <a:rPr lang="en-US" dirty="0" err="1"/>
              <a:t>venda</a:t>
            </a:r>
            <a:r>
              <a:rPr lang="en-US" dirty="0"/>
              <a:t> dis </a:t>
            </a:r>
            <a:r>
              <a:rPr lang="en-US" dirty="0" err="1"/>
              <a:t>expernatem</a:t>
            </a:r>
            <a:r>
              <a:rPr lang="en-US" dirty="0"/>
              <a:t> </a:t>
            </a:r>
            <a:r>
              <a:rPr lang="en-US" dirty="0" err="1"/>
              <a:t>arcipsandit</a:t>
            </a:r>
            <a:r>
              <a:rPr lang="en-US" dirty="0"/>
              <a:t> as ex </a:t>
            </a:r>
            <a:r>
              <a:rPr lang="en-US" dirty="0" err="1"/>
              <a:t>etur</a:t>
            </a:r>
            <a:r>
              <a:rPr lang="en-US" dirty="0"/>
              <a:t> </a:t>
            </a:r>
            <a:r>
              <a:rPr lang="en-US" dirty="0" err="1"/>
              <a:t>molupti</a:t>
            </a:r>
            <a:r>
              <a:rPr lang="en-US" dirty="0"/>
              <a:t> </a:t>
            </a:r>
            <a:r>
              <a:rPr lang="en-US" dirty="0" err="1"/>
              <a:t>voloribus</a:t>
            </a:r>
            <a:r>
              <a:rPr lang="en-US" dirty="0"/>
              <a:t>, </a:t>
            </a:r>
            <a:r>
              <a:rPr lang="en-US" dirty="0" err="1"/>
              <a:t>volupta</a:t>
            </a:r>
            <a:r>
              <a:rPr lang="en-US" dirty="0"/>
              <a:t> ab </a:t>
            </a:r>
            <a:r>
              <a:rPr lang="en-US" dirty="0" err="1"/>
              <a:t>illuptae</a:t>
            </a:r>
            <a:r>
              <a:rPr lang="en-US" dirty="0"/>
              <a:t> </a:t>
            </a:r>
            <a:r>
              <a:rPr lang="en-US" dirty="0" err="1"/>
              <a:t>sape</a:t>
            </a:r>
            <a:r>
              <a:rPr lang="en-US" dirty="0"/>
              <a:t> </a:t>
            </a:r>
            <a:r>
              <a:rPr lang="en-US" dirty="0" err="1"/>
              <a:t>sitis</a:t>
            </a:r>
            <a:r>
              <a:rPr lang="en-US" dirty="0"/>
              <a:t> </a:t>
            </a:r>
            <a:r>
              <a:rPr lang="en-US" dirty="0" err="1"/>
              <a:t>ditaesti</a:t>
            </a:r>
            <a:r>
              <a:rPr lang="en-US" dirty="0"/>
              <a:t> </a:t>
            </a:r>
            <a:r>
              <a:rPr lang="en-US" dirty="0" err="1"/>
              <a:t>opta</a:t>
            </a:r>
            <a:r>
              <a:rPr lang="en-US" dirty="0"/>
              <a:t> </a:t>
            </a:r>
            <a:r>
              <a:rPr lang="en-US" dirty="0" err="1"/>
              <a:t>nist</a:t>
            </a:r>
            <a:r>
              <a:rPr lang="en-US" dirty="0"/>
              <a:t> </a:t>
            </a:r>
            <a:r>
              <a:rPr lang="en-US" dirty="0" err="1"/>
              <a:t>quia</a:t>
            </a:r>
            <a:r>
              <a:rPr lang="en-US" dirty="0"/>
              <a:t> </a:t>
            </a:r>
            <a:r>
              <a:rPr lang="en-US" dirty="0" err="1"/>
              <a:t>apientium</a:t>
            </a:r>
            <a:r>
              <a:rPr lang="en-US" dirty="0"/>
              <a:t> </a:t>
            </a:r>
            <a:r>
              <a:rPr lang="en-US" dirty="0" err="1"/>
              <a:t>vellent</a:t>
            </a:r>
            <a:r>
              <a:rPr lang="en-US" dirty="0"/>
              <a:t> </a:t>
            </a:r>
            <a:r>
              <a:rPr lang="en-US" dirty="0" err="1"/>
              <a:t>anit</a:t>
            </a:r>
            <a:r>
              <a:rPr lang="en-US" dirty="0"/>
              <a:t> </a:t>
            </a:r>
            <a:r>
              <a:rPr lang="en-US" dirty="0" err="1"/>
              <a:t>vollores</a:t>
            </a:r>
            <a:r>
              <a:rPr lang="en-US" dirty="0"/>
              <a:t> </a:t>
            </a:r>
            <a:r>
              <a:rPr lang="en-US" dirty="0" err="1"/>
              <a:t>nectem</a:t>
            </a:r>
            <a:r>
              <a:rPr lang="en-US" dirty="0"/>
              <a:t> </a:t>
            </a:r>
            <a:r>
              <a:rPr lang="en-US" dirty="0" err="1"/>
              <a:t>ut</a:t>
            </a:r>
            <a:r>
              <a:rPr lang="en-US" dirty="0"/>
              <a:t> </a:t>
            </a:r>
            <a:r>
              <a:rPr lang="en-US" dirty="0" err="1"/>
              <a:t>exernatquiam</a:t>
            </a:r>
            <a:r>
              <a:rPr lang="en-US" dirty="0"/>
              <a:t> </a:t>
            </a:r>
            <a:r>
              <a:rPr lang="en-US" dirty="0" err="1"/>
              <a:t>aut</a:t>
            </a:r>
            <a:r>
              <a:rPr lang="en-US" dirty="0"/>
              <a:t> </a:t>
            </a:r>
            <a:r>
              <a:rPr lang="en-US" dirty="0" err="1"/>
              <a:t>volorer</a:t>
            </a:r>
            <a:r>
              <a:rPr lang="en-US" dirty="0"/>
              <a:t> </a:t>
            </a:r>
            <a:r>
              <a:rPr lang="en-US" dirty="0" err="1"/>
              <a:t>fernatur</a:t>
            </a:r>
            <a:r>
              <a:rPr lang="en-US" dirty="0"/>
              <a:t>, </a:t>
            </a:r>
            <a:r>
              <a:rPr lang="en-US" dirty="0" err="1"/>
              <a:t>omnihilia</a:t>
            </a:r>
            <a:r>
              <a:rPr lang="en-US" dirty="0"/>
              <a:t> </a:t>
            </a:r>
            <a:r>
              <a:rPr lang="en-US" dirty="0" err="1"/>
              <a:t>volum</a:t>
            </a:r>
            <a:r>
              <a:rPr lang="en-US" dirty="0"/>
              <a:t> </a:t>
            </a:r>
            <a:r>
              <a:rPr lang="en-US" dirty="0" err="1"/>
              <a:t>fuga</a:t>
            </a:r>
            <a:r>
              <a:rPr lang="en-US" dirty="0"/>
              <a:t>.</a:t>
            </a:r>
          </a:p>
          <a:p>
            <a:endParaRPr lang="en-US" dirty="0"/>
          </a:p>
        </p:txBody>
      </p:sp>
      <p:sp>
        <p:nvSpPr>
          <p:cNvPr id="8" name="Text Placeholder 7">
            <a:extLst>
              <a:ext uri="{FF2B5EF4-FFF2-40B4-BE49-F238E27FC236}">
                <a16:creationId xmlns:a16="http://schemas.microsoft.com/office/drawing/2014/main" id="{79DF90FC-2845-0443-DB0B-136E9BE78E2B}"/>
              </a:ext>
            </a:extLst>
          </p:cNvPr>
          <p:cNvSpPr>
            <a:spLocks noGrp="1"/>
          </p:cNvSpPr>
          <p:nvPr>
            <p:ph type="body" sz="quarter" idx="29"/>
          </p:nvPr>
        </p:nvSpPr>
        <p:spPr>
          <a:xfrm>
            <a:off x="546893" y="1849437"/>
            <a:ext cx="5444332" cy="296861"/>
          </a:xfrm>
        </p:spPr>
        <p:txBody>
          <a:bodyPr/>
          <a:lstStyle/>
          <a:p>
            <a:r>
              <a:rPr lang="en-US" dirty="0" err="1"/>
              <a:t>Vident</a:t>
            </a:r>
            <a:r>
              <a:rPr lang="en-US" dirty="0"/>
              <a:t> </a:t>
            </a:r>
            <a:r>
              <a:rPr lang="en-US" dirty="0" err="1"/>
              <a:t>alitatempel</a:t>
            </a:r>
            <a:r>
              <a:rPr lang="en-US" dirty="0"/>
              <a:t> </a:t>
            </a:r>
            <a:r>
              <a:rPr lang="en-US" dirty="0" err="1"/>
              <a:t>iunto</a:t>
            </a:r>
            <a:r>
              <a:rPr lang="en-US" dirty="0"/>
              <a:t> </a:t>
            </a:r>
            <a:r>
              <a:rPr lang="en-US" dirty="0" err="1"/>
              <a:t>blanduciet</a:t>
            </a:r>
            <a:endParaRPr lang="en-US" dirty="0"/>
          </a:p>
        </p:txBody>
      </p:sp>
    </p:spTree>
    <p:extLst>
      <p:ext uri="{BB962C8B-B14F-4D97-AF65-F5344CB8AC3E}">
        <p14:creationId xmlns:p14="http://schemas.microsoft.com/office/powerpoint/2010/main" val="1010219449"/>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Placeholder 2">
            <a:extLst>
              <a:ext uri="{FF2B5EF4-FFF2-40B4-BE49-F238E27FC236}">
                <a16:creationId xmlns:a16="http://schemas.microsoft.com/office/drawing/2014/main" id="{BB496EAD-C692-F838-7709-9274A0788EEE}"/>
              </a:ext>
            </a:extLst>
          </p:cNvPr>
          <p:cNvPicPr>
            <a:picLocks noGrp="1" noChangeAspect="1"/>
          </p:cNvPicPr>
          <p:nvPr>
            <p:ph type="pic" sz="quarter" idx="13"/>
          </p:nvPr>
        </p:nvPicPr>
        <p:blipFill rotWithShape="1">
          <a:blip r:embed="rId2" cstate="screen">
            <a:extLst>
              <a:ext uri="{28A0092B-C50C-407E-A947-70E740481C1C}">
                <a14:useLocalDpi xmlns:a14="http://schemas.microsoft.com/office/drawing/2010/main"/>
              </a:ext>
            </a:extLst>
          </a:blip>
          <a:srcRect t="31228" b="31228"/>
          <a:stretch/>
        </p:blipFill>
        <p:spPr>
          <a:xfrm>
            <a:off x="0" y="0"/>
            <a:ext cx="12192000" cy="2570163"/>
          </a:xfrm>
        </p:spPr>
      </p:pic>
      <p:sp>
        <p:nvSpPr>
          <p:cNvPr id="4" name="Footer Placeholder 3">
            <a:extLst>
              <a:ext uri="{FF2B5EF4-FFF2-40B4-BE49-F238E27FC236}">
                <a16:creationId xmlns:a16="http://schemas.microsoft.com/office/drawing/2014/main" id="{E77FF641-C3CD-E5A4-6454-488209048F8F}"/>
              </a:ext>
            </a:extLst>
          </p:cNvPr>
          <p:cNvSpPr>
            <a:spLocks noGrp="1"/>
          </p:cNvSpPr>
          <p:nvPr>
            <p:ph type="ftr" sz="quarter" idx="11"/>
          </p:nvPr>
        </p:nvSpPr>
        <p:spPr>
          <a:xfrm>
            <a:off x="4781550" y="6311900"/>
            <a:ext cx="5448300" cy="269875"/>
          </a:xfrm>
        </p:spPr>
        <p:txBody>
          <a:bodyPr/>
          <a:lstStyle/>
          <a:p>
            <a:r>
              <a:rPr lang="en-US"/>
              <a:t>See slide 12 for instructions on how to update footer</a:t>
            </a:r>
            <a:endParaRPr lang="en-US" dirty="0"/>
          </a:p>
        </p:txBody>
      </p:sp>
      <p:sp>
        <p:nvSpPr>
          <p:cNvPr id="5" name="Slide Number Placeholder 4">
            <a:extLst>
              <a:ext uri="{FF2B5EF4-FFF2-40B4-BE49-F238E27FC236}">
                <a16:creationId xmlns:a16="http://schemas.microsoft.com/office/drawing/2014/main" id="{DC286BBB-F349-C3FE-EEFF-452335DF4B85}"/>
              </a:ext>
            </a:extLst>
          </p:cNvPr>
          <p:cNvSpPr>
            <a:spLocks noGrp="1"/>
          </p:cNvSpPr>
          <p:nvPr>
            <p:ph type="sldNum" sz="quarter" idx="12"/>
          </p:nvPr>
        </p:nvSpPr>
        <p:spPr>
          <a:xfrm>
            <a:off x="10428288" y="6311900"/>
            <a:ext cx="1209674" cy="269875"/>
          </a:xfrm>
        </p:spPr>
        <p:txBody>
          <a:bodyPr/>
          <a:lstStyle/>
          <a:p>
            <a:fld id="{862A5111-985B-C14D-9115-5787026182A8}" type="slidenum">
              <a:rPr lang="en-US" smtClean="0"/>
              <a:pPr/>
              <a:t>53</a:t>
            </a:fld>
            <a:endParaRPr lang="en-US" dirty="0"/>
          </a:p>
        </p:txBody>
      </p:sp>
      <p:sp>
        <p:nvSpPr>
          <p:cNvPr id="22" name="Picture Placeholder 21">
            <a:extLst>
              <a:ext uri="{FF2B5EF4-FFF2-40B4-BE49-F238E27FC236}">
                <a16:creationId xmlns:a16="http://schemas.microsoft.com/office/drawing/2014/main" id="{9C772122-DAA2-4EA1-99CB-68B64B1B3046}"/>
              </a:ext>
            </a:extLst>
          </p:cNvPr>
          <p:cNvSpPr>
            <a:spLocks noGrp="1"/>
          </p:cNvSpPr>
          <p:nvPr>
            <p:ph type="pic" sz="quarter" idx="28"/>
          </p:nvPr>
        </p:nvSpPr>
        <p:spPr/>
        <p:txBody>
          <a:bodyPr/>
          <a:lstStyle/>
          <a:p>
            <a:endParaRPr lang="en-US"/>
          </a:p>
        </p:txBody>
      </p:sp>
      <p:sp>
        <p:nvSpPr>
          <p:cNvPr id="23" name="Picture Placeholder 22">
            <a:extLst>
              <a:ext uri="{FF2B5EF4-FFF2-40B4-BE49-F238E27FC236}">
                <a16:creationId xmlns:a16="http://schemas.microsoft.com/office/drawing/2014/main" id="{775C1EFE-373B-3686-3425-B4DE9FB6E07E}"/>
              </a:ext>
            </a:extLst>
          </p:cNvPr>
          <p:cNvSpPr>
            <a:spLocks noGrp="1"/>
          </p:cNvSpPr>
          <p:nvPr>
            <p:ph type="pic" sz="quarter" idx="29"/>
          </p:nvPr>
        </p:nvSpPr>
        <p:spPr/>
        <p:txBody>
          <a:bodyPr/>
          <a:lstStyle/>
          <a:p>
            <a:endParaRPr lang="en-US"/>
          </a:p>
        </p:txBody>
      </p:sp>
      <p:sp>
        <p:nvSpPr>
          <p:cNvPr id="24" name="Picture Placeholder 23">
            <a:extLst>
              <a:ext uri="{FF2B5EF4-FFF2-40B4-BE49-F238E27FC236}">
                <a16:creationId xmlns:a16="http://schemas.microsoft.com/office/drawing/2014/main" id="{1BDECA74-7200-399D-3346-46FA10DBA087}"/>
              </a:ext>
            </a:extLst>
          </p:cNvPr>
          <p:cNvSpPr>
            <a:spLocks noGrp="1"/>
          </p:cNvSpPr>
          <p:nvPr>
            <p:ph type="pic" sz="quarter" idx="30"/>
          </p:nvPr>
        </p:nvSpPr>
        <p:spPr/>
        <p:txBody>
          <a:bodyPr/>
          <a:lstStyle/>
          <a:p>
            <a:endParaRPr lang="en-US"/>
          </a:p>
        </p:txBody>
      </p:sp>
      <p:sp>
        <p:nvSpPr>
          <p:cNvPr id="2" name="Title 1">
            <a:extLst>
              <a:ext uri="{FF2B5EF4-FFF2-40B4-BE49-F238E27FC236}">
                <a16:creationId xmlns:a16="http://schemas.microsoft.com/office/drawing/2014/main" id="{C8C63A54-6BDF-151A-ED8B-8F44D03383E4}"/>
              </a:ext>
            </a:extLst>
          </p:cNvPr>
          <p:cNvSpPr>
            <a:spLocks noGrp="1"/>
          </p:cNvSpPr>
          <p:nvPr>
            <p:ph type="title"/>
          </p:nvPr>
        </p:nvSpPr>
        <p:spPr>
          <a:xfrm>
            <a:off x="546100" y="548640"/>
            <a:ext cx="11091862" cy="438785"/>
          </a:xfrm>
        </p:spPr>
        <p:txBody>
          <a:bodyPr/>
          <a:lstStyle/>
          <a:p>
            <a:r>
              <a:rPr lang="en-US" dirty="0"/>
              <a:t>Photo layout</a:t>
            </a:r>
          </a:p>
        </p:txBody>
      </p:sp>
      <p:sp>
        <p:nvSpPr>
          <p:cNvPr id="18" name="Text Placeholder 17">
            <a:extLst>
              <a:ext uri="{FF2B5EF4-FFF2-40B4-BE49-F238E27FC236}">
                <a16:creationId xmlns:a16="http://schemas.microsoft.com/office/drawing/2014/main" id="{59F42644-15CD-ACC4-A4F1-99F5975E24B3}"/>
              </a:ext>
            </a:extLst>
          </p:cNvPr>
          <p:cNvSpPr>
            <a:spLocks noGrp="1"/>
          </p:cNvSpPr>
          <p:nvPr>
            <p:ph type="body" sz="quarter" idx="45"/>
          </p:nvPr>
        </p:nvSpPr>
        <p:spPr>
          <a:xfrm>
            <a:off x="548640" y="1127125"/>
            <a:ext cx="11089322" cy="295275"/>
          </a:xfrm>
        </p:spPr>
        <p:txBody>
          <a:bodyPr/>
          <a:lstStyle/>
          <a:p>
            <a:r>
              <a:rPr lang="en-US" dirty="0"/>
              <a:t>Ultra wide</a:t>
            </a:r>
          </a:p>
        </p:txBody>
      </p:sp>
      <p:sp>
        <p:nvSpPr>
          <p:cNvPr id="25" name="Text Placeholder 24">
            <a:extLst>
              <a:ext uri="{FF2B5EF4-FFF2-40B4-BE49-F238E27FC236}">
                <a16:creationId xmlns:a16="http://schemas.microsoft.com/office/drawing/2014/main" id="{F7BE84E1-91FF-25C1-202E-7A50148BDDFF}"/>
              </a:ext>
            </a:extLst>
          </p:cNvPr>
          <p:cNvSpPr>
            <a:spLocks noGrp="1"/>
          </p:cNvSpPr>
          <p:nvPr>
            <p:ph type="body" sz="quarter" idx="46"/>
          </p:nvPr>
        </p:nvSpPr>
        <p:spPr/>
        <p:txBody>
          <a:bodyPr/>
          <a:lstStyle/>
          <a:p>
            <a:endParaRPr lang="en-US"/>
          </a:p>
        </p:txBody>
      </p:sp>
      <p:sp>
        <p:nvSpPr>
          <p:cNvPr id="12" name="Content Placeholder 11">
            <a:extLst>
              <a:ext uri="{FF2B5EF4-FFF2-40B4-BE49-F238E27FC236}">
                <a16:creationId xmlns:a16="http://schemas.microsoft.com/office/drawing/2014/main" id="{444E99E6-1CB4-48BA-F980-665B184F8C14}"/>
              </a:ext>
            </a:extLst>
          </p:cNvPr>
          <p:cNvSpPr>
            <a:spLocks noGrp="1"/>
          </p:cNvSpPr>
          <p:nvPr>
            <p:ph sz="quarter" idx="40"/>
          </p:nvPr>
        </p:nvSpPr>
        <p:spPr>
          <a:xfrm>
            <a:off x="546100" y="3984624"/>
            <a:ext cx="3520440" cy="1882775"/>
          </a:xfrm>
        </p:spPr>
        <p:txBody>
          <a:bodyPr>
            <a:normAutofit lnSpcReduction="10000"/>
          </a:bodyPr>
          <a:lstStyle/>
          <a:p>
            <a:r>
              <a:rPr lang="en-US" dirty="0"/>
              <a:t>H3 Heading</a:t>
            </a:r>
          </a:p>
          <a:p>
            <a:pPr lvl="1"/>
            <a:r>
              <a:rPr lang="en-US" dirty="0"/>
              <a:t>Bullet level one in GT America 14pt, using “Increase List Level” button</a:t>
            </a:r>
          </a:p>
          <a:p>
            <a:pPr lvl="1"/>
            <a:r>
              <a:rPr lang="en-US" dirty="0"/>
              <a:t>Bullet level one for all subsequent bullets</a:t>
            </a:r>
          </a:p>
          <a:p>
            <a:pPr lvl="1"/>
            <a:r>
              <a:rPr lang="en-US" dirty="0"/>
              <a:t>Bullet level one for all subsequent bullets</a:t>
            </a:r>
          </a:p>
          <a:p>
            <a:endParaRPr lang="en-US" dirty="0"/>
          </a:p>
        </p:txBody>
      </p:sp>
      <p:sp>
        <p:nvSpPr>
          <p:cNvPr id="9" name="Content Placeholder 8">
            <a:extLst>
              <a:ext uri="{FF2B5EF4-FFF2-40B4-BE49-F238E27FC236}">
                <a16:creationId xmlns:a16="http://schemas.microsoft.com/office/drawing/2014/main" id="{8F4992A7-5C9E-C784-4B1D-27B21A762B73}"/>
              </a:ext>
            </a:extLst>
          </p:cNvPr>
          <p:cNvSpPr>
            <a:spLocks noGrp="1"/>
          </p:cNvSpPr>
          <p:nvPr>
            <p:ph sz="quarter" idx="47"/>
          </p:nvPr>
        </p:nvSpPr>
        <p:spPr>
          <a:xfrm>
            <a:off x="4328238" y="3984624"/>
            <a:ext cx="3520440" cy="1882775"/>
          </a:xfrm>
        </p:spPr>
        <p:txBody>
          <a:bodyPr>
            <a:normAutofit lnSpcReduction="10000"/>
          </a:bodyPr>
          <a:lstStyle/>
          <a:p>
            <a:r>
              <a:rPr lang="en-US" dirty="0"/>
              <a:t>H3 Heading</a:t>
            </a:r>
          </a:p>
          <a:p>
            <a:pPr lvl="1"/>
            <a:r>
              <a:rPr lang="en-US" dirty="0"/>
              <a:t>Bullet level one in GT America 14pt, using “Increase List Level” button</a:t>
            </a:r>
          </a:p>
          <a:p>
            <a:pPr lvl="1"/>
            <a:r>
              <a:rPr lang="en-US" dirty="0"/>
              <a:t>Bullet level one for all subsequent bullets</a:t>
            </a:r>
          </a:p>
          <a:p>
            <a:pPr lvl="1"/>
            <a:r>
              <a:rPr lang="en-US" dirty="0"/>
              <a:t>Bullet level one for all subsequent bullets</a:t>
            </a:r>
          </a:p>
          <a:p>
            <a:endParaRPr lang="en-US" dirty="0"/>
          </a:p>
        </p:txBody>
      </p:sp>
      <p:sp>
        <p:nvSpPr>
          <p:cNvPr id="6" name="Content Placeholder 5">
            <a:extLst>
              <a:ext uri="{FF2B5EF4-FFF2-40B4-BE49-F238E27FC236}">
                <a16:creationId xmlns:a16="http://schemas.microsoft.com/office/drawing/2014/main" id="{6B4E2988-0CBD-F042-714F-5F7C15E482B4}"/>
              </a:ext>
            </a:extLst>
          </p:cNvPr>
          <p:cNvSpPr>
            <a:spLocks noGrp="1"/>
          </p:cNvSpPr>
          <p:nvPr>
            <p:ph sz="quarter" idx="48"/>
          </p:nvPr>
        </p:nvSpPr>
        <p:spPr>
          <a:xfrm>
            <a:off x="8117522" y="3984624"/>
            <a:ext cx="3520440" cy="1882775"/>
          </a:xfrm>
        </p:spPr>
        <p:txBody>
          <a:bodyPr>
            <a:normAutofit/>
          </a:bodyPr>
          <a:lstStyle/>
          <a:p>
            <a:r>
              <a:rPr lang="en-US" dirty="0"/>
              <a:t>H3 Heading</a:t>
            </a:r>
          </a:p>
          <a:p>
            <a:pPr lvl="1"/>
            <a:r>
              <a:rPr lang="en-US" dirty="0"/>
              <a:t>Bullet level one in GT America 14pt, using “Increase List Level” button</a:t>
            </a:r>
          </a:p>
          <a:p>
            <a:pPr lvl="1"/>
            <a:r>
              <a:rPr lang="en-US" dirty="0"/>
              <a:t>Bullet level one for all subsequent bullets</a:t>
            </a:r>
          </a:p>
          <a:p>
            <a:pPr lvl="1"/>
            <a:r>
              <a:rPr lang="en-US" dirty="0"/>
              <a:t>Bullet level one for all subsequent bullets</a:t>
            </a:r>
          </a:p>
        </p:txBody>
      </p:sp>
    </p:spTree>
    <p:extLst>
      <p:ext uri="{BB962C8B-B14F-4D97-AF65-F5344CB8AC3E}">
        <p14:creationId xmlns:p14="http://schemas.microsoft.com/office/powerpoint/2010/main" val="634870191"/>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5" name="Picture Placeholder 64">
            <a:extLst>
              <a:ext uri="{FF2B5EF4-FFF2-40B4-BE49-F238E27FC236}">
                <a16:creationId xmlns:a16="http://schemas.microsoft.com/office/drawing/2014/main" id="{E2D5AC57-7E85-C224-2A9C-6FE044F4D479}"/>
              </a:ext>
            </a:extLst>
          </p:cNvPr>
          <p:cNvPicPr>
            <a:picLocks noGrp="1" noChangeAspect="1"/>
          </p:cNvPicPr>
          <p:nvPr>
            <p:ph type="pic" sz="quarter" idx="13"/>
          </p:nvPr>
        </p:nvPicPr>
        <p:blipFill>
          <a:blip r:embed="rId2"/>
          <a:srcRect l="25" r="25"/>
          <a:stretch/>
        </p:blipFill>
        <p:spPr>
          <a:xfrm>
            <a:off x="8142973" y="0"/>
            <a:ext cx="2029968" cy="6167438"/>
          </a:xfrm>
        </p:spPr>
      </p:pic>
      <p:sp>
        <p:nvSpPr>
          <p:cNvPr id="2" name="Footer Placeholder 1">
            <a:extLst>
              <a:ext uri="{FF2B5EF4-FFF2-40B4-BE49-F238E27FC236}">
                <a16:creationId xmlns:a16="http://schemas.microsoft.com/office/drawing/2014/main" id="{21490F84-187C-FE49-02D6-632F0BBF7585}"/>
              </a:ext>
            </a:extLst>
          </p:cNvPr>
          <p:cNvSpPr>
            <a:spLocks noGrp="1"/>
          </p:cNvSpPr>
          <p:nvPr>
            <p:ph type="ftr" sz="quarter" idx="11"/>
          </p:nvPr>
        </p:nvSpPr>
        <p:spPr>
          <a:xfrm>
            <a:off x="4781550" y="6311900"/>
            <a:ext cx="5448300" cy="269875"/>
          </a:xfrm>
        </p:spPr>
        <p:txBody>
          <a:bodyPr/>
          <a:lstStyle/>
          <a:p>
            <a:r>
              <a:rPr lang="en-US"/>
              <a:t>See slide 12 for instructions on how to update footer</a:t>
            </a:r>
            <a:endParaRPr lang="en-US" dirty="0"/>
          </a:p>
        </p:txBody>
      </p:sp>
      <p:sp>
        <p:nvSpPr>
          <p:cNvPr id="6" name="Slide Number Placeholder 5">
            <a:extLst>
              <a:ext uri="{FF2B5EF4-FFF2-40B4-BE49-F238E27FC236}">
                <a16:creationId xmlns:a16="http://schemas.microsoft.com/office/drawing/2014/main" id="{EB0D7CF0-7965-B595-B1E9-3F7C75FF09FB}"/>
              </a:ext>
            </a:extLst>
          </p:cNvPr>
          <p:cNvSpPr>
            <a:spLocks noGrp="1"/>
          </p:cNvSpPr>
          <p:nvPr>
            <p:ph type="sldNum" sz="quarter" idx="12"/>
          </p:nvPr>
        </p:nvSpPr>
        <p:spPr>
          <a:xfrm>
            <a:off x="10428288" y="6311900"/>
            <a:ext cx="1209674" cy="269875"/>
          </a:xfrm>
        </p:spPr>
        <p:txBody>
          <a:bodyPr/>
          <a:lstStyle/>
          <a:p>
            <a:fld id="{862A5111-985B-C14D-9115-5787026182A8}" type="slidenum">
              <a:rPr lang="en-US" smtClean="0"/>
              <a:pPr/>
              <a:t>54</a:t>
            </a:fld>
            <a:endParaRPr lang="en-US" dirty="0"/>
          </a:p>
        </p:txBody>
      </p:sp>
      <p:pic>
        <p:nvPicPr>
          <p:cNvPr id="66" name="Picture Placeholder 65">
            <a:extLst>
              <a:ext uri="{FF2B5EF4-FFF2-40B4-BE49-F238E27FC236}">
                <a16:creationId xmlns:a16="http://schemas.microsoft.com/office/drawing/2014/main" id="{6E832DF6-E317-FE2C-9694-808D5A65A8A8}"/>
              </a:ext>
            </a:extLst>
          </p:cNvPr>
          <p:cNvPicPr>
            <a:picLocks noGrp="1" noChangeAspect="1"/>
          </p:cNvPicPr>
          <p:nvPr>
            <p:ph type="pic" sz="quarter" idx="14"/>
          </p:nvPr>
        </p:nvPicPr>
        <p:blipFill>
          <a:blip r:embed="rId3"/>
          <a:srcRect l="38" r="38"/>
          <a:stretch/>
        </p:blipFill>
        <p:spPr>
          <a:xfrm>
            <a:off x="10162032" y="0"/>
            <a:ext cx="2029968" cy="3984625"/>
          </a:xfrm>
        </p:spPr>
      </p:pic>
      <p:sp>
        <p:nvSpPr>
          <p:cNvPr id="3" name="Title 2">
            <a:extLst>
              <a:ext uri="{FF2B5EF4-FFF2-40B4-BE49-F238E27FC236}">
                <a16:creationId xmlns:a16="http://schemas.microsoft.com/office/drawing/2014/main" id="{6E3D041D-D752-5767-1F9E-F7F441BCF29F}"/>
              </a:ext>
            </a:extLst>
          </p:cNvPr>
          <p:cNvSpPr>
            <a:spLocks noGrp="1"/>
          </p:cNvSpPr>
          <p:nvPr>
            <p:ph type="title"/>
          </p:nvPr>
        </p:nvSpPr>
        <p:spPr>
          <a:xfrm>
            <a:off x="546100" y="552450"/>
            <a:ext cx="6851651" cy="434975"/>
          </a:xfrm>
        </p:spPr>
        <p:txBody>
          <a:bodyPr/>
          <a:lstStyle/>
          <a:p>
            <a:r>
              <a:rPr lang="en-US" dirty="0"/>
              <a:t>Dynamic slices</a:t>
            </a:r>
          </a:p>
        </p:txBody>
      </p:sp>
      <p:sp>
        <p:nvSpPr>
          <p:cNvPr id="4" name="Text Placeholder 3">
            <a:extLst>
              <a:ext uri="{FF2B5EF4-FFF2-40B4-BE49-F238E27FC236}">
                <a16:creationId xmlns:a16="http://schemas.microsoft.com/office/drawing/2014/main" id="{A426159E-C684-162D-AFCA-5E8942C20887}"/>
              </a:ext>
            </a:extLst>
          </p:cNvPr>
          <p:cNvSpPr>
            <a:spLocks noGrp="1"/>
          </p:cNvSpPr>
          <p:nvPr>
            <p:ph type="body" sz="quarter" idx="23"/>
          </p:nvPr>
        </p:nvSpPr>
        <p:spPr>
          <a:xfrm>
            <a:off x="546100" y="1127125"/>
            <a:ext cx="6853046" cy="292607"/>
          </a:xfrm>
        </p:spPr>
        <p:txBody>
          <a:bodyPr/>
          <a:lstStyle/>
          <a:p>
            <a:r>
              <a:rPr lang="en-US" dirty="0"/>
              <a:t>Light layout featuring split images</a:t>
            </a:r>
          </a:p>
        </p:txBody>
      </p:sp>
      <p:sp>
        <p:nvSpPr>
          <p:cNvPr id="26" name="Text Placeholder 25">
            <a:extLst>
              <a:ext uri="{FF2B5EF4-FFF2-40B4-BE49-F238E27FC236}">
                <a16:creationId xmlns:a16="http://schemas.microsoft.com/office/drawing/2014/main" id="{ABE9B603-A509-307B-4B78-2C2706C07372}"/>
              </a:ext>
            </a:extLst>
          </p:cNvPr>
          <p:cNvSpPr>
            <a:spLocks noGrp="1"/>
          </p:cNvSpPr>
          <p:nvPr>
            <p:ph type="body" sz="quarter" idx="24"/>
          </p:nvPr>
        </p:nvSpPr>
        <p:spPr/>
        <p:txBody>
          <a:bodyPr/>
          <a:lstStyle/>
          <a:p>
            <a:endParaRPr lang="en-US"/>
          </a:p>
        </p:txBody>
      </p:sp>
      <p:sp>
        <p:nvSpPr>
          <p:cNvPr id="5" name="Content Placeholder 4">
            <a:extLst>
              <a:ext uri="{FF2B5EF4-FFF2-40B4-BE49-F238E27FC236}">
                <a16:creationId xmlns:a16="http://schemas.microsoft.com/office/drawing/2014/main" id="{4928DEFF-B9F6-D029-39D3-F0EE0CA6F473}"/>
              </a:ext>
            </a:extLst>
          </p:cNvPr>
          <p:cNvSpPr>
            <a:spLocks noGrp="1"/>
          </p:cNvSpPr>
          <p:nvPr>
            <p:ph sz="quarter" idx="27"/>
          </p:nvPr>
        </p:nvSpPr>
        <p:spPr>
          <a:xfrm>
            <a:off x="546894" y="2425700"/>
            <a:ext cx="6850856" cy="3441700"/>
          </a:xfrm>
        </p:spPr>
        <p:txBody>
          <a:bodyPr/>
          <a:lstStyle/>
          <a:p>
            <a:r>
              <a:rPr lang="en-US" dirty="0"/>
              <a:t>Intro Paragraph. </a:t>
            </a:r>
            <a:r>
              <a:rPr lang="en-US" dirty="0" err="1"/>
              <a:t>Essint</a:t>
            </a:r>
            <a:r>
              <a:rPr lang="en-US" dirty="0"/>
              <a:t> ex et </a:t>
            </a:r>
            <a:r>
              <a:rPr lang="en-US" dirty="0" err="1"/>
              <a:t>aut</a:t>
            </a:r>
            <a:r>
              <a:rPr lang="en-US" dirty="0"/>
              <a:t> </a:t>
            </a:r>
            <a:r>
              <a:rPr lang="en-US" dirty="0" err="1"/>
              <a:t>ea</a:t>
            </a:r>
            <a:r>
              <a:rPr lang="en-US" dirty="0"/>
              <a:t> nim re ped </a:t>
            </a:r>
            <a:r>
              <a:rPr lang="en-US" dirty="0" err="1"/>
              <a:t>utemporibus</a:t>
            </a:r>
            <a:r>
              <a:rPr lang="en-US" dirty="0"/>
              <a:t>, </a:t>
            </a:r>
            <a:r>
              <a:rPr lang="en-US" dirty="0" err="1"/>
              <a:t>repero</a:t>
            </a:r>
            <a:r>
              <a:rPr lang="en-US" dirty="0"/>
              <a:t> beatus </a:t>
            </a:r>
            <a:r>
              <a:rPr lang="en-US" dirty="0" err="1"/>
              <a:t>simendestrum</a:t>
            </a:r>
            <a:r>
              <a:rPr lang="en-US" dirty="0"/>
              <a:t> alit </a:t>
            </a:r>
            <a:r>
              <a:rPr lang="en-US" dirty="0" err="1"/>
              <a:t>esto</a:t>
            </a:r>
            <a:r>
              <a:rPr lang="en-US" dirty="0"/>
              <a:t> </a:t>
            </a:r>
            <a:r>
              <a:rPr lang="en-US" dirty="0" err="1"/>
              <a:t>temque</a:t>
            </a:r>
            <a:r>
              <a:rPr lang="en-US" dirty="0"/>
              <a:t> </a:t>
            </a:r>
            <a:r>
              <a:rPr lang="en-US" dirty="0" err="1"/>
              <a:t>volut</a:t>
            </a:r>
            <a:r>
              <a:rPr lang="en-US" dirty="0"/>
              <a:t> </a:t>
            </a:r>
            <a:r>
              <a:rPr lang="en-US" dirty="0" err="1"/>
              <a:t>aut</a:t>
            </a:r>
            <a:r>
              <a:rPr lang="en-US" dirty="0"/>
              <a:t>.</a:t>
            </a:r>
          </a:p>
          <a:p>
            <a:pPr lvl="1"/>
            <a:r>
              <a:rPr lang="en-US" dirty="0"/>
              <a:t>Et fugit ma qui od </a:t>
            </a:r>
            <a:r>
              <a:rPr lang="en-US" dirty="0" err="1"/>
              <a:t>utenistio</a:t>
            </a:r>
            <a:r>
              <a:rPr lang="en-US" dirty="0"/>
              <a:t> </a:t>
            </a:r>
            <a:r>
              <a:rPr lang="en-US" dirty="0" err="1"/>
              <a:t>est</a:t>
            </a:r>
            <a:r>
              <a:rPr lang="en-US" dirty="0"/>
              <a:t> </a:t>
            </a:r>
            <a:r>
              <a:rPr lang="en-US" dirty="0" err="1"/>
              <a:t>quatem</a:t>
            </a:r>
            <a:r>
              <a:rPr lang="en-US" dirty="0"/>
              <a:t> </a:t>
            </a:r>
            <a:r>
              <a:rPr lang="en-US" dirty="0" err="1"/>
              <a:t>eos</a:t>
            </a:r>
            <a:r>
              <a:rPr lang="en-US" dirty="0"/>
              <a:t> </a:t>
            </a:r>
            <a:r>
              <a:rPr lang="en-US" dirty="0" err="1"/>
              <a:t>velitatur</a:t>
            </a:r>
            <a:r>
              <a:rPr lang="en-US" dirty="0"/>
              <a:t>, </a:t>
            </a:r>
            <a:r>
              <a:rPr lang="en-US" dirty="0" err="1"/>
              <a:t>ulparum</a:t>
            </a:r>
            <a:r>
              <a:rPr lang="en-US" dirty="0"/>
              <a:t> sed </a:t>
            </a:r>
            <a:r>
              <a:rPr lang="en-US" dirty="0" err="1"/>
              <a:t>unt</a:t>
            </a:r>
            <a:r>
              <a:rPr lang="en-US" dirty="0"/>
              <a:t> </a:t>
            </a:r>
            <a:r>
              <a:rPr lang="en-US" dirty="0" err="1"/>
              <a:t>invendiorum</a:t>
            </a:r>
            <a:r>
              <a:rPr lang="en-US" dirty="0"/>
              <a:t> </a:t>
            </a:r>
            <a:r>
              <a:rPr lang="en-US" dirty="0" err="1"/>
              <a:t>restrum</a:t>
            </a:r>
            <a:r>
              <a:rPr lang="en-US" dirty="0"/>
              <a:t> </a:t>
            </a:r>
            <a:r>
              <a:rPr lang="en-US" dirty="0" err="1"/>
              <a:t>quas</a:t>
            </a:r>
            <a:r>
              <a:rPr lang="en-US" dirty="0"/>
              <a:t> </a:t>
            </a:r>
            <a:r>
              <a:rPr lang="en-US" dirty="0" err="1"/>
              <a:t>dolectur</a:t>
            </a:r>
            <a:r>
              <a:rPr lang="en-US" dirty="0"/>
              <a:t>? Qui </a:t>
            </a:r>
            <a:r>
              <a:rPr lang="en-US" dirty="0" err="1"/>
              <a:t>doluptatem</a:t>
            </a:r>
            <a:r>
              <a:rPr lang="en-US" dirty="0"/>
              <a:t> et </a:t>
            </a:r>
            <a:r>
              <a:rPr lang="en-US" dirty="0" err="1"/>
              <a:t>repudis</a:t>
            </a:r>
            <a:r>
              <a:rPr lang="en-US" dirty="0"/>
              <a:t> </a:t>
            </a:r>
            <a:r>
              <a:rPr lang="en-US" dirty="0" err="1"/>
              <a:t>moloren</a:t>
            </a:r>
            <a:r>
              <a:rPr lang="en-US" dirty="0"/>
              <a:t> </a:t>
            </a:r>
            <a:r>
              <a:rPr lang="en-US" dirty="0" err="1"/>
              <a:t>dipsam</a:t>
            </a:r>
            <a:r>
              <a:rPr lang="en-US" dirty="0"/>
              <a:t>, </a:t>
            </a:r>
            <a:r>
              <a:rPr lang="en-US" dirty="0" err="1"/>
              <a:t>te</a:t>
            </a:r>
            <a:r>
              <a:rPr lang="en-US" dirty="0"/>
              <a:t> lab </a:t>
            </a:r>
            <a:r>
              <a:rPr lang="en-US" dirty="0" err="1"/>
              <a:t>iminvel</a:t>
            </a:r>
            <a:r>
              <a:rPr lang="en-US" dirty="0"/>
              <a:t> </a:t>
            </a:r>
            <a:r>
              <a:rPr lang="en-US" dirty="0" err="1"/>
              <a:t>iberibus</a:t>
            </a:r>
            <a:r>
              <a:rPr lang="en-US" dirty="0"/>
              <a:t> </a:t>
            </a:r>
            <a:r>
              <a:rPr lang="en-US" dirty="0" err="1"/>
              <a:t>dolorum</a:t>
            </a:r>
            <a:r>
              <a:rPr lang="en-US" dirty="0"/>
              <a:t> qui </a:t>
            </a:r>
            <a:r>
              <a:rPr lang="en-US" dirty="0" err="1"/>
              <a:t>dolorernati</a:t>
            </a:r>
            <a:r>
              <a:rPr lang="en-US" dirty="0"/>
              <a:t> </a:t>
            </a:r>
            <a:r>
              <a:rPr lang="en-US" dirty="0" err="1"/>
              <a:t>verferum</a:t>
            </a:r>
            <a:r>
              <a:rPr lang="en-US" dirty="0"/>
              <a:t> </a:t>
            </a:r>
            <a:r>
              <a:rPr lang="en-US" dirty="0" err="1"/>
              <a:t>Erumquas</a:t>
            </a:r>
            <a:r>
              <a:rPr lang="en-US" dirty="0"/>
              <a:t> </a:t>
            </a:r>
            <a:r>
              <a:rPr lang="en-US" dirty="0" err="1"/>
              <a:t>minulla</a:t>
            </a:r>
            <a:r>
              <a:rPr lang="en-US" dirty="0"/>
              <a:t> </a:t>
            </a:r>
            <a:r>
              <a:rPr lang="en-US" dirty="0" err="1"/>
              <a:t>borrovit</a:t>
            </a:r>
            <a:r>
              <a:rPr lang="en-US" dirty="0"/>
              <a:t> </a:t>
            </a:r>
            <a:r>
              <a:rPr lang="en-US" dirty="0" err="1"/>
              <a:t>assimi</a:t>
            </a:r>
            <a:r>
              <a:rPr lang="en-US" dirty="0"/>
              <a:t>, </a:t>
            </a:r>
            <a:r>
              <a:rPr lang="en-US" dirty="0" err="1"/>
              <a:t>toratem</a:t>
            </a:r>
            <a:r>
              <a:rPr lang="en-US" dirty="0"/>
              <a:t> </a:t>
            </a:r>
            <a:r>
              <a:rPr lang="en-US" dirty="0" err="1"/>
              <a:t>sant</a:t>
            </a:r>
            <a:r>
              <a:rPr lang="en-US" dirty="0"/>
              <a:t> </a:t>
            </a:r>
            <a:r>
              <a:rPr lang="en-US" dirty="0" err="1"/>
              <a:t>officiisse</a:t>
            </a:r>
            <a:r>
              <a:rPr lang="en-US" dirty="0"/>
              <a:t> </a:t>
            </a:r>
            <a:r>
              <a:rPr lang="en-US" dirty="0" err="1"/>
              <a:t>natium</a:t>
            </a:r>
            <a:r>
              <a:rPr lang="en-US" dirty="0"/>
              <a:t> re </a:t>
            </a:r>
            <a:r>
              <a:rPr lang="en-US" dirty="0" err="1"/>
              <a:t>velitate</a:t>
            </a:r>
            <a:r>
              <a:rPr lang="en-US" dirty="0"/>
              <a:t> que </a:t>
            </a:r>
            <a:r>
              <a:rPr lang="en-US" dirty="0" err="1"/>
              <a:t>volupti</a:t>
            </a:r>
            <a:r>
              <a:rPr lang="en-US" dirty="0"/>
              <a:t> </a:t>
            </a:r>
            <a:r>
              <a:rPr lang="en-US" dirty="0" err="1"/>
              <a:t>busdam</a:t>
            </a:r>
            <a:r>
              <a:rPr lang="en-US" dirty="0"/>
              <a:t>, sunt </a:t>
            </a:r>
            <a:r>
              <a:rPr lang="en-US" dirty="0" err="1"/>
              <a:t>eatiatecte</a:t>
            </a:r>
            <a:r>
              <a:rPr lang="en-US" dirty="0"/>
              <a:t> </a:t>
            </a:r>
            <a:r>
              <a:rPr lang="en-US" dirty="0" err="1"/>
              <a:t>cus</a:t>
            </a:r>
            <a:r>
              <a:rPr lang="en-US" dirty="0"/>
              <a:t> </a:t>
            </a:r>
            <a:r>
              <a:rPr lang="en-US" dirty="0" err="1"/>
              <a:t>prae</a:t>
            </a:r>
            <a:r>
              <a:rPr lang="en-US" dirty="0"/>
              <a:t> non </a:t>
            </a:r>
            <a:r>
              <a:rPr lang="en-US" dirty="0" err="1"/>
              <a:t>natiumq</a:t>
            </a:r>
            <a:r>
              <a:rPr lang="en-US" dirty="0"/>
              <a:t> </a:t>
            </a:r>
            <a:r>
              <a:rPr lang="en-US" dirty="0" err="1"/>
              <a:t>uiantus</a:t>
            </a:r>
            <a:r>
              <a:rPr lang="en-US" dirty="0"/>
              <a:t>.</a:t>
            </a:r>
          </a:p>
          <a:p>
            <a:pPr lvl="1"/>
            <a:r>
              <a:rPr lang="en-US" dirty="0" err="1"/>
              <a:t>Sitioreperum</a:t>
            </a:r>
            <a:r>
              <a:rPr lang="en-US" dirty="0"/>
              <a:t> </a:t>
            </a:r>
            <a:r>
              <a:rPr lang="en-US" dirty="0" err="1"/>
              <a:t>estemol</a:t>
            </a:r>
            <a:r>
              <a:rPr lang="en-US" dirty="0"/>
              <a:t> </a:t>
            </a:r>
            <a:r>
              <a:rPr lang="en-US" dirty="0" err="1"/>
              <a:t>eseque</a:t>
            </a:r>
            <a:r>
              <a:rPr lang="en-US" dirty="0"/>
              <a:t> nobis </a:t>
            </a:r>
            <a:r>
              <a:rPr lang="en-US" dirty="0" err="1"/>
              <a:t>venda</a:t>
            </a:r>
            <a:r>
              <a:rPr lang="en-US" dirty="0"/>
              <a:t> dis </a:t>
            </a:r>
            <a:r>
              <a:rPr lang="en-US" dirty="0" err="1"/>
              <a:t>expernatem</a:t>
            </a:r>
            <a:r>
              <a:rPr lang="en-US" dirty="0"/>
              <a:t> </a:t>
            </a:r>
            <a:r>
              <a:rPr lang="en-US" dirty="0" err="1"/>
              <a:t>arcipsandit</a:t>
            </a:r>
            <a:r>
              <a:rPr lang="en-US" dirty="0"/>
              <a:t> as ex </a:t>
            </a:r>
            <a:r>
              <a:rPr lang="en-US" dirty="0" err="1"/>
              <a:t>etur</a:t>
            </a:r>
            <a:r>
              <a:rPr lang="en-US" dirty="0"/>
              <a:t> </a:t>
            </a:r>
            <a:r>
              <a:rPr lang="en-US" dirty="0" err="1"/>
              <a:t>molupti</a:t>
            </a:r>
            <a:r>
              <a:rPr lang="en-US" dirty="0"/>
              <a:t> </a:t>
            </a:r>
            <a:r>
              <a:rPr lang="en-US" dirty="0" err="1"/>
              <a:t>voloribus</a:t>
            </a:r>
            <a:r>
              <a:rPr lang="en-US" dirty="0"/>
              <a:t>, </a:t>
            </a:r>
            <a:r>
              <a:rPr lang="en-US" dirty="0" err="1"/>
              <a:t>volupta</a:t>
            </a:r>
            <a:r>
              <a:rPr lang="en-US" dirty="0"/>
              <a:t> ab </a:t>
            </a:r>
            <a:r>
              <a:rPr lang="en-US" dirty="0" err="1"/>
              <a:t>illuptae</a:t>
            </a:r>
            <a:r>
              <a:rPr lang="en-US" dirty="0"/>
              <a:t> </a:t>
            </a:r>
            <a:r>
              <a:rPr lang="en-US" dirty="0" err="1"/>
              <a:t>sape</a:t>
            </a:r>
            <a:r>
              <a:rPr lang="en-US" dirty="0"/>
              <a:t> </a:t>
            </a:r>
            <a:r>
              <a:rPr lang="en-US" dirty="0" err="1"/>
              <a:t>sitis</a:t>
            </a:r>
            <a:r>
              <a:rPr lang="en-US" dirty="0"/>
              <a:t> </a:t>
            </a:r>
            <a:r>
              <a:rPr lang="en-US" dirty="0" err="1"/>
              <a:t>ditaesti</a:t>
            </a:r>
            <a:r>
              <a:rPr lang="en-US" dirty="0"/>
              <a:t> </a:t>
            </a:r>
            <a:r>
              <a:rPr lang="en-US" dirty="0" err="1"/>
              <a:t>opta</a:t>
            </a:r>
            <a:r>
              <a:rPr lang="en-US" dirty="0"/>
              <a:t> </a:t>
            </a:r>
            <a:r>
              <a:rPr lang="en-US" dirty="0" err="1"/>
              <a:t>nist</a:t>
            </a:r>
            <a:r>
              <a:rPr lang="en-US" dirty="0"/>
              <a:t> </a:t>
            </a:r>
            <a:r>
              <a:rPr lang="en-US" dirty="0" err="1"/>
              <a:t>quia</a:t>
            </a:r>
            <a:r>
              <a:rPr lang="en-US" dirty="0"/>
              <a:t> </a:t>
            </a:r>
            <a:r>
              <a:rPr lang="en-US" dirty="0" err="1"/>
              <a:t>apientium</a:t>
            </a:r>
            <a:r>
              <a:rPr lang="en-US" dirty="0"/>
              <a:t> </a:t>
            </a:r>
            <a:r>
              <a:rPr lang="en-US" dirty="0" err="1"/>
              <a:t>vellent</a:t>
            </a:r>
            <a:r>
              <a:rPr lang="en-US" dirty="0"/>
              <a:t> </a:t>
            </a:r>
            <a:r>
              <a:rPr lang="en-US" dirty="0" err="1"/>
              <a:t>anit</a:t>
            </a:r>
            <a:r>
              <a:rPr lang="en-US" dirty="0"/>
              <a:t> </a:t>
            </a:r>
            <a:r>
              <a:rPr lang="en-US" dirty="0" err="1"/>
              <a:t>vollores</a:t>
            </a:r>
            <a:r>
              <a:rPr lang="en-US" dirty="0"/>
              <a:t> </a:t>
            </a:r>
            <a:r>
              <a:rPr lang="en-US" dirty="0" err="1"/>
              <a:t>nectem</a:t>
            </a:r>
            <a:r>
              <a:rPr lang="en-US" dirty="0"/>
              <a:t> </a:t>
            </a:r>
            <a:r>
              <a:rPr lang="en-US" dirty="0" err="1"/>
              <a:t>ut</a:t>
            </a:r>
            <a:r>
              <a:rPr lang="en-US" dirty="0"/>
              <a:t> </a:t>
            </a:r>
            <a:r>
              <a:rPr lang="en-US" dirty="0" err="1"/>
              <a:t>exernatquiam</a:t>
            </a:r>
            <a:r>
              <a:rPr lang="en-US" dirty="0"/>
              <a:t> </a:t>
            </a:r>
            <a:r>
              <a:rPr lang="en-US" dirty="0" err="1"/>
              <a:t>aut</a:t>
            </a:r>
            <a:r>
              <a:rPr lang="en-US" dirty="0"/>
              <a:t> </a:t>
            </a:r>
            <a:r>
              <a:rPr lang="en-US" dirty="0" err="1"/>
              <a:t>volorer</a:t>
            </a:r>
            <a:r>
              <a:rPr lang="en-US" dirty="0"/>
              <a:t> </a:t>
            </a:r>
            <a:r>
              <a:rPr lang="en-US" dirty="0" err="1"/>
              <a:t>fernatur</a:t>
            </a:r>
            <a:r>
              <a:rPr lang="en-US" dirty="0"/>
              <a:t>, </a:t>
            </a:r>
            <a:r>
              <a:rPr lang="en-US" dirty="0" err="1"/>
              <a:t>omnihilia</a:t>
            </a:r>
            <a:r>
              <a:rPr lang="en-US" dirty="0"/>
              <a:t> </a:t>
            </a:r>
            <a:r>
              <a:rPr lang="en-US" dirty="0" err="1"/>
              <a:t>volum</a:t>
            </a:r>
            <a:r>
              <a:rPr lang="en-US" dirty="0"/>
              <a:t> </a:t>
            </a:r>
            <a:r>
              <a:rPr lang="en-US" dirty="0" err="1"/>
              <a:t>fuga</a:t>
            </a:r>
            <a:r>
              <a:rPr lang="en-US" dirty="0"/>
              <a:t>.</a:t>
            </a:r>
          </a:p>
          <a:p>
            <a:endParaRPr lang="en-US" dirty="0"/>
          </a:p>
        </p:txBody>
      </p:sp>
      <p:sp>
        <p:nvSpPr>
          <p:cNvPr id="12" name="Text Placeholder 11">
            <a:extLst>
              <a:ext uri="{FF2B5EF4-FFF2-40B4-BE49-F238E27FC236}">
                <a16:creationId xmlns:a16="http://schemas.microsoft.com/office/drawing/2014/main" id="{D4F1E244-D15C-9969-B6EC-AE98D3BF1737}"/>
              </a:ext>
            </a:extLst>
          </p:cNvPr>
          <p:cNvSpPr>
            <a:spLocks noGrp="1"/>
          </p:cNvSpPr>
          <p:nvPr>
            <p:ph type="body" sz="quarter" idx="29"/>
          </p:nvPr>
        </p:nvSpPr>
        <p:spPr>
          <a:xfrm>
            <a:off x="546100" y="1849437"/>
            <a:ext cx="6851650" cy="296861"/>
          </a:xfrm>
        </p:spPr>
        <p:txBody>
          <a:bodyPr/>
          <a:lstStyle/>
          <a:p>
            <a:r>
              <a:rPr lang="en-US" dirty="0"/>
              <a:t>H3 Heading</a:t>
            </a:r>
          </a:p>
        </p:txBody>
      </p:sp>
    </p:spTree>
    <p:extLst>
      <p:ext uri="{BB962C8B-B14F-4D97-AF65-F5344CB8AC3E}">
        <p14:creationId xmlns:p14="http://schemas.microsoft.com/office/powerpoint/2010/main" val="1518718734"/>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 name="Picture Placeholder 38">
            <a:extLst>
              <a:ext uri="{FF2B5EF4-FFF2-40B4-BE49-F238E27FC236}">
                <a16:creationId xmlns:a16="http://schemas.microsoft.com/office/drawing/2014/main" id="{39A1A5AD-EAD4-DC09-61DB-9E7BB3683283}"/>
              </a:ext>
            </a:extLst>
          </p:cNvPr>
          <p:cNvSpPr>
            <a:spLocks noGrp="1"/>
          </p:cNvSpPr>
          <p:nvPr>
            <p:ph type="pic" sz="quarter" idx="13"/>
          </p:nvPr>
        </p:nvSpPr>
        <p:spPr/>
        <p:txBody>
          <a:bodyPr/>
          <a:lstStyle/>
          <a:p>
            <a:endParaRPr lang="en-US"/>
          </a:p>
        </p:txBody>
      </p:sp>
      <p:sp>
        <p:nvSpPr>
          <p:cNvPr id="2" name="Footer Placeholder 1">
            <a:extLst>
              <a:ext uri="{FF2B5EF4-FFF2-40B4-BE49-F238E27FC236}">
                <a16:creationId xmlns:a16="http://schemas.microsoft.com/office/drawing/2014/main" id="{C3AC9E58-85F3-9C8D-D3D1-999332BC961F}"/>
              </a:ext>
            </a:extLst>
          </p:cNvPr>
          <p:cNvSpPr>
            <a:spLocks noGrp="1"/>
          </p:cNvSpPr>
          <p:nvPr>
            <p:ph type="ftr" sz="quarter" idx="11"/>
          </p:nvPr>
        </p:nvSpPr>
        <p:spPr>
          <a:xfrm>
            <a:off x="4781550" y="6311900"/>
            <a:ext cx="5448300" cy="269875"/>
          </a:xfrm>
        </p:spPr>
        <p:txBody>
          <a:bodyPr/>
          <a:lstStyle/>
          <a:p>
            <a:r>
              <a:rPr lang="en-US"/>
              <a:t>See slide 12 for instructions on how to update footer</a:t>
            </a:r>
            <a:endParaRPr lang="en-US" dirty="0"/>
          </a:p>
        </p:txBody>
      </p:sp>
      <p:sp>
        <p:nvSpPr>
          <p:cNvPr id="3" name="Slide Number Placeholder 2">
            <a:extLst>
              <a:ext uri="{FF2B5EF4-FFF2-40B4-BE49-F238E27FC236}">
                <a16:creationId xmlns:a16="http://schemas.microsoft.com/office/drawing/2014/main" id="{2420DE22-4C39-E93B-723E-C9ADD2F31D3F}"/>
              </a:ext>
            </a:extLst>
          </p:cNvPr>
          <p:cNvSpPr>
            <a:spLocks noGrp="1"/>
          </p:cNvSpPr>
          <p:nvPr>
            <p:ph type="sldNum" sz="quarter" idx="12"/>
          </p:nvPr>
        </p:nvSpPr>
        <p:spPr>
          <a:xfrm>
            <a:off x="10428288" y="6311900"/>
            <a:ext cx="1209674" cy="269875"/>
          </a:xfrm>
        </p:spPr>
        <p:txBody>
          <a:bodyPr/>
          <a:lstStyle/>
          <a:p>
            <a:fld id="{862A5111-985B-C14D-9115-5787026182A8}" type="slidenum">
              <a:rPr lang="en-US" smtClean="0"/>
              <a:pPr/>
              <a:t>55</a:t>
            </a:fld>
            <a:endParaRPr lang="en-US" dirty="0"/>
          </a:p>
        </p:txBody>
      </p:sp>
      <p:pic>
        <p:nvPicPr>
          <p:cNvPr id="24" name="Picture Placeholder 22" descr="A forklift lifting a stack of containers&#10;&#10;Description automatically generated">
            <a:extLst>
              <a:ext uri="{FF2B5EF4-FFF2-40B4-BE49-F238E27FC236}">
                <a16:creationId xmlns:a16="http://schemas.microsoft.com/office/drawing/2014/main" id="{600B283E-6AAD-5FB3-6D36-98DFBC90A418}"/>
              </a:ext>
            </a:extLst>
          </p:cNvPr>
          <p:cNvPicPr>
            <a:picLocks noGrp="1" noChangeAspect="1"/>
          </p:cNvPicPr>
          <p:nvPr>
            <p:ph type="pic" sz="quarter" idx="14"/>
          </p:nvPr>
        </p:nvPicPr>
        <p:blipFill rotWithShape="1">
          <a:blip r:embed="rId2" cstate="screen">
            <a:extLst>
              <a:ext uri="{28A0092B-C50C-407E-A947-70E740481C1C}">
                <a14:useLocalDpi xmlns:a14="http://schemas.microsoft.com/office/drawing/2010/main"/>
              </a:ext>
            </a:extLst>
          </a:blip>
          <a:srcRect l="33008" r="33008"/>
          <a:stretch/>
        </p:blipFill>
        <p:spPr>
          <a:xfrm>
            <a:off x="10162032" y="0"/>
            <a:ext cx="2029968" cy="3984625"/>
          </a:xfrm>
        </p:spPr>
      </p:pic>
      <p:sp>
        <p:nvSpPr>
          <p:cNvPr id="16" name="Title 15">
            <a:extLst>
              <a:ext uri="{FF2B5EF4-FFF2-40B4-BE49-F238E27FC236}">
                <a16:creationId xmlns:a16="http://schemas.microsoft.com/office/drawing/2014/main" id="{23DB1E72-5C6E-FC95-F70B-B2D10DD9D757}"/>
              </a:ext>
            </a:extLst>
          </p:cNvPr>
          <p:cNvSpPr>
            <a:spLocks noGrp="1"/>
          </p:cNvSpPr>
          <p:nvPr>
            <p:ph type="title"/>
          </p:nvPr>
        </p:nvSpPr>
        <p:spPr>
          <a:xfrm>
            <a:off x="546892" y="552449"/>
            <a:ext cx="6849111" cy="434975"/>
          </a:xfrm>
        </p:spPr>
        <p:txBody>
          <a:bodyPr/>
          <a:lstStyle/>
          <a:p>
            <a:r>
              <a:rPr lang="en-US" dirty="0"/>
              <a:t>Dynamic slices</a:t>
            </a:r>
          </a:p>
        </p:txBody>
      </p:sp>
      <p:sp>
        <p:nvSpPr>
          <p:cNvPr id="20" name="Text Placeholder 19">
            <a:extLst>
              <a:ext uri="{FF2B5EF4-FFF2-40B4-BE49-F238E27FC236}">
                <a16:creationId xmlns:a16="http://schemas.microsoft.com/office/drawing/2014/main" id="{69C2471D-D453-7777-3667-591F9F44425A}"/>
              </a:ext>
            </a:extLst>
          </p:cNvPr>
          <p:cNvSpPr>
            <a:spLocks noGrp="1"/>
          </p:cNvSpPr>
          <p:nvPr>
            <p:ph type="body" sz="quarter" idx="18"/>
          </p:nvPr>
        </p:nvSpPr>
        <p:spPr>
          <a:xfrm>
            <a:off x="548640" y="1127126"/>
            <a:ext cx="6849110" cy="295274"/>
          </a:xfrm>
        </p:spPr>
        <p:txBody>
          <a:bodyPr>
            <a:normAutofit lnSpcReduction="10000"/>
          </a:bodyPr>
          <a:lstStyle/>
          <a:p>
            <a:r>
              <a:rPr lang="en-US"/>
              <a:t>Dark layout featuring split images</a:t>
            </a:r>
            <a:endParaRPr lang="en-US" dirty="0"/>
          </a:p>
        </p:txBody>
      </p:sp>
      <p:sp>
        <p:nvSpPr>
          <p:cNvPr id="40" name="Text Placeholder 39">
            <a:extLst>
              <a:ext uri="{FF2B5EF4-FFF2-40B4-BE49-F238E27FC236}">
                <a16:creationId xmlns:a16="http://schemas.microsoft.com/office/drawing/2014/main" id="{16A571B3-D8A1-FB2F-7754-C6F7A4A97CFF}"/>
              </a:ext>
            </a:extLst>
          </p:cNvPr>
          <p:cNvSpPr>
            <a:spLocks noGrp="1"/>
          </p:cNvSpPr>
          <p:nvPr>
            <p:ph type="body" sz="quarter" idx="19"/>
          </p:nvPr>
        </p:nvSpPr>
        <p:spPr/>
        <p:txBody>
          <a:bodyPr/>
          <a:lstStyle/>
          <a:p>
            <a:endParaRPr lang="en-US"/>
          </a:p>
        </p:txBody>
      </p:sp>
      <p:sp>
        <p:nvSpPr>
          <p:cNvPr id="17" name="Content Placeholder 16">
            <a:extLst>
              <a:ext uri="{FF2B5EF4-FFF2-40B4-BE49-F238E27FC236}">
                <a16:creationId xmlns:a16="http://schemas.microsoft.com/office/drawing/2014/main" id="{54D0EA70-10B6-3DB4-1D90-12468B46D1D5}"/>
              </a:ext>
            </a:extLst>
          </p:cNvPr>
          <p:cNvSpPr>
            <a:spLocks noGrp="1"/>
          </p:cNvSpPr>
          <p:nvPr>
            <p:ph sz="quarter" idx="23"/>
          </p:nvPr>
        </p:nvSpPr>
        <p:spPr>
          <a:xfrm>
            <a:off x="546540" y="1849438"/>
            <a:ext cx="6851209" cy="4017962"/>
          </a:xfrm>
        </p:spPr>
        <p:txBody>
          <a:bodyPr/>
          <a:lstStyle/>
          <a:p>
            <a:r>
              <a:rPr lang="en-US"/>
              <a:t>Intro Paragraph. Essint ex et aut ea nim re ped utemporibus, repero beatus simendestrum alit esto temque volut aut.</a:t>
            </a:r>
          </a:p>
          <a:p>
            <a:pPr lvl="1"/>
            <a:r>
              <a:rPr lang="en-US"/>
              <a:t>Et fugit ma qui od utenistio est quatem eos velitatur, ulparum sed unt invendiorum restrum quas dolectur? Qui doluptatem et repudis moloren dipsam, te lab iminvel iberibus dolorum qui dolorernati verferum Erumquas minulla borrovit assimi, toratem sant officiisse natium re velitate que volupti busdam, sunt eatiatecte cus prae non natiumq uiantus.</a:t>
            </a:r>
          </a:p>
          <a:p>
            <a:pPr lvl="1"/>
            <a:r>
              <a:rPr lang="en-US"/>
              <a:t>Sitioreperum estemol eseque nobis venda dis expernatem arcipsandit as ex etur molupti voloribus, volupta ab illuptae sape sitis ditaesti opta nist quia apientium vellent anit vollores nectem ut exernatquiam aut volorer fernatur, omnihilia volum fuga.</a:t>
            </a:r>
            <a:endParaRPr lang="en-US" dirty="0"/>
          </a:p>
        </p:txBody>
      </p:sp>
      <p:pic>
        <p:nvPicPr>
          <p:cNvPr id="31" name="Picture Placeholder 22" descr="A forklift lifting a stack of containers&#10;&#10;Description automatically generated">
            <a:extLst>
              <a:ext uri="{FF2B5EF4-FFF2-40B4-BE49-F238E27FC236}">
                <a16:creationId xmlns:a16="http://schemas.microsoft.com/office/drawing/2014/main" id="{3BD5C667-E519-33CF-4ECF-88CB84886059}"/>
              </a:ext>
            </a:extLst>
          </p:cNvPr>
          <p:cNvPicPr>
            <a:picLocks noChangeAspect="1"/>
          </p:cNvPicPr>
          <p:nvPr/>
        </p:nvPicPr>
        <p:blipFill rotWithShape="1">
          <a:blip r:embed="rId3" cstate="email">
            <a:extLst>
              <a:ext uri="{28A0092B-C50C-407E-A947-70E740481C1C}">
                <a14:useLocalDpi xmlns:a14="http://schemas.microsoft.com/office/drawing/2010/main"/>
              </a:ext>
            </a:extLst>
          </a:blip>
          <a:srcRect l="62007" t="26" r="16015" b="-26"/>
          <a:stretch/>
        </p:blipFill>
        <p:spPr>
          <a:xfrm>
            <a:off x="8142288" y="0"/>
            <a:ext cx="2030412" cy="6167438"/>
          </a:xfrm>
          <a:prstGeom prst="rect">
            <a:avLst/>
          </a:prstGeom>
          <a:solidFill>
            <a:srgbClr val="A6A9AA"/>
          </a:solidFill>
        </p:spPr>
      </p:pic>
    </p:spTree>
    <p:extLst>
      <p:ext uri="{BB962C8B-B14F-4D97-AF65-F5344CB8AC3E}">
        <p14:creationId xmlns:p14="http://schemas.microsoft.com/office/powerpoint/2010/main" val="1480076798"/>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13A6E49-27DB-372A-0893-088CBCE84323}"/>
              </a:ext>
            </a:extLst>
          </p:cNvPr>
          <p:cNvSpPr>
            <a:spLocks noGrp="1"/>
          </p:cNvSpPr>
          <p:nvPr>
            <p:ph type="sldNum" sz="quarter" idx="12"/>
          </p:nvPr>
        </p:nvSpPr>
        <p:spPr/>
        <p:txBody>
          <a:bodyPr/>
          <a:lstStyle/>
          <a:p>
            <a:fld id="{862A5111-985B-C14D-9115-5787026182A8}" type="slidenum">
              <a:rPr lang="en-US" smtClean="0"/>
              <a:pPr/>
              <a:t>56</a:t>
            </a:fld>
            <a:endParaRPr lang="en-US" dirty="0"/>
          </a:p>
        </p:txBody>
      </p:sp>
      <p:sp>
        <p:nvSpPr>
          <p:cNvPr id="9" name="Title 8">
            <a:extLst>
              <a:ext uri="{FF2B5EF4-FFF2-40B4-BE49-F238E27FC236}">
                <a16:creationId xmlns:a16="http://schemas.microsoft.com/office/drawing/2014/main" id="{B2DCD4EC-2CDC-B5E8-19C9-879CF77F37E1}"/>
              </a:ext>
            </a:extLst>
          </p:cNvPr>
          <p:cNvSpPr>
            <a:spLocks noGrp="1"/>
          </p:cNvSpPr>
          <p:nvPr>
            <p:ph type="title"/>
          </p:nvPr>
        </p:nvSpPr>
        <p:spPr/>
        <p:txBody>
          <a:bodyPr/>
          <a:lstStyle/>
          <a:p>
            <a:r>
              <a:rPr lang="en-US" dirty="0"/>
              <a:t>Dynamic slices</a:t>
            </a:r>
          </a:p>
        </p:txBody>
      </p:sp>
      <p:sp>
        <p:nvSpPr>
          <p:cNvPr id="12" name="Text Placeholder 11">
            <a:extLst>
              <a:ext uri="{FF2B5EF4-FFF2-40B4-BE49-F238E27FC236}">
                <a16:creationId xmlns:a16="http://schemas.microsoft.com/office/drawing/2014/main" id="{9CB4867D-2949-A7E5-B396-0969894F88D1}"/>
              </a:ext>
            </a:extLst>
          </p:cNvPr>
          <p:cNvSpPr>
            <a:spLocks noGrp="1"/>
          </p:cNvSpPr>
          <p:nvPr>
            <p:ph type="body" sz="quarter" idx="23"/>
          </p:nvPr>
        </p:nvSpPr>
        <p:spPr/>
        <p:txBody>
          <a:bodyPr/>
          <a:lstStyle/>
          <a:p>
            <a:r>
              <a:rPr lang="en-US" dirty="0"/>
              <a:t>Light layout featuring color block and quote</a:t>
            </a:r>
          </a:p>
        </p:txBody>
      </p:sp>
      <p:sp>
        <p:nvSpPr>
          <p:cNvPr id="13" name="Text Placeholder 12">
            <a:extLst>
              <a:ext uri="{FF2B5EF4-FFF2-40B4-BE49-F238E27FC236}">
                <a16:creationId xmlns:a16="http://schemas.microsoft.com/office/drawing/2014/main" id="{C098AEA7-B5FB-D609-5DC6-BEC3F1692283}"/>
              </a:ext>
            </a:extLst>
          </p:cNvPr>
          <p:cNvSpPr>
            <a:spLocks noGrp="1"/>
          </p:cNvSpPr>
          <p:nvPr>
            <p:ph type="body" sz="quarter" idx="24"/>
          </p:nvPr>
        </p:nvSpPr>
        <p:spPr/>
        <p:txBody>
          <a:bodyPr/>
          <a:lstStyle/>
          <a:p>
            <a:endParaRPr lang="en-US"/>
          </a:p>
        </p:txBody>
      </p:sp>
      <p:sp>
        <p:nvSpPr>
          <p:cNvPr id="14" name="Content Placeholder 13">
            <a:extLst>
              <a:ext uri="{FF2B5EF4-FFF2-40B4-BE49-F238E27FC236}">
                <a16:creationId xmlns:a16="http://schemas.microsoft.com/office/drawing/2014/main" id="{87B00E4B-08E4-D5C7-802C-BDF37F9638A0}"/>
              </a:ext>
            </a:extLst>
          </p:cNvPr>
          <p:cNvSpPr>
            <a:spLocks noGrp="1"/>
          </p:cNvSpPr>
          <p:nvPr>
            <p:ph sz="quarter" idx="27"/>
          </p:nvPr>
        </p:nvSpPr>
        <p:spPr/>
        <p:txBody>
          <a:bodyPr/>
          <a:lstStyle/>
          <a:p>
            <a:r>
              <a:rPr lang="en-US" dirty="0"/>
              <a:t>Intro Paragraph. </a:t>
            </a:r>
            <a:r>
              <a:rPr lang="en-US" dirty="0" err="1"/>
              <a:t>Essint</a:t>
            </a:r>
            <a:r>
              <a:rPr lang="en-US" dirty="0"/>
              <a:t> ex et </a:t>
            </a:r>
            <a:r>
              <a:rPr lang="en-US" dirty="0" err="1"/>
              <a:t>aut</a:t>
            </a:r>
            <a:r>
              <a:rPr lang="en-US" dirty="0"/>
              <a:t> </a:t>
            </a:r>
            <a:r>
              <a:rPr lang="en-US" dirty="0" err="1"/>
              <a:t>ea</a:t>
            </a:r>
            <a:r>
              <a:rPr lang="en-US" dirty="0"/>
              <a:t> nim re ped </a:t>
            </a:r>
            <a:r>
              <a:rPr lang="en-US" dirty="0" err="1"/>
              <a:t>utemporibus</a:t>
            </a:r>
            <a:r>
              <a:rPr lang="en-US" dirty="0"/>
              <a:t>, </a:t>
            </a:r>
            <a:r>
              <a:rPr lang="en-US" dirty="0" err="1"/>
              <a:t>repero</a:t>
            </a:r>
            <a:r>
              <a:rPr lang="en-US" dirty="0"/>
              <a:t> beatus </a:t>
            </a:r>
            <a:r>
              <a:rPr lang="en-US" dirty="0" err="1"/>
              <a:t>simendestrum</a:t>
            </a:r>
            <a:r>
              <a:rPr lang="en-US" dirty="0"/>
              <a:t> alit </a:t>
            </a:r>
            <a:r>
              <a:rPr lang="en-US" dirty="0" err="1"/>
              <a:t>esto</a:t>
            </a:r>
            <a:r>
              <a:rPr lang="en-US" dirty="0"/>
              <a:t> </a:t>
            </a:r>
            <a:r>
              <a:rPr lang="en-US" dirty="0" err="1"/>
              <a:t>temque</a:t>
            </a:r>
            <a:r>
              <a:rPr lang="en-US" dirty="0"/>
              <a:t> </a:t>
            </a:r>
            <a:r>
              <a:rPr lang="en-US" dirty="0" err="1"/>
              <a:t>volut</a:t>
            </a:r>
            <a:r>
              <a:rPr lang="en-US" dirty="0"/>
              <a:t> </a:t>
            </a:r>
            <a:r>
              <a:rPr lang="en-US" dirty="0" err="1"/>
              <a:t>aut</a:t>
            </a:r>
            <a:r>
              <a:rPr lang="en-US" dirty="0"/>
              <a:t>.</a:t>
            </a:r>
          </a:p>
          <a:p>
            <a:pPr lvl="1"/>
            <a:r>
              <a:rPr lang="en-US" dirty="0"/>
              <a:t>Et fugit ma qui od </a:t>
            </a:r>
            <a:r>
              <a:rPr lang="en-US" dirty="0" err="1"/>
              <a:t>utenistio</a:t>
            </a:r>
            <a:r>
              <a:rPr lang="en-US" dirty="0"/>
              <a:t> </a:t>
            </a:r>
            <a:r>
              <a:rPr lang="en-US" dirty="0" err="1"/>
              <a:t>est</a:t>
            </a:r>
            <a:r>
              <a:rPr lang="en-US" dirty="0"/>
              <a:t> </a:t>
            </a:r>
            <a:r>
              <a:rPr lang="en-US" dirty="0" err="1"/>
              <a:t>quatem</a:t>
            </a:r>
            <a:r>
              <a:rPr lang="en-US" dirty="0"/>
              <a:t> </a:t>
            </a:r>
            <a:r>
              <a:rPr lang="en-US" dirty="0" err="1"/>
              <a:t>eos</a:t>
            </a:r>
            <a:r>
              <a:rPr lang="en-US" dirty="0"/>
              <a:t> </a:t>
            </a:r>
            <a:r>
              <a:rPr lang="en-US" dirty="0" err="1"/>
              <a:t>velitatur</a:t>
            </a:r>
            <a:r>
              <a:rPr lang="en-US" dirty="0"/>
              <a:t>, </a:t>
            </a:r>
            <a:r>
              <a:rPr lang="en-US" dirty="0" err="1"/>
              <a:t>ulparum</a:t>
            </a:r>
            <a:r>
              <a:rPr lang="en-US" dirty="0"/>
              <a:t> sed </a:t>
            </a:r>
            <a:r>
              <a:rPr lang="en-US" dirty="0" err="1"/>
              <a:t>unt</a:t>
            </a:r>
            <a:r>
              <a:rPr lang="en-US" dirty="0"/>
              <a:t> </a:t>
            </a:r>
            <a:r>
              <a:rPr lang="en-US" dirty="0" err="1"/>
              <a:t>invendiorum</a:t>
            </a:r>
            <a:r>
              <a:rPr lang="en-US" dirty="0"/>
              <a:t> </a:t>
            </a:r>
            <a:r>
              <a:rPr lang="en-US" dirty="0" err="1"/>
              <a:t>restrum</a:t>
            </a:r>
            <a:r>
              <a:rPr lang="en-US" dirty="0"/>
              <a:t> </a:t>
            </a:r>
            <a:r>
              <a:rPr lang="en-US" dirty="0" err="1"/>
              <a:t>quas</a:t>
            </a:r>
            <a:r>
              <a:rPr lang="en-US" dirty="0"/>
              <a:t> </a:t>
            </a:r>
            <a:r>
              <a:rPr lang="en-US" dirty="0" err="1"/>
              <a:t>dolectur</a:t>
            </a:r>
            <a:r>
              <a:rPr lang="en-US" dirty="0"/>
              <a:t>? Qui </a:t>
            </a:r>
            <a:r>
              <a:rPr lang="en-US" dirty="0" err="1"/>
              <a:t>doluptatem</a:t>
            </a:r>
            <a:r>
              <a:rPr lang="en-US" dirty="0"/>
              <a:t> et </a:t>
            </a:r>
            <a:r>
              <a:rPr lang="en-US" dirty="0" err="1"/>
              <a:t>repudis</a:t>
            </a:r>
            <a:r>
              <a:rPr lang="en-US" dirty="0"/>
              <a:t> </a:t>
            </a:r>
            <a:r>
              <a:rPr lang="en-US" dirty="0" err="1"/>
              <a:t>moloren</a:t>
            </a:r>
            <a:r>
              <a:rPr lang="en-US" dirty="0"/>
              <a:t> </a:t>
            </a:r>
            <a:r>
              <a:rPr lang="en-US" dirty="0" err="1"/>
              <a:t>dipsam</a:t>
            </a:r>
            <a:r>
              <a:rPr lang="en-US" dirty="0"/>
              <a:t>, </a:t>
            </a:r>
            <a:r>
              <a:rPr lang="en-US" dirty="0" err="1"/>
              <a:t>te</a:t>
            </a:r>
            <a:r>
              <a:rPr lang="en-US" dirty="0"/>
              <a:t> lab </a:t>
            </a:r>
            <a:r>
              <a:rPr lang="en-US" dirty="0" err="1"/>
              <a:t>iminvel</a:t>
            </a:r>
            <a:r>
              <a:rPr lang="en-US" dirty="0"/>
              <a:t> </a:t>
            </a:r>
            <a:r>
              <a:rPr lang="en-US" dirty="0" err="1"/>
              <a:t>iberibus</a:t>
            </a:r>
            <a:r>
              <a:rPr lang="en-US" dirty="0"/>
              <a:t> </a:t>
            </a:r>
            <a:r>
              <a:rPr lang="en-US" dirty="0" err="1"/>
              <a:t>dolorum</a:t>
            </a:r>
            <a:r>
              <a:rPr lang="en-US" dirty="0"/>
              <a:t> qui </a:t>
            </a:r>
            <a:r>
              <a:rPr lang="en-US" dirty="0" err="1"/>
              <a:t>dolorernati</a:t>
            </a:r>
            <a:r>
              <a:rPr lang="en-US" dirty="0"/>
              <a:t> </a:t>
            </a:r>
            <a:r>
              <a:rPr lang="en-US" dirty="0" err="1"/>
              <a:t>verferum</a:t>
            </a:r>
            <a:r>
              <a:rPr lang="en-US" dirty="0"/>
              <a:t> </a:t>
            </a:r>
            <a:r>
              <a:rPr lang="en-US" dirty="0" err="1"/>
              <a:t>Erumquas</a:t>
            </a:r>
            <a:r>
              <a:rPr lang="en-US" dirty="0"/>
              <a:t> </a:t>
            </a:r>
            <a:r>
              <a:rPr lang="en-US" dirty="0" err="1"/>
              <a:t>minulla</a:t>
            </a:r>
            <a:r>
              <a:rPr lang="en-US" dirty="0"/>
              <a:t> </a:t>
            </a:r>
            <a:r>
              <a:rPr lang="en-US" dirty="0" err="1"/>
              <a:t>borrovit</a:t>
            </a:r>
            <a:r>
              <a:rPr lang="en-US" dirty="0"/>
              <a:t> </a:t>
            </a:r>
            <a:r>
              <a:rPr lang="en-US" dirty="0" err="1"/>
              <a:t>assimi</a:t>
            </a:r>
            <a:r>
              <a:rPr lang="en-US" dirty="0"/>
              <a:t>, </a:t>
            </a:r>
            <a:r>
              <a:rPr lang="en-US" dirty="0" err="1"/>
              <a:t>toratem</a:t>
            </a:r>
            <a:r>
              <a:rPr lang="en-US" dirty="0"/>
              <a:t> </a:t>
            </a:r>
            <a:r>
              <a:rPr lang="en-US" dirty="0" err="1"/>
              <a:t>sant</a:t>
            </a:r>
            <a:r>
              <a:rPr lang="en-US" dirty="0"/>
              <a:t> </a:t>
            </a:r>
            <a:r>
              <a:rPr lang="en-US" dirty="0" err="1"/>
              <a:t>officiisse</a:t>
            </a:r>
            <a:r>
              <a:rPr lang="en-US" dirty="0"/>
              <a:t> </a:t>
            </a:r>
            <a:r>
              <a:rPr lang="en-US" dirty="0" err="1"/>
              <a:t>natium</a:t>
            </a:r>
            <a:r>
              <a:rPr lang="en-US" dirty="0"/>
              <a:t> re </a:t>
            </a:r>
            <a:r>
              <a:rPr lang="en-US" dirty="0" err="1"/>
              <a:t>velitate</a:t>
            </a:r>
            <a:r>
              <a:rPr lang="en-US" dirty="0"/>
              <a:t> que </a:t>
            </a:r>
            <a:r>
              <a:rPr lang="en-US" dirty="0" err="1"/>
              <a:t>volupti</a:t>
            </a:r>
            <a:r>
              <a:rPr lang="en-US" dirty="0"/>
              <a:t> </a:t>
            </a:r>
            <a:r>
              <a:rPr lang="en-US" dirty="0" err="1"/>
              <a:t>busdam</a:t>
            </a:r>
            <a:r>
              <a:rPr lang="en-US" dirty="0"/>
              <a:t>, sunt </a:t>
            </a:r>
            <a:r>
              <a:rPr lang="en-US" dirty="0" err="1"/>
              <a:t>eatiatecte</a:t>
            </a:r>
            <a:r>
              <a:rPr lang="en-US" dirty="0"/>
              <a:t> </a:t>
            </a:r>
            <a:r>
              <a:rPr lang="en-US" dirty="0" err="1"/>
              <a:t>cus</a:t>
            </a:r>
            <a:r>
              <a:rPr lang="en-US" dirty="0"/>
              <a:t> </a:t>
            </a:r>
            <a:r>
              <a:rPr lang="en-US" dirty="0" err="1"/>
              <a:t>prae</a:t>
            </a:r>
            <a:r>
              <a:rPr lang="en-US" dirty="0"/>
              <a:t> non </a:t>
            </a:r>
            <a:r>
              <a:rPr lang="en-US" dirty="0" err="1"/>
              <a:t>natiumq</a:t>
            </a:r>
            <a:r>
              <a:rPr lang="en-US" dirty="0"/>
              <a:t> </a:t>
            </a:r>
            <a:r>
              <a:rPr lang="en-US" dirty="0" err="1"/>
              <a:t>uiantus</a:t>
            </a:r>
            <a:r>
              <a:rPr lang="en-US" dirty="0"/>
              <a:t>.</a:t>
            </a:r>
          </a:p>
          <a:p>
            <a:pPr lvl="1"/>
            <a:r>
              <a:rPr lang="en-US" dirty="0" err="1"/>
              <a:t>Sitioreperum</a:t>
            </a:r>
            <a:r>
              <a:rPr lang="en-US" dirty="0"/>
              <a:t> </a:t>
            </a:r>
            <a:r>
              <a:rPr lang="en-US" dirty="0" err="1"/>
              <a:t>estemol</a:t>
            </a:r>
            <a:r>
              <a:rPr lang="en-US" dirty="0"/>
              <a:t> </a:t>
            </a:r>
            <a:r>
              <a:rPr lang="en-US" dirty="0" err="1"/>
              <a:t>eseque</a:t>
            </a:r>
            <a:r>
              <a:rPr lang="en-US" dirty="0"/>
              <a:t> nobis </a:t>
            </a:r>
            <a:r>
              <a:rPr lang="en-US" dirty="0" err="1"/>
              <a:t>venda</a:t>
            </a:r>
            <a:r>
              <a:rPr lang="en-US" dirty="0"/>
              <a:t> dis </a:t>
            </a:r>
            <a:r>
              <a:rPr lang="en-US" dirty="0" err="1"/>
              <a:t>expernatem</a:t>
            </a:r>
            <a:r>
              <a:rPr lang="en-US" dirty="0"/>
              <a:t> </a:t>
            </a:r>
            <a:r>
              <a:rPr lang="en-US" dirty="0" err="1"/>
              <a:t>arcipsandit</a:t>
            </a:r>
            <a:r>
              <a:rPr lang="en-US" dirty="0"/>
              <a:t> as ex </a:t>
            </a:r>
            <a:r>
              <a:rPr lang="en-US" dirty="0" err="1"/>
              <a:t>etur</a:t>
            </a:r>
            <a:r>
              <a:rPr lang="en-US" dirty="0"/>
              <a:t> </a:t>
            </a:r>
            <a:r>
              <a:rPr lang="en-US" dirty="0" err="1"/>
              <a:t>molupti</a:t>
            </a:r>
            <a:r>
              <a:rPr lang="en-US" dirty="0"/>
              <a:t> </a:t>
            </a:r>
            <a:r>
              <a:rPr lang="en-US" dirty="0" err="1"/>
              <a:t>voloribus</a:t>
            </a:r>
            <a:r>
              <a:rPr lang="en-US" dirty="0"/>
              <a:t>, </a:t>
            </a:r>
            <a:r>
              <a:rPr lang="en-US" dirty="0" err="1"/>
              <a:t>volupta</a:t>
            </a:r>
            <a:r>
              <a:rPr lang="en-US" dirty="0"/>
              <a:t> ab </a:t>
            </a:r>
            <a:r>
              <a:rPr lang="en-US" dirty="0" err="1"/>
              <a:t>illuptae</a:t>
            </a:r>
            <a:r>
              <a:rPr lang="en-US" dirty="0"/>
              <a:t> </a:t>
            </a:r>
            <a:r>
              <a:rPr lang="en-US" dirty="0" err="1"/>
              <a:t>sape</a:t>
            </a:r>
            <a:r>
              <a:rPr lang="en-US" dirty="0"/>
              <a:t> </a:t>
            </a:r>
            <a:r>
              <a:rPr lang="en-US" dirty="0" err="1"/>
              <a:t>sitis</a:t>
            </a:r>
            <a:r>
              <a:rPr lang="en-US" dirty="0"/>
              <a:t> </a:t>
            </a:r>
            <a:r>
              <a:rPr lang="en-US" dirty="0" err="1"/>
              <a:t>ditaesti</a:t>
            </a:r>
            <a:r>
              <a:rPr lang="en-US" dirty="0"/>
              <a:t> </a:t>
            </a:r>
            <a:r>
              <a:rPr lang="en-US" dirty="0" err="1"/>
              <a:t>opta</a:t>
            </a:r>
            <a:r>
              <a:rPr lang="en-US" dirty="0"/>
              <a:t> </a:t>
            </a:r>
            <a:r>
              <a:rPr lang="en-US" dirty="0" err="1"/>
              <a:t>nist</a:t>
            </a:r>
            <a:r>
              <a:rPr lang="en-US" dirty="0"/>
              <a:t> </a:t>
            </a:r>
            <a:r>
              <a:rPr lang="en-US" dirty="0" err="1"/>
              <a:t>quia</a:t>
            </a:r>
            <a:r>
              <a:rPr lang="en-US" dirty="0"/>
              <a:t> </a:t>
            </a:r>
            <a:r>
              <a:rPr lang="en-US" dirty="0" err="1"/>
              <a:t>apientium</a:t>
            </a:r>
            <a:r>
              <a:rPr lang="en-US" dirty="0"/>
              <a:t> </a:t>
            </a:r>
            <a:r>
              <a:rPr lang="en-US" dirty="0" err="1"/>
              <a:t>vellent</a:t>
            </a:r>
            <a:r>
              <a:rPr lang="en-US" dirty="0"/>
              <a:t> </a:t>
            </a:r>
            <a:r>
              <a:rPr lang="en-US" dirty="0" err="1"/>
              <a:t>anit</a:t>
            </a:r>
            <a:r>
              <a:rPr lang="en-US" dirty="0"/>
              <a:t> </a:t>
            </a:r>
            <a:r>
              <a:rPr lang="en-US" dirty="0" err="1"/>
              <a:t>vollores</a:t>
            </a:r>
            <a:r>
              <a:rPr lang="en-US" dirty="0"/>
              <a:t> </a:t>
            </a:r>
            <a:r>
              <a:rPr lang="en-US" dirty="0" err="1"/>
              <a:t>nectem</a:t>
            </a:r>
            <a:r>
              <a:rPr lang="en-US" dirty="0"/>
              <a:t> </a:t>
            </a:r>
            <a:r>
              <a:rPr lang="en-US" dirty="0" err="1"/>
              <a:t>ut</a:t>
            </a:r>
            <a:r>
              <a:rPr lang="en-US" dirty="0"/>
              <a:t> </a:t>
            </a:r>
            <a:r>
              <a:rPr lang="en-US" dirty="0" err="1"/>
              <a:t>exernatquiam</a:t>
            </a:r>
            <a:r>
              <a:rPr lang="en-US" dirty="0"/>
              <a:t> </a:t>
            </a:r>
            <a:r>
              <a:rPr lang="en-US" dirty="0" err="1"/>
              <a:t>aut</a:t>
            </a:r>
            <a:r>
              <a:rPr lang="en-US" dirty="0"/>
              <a:t> </a:t>
            </a:r>
            <a:r>
              <a:rPr lang="en-US" dirty="0" err="1"/>
              <a:t>volorer</a:t>
            </a:r>
            <a:r>
              <a:rPr lang="en-US" dirty="0"/>
              <a:t> </a:t>
            </a:r>
            <a:r>
              <a:rPr lang="en-US" dirty="0" err="1"/>
              <a:t>fernatur</a:t>
            </a:r>
            <a:r>
              <a:rPr lang="en-US" dirty="0"/>
              <a:t>, </a:t>
            </a:r>
            <a:r>
              <a:rPr lang="en-US" dirty="0" err="1"/>
              <a:t>omnihilia</a:t>
            </a:r>
            <a:r>
              <a:rPr lang="en-US" dirty="0"/>
              <a:t> </a:t>
            </a:r>
            <a:r>
              <a:rPr lang="en-US" dirty="0" err="1"/>
              <a:t>volum</a:t>
            </a:r>
            <a:r>
              <a:rPr lang="en-US" dirty="0"/>
              <a:t> </a:t>
            </a:r>
            <a:r>
              <a:rPr lang="en-US" dirty="0" err="1"/>
              <a:t>fuga</a:t>
            </a:r>
            <a:r>
              <a:rPr lang="en-US" dirty="0"/>
              <a:t>.</a:t>
            </a:r>
          </a:p>
        </p:txBody>
      </p:sp>
      <p:sp>
        <p:nvSpPr>
          <p:cNvPr id="15" name="Text Placeholder 14">
            <a:extLst>
              <a:ext uri="{FF2B5EF4-FFF2-40B4-BE49-F238E27FC236}">
                <a16:creationId xmlns:a16="http://schemas.microsoft.com/office/drawing/2014/main" id="{87B9B3E8-AA48-F01F-0BB8-DB6E66C91AD2}"/>
              </a:ext>
            </a:extLst>
          </p:cNvPr>
          <p:cNvSpPr>
            <a:spLocks noGrp="1"/>
          </p:cNvSpPr>
          <p:nvPr>
            <p:ph type="body" sz="quarter" idx="29"/>
          </p:nvPr>
        </p:nvSpPr>
        <p:spPr/>
        <p:txBody>
          <a:bodyPr/>
          <a:lstStyle/>
          <a:p>
            <a:r>
              <a:rPr lang="en-US" dirty="0"/>
              <a:t>H3 Heading</a:t>
            </a:r>
          </a:p>
        </p:txBody>
      </p:sp>
      <p:sp>
        <p:nvSpPr>
          <p:cNvPr id="10" name="Picture Placeholder 9">
            <a:extLst>
              <a:ext uri="{FF2B5EF4-FFF2-40B4-BE49-F238E27FC236}">
                <a16:creationId xmlns:a16="http://schemas.microsoft.com/office/drawing/2014/main" id="{4B9E8F73-F67D-3107-A29D-ED1AE6AA9F6C}"/>
              </a:ext>
            </a:extLst>
          </p:cNvPr>
          <p:cNvSpPr>
            <a:spLocks noGrp="1"/>
          </p:cNvSpPr>
          <p:nvPr>
            <p:ph type="pic" sz="quarter" idx="13"/>
          </p:nvPr>
        </p:nvSpPr>
        <p:spPr/>
        <p:txBody>
          <a:bodyPr/>
          <a:lstStyle/>
          <a:p>
            <a:endParaRPr lang="en-US"/>
          </a:p>
        </p:txBody>
      </p:sp>
      <p:sp>
        <p:nvSpPr>
          <p:cNvPr id="11" name="Picture Placeholder 10">
            <a:extLst>
              <a:ext uri="{FF2B5EF4-FFF2-40B4-BE49-F238E27FC236}">
                <a16:creationId xmlns:a16="http://schemas.microsoft.com/office/drawing/2014/main" id="{92049E51-8FBF-317B-8C18-BAE02D217432}"/>
              </a:ext>
            </a:extLst>
          </p:cNvPr>
          <p:cNvSpPr>
            <a:spLocks noGrp="1"/>
          </p:cNvSpPr>
          <p:nvPr>
            <p:ph type="pic" sz="quarter" idx="14"/>
          </p:nvPr>
        </p:nvSpPr>
        <p:spPr/>
        <p:txBody>
          <a:bodyPr/>
          <a:lstStyle/>
          <a:p>
            <a:r>
              <a:rPr lang="en-US" dirty="0"/>
              <a:t>Use this box for a quote with list level 1 or delete the text and use it for an image in the dynamic slice.</a:t>
            </a:r>
          </a:p>
        </p:txBody>
      </p:sp>
    </p:spTree>
    <p:extLst>
      <p:ext uri="{BB962C8B-B14F-4D97-AF65-F5344CB8AC3E}">
        <p14:creationId xmlns:p14="http://schemas.microsoft.com/office/powerpoint/2010/main" val="549107454"/>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Picture Placeholder 25">
            <a:extLst>
              <a:ext uri="{FF2B5EF4-FFF2-40B4-BE49-F238E27FC236}">
                <a16:creationId xmlns:a16="http://schemas.microsoft.com/office/drawing/2014/main" id="{2035CCFE-5255-6434-AAA5-EF25A7F7DC0F}"/>
              </a:ext>
            </a:extLst>
          </p:cNvPr>
          <p:cNvSpPr>
            <a:spLocks noGrp="1"/>
          </p:cNvSpPr>
          <p:nvPr>
            <p:ph type="pic" sz="quarter" idx="14"/>
          </p:nvPr>
        </p:nvSpPr>
        <p:spPr/>
        <p:txBody>
          <a:bodyPr/>
          <a:lstStyle/>
          <a:p>
            <a:r>
              <a:rPr lang="en-US" dirty="0"/>
              <a:t>Use this box for a quote with list level 1 or delete the text and use it for an image in the dynamic slice.</a:t>
            </a:r>
          </a:p>
        </p:txBody>
      </p:sp>
      <p:pic>
        <p:nvPicPr>
          <p:cNvPr id="12" name="Picture Placeholder 6" descr="A wind turbines and solar panels&#10;&#10;Description automatically generated">
            <a:extLst>
              <a:ext uri="{FF2B5EF4-FFF2-40B4-BE49-F238E27FC236}">
                <a16:creationId xmlns:a16="http://schemas.microsoft.com/office/drawing/2014/main" id="{36E04601-8984-80DF-EA8F-AAF15D7DF467}"/>
              </a:ext>
            </a:extLst>
          </p:cNvPr>
          <p:cNvPicPr>
            <a:picLocks noGrp="1" noChangeAspect="1"/>
          </p:cNvPicPr>
          <p:nvPr>
            <p:ph type="pic" sz="quarter" idx="13"/>
          </p:nvPr>
        </p:nvPicPr>
        <p:blipFill rotWithShape="1">
          <a:blip r:embed="rId2" cstate="screen">
            <a:extLst>
              <a:ext uri="{28A0092B-C50C-407E-A947-70E740481C1C}">
                <a14:useLocalDpi xmlns:a14="http://schemas.microsoft.com/office/drawing/2010/main"/>
              </a:ext>
            </a:extLst>
          </a:blip>
          <a:srcRect l="6855" r="6855"/>
          <a:stretch/>
        </p:blipFill>
        <p:spPr>
          <a:xfrm>
            <a:off x="6096000" y="0"/>
            <a:ext cx="2029765" cy="1566863"/>
          </a:xfrm>
        </p:spPr>
      </p:pic>
      <p:sp>
        <p:nvSpPr>
          <p:cNvPr id="3" name="Footer Placeholder 2">
            <a:extLst>
              <a:ext uri="{FF2B5EF4-FFF2-40B4-BE49-F238E27FC236}">
                <a16:creationId xmlns:a16="http://schemas.microsoft.com/office/drawing/2014/main" id="{C94C6479-E81F-C3F9-0BE2-E229C86D9DF3}"/>
              </a:ext>
            </a:extLst>
          </p:cNvPr>
          <p:cNvSpPr>
            <a:spLocks noGrp="1"/>
          </p:cNvSpPr>
          <p:nvPr>
            <p:ph type="ftr" sz="quarter" idx="11"/>
          </p:nvPr>
        </p:nvSpPr>
        <p:spPr>
          <a:xfrm>
            <a:off x="4773613" y="6311900"/>
            <a:ext cx="3236581" cy="269875"/>
          </a:xfrm>
        </p:spPr>
        <p:txBody>
          <a:bodyPr/>
          <a:lstStyle/>
          <a:p>
            <a:r>
              <a:rPr lang="en-US"/>
              <a:t>See slide 12 for instructions on how to update footer</a:t>
            </a:r>
            <a:endParaRPr lang="en-US" dirty="0"/>
          </a:p>
        </p:txBody>
      </p:sp>
      <p:sp>
        <p:nvSpPr>
          <p:cNvPr id="4" name="Slide Number Placeholder 3">
            <a:extLst>
              <a:ext uri="{FF2B5EF4-FFF2-40B4-BE49-F238E27FC236}">
                <a16:creationId xmlns:a16="http://schemas.microsoft.com/office/drawing/2014/main" id="{3E114BCC-FFF0-1AE0-E9A0-84BA0E96864C}"/>
              </a:ext>
            </a:extLst>
          </p:cNvPr>
          <p:cNvSpPr>
            <a:spLocks noGrp="1"/>
          </p:cNvSpPr>
          <p:nvPr>
            <p:ph type="sldNum" sz="quarter" idx="12"/>
          </p:nvPr>
        </p:nvSpPr>
        <p:spPr>
          <a:xfrm>
            <a:off x="10428288" y="6311900"/>
            <a:ext cx="1209674" cy="269875"/>
          </a:xfrm>
        </p:spPr>
        <p:txBody>
          <a:bodyPr/>
          <a:lstStyle/>
          <a:p>
            <a:fld id="{862A5111-985B-C14D-9115-5787026182A8}" type="slidenum">
              <a:rPr lang="en-US" smtClean="0"/>
              <a:pPr/>
              <a:t>57</a:t>
            </a:fld>
            <a:endParaRPr lang="en-US" dirty="0"/>
          </a:p>
        </p:txBody>
      </p:sp>
      <p:sp>
        <p:nvSpPr>
          <p:cNvPr id="2" name="Title 1">
            <a:extLst>
              <a:ext uri="{FF2B5EF4-FFF2-40B4-BE49-F238E27FC236}">
                <a16:creationId xmlns:a16="http://schemas.microsoft.com/office/drawing/2014/main" id="{B2729CF7-7F82-1971-ECAD-10E8AE88D909}"/>
              </a:ext>
            </a:extLst>
          </p:cNvPr>
          <p:cNvSpPr>
            <a:spLocks noGrp="1"/>
          </p:cNvSpPr>
          <p:nvPr>
            <p:ph type="title"/>
          </p:nvPr>
        </p:nvSpPr>
        <p:spPr>
          <a:xfrm>
            <a:off x="546100" y="552450"/>
            <a:ext cx="5441473" cy="434975"/>
          </a:xfrm>
        </p:spPr>
        <p:txBody>
          <a:bodyPr/>
          <a:lstStyle/>
          <a:p>
            <a:r>
              <a:rPr lang="en-US" dirty="0"/>
              <a:t>Dynamic Slices</a:t>
            </a:r>
          </a:p>
        </p:txBody>
      </p:sp>
      <p:sp>
        <p:nvSpPr>
          <p:cNvPr id="5" name="Text Placeholder 4">
            <a:extLst>
              <a:ext uri="{FF2B5EF4-FFF2-40B4-BE49-F238E27FC236}">
                <a16:creationId xmlns:a16="http://schemas.microsoft.com/office/drawing/2014/main" id="{BD4364BD-15EB-8D26-6E74-E3D6C1B3CC10}"/>
              </a:ext>
            </a:extLst>
          </p:cNvPr>
          <p:cNvSpPr>
            <a:spLocks noGrp="1"/>
          </p:cNvSpPr>
          <p:nvPr>
            <p:ph type="body" sz="quarter" idx="23"/>
          </p:nvPr>
        </p:nvSpPr>
        <p:spPr>
          <a:xfrm>
            <a:off x="546100" y="1127125"/>
            <a:ext cx="5445125" cy="292607"/>
          </a:xfrm>
        </p:spPr>
        <p:txBody>
          <a:bodyPr/>
          <a:lstStyle/>
          <a:p>
            <a:r>
              <a:rPr lang="en-US" dirty="0"/>
              <a:t>Dark layout featuring color block and photo</a:t>
            </a:r>
          </a:p>
        </p:txBody>
      </p:sp>
      <p:sp>
        <p:nvSpPr>
          <p:cNvPr id="27" name="Text Placeholder 26">
            <a:extLst>
              <a:ext uri="{FF2B5EF4-FFF2-40B4-BE49-F238E27FC236}">
                <a16:creationId xmlns:a16="http://schemas.microsoft.com/office/drawing/2014/main" id="{86C4E416-0507-80FB-5DAE-5F4BE8F37A88}"/>
              </a:ext>
            </a:extLst>
          </p:cNvPr>
          <p:cNvSpPr>
            <a:spLocks noGrp="1"/>
          </p:cNvSpPr>
          <p:nvPr>
            <p:ph type="body" sz="quarter" idx="24"/>
          </p:nvPr>
        </p:nvSpPr>
        <p:spPr/>
        <p:txBody>
          <a:bodyPr/>
          <a:lstStyle/>
          <a:p>
            <a:endParaRPr lang="en-US"/>
          </a:p>
        </p:txBody>
      </p:sp>
      <p:sp>
        <p:nvSpPr>
          <p:cNvPr id="7" name="Text Placeholder 6">
            <a:extLst>
              <a:ext uri="{FF2B5EF4-FFF2-40B4-BE49-F238E27FC236}">
                <a16:creationId xmlns:a16="http://schemas.microsoft.com/office/drawing/2014/main" id="{395A00F1-E92C-D139-6E70-29A5A699E6E3}"/>
              </a:ext>
            </a:extLst>
          </p:cNvPr>
          <p:cNvSpPr>
            <a:spLocks noGrp="1"/>
          </p:cNvSpPr>
          <p:nvPr>
            <p:ph type="body" sz="quarter" idx="29"/>
          </p:nvPr>
        </p:nvSpPr>
        <p:spPr>
          <a:xfrm>
            <a:off x="546100" y="1849437"/>
            <a:ext cx="6851648" cy="296861"/>
          </a:xfrm>
        </p:spPr>
        <p:txBody>
          <a:bodyPr/>
          <a:lstStyle/>
          <a:p>
            <a:r>
              <a:rPr lang="en-US" dirty="0"/>
              <a:t>H3 Heading</a:t>
            </a:r>
          </a:p>
        </p:txBody>
      </p:sp>
      <p:sp>
        <p:nvSpPr>
          <p:cNvPr id="8" name="Content Placeholder 7">
            <a:extLst>
              <a:ext uri="{FF2B5EF4-FFF2-40B4-BE49-F238E27FC236}">
                <a16:creationId xmlns:a16="http://schemas.microsoft.com/office/drawing/2014/main" id="{876B5244-C742-6467-21CD-F388B6533FFD}"/>
              </a:ext>
            </a:extLst>
          </p:cNvPr>
          <p:cNvSpPr>
            <a:spLocks noGrp="1"/>
          </p:cNvSpPr>
          <p:nvPr>
            <p:ph sz="quarter" idx="45"/>
          </p:nvPr>
        </p:nvSpPr>
        <p:spPr>
          <a:xfrm>
            <a:off x="546100" y="2425700"/>
            <a:ext cx="6851650" cy="3441700"/>
          </a:xfrm>
        </p:spPr>
        <p:txBody>
          <a:bodyPr/>
          <a:lstStyle/>
          <a:p>
            <a:r>
              <a:rPr lang="en-US" dirty="0"/>
              <a:t>Intro Paragraph. </a:t>
            </a:r>
            <a:r>
              <a:rPr lang="en-US" dirty="0" err="1"/>
              <a:t>Essint</a:t>
            </a:r>
            <a:r>
              <a:rPr lang="en-US" dirty="0"/>
              <a:t> ex et </a:t>
            </a:r>
            <a:r>
              <a:rPr lang="en-US" dirty="0" err="1"/>
              <a:t>aut</a:t>
            </a:r>
            <a:r>
              <a:rPr lang="en-US" dirty="0"/>
              <a:t> </a:t>
            </a:r>
            <a:r>
              <a:rPr lang="en-US" dirty="0" err="1"/>
              <a:t>ea</a:t>
            </a:r>
            <a:r>
              <a:rPr lang="en-US" dirty="0"/>
              <a:t> nim re ped </a:t>
            </a:r>
            <a:r>
              <a:rPr lang="en-US" dirty="0" err="1"/>
              <a:t>utemporibus</a:t>
            </a:r>
            <a:r>
              <a:rPr lang="en-US" dirty="0"/>
              <a:t>, </a:t>
            </a:r>
            <a:r>
              <a:rPr lang="en-US" dirty="0" err="1"/>
              <a:t>repero</a:t>
            </a:r>
            <a:r>
              <a:rPr lang="en-US" dirty="0"/>
              <a:t> beatus </a:t>
            </a:r>
            <a:r>
              <a:rPr lang="en-US" dirty="0" err="1"/>
              <a:t>simendestrum</a:t>
            </a:r>
            <a:r>
              <a:rPr lang="en-US" dirty="0"/>
              <a:t> alit </a:t>
            </a:r>
            <a:r>
              <a:rPr lang="en-US" dirty="0" err="1"/>
              <a:t>esto</a:t>
            </a:r>
            <a:r>
              <a:rPr lang="en-US" dirty="0"/>
              <a:t> </a:t>
            </a:r>
            <a:r>
              <a:rPr lang="en-US" dirty="0" err="1"/>
              <a:t>temque</a:t>
            </a:r>
            <a:r>
              <a:rPr lang="en-US" dirty="0"/>
              <a:t> </a:t>
            </a:r>
            <a:r>
              <a:rPr lang="en-US" dirty="0" err="1"/>
              <a:t>volut</a:t>
            </a:r>
            <a:r>
              <a:rPr lang="en-US" dirty="0"/>
              <a:t> </a:t>
            </a:r>
            <a:r>
              <a:rPr lang="en-US" dirty="0" err="1"/>
              <a:t>aut</a:t>
            </a:r>
            <a:r>
              <a:rPr lang="en-US" dirty="0"/>
              <a:t>.</a:t>
            </a:r>
          </a:p>
          <a:p>
            <a:pPr lvl="1"/>
            <a:r>
              <a:rPr lang="en-US" dirty="0"/>
              <a:t>Et fugit ma qui od </a:t>
            </a:r>
            <a:r>
              <a:rPr lang="en-US" dirty="0" err="1"/>
              <a:t>utenistio</a:t>
            </a:r>
            <a:r>
              <a:rPr lang="en-US" dirty="0"/>
              <a:t> </a:t>
            </a:r>
            <a:r>
              <a:rPr lang="en-US" dirty="0" err="1"/>
              <a:t>est</a:t>
            </a:r>
            <a:r>
              <a:rPr lang="en-US" dirty="0"/>
              <a:t> </a:t>
            </a:r>
            <a:r>
              <a:rPr lang="en-US" dirty="0" err="1"/>
              <a:t>quatem</a:t>
            </a:r>
            <a:r>
              <a:rPr lang="en-US" dirty="0"/>
              <a:t> </a:t>
            </a:r>
            <a:r>
              <a:rPr lang="en-US" dirty="0" err="1"/>
              <a:t>eos</a:t>
            </a:r>
            <a:r>
              <a:rPr lang="en-US" dirty="0"/>
              <a:t> </a:t>
            </a:r>
            <a:r>
              <a:rPr lang="en-US" dirty="0" err="1"/>
              <a:t>velitatur</a:t>
            </a:r>
            <a:r>
              <a:rPr lang="en-US" dirty="0"/>
              <a:t>, </a:t>
            </a:r>
            <a:r>
              <a:rPr lang="en-US" dirty="0" err="1"/>
              <a:t>ulparum</a:t>
            </a:r>
            <a:r>
              <a:rPr lang="en-US" dirty="0"/>
              <a:t> sed </a:t>
            </a:r>
            <a:r>
              <a:rPr lang="en-US" dirty="0" err="1"/>
              <a:t>unt</a:t>
            </a:r>
            <a:r>
              <a:rPr lang="en-US" dirty="0"/>
              <a:t> </a:t>
            </a:r>
            <a:r>
              <a:rPr lang="en-US" dirty="0" err="1"/>
              <a:t>invendiorum</a:t>
            </a:r>
            <a:r>
              <a:rPr lang="en-US" dirty="0"/>
              <a:t> </a:t>
            </a:r>
            <a:r>
              <a:rPr lang="en-US" dirty="0" err="1"/>
              <a:t>restrum</a:t>
            </a:r>
            <a:r>
              <a:rPr lang="en-US" dirty="0"/>
              <a:t> </a:t>
            </a:r>
            <a:r>
              <a:rPr lang="en-US" dirty="0" err="1"/>
              <a:t>quas</a:t>
            </a:r>
            <a:r>
              <a:rPr lang="en-US" dirty="0"/>
              <a:t> </a:t>
            </a:r>
            <a:r>
              <a:rPr lang="en-US" dirty="0" err="1"/>
              <a:t>dolectur</a:t>
            </a:r>
            <a:r>
              <a:rPr lang="en-US" dirty="0"/>
              <a:t>? Qui </a:t>
            </a:r>
            <a:r>
              <a:rPr lang="en-US" dirty="0" err="1"/>
              <a:t>doluptatem</a:t>
            </a:r>
            <a:r>
              <a:rPr lang="en-US" dirty="0"/>
              <a:t> et </a:t>
            </a:r>
            <a:r>
              <a:rPr lang="en-US" dirty="0" err="1"/>
              <a:t>repudis</a:t>
            </a:r>
            <a:r>
              <a:rPr lang="en-US" dirty="0"/>
              <a:t> </a:t>
            </a:r>
            <a:r>
              <a:rPr lang="en-US" dirty="0" err="1"/>
              <a:t>moloren</a:t>
            </a:r>
            <a:r>
              <a:rPr lang="en-US" dirty="0"/>
              <a:t> </a:t>
            </a:r>
            <a:r>
              <a:rPr lang="en-US" dirty="0" err="1"/>
              <a:t>dipsam</a:t>
            </a:r>
            <a:r>
              <a:rPr lang="en-US" dirty="0"/>
              <a:t>, </a:t>
            </a:r>
            <a:r>
              <a:rPr lang="en-US" dirty="0" err="1"/>
              <a:t>te</a:t>
            </a:r>
            <a:r>
              <a:rPr lang="en-US" dirty="0"/>
              <a:t> lab </a:t>
            </a:r>
            <a:r>
              <a:rPr lang="en-US" dirty="0" err="1"/>
              <a:t>iminvel</a:t>
            </a:r>
            <a:r>
              <a:rPr lang="en-US" dirty="0"/>
              <a:t> </a:t>
            </a:r>
            <a:r>
              <a:rPr lang="en-US" dirty="0" err="1"/>
              <a:t>iberibus</a:t>
            </a:r>
            <a:r>
              <a:rPr lang="en-US" dirty="0"/>
              <a:t> </a:t>
            </a:r>
            <a:r>
              <a:rPr lang="en-US" dirty="0" err="1"/>
              <a:t>dolorum</a:t>
            </a:r>
            <a:r>
              <a:rPr lang="en-US" dirty="0"/>
              <a:t> qui </a:t>
            </a:r>
            <a:r>
              <a:rPr lang="en-US" dirty="0" err="1"/>
              <a:t>dolorernati</a:t>
            </a:r>
            <a:r>
              <a:rPr lang="en-US" dirty="0"/>
              <a:t> </a:t>
            </a:r>
            <a:r>
              <a:rPr lang="en-US" dirty="0" err="1"/>
              <a:t>verferum</a:t>
            </a:r>
            <a:r>
              <a:rPr lang="en-US" dirty="0"/>
              <a:t> </a:t>
            </a:r>
            <a:r>
              <a:rPr lang="en-US" dirty="0" err="1"/>
              <a:t>Erumquas</a:t>
            </a:r>
            <a:r>
              <a:rPr lang="en-US" dirty="0"/>
              <a:t> </a:t>
            </a:r>
            <a:r>
              <a:rPr lang="en-US" dirty="0" err="1"/>
              <a:t>minulla</a:t>
            </a:r>
            <a:r>
              <a:rPr lang="en-US" dirty="0"/>
              <a:t> </a:t>
            </a:r>
            <a:r>
              <a:rPr lang="en-US" dirty="0" err="1"/>
              <a:t>borrovit</a:t>
            </a:r>
            <a:r>
              <a:rPr lang="en-US" dirty="0"/>
              <a:t> </a:t>
            </a:r>
            <a:r>
              <a:rPr lang="en-US" dirty="0" err="1"/>
              <a:t>assimi</a:t>
            </a:r>
            <a:r>
              <a:rPr lang="en-US" dirty="0"/>
              <a:t>, </a:t>
            </a:r>
            <a:r>
              <a:rPr lang="en-US" dirty="0" err="1"/>
              <a:t>toratem</a:t>
            </a:r>
            <a:r>
              <a:rPr lang="en-US" dirty="0"/>
              <a:t> </a:t>
            </a:r>
            <a:r>
              <a:rPr lang="en-US" dirty="0" err="1"/>
              <a:t>sant</a:t>
            </a:r>
            <a:r>
              <a:rPr lang="en-US" dirty="0"/>
              <a:t> </a:t>
            </a:r>
            <a:r>
              <a:rPr lang="en-US" dirty="0" err="1"/>
              <a:t>officiisse</a:t>
            </a:r>
            <a:r>
              <a:rPr lang="en-US" dirty="0"/>
              <a:t> </a:t>
            </a:r>
            <a:r>
              <a:rPr lang="en-US" dirty="0" err="1"/>
              <a:t>natium</a:t>
            </a:r>
            <a:r>
              <a:rPr lang="en-US" dirty="0"/>
              <a:t> re </a:t>
            </a:r>
            <a:r>
              <a:rPr lang="en-US" dirty="0" err="1"/>
              <a:t>velitate</a:t>
            </a:r>
            <a:r>
              <a:rPr lang="en-US" dirty="0"/>
              <a:t> que </a:t>
            </a:r>
            <a:r>
              <a:rPr lang="en-US" dirty="0" err="1"/>
              <a:t>volupti</a:t>
            </a:r>
            <a:r>
              <a:rPr lang="en-US" dirty="0"/>
              <a:t> </a:t>
            </a:r>
            <a:r>
              <a:rPr lang="en-US" dirty="0" err="1"/>
              <a:t>busdam</a:t>
            </a:r>
            <a:r>
              <a:rPr lang="en-US" dirty="0"/>
              <a:t>, sunt </a:t>
            </a:r>
            <a:r>
              <a:rPr lang="en-US" dirty="0" err="1"/>
              <a:t>eatiatecte</a:t>
            </a:r>
            <a:r>
              <a:rPr lang="en-US" dirty="0"/>
              <a:t> </a:t>
            </a:r>
            <a:r>
              <a:rPr lang="en-US" dirty="0" err="1"/>
              <a:t>cus</a:t>
            </a:r>
            <a:r>
              <a:rPr lang="en-US" dirty="0"/>
              <a:t> </a:t>
            </a:r>
            <a:r>
              <a:rPr lang="en-US" dirty="0" err="1"/>
              <a:t>prae</a:t>
            </a:r>
            <a:r>
              <a:rPr lang="en-US" dirty="0"/>
              <a:t> non </a:t>
            </a:r>
            <a:r>
              <a:rPr lang="en-US" dirty="0" err="1"/>
              <a:t>natiumq</a:t>
            </a:r>
            <a:r>
              <a:rPr lang="en-US" dirty="0"/>
              <a:t> </a:t>
            </a:r>
            <a:r>
              <a:rPr lang="en-US" dirty="0" err="1"/>
              <a:t>uiantus</a:t>
            </a:r>
            <a:r>
              <a:rPr lang="en-US" dirty="0"/>
              <a:t>.</a:t>
            </a:r>
          </a:p>
          <a:p>
            <a:pPr lvl="1"/>
            <a:r>
              <a:rPr lang="en-US" dirty="0" err="1"/>
              <a:t>Sitioreperum</a:t>
            </a:r>
            <a:r>
              <a:rPr lang="en-US" dirty="0"/>
              <a:t> </a:t>
            </a:r>
            <a:r>
              <a:rPr lang="en-US" dirty="0" err="1"/>
              <a:t>estemol</a:t>
            </a:r>
            <a:r>
              <a:rPr lang="en-US" dirty="0"/>
              <a:t> </a:t>
            </a:r>
            <a:r>
              <a:rPr lang="en-US" dirty="0" err="1"/>
              <a:t>eseque</a:t>
            </a:r>
            <a:r>
              <a:rPr lang="en-US" dirty="0"/>
              <a:t> nobis </a:t>
            </a:r>
            <a:r>
              <a:rPr lang="en-US" dirty="0" err="1"/>
              <a:t>venda</a:t>
            </a:r>
            <a:r>
              <a:rPr lang="en-US" dirty="0"/>
              <a:t> dis </a:t>
            </a:r>
            <a:r>
              <a:rPr lang="en-US" dirty="0" err="1"/>
              <a:t>expernatem</a:t>
            </a:r>
            <a:r>
              <a:rPr lang="en-US" dirty="0"/>
              <a:t> </a:t>
            </a:r>
            <a:r>
              <a:rPr lang="en-US" dirty="0" err="1"/>
              <a:t>arcipsandit</a:t>
            </a:r>
            <a:r>
              <a:rPr lang="en-US" dirty="0"/>
              <a:t> as ex </a:t>
            </a:r>
            <a:r>
              <a:rPr lang="en-US" dirty="0" err="1"/>
              <a:t>etur</a:t>
            </a:r>
            <a:r>
              <a:rPr lang="en-US" dirty="0"/>
              <a:t> </a:t>
            </a:r>
            <a:r>
              <a:rPr lang="en-US" dirty="0" err="1"/>
              <a:t>molupti</a:t>
            </a:r>
            <a:r>
              <a:rPr lang="en-US" dirty="0"/>
              <a:t> </a:t>
            </a:r>
            <a:r>
              <a:rPr lang="en-US" dirty="0" err="1"/>
              <a:t>voloribus</a:t>
            </a:r>
            <a:r>
              <a:rPr lang="en-US" dirty="0"/>
              <a:t>, </a:t>
            </a:r>
            <a:r>
              <a:rPr lang="en-US" dirty="0" err="1"/>
              <a:t>volupta</a:t>
            </a:r>
            <a:r>
              <a:rPr lang="en-US" dirty="0"/>
              <a:t> ab </a:t>
            </a:r>
            <a:r>
              <a:rPr lang="en-US" dirty="0" err="1"/>
              <a:t>illuptae</a:t>
            </a:r>
            <a:r>
              <a:rPr lang="en-US" dirty="0"/>
              <a:t> </a:t>
            </a:r>
            <a:r>
              <a:rPr lang="en-US" dirty="0" err="1"/>
              <a:t>sape</a:t>
            </a:r>
            <a:r>
              <a:rPr lang="en-US" dirty="0"/>
              <a:t> </a:t>
            </a:r>
            <a:r>
              <a:rPr lang="en-US" dirty="0" err="1"/>
              <a:t>sitis</a:t>
            </a:r>
            <a:r>
              <a:rPr lang="en-US" dirty="0"/>
              <a:t> </a:t>
            </a:r>
            <a:r>
              <a:rPr lang="en-US" dirty="0" err="1"/>
              <a:t>ditaesti</a:t>
            </a:r>
            <a:r>
              <a:rPr lang="en-US" dirty="0"/>
              <a:t> </a:t>
            </a:r>
            <a:r>
              <a:rPr lang="en-US" dirty="0" err="1"/>
              <a:t>opta</a:t>
            </a:r>
            <a:r>
              <a:rPr lang="en-US" dirty="0"/>
              <a:t> </a:t>
            </a:r>
            <a:r>
              <a:rPr lang="en-US" dirty="0" err="1"/>
              <a:t>nist</a:t>
            </a:r>
            <a:r>
              <a:rPr lang="en-US" dirty="0"/>
              <a:t> </a:t>
            </a:r>
            <a:r>
              <a:rPr lang="en-US" dirty="0" err="1"/>
              <a:t>quia</a:t>
            </a:r>
            <a:r>
              <a:rPr lang="en-US" dirty="0"/>
              <a:t> </a:t>
            </a:r>
            <a:r>
              <a:rPr lang="en-US" dirty="0" err="1"/>
              <a:t>apientium</a:t>
            </a:r>
            <a:r>
              <a:rPr lang="en-US" dirty="0"/>
              <a:t> </a:t>
            </a:r>
            <a:r>
              <a:rPr lang="en-US" dirty="0" err="1"/>
              <a:t>vellent</a:t>
            </a:r>
            <a:r>
              <a:rPr lang="en-US" dirty="0"/>
              <a:t> </a:t>
            </a:r>
            <a:r>
              <a:rPr lang="en-US" dirty="0" err="1"/>
              <a:t>anit</a:t>
            </a:r>
            <a:r>
              <a:rPr lang="en-US" dirty="0"/>
              <a:t> </a:t>
            </a:r>
            <a:r>
              <a:rPr lang="en-US" dirty="0" err="1"/>
              <a:t>vollores</a:t>
            </a:r>
            <a:r>
              <a:rPr lang="en-US" dirty="0"/>
              <a:t> </a:t>
            </a:r>
            <a:r>
              <a:rPr lang="en-US" dirty="0" err="1"/>
              <a:t>nectem</a:t>
            </a:r>
            <a:r>
              <a:rPr lang="en-US" dirty="0"/>
              <a:t> </a:t>
            </a:r>
            <a:r>
              <a:rPr lang="en-US" dirty="0" err="1"/>
              <a:t>ut</a:t>
            </a:r>
            <a:r>
              <a:rPr lang="en-US" dirty="0"/>
              <a:t> </a:t>
            </a:r>
            <a:r>
              <a:rPr lang="en-US" dirty="0" err="1"/>
              <a:t>exernatquiam</a:t>
            </a:r>
            <a:r>
              <a:rPr lang="en-US" dirty="0"/>
              <a:t> </a:t>
            </a:r>
            <a:r>
              <a:rPr lang="en-US" dirty="0" err="1"/>
              <a:t>aut</a:t>
            </a:r>
            <a:r>
              <a:rPr lang="en-US" dirty="0"/>
              <a:t> </a:t>
            </a:r>
            <a:r>
              <a:rPr lang="en-US" dirty="0" err="1"/>
              <a:t>volorer</a:t>
            </a:r>
            <a:r>
              <a:rPr lang="en-US" dirty="0"/>
              <a:t> </a:t>
            </a:r>
            <a:r>
              <a:rPr lang="en-US" dirty="0" err="1"/>
              <a:t>fernatur</a:t>
            </a:r>
            <a:r>
              <a:rPr lang="en-US" dirty="0"/>
              <a:t>, </a:t>
            </a:r>
            <a:r>
              <a:rPr lang="en-US" dirty="0" err="1"/>
              <a:t>omnihilia</a:t>
            </a:r>
            <a:r>
              <a:rPr lang="en-US" dirty="0"/>
              <a:t> </a:t>
            </a:r>
            <a:r>
              <a:rPr lang="en-US" dirty="0" err="1"/>
              <a:t>volum</a:t>
            </a:r>
            <a:r>
              <a:rPr lang="en-US" dirty="0"/>
              <a:t> </a:t>
            </a:r>
            <a:r>
              <a:rPr lang="en-US" dirty="0" err="1"/>
              <a:t>fuga</a:t>
            </a:r>
            <a:r>
              <a:rPr lang="en-US" dirty="0"/>
              <a:t>.</a:t>
            </a:r>
          </a:p>
        </p:txBody>
      </p:sp>
    </p:spTree>
    <p:extLst>
      <p:ext uri="{BB962C8B-B14F-4D97-AF65-F5344CB8AC3E}">
        <p14:creationId xmlns:p14="http://schemas.microsoft.com/office/powerpoint/2010/main" val="2482731889"/>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 name="Picture Placeholder 40">
            <a:extLst>
              <a:ext uri="{FF2B5EF4-FFF2-40B4-BE49-F238E27FC236}">
                <a16:creationId xmlns:a16="http://schemas.microsoft.com/office/drawing/2014/main" id="{3676058B-75F6-638D-4E1F-70EA167CAAE6}"/>
              </a:ext>
            </a:extLst>
          </p:cNvPr>
          <p:cNvSpPr>
            <a:spLocks noGrp="1"/>
          </p:cNvSpPr>
          <p:nvPr>
            <p:ph type="pic" sz="quarter" idx="28"/>
          </p:nvPr>
        </p:nvSpPr>
        <p:spPr/>
        <p:txBody>
          <a:bodyPr/>
          <a:lstStyle/>
          <a:p>
            <a:endParaRPr lang="en-US"/>
          </a:p>
        </p:txBody>
      </p:sp>
      <p:sp>
        <p:nvSpPr>
          <p:cNvPr id="42" name="Picture Placeholder 41">
            <a:extLst>
              <a:ext uri="{FF2B5EF4-FFF2-40B4-BE49-F238E27FC236}">
                <a16:creationId xmlns:a16="http://schemas.microsoft.com/office/drawing/2014/main" id="{3939FC45-A5A4-42D3-B2AE-1B6101294BBA}"/>
              </a:ext>
            </a:extLst>
          </p:cNvPr>
          <p:cNvSpPr>
            <a:spLocks noGrp="1"/>
          </p:cNvSpPr>
          <p:nvPr>
            <p:ph type="pic" sz="quarter" idx="29"/>
          </p:nvPr>
        </p:nvSpPr>
        <p:spPr/>
        <p:txBody>
          <a:bodyPr/>
          <a:lstStyle/>
          <a:p>
            <a:endParaRPr lang="en-US"/>
          </a:p>
        </p:txBody>
      </p:sp>
      <p:sp>
        <p:nvSpPr>
          <p:cNvPr id="43" name="Picture Placeholder 42">
            <a:extLst>
              <a:ext uri="{FF2B5EF4-FFF2-40B4-BE49-F238E27FC236}">
                <a16:creationId xmlns:a16="http://schemas.microsoft.com/office/drawing/2014/main" id="{1A9E4923-C6CC-E019-C98E-630773478C7A}"/>
              </a:ext>
            </a:extLst>
          </p:cNvPr>
          <p:cNvSpPr>
            <a:spLocks noGrp="1"/>
          </p:cNvSpPr>
          <p:nvPr>
            <p:ph type="pic" sz="quarter" idx="30"/>
          </p:nvPr>
        </p:nvSpPr>
        <p:spPr/>
        <p:txBody>
          <a:bodyPr/>
          <a:lstStyle/>
          <a:p>
            <a:endParaRPr lang="en-US"/>
          </a:p>
        </p:txBody>
      </p:sp>
      <p:sp>
        <p:nvSpPr>
          <p:cNvPr id="28" name="Title 27">
            <a:extLst>
              <a:ext uri="{FF2B5EF4-FFF2-40B4-BE49-F238E27FC236}">
                <a16:creationId xmlns:a16="http://schemas.microsoft.com/office/drawing/2014/main" id="{F7479CA4-9390-E29D-AD42-D3C0AE5CBE44}"/>
              </a:ext>
            </a:extLst>
          </p:cNvPr>
          <p:cNvSpPr>
            <a:spLocks noGrp="1"/>
          </p:cNvSpPr>
          <p:nvPr>
            <p:ph type="title"/>
          </p:nvPr>
        </p:nvSpPr>
        <p:spPr>
          <a:xfrm>
            <a:off x="546101" y="552450"/>
            <a:ext cx="3513784" cy="434975"/>
          </a:xfrm>
        </p:spPr>
        <p:txBody>
          <a:bodyPr/>
          <a:lstStyle/>
          <a:p>
            <a:r>
              <a:rPr lang="en-US" dirty="0"/>
              <a:t>Feature content</a:t>
            </a:r>
          </a:p>
        </p:txBody>
      </p:sp>
      <p:sp>
        <p:nvSpPr>
          <p:cNvPr id="16" name="Text Placeholder 15">
            <a:extLst>
              <a:ext uri="{FF2B5EF4-FFF2-40B4-BE49-F238E27FC236}">
                <a16:creationId xmlns:a16="http://schemas.microsoft.com/office/drawing/2014/main" id="{905224DA-B69B-517D-0E8D-E8AD9468016F}"/>
              </a:ext>
            </a:extLst>
          </p:cNvPr>
          <p:cNvSpPr>
            <a:spLocks noGrp="1"/>
          </p:cNvSpPr>
          <p:nvPr>
            <p:ph type="body" sz="quarter" idx="21"/>
          </p:nvPr>
        </p:nvSpPr>
        <p:spPr>
          <a:xfrm>
            <a:off x="546100" y="1127125"/>
            <a:ext cx="3310473" cy="295275"/>
          </a:xfrm>
        </p:spPr>
        <p:txBody>
          <a:bodyPr/>
          <a:lstStyle/>
          <a:p>
            <a:r>
              <a:rPr lang="en-US" dirty="0"/>
              <a:t>Comparing and contrasting</a:t>
            </a:r>
          </a:p>
        </p:txBody>
      </p:sp>
      <p:sp>
        <p:nvSpPr>
          <p:cNvPr id="40" name="Text Placeholder 39">
            <a:extLst>
              <a:ext uri="{FF2B5EF4-FFF2-40B4-BE49-F238E27FC236}">
                <a16:creationId xmlns:a16="http://schemas.microsoft.com/office/drawing/2014/main" id="{A113273B-6890-91E1-8142-6DDD85C80DC9}"/>
              </a:ext>
            </a:extLst>
          </p:cNvPr>
          <p:cNvSpPr>
            <a:spLocks noGrp="1"/>
          </p:cNvSpPr>
          <p:nvPr>
            <p:ph type="body" sz="quarter" idx="22"/>
          </p:nvPr>
        </p:nvSpPr>
        <p:spPr/>
        <p:txBody>
          <a:bodyPr/>
          <a:lstStyle/>
          <a:p>
            <a:endParaRPr lang="en-US"/>
          </a:p>
        </p:txBody>
      </p:sp>
      <p:sp>
        <p:nvSpPr>
          <p:cNvPr id="6" name="Content Placeholder 5">
            <a:extLst>
              <a:ext uri="{FF2B5EF4-FFF2-40B4-BE49-F238E27FC236}">
                <a16:creationId xmlns:a16="http://schemas.microsoft.com/office/drawing/2014/main" id="{3C2945E5-FE53-62D9-A71A-B1A938C08213}"/>
              </a:ext>
            </a:extLst>
          </p:cNvPr>
          <p:cNvSpPr>
            <a:spLocks noGrp="1"/>
          </p:cNvSpPr>
          <p:nvPr>
            <p:ph sz="quarter" idx="23"/>
          </p:nvPr>
        </p:nvSpPr>
        <p:spPr>
          <a:xfrm>
            <a:off x="546099" y="1849438"/>
            <a:ext cx="3310473" cy="4017962"/>
          </a:xfrm>
        </p:spPr>
        <p:txBody>
          <a:bodyPr>
            <a:normAutofit/>
          </a:bodyPr>
          <a:lstStyle/>
          <a:p>
            <a:r>
              <a:rPr lang="en-US" dirty="0"/>
              <a:t>H3 Heading</a:t>
            </a:r>
          </a:p>
          <a:p>
            <a:pPr lvl="1"/>
            <a:r>
              <a:rPr lang="en-US" dirty="0"/>
              <a:t>Et fugit ma qui od </a:t>
            </a:r>
            <a:r>
              <a:rPr lang="en-US" dirty="0" err="1"/>
              <a:t>utenistio</a:t>
            </a:r>
            <a:r>
              <a:rPr lang="en-US" dirty="0"/>
              <a:t> </a:t>
            </a:r>
            <a:r>
              <a:rPr lang="en-US" dirty="0" err="1"/>
              <a:t>est</a:t>
            </a:r>
            <a:r>
              <a:rPr lang="en-US" dirty="0"/>
              <a:t> </a:t>
            </a:r>
            <a:r>
              <a:rPr lang="en-US" dirty="0" err="1"/>
              <a:t>quatem</a:t>
            </a:r>
            <a:r>
              <a:rPr lang="en-US" dirty="0"/>
              <a:t> </a:t>
            </a:r>
            <a:r>
              <a:rPr lang="en-US" dirty="0" err="1"/>
              <a:t>eos</a:t>
            </a:r>
            <a:r>
              <a:rPr lang="en-US" dirty="0"/>
              <a:t> </a:t>
            </a:r>
            <a:r>
              <a:rPr lang="en-US" dirty="0" err="1"/>
              <a:t>velitatur</a:t>
            </a:r>
            <a:r>
              <a:rPr lang="en-US" dirty="0"/>
              <a:t>, </a:t>
            </a:r>
            <a:r>
              <a:rPr lang="en-US" dirty="0" err="1"/>
              <a:t>ulparum</a:t>
            </a:r>
            <a:r>
              <a:rPr lang="en-US" dirty="0"/>
              <a:t> sed </a:t>
            </a:r>
            <a:r>
              <a:rPr lang="en-US" dirty="0" err="1"/>
              <a:t>unt</a:t>
            </a:r>
            <a:r>
              <a:rPr lang="en-US" dirty="0"/>
              <a:t> </a:t>
            </a:r>
            <a:r>
              <a:rPr lang="en-US" dirty="0" err="1"/>
              <a:t>invendiorum</a:t>
            </a:r>
            <a:r>
              <a:rPr lang="en-US" dirty="0"/>
              <a:t> </a:t>
            </a:r>
            <a:r>
              <a:rPr lang="en-US" dirty="0" err="1"/>
              <a:t>restrum</a:t>
            </a:r>
            <a:r>
              <a:rPr lang="en-US" dirty="0"/>
              <a:t> </a:t>
            </a:r>
            <a:r>
              <a:rPr lang="en-US" dirty="0" err="1"/>
              <a:t>quas</a:t>
            </a:r>
            <a:r>
              <a:rPr lang="en-US" dirty="0"/>
              <a:t> </a:t>
            </a:r>
            <a:r>
              <a:rPr lang="en-US" dirty="0" err="1"/>
              <a:t>dolectur</a:t>
            </a:r>
            <a:r>
              <a:rPr lang="en-US" dirty="0"/>
              <a:t>? Qui </a:t>
            </a:r>
            <a:r>
              <a:rPr lang="en-US" dirty="0" err="1"/>
              <a:t>doluptatem</a:t>
            </a:r>
            <a:r>
              <a:rPr lang="en-US" dirty="0"/>
              <a:t> et </a:t>
            </a:r>
            <a:r>
              <a:rPr lang="en-US" dirty="0" err="1"/>
              <a:t>repudis</a:t>
            </a:r>
            <a:r>
              <a:rPr lang="en-US" dirty="0"/>
              <a:t> </a:t>
            </a:r>
            <a:r>
              <a:rPr lang="en-US" dirty="0" err="1"/>
              <a:t>moloren</a:t>
            </a:r>
            <a:r>
              <a:rPr lang="en-US" dirty="0"/>
              <a:t> </a:t>
            </a:r>
            <a:r>
              <a:rPr lang="en-US" dirty="0" err="1"/>
              <a:t>dipsam</a:t>
            </a:r>
            <a:r>
              <a:rPr lang="en-US" dirty="0"/>
              <a:t>, </a:t>
            </a:r>
            <a:r>
              <a:rPr lang="en-US" dirty="0" err="1"/>
              <a:t>te</a:t>
            </a:r>
            <a:r>
              <a:rPr lang="en-US" dirty="0"/>
              <a:t> lab </a:t>
            </a:r>
            <a:r>
              <a:rPr lang="en-US" dirty="0" err="1"/>
              <a:t>iminvel</a:t>
            </a:r>
            <a:r>
              <a:rPr lang="en-US" dirty="0"/>
              <a:t> </a:t>
            </a:r>
            <a:r>
              <a:rPr lang="en-US" dirty="0" err="1"/>
              <a:t>iberibus</a:t>
            </a:r>
            <a:r>
              <a:rPr lang="en-US" dirty="0"/>
              <a:t> </a:t>
            </a:r>
            <a:r>
              <a:rPr lang="en-US" dirty="0" err="1"/>
              <a:t>dolorum</a:t>
            </a:r>
            <a:r>
              <a:rPr lang="en-US" dirty="0"/>
              <a:t> qui </a:t>
            </a:r>
            <a:r>
              <a:rPr lang="en-US" dirty="0" err="1"/>
              <a:t>dolorernati</a:t>
            </a:r>
            <a:r>
              <a:rPr lang="en-US" dirty="0"/>
              <a:t> </a:t>
            </a:r>
            <a:r>
              <a:rPr lang="en-US" dirty="0" err="1"/>
              <a:t>verferum</a:t>
            </a:r>
            <a:endParaRPr lang="en-US" dirty="0"/>
          </a:p>
        </p:txBody>
      </p:sp>
      <p:sp>
        <p:nvSpPr>
          <p:cNvPr id="5" name="Content Placeholder 4">
            <a:extLst>
              <a:ext uri="{FF2B5EF4-FFF2-40B4-BE49-F238E27FC236}">
                <a16:creationId xmlns:a16="http://schemas.microsoft.com/office/drawing/2014/main" id="{07D858EF-BD28-0A5D-4EF8-7EAA5F0FCC19}"/>
              </a:ext>
            </a:extLst>
          </p:cNvPr>
          <p:cNvSpPr>
            <a:spLocks noGrp="1"/>
          </p:cNvSpPr>
          <p:nvPr>
            <p:ph sz="quarter" idx="51"/>
          </p:nvPr>
        </p:nvSpPr>
        <p:spPr>
          <a:xfrm>
            <a:off x="4287584" y="2714626"/>
            <a:ext cx="1947672" cy="2727324"/>
          </a:xfrm>
        </p:spPr>
        <p:txBody>
          <a:bodyPr>
            <a:normAutofit/>
          </a:bodyPr>
          <a:lstStyle/>
          <a:p>
            <a:r>
              <a:rPr lang="en-US" dirty="0"/>
              <a:t>GT America Bold 15pt, list level 1</a:t>
            </a:r>
          </a:p>
          <a:p>
            <a:pPr lvl="1"/>
            <a:r>
              <a:rPr lang="en-US" dirty="0"/>
              <a:t>GT America Regular 14pt, list level 2</a:t>
            </a:r>
          </a:p>
          <a:p>
            <a:pPr lvl="2"/>
            <a:r>
              <a:rPr lang="en-US" dirty="0"/>
              <a:t>Bulleted list GT America Regular 14pt, list level 3</a:t>
            </a:r>
          </a:p>
        </p:txBody>
      </p:sp>
      <p:sp>
        <p:nvSpPr>
          <p:cNvPr id="4" name="Content Placeholder 3">
            <a:extLst>
              <a:ext uri="{FF2B5EF4-FFF2-40B4-BE49-F238E27FC236}">
                <a16:creationId xmlns:a16="http://schemas.microsoft.com/office/drawing/2014/main" id="{77844783-D8EC-B4FB-6012-FDAEBAB51B69}"/>
              </a:ext>
            </a:extLst>
          </p:cNvPr>
          <p:cNvSpPr>
            <a:spLocks noGrp="1"/>
          </p:cNvSpPr>
          <p:nvPr>
            <p:ph sz="quarter" idx="52"/>
          </p:nvPr>
        </p:nvSpPr>
        <p:spPr>
          <a:xfrm>
            <a:off x="6988240" y="2714625"/>
            <a:ext cx="1947672" cy="2727325"/>
          </a:xfrm>
        </p:spPr>
        <p:txBody>
          <a:bodyPr>
            <a:normAutofit lnSpcReduction="10000"/>
          </a:bodyPr>
          <a:lstStyle/>
          <a:p>
            <a:r>
              <a:rPr lang="en-US" dirty="0"/>
              <a:t>Detail 2</a:t>
            </a:r>
          </a:p>
          <a:p>
            <a:pPr lvl="1"/>
            <a:r>
              <a:rPr lang="en-US" dirty="0"/>
              <a:t>Qui </a:t>
            </a:r>
            <a:r>
              <a:rPr lang="en-US" dirty="0" err="1"/>
              <a:t>doluptatem</a:t>
            </a:r>
            <a:r>
              <a:rPr lang="en-US" dirty="0"/>
              <a:t> et </a:t>
            </a:r>
            <a:r>
              <a:rPr lang="en-US" dirty="0" err="1"/>
              <a:t>repudis</a:t>
            </a:r>
            <a:r>
              <a:rPr lang="en-US" dirty="0"/>
              <a:t> </a:t>
            </a:r>
            <a:r>
              <a:rPr lang="en-US" dirty="0" err="1"/>
              <a:t>moloren</a:t>
            </a:r>
            <a:r>
              <a:rPr lang="en-US" dirty="0"/>
              <a:t> </a:t>
            </a:r>
            <a:r>
              <a:rPr lang="en-US" dirty="0" err="1"/>
              <a:t>dipsam</a:t>
            </a:r>
            <a:r>
              <a:rPr lang="en-US" dirty="0"/>
              <a:t>, </a:t>
            </a:r>
            <a:r>
              <a:rPr lang="en-US" dirty="0" err="1"/>
              <a:t>te</a:t>
            </a:r>
            <a:r>
              <a:rPr lang="en-US" dirty="0"/>
              <a:t> lab </a:t>
            </a:r>
            <a:r>
              <a:rPr lang="en-US" dirty="0" err="1"/>
              <a:t>iminvel</a:t>
            </a:r>
            <a:r>
              <a:rPr lang="en-US" dirty="0"/>
              <a:t> </a:t>
            </a:r>
            <a:r>
              <a:rPr lang="en-US" dirty="0" err="1"/>
              <a:t>iberibus</a:t>
            </a:r>
            <a:r>
              <a:rPr lang="en-US" dirty="0"/>
              <a:t> </a:t>
            </a:r>
            <a:r>
              <a:rPr lang="en-US" dirty="0" err="1"/>
              <a:t>dolorum</a:t>
            </a:r>
            <a:r>
              <a:rPr lang="en-US" dirty="0"/>
              <a:t> qui </a:t>
            </a:r>
            <a:r>
              <a:rPr lang="en-US" dirty="0" err="1"/>
              <a:t>dolorernati</a:t>
            </a:r>
            <a:r>
              <a:rPr lang="en-US" dirty="0"/>
              <a:t> </a:t>
            </a:r>
            <a:r>
              <a:rPr lang="en-US" dirty="0" err="1"/>
              <a:t>verferum</a:t>
            </a:r>
            <a:endParaRPr lang="en-US" dirty="0"/>
          </a:p>
          <a:p>
            <a:pPr lvl="2"/>
            <a:r>
              <a:rPr lang="en-US" dirty="0" err="1"/>
              <a:t>Cae</a:t>
            </a:r>
            <a:r>
              <a:rPr lang="en-US" dirty="0"/>
              <a:t> </a:t>
            </a:r>
            <a:r>
              <a:rPr lang="en-US" dirty="0" err="1"/>
              <a:t>velit</a:t>
            </a:r>
            <a:r>
              <a:rPr lang="en-US" dirty="0"/>
              <a:t> </a:t>
            </a:r>
            <a:r>
              <a:rPr lang="en-US" dirty="0" err="1"/>
              <a:t>licatem</a:t>
            </a:r>
            <a:r>
              <a:rPr lang="en-US" dirty="0"/>
              <a:t> </a:t>
            </a:r>
            <a:r>
              <a:rPr lang="en-US" dirty="0" err="1"/>
              <a:t>uga</a:t>
            </a:r>
            <a:endParaRPr lang="en-US" dirty="0"/>
          </a:p>
          <a:p>
            <a:pPr lvl="2"/>
            <a:r>
              <a:rPr lang="en-US" dirty="0" err="1"/>
              <a:t>Nemquosam</a:t>
            </a:r>
            <a:r>
              <a:rPr lang="en-US" dirty="0"/>
              <a:t> id </a:t>
            </a:r>
            <a:r>
              <a:rPr lang="en-US" dirty="0" err="1"/>
              <a:t>quia</a:t>
            </a:r>
            <a:r>
              <a:rPr lang="en-US" dirty="0"/>
              <a:t> </a:t>
            </a:r>
            <a:r>
              <a:rPr lang="en-US" dirty="0" err="1"/>
              <a:t>nonsecu</a:t>
            </a:r>
            <a:r>
              <a:rPr lang="en-US" dirty="0"/>
              <a:t> </a:t>
            </a:r>
            <a:r>
              <a:rPr lang="en-US" dirty="0" err="1"/>
              <a:t>llatinis</a:t>
            </a:r>
            <a:endParaRPr lang="en-US" dirty="0"/>
          </a:p>
        </p:txBody>
      </p:sp>
      <p:sp>
        <p:nvSpPr>
          <p:cNvPr id="29" name="Content Placeholder 28">
            <a:extLst>
              <a:ext uri="{FF2B5EF4-FFF2-40B4-BE49-F238E27FC236}">
                <a16:creationId xmlns:a16="http://schemas.microsoft.com/office/drawing/2014/main" id="{3B9064D2-14FB-7AB0-E68F-6F528968188B}"/>
              </a:ext>
            </a:extLst>
          </p:cNvPr>
          <p:cNvSpPr>
            <a:spLocks noGrp="1"/>
          </p:cNvSpPr>
          <p:nvPr>
            <p:ph sz="quarter" idx="53"/>
          </p:nvPr>
        </p:nvSpPr>
        <p:spPr>
          <a:xfrm>
            <a:off x="9694862" y="2714625"/>
            <a:ext cx="1943101" cy="2727325"/>
          </a:xfrm>
        </p:spPr>
        <p:txBody>
          <a:bodyPr>
            <a:normAutofit/>
          </a:bodyPr>
          <a:lstStyle/>
          <a:p>
            <a:r>
              <a:rPr lang="en-US" dirty="0"/>
              <a:t>Detail 3</a:t>
            </a:r>
          </a:p>
          <a:p>
            <a:pPr lvl="1"/>
            <a:r>
              <a:rPr lang="en-US" dirty="0" err="1"/>
              <a:t>Musaperem</a:t>
            </a:r>
            <a:r>
              <a:rPr lang="en-US" dirty="0"/>
              <a:t> </a:t>
            </a:r>
            <a:r>
              <a:rPr lang="en-US" dirty="0" err="1"/>
              <a:t>adit</a:t>
            </a:r>
            <a:r>
              <a:rPr lang="en-US" dirty="0"/>
              <a:t> </a:t>
            </a:r>
            <a:r>
              <a:rPr lang="en-US" dirty="0" err="1"/>
              <a:t>alis</a:t>
            </a:r>
            <a:r>
              <a:rPr lang="en-US" dirty="0"/>
              <a:t> </a:t>
            </a:r>
            <a:r>
              <a:rPr lang="en-US" dirty="0" err="1"/>
              <a:t>consequam</a:t>
            </a:r>
            <a:r>
              <a:rPr lang="en-US" dirty="0"/>
              <a:t> que </a:t>
            </a:r>
            <a:r>
              <a:rPr lang="en-US" dirty="0" err="1"/>
              <a:t>eaqui</a:t>
            </a:r>
            <a:r>
              <a:rPr lang="en-US" dirty="0"/>
              <a:t> </a:t>
            </a:r>
            <a:r>
              <a:rPr lang="en-US" dirty="0" err="1"/>
              <a:t>omnimendae</a:t>
            </a:r>
            <a:r>
              <a:rPr lang="en-US" dirty="0"/>
              <a:t> </a:t>
            </a:r>
            <a:r>
              <a:rPr lang="en-US" dirty="0" err="1"/>
              <a:t>volorio</a:t>
            </a:r>
            <a:r>
              <a:rPr lang="en-US" dirty="0"/>
              <a:t> </a:t>
            </a:r>
            <a:r>
              <a:rPr lang="en-US" dirty="0" err="1"/>
              <a:t>nectiun</a:t>
            </a:r>
            <a:r>
              <a:rPr lang="en-US" dirty="0"/>
              <a:t> </a:t>
            </a:r>
            <a:r>
              <a:rPr lang="en-US" dirty="0" err="1"/>
              <a:t>totatur</a:t>
            </a:r>
            <a:endParaRPr lang="en-US" dirty="0"/>
          </a:p>
          <a:p>
            <a:pPr lvl="2"/>
            <a:r>
              <a:rPr lang="en-US" dirty="0" err="1"/>
              <a:t>Unt</a:t>
            </a:r>
            <a:r>
              <a:rPr lang="en-US" dirty="0"/>
              <a:t> </a:t>
            </a:r>
            <a:r>
              <a:rPr lang="en-US" dirty="0" err="1"/>
              <a:t>lautatias</a:t>
            </a:r>
            <a:r>
              <a:rPr lang="en-US" dirty="0"/>
              <a:t> </a:t>
            </a:r>
            <a:r>
              <a:rPr lang="en-US" dirty="0" err="1"/>
              <a:t>nonsedis</a:t>
            </a:r>
            <a:r>
              <a:rPr lang="en-US" dirty="0"/>
              <a:t> et </a:t>
            </a:r>
            <a:r>
              <a:rPr lang="en-US" dirty="0" err="1"/>
              <a:t>aditisque</a:t>
            </a:r>
            <a:r>
              <a:rPr lang="en-US" dirty="0"/>
              <a:t> </a:t>
            </a:r>
            <a:r>
              <a:rPr lang="en-US" dirty="0" err="1"/>
              <a:t>molorehent</a:t>
            </a:r>
            <a:r>
              <a:rPr lang="en-US" dirty="0"/>
              <a:t> </a:t>
            </a:r>
            <a:r>
              <a:rPr lang="en-US" dirty="0" err="1"/>
              <a:t>doloribus</a:t>
            </a:r>
            <a:r>
              <a:rPr lang="en-US" dirty="0"/>
              <a:t> </a:t>
            </a:r>
            <a:r>
              <a:rPr lang="en-US" dirty="0" err="1"/>
              <a:t>denian</a:t>
            </a:r>
            <a:endParaRPr lang="en-US" dirty="0"/>
          </a:p>
        </p:txBody>
      </p:sp>
      <p:sp>
        <p:nvSpPr>
          <p:cNvPr id="44" name="Slide Number Placeholder 8">
            <a:extLst>
              <a:ext uri="{FF2B5EF4-FFF2-40B4-BE49-F238E27FC236}">
                <a16:creationId xmlns:a16="http://schemas.microsoft.com/office/drawing/2014/main" id="{59ECAA82-7ED2-E54F-296B-2719C0BF2E82}"/>
              </a:ext>
            </a:extLst>
          </p:cNvPr>
          <p:cNvSpPr>
            <a:spLocks noGrp="1"/>
          </p:cNvSpPr>
          <p:nvPr>
            <p:ph type="sldNum" sz="quarter" idx="12"/>
          </p:nvPr>
        </p:nvSpPr>
        <p:spPr>
          <a:xfrm>
            <a:off x="10428288" y="6311900"/>
            <a:ext cx="1209674" cy="269875"/>
          </a:xfrm>
        </p:spPr>
        <p:txBody>
          <a:bodyPr/>
          <a:lstStyle>
            <a:lvl1pPr>
              <a:defRPr>
                <a:solidFill>
                  <a:schemeClr val="tx1"/>
                </a:solidFill>
              </a:defRPr>
            </a:lvl1pPr>
          </a:lstStyle>
          <a:p>
            <a:fld id="{862A5111-985B-C14D-9115-5787026182A8}" type="slidenum">
              <a:rPr lang="en-US" smtClean="0"/>
              <a:pPr/>
              <a:t>58</a:t>
            </a:fld>
            <a:endParaRPr lang="en-US" dirty="0"/>
          </a:p>
        </p:txBody>
      </p:sp>
    </p:spTree>
    <p:extLst>
      <p:ext uri="{BB962C8B-B14F-4D97-AF65-F5344CB8AC3E}">
        <p14:creationId xmlns:p14="http://schemas.microsoft.com/office/powerpoint/2010/main" val="4196441114"/>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13F9060-459E-31B7-A1AE-925352D08006}"/>
              </a:ext>
            </a:extLst>
          </p:cNvPr>
          <p:cNvSpPr>
            <a:spLocks noGrp="1"/>
          </p:cNvSpPr>
          <p:nvPr>
            <p:ph type="title"/>
          </p:nvPr>
        </p:nvSpPr>
        <p:spPr>
          <a:xfrm>
            <a:off x="546099" y="552450"/>
            <a:ext cx="3513785" cy="434975"/>
          </a:xfrm>
        </p:spPr>
        <p:txBody>
          <a:bodyPr/>
          <a:lstStyle/>
          <a:p>
            <a:r>
              <a:rPr lang="en-US" dirty="0"/>
              <a:t>Feature content</a:t>
            </a:r>
          </a:p>
        </p:txBody>
      </p:sp>
      <p:sp>
        <p:nvSpPr>
          <p:cNvPr id="4" name="Footer Placeholder 3">
            <a:extLst>
              <a:ext uri="{FF2B5EF4-FFF2-40B4-BE49-F238E27FC236}">
                <a16:creationId xmlns:a16="http://schemas.microsoft.com/office/drawing/2014/main" id="{001DA266-4A90-D7BB-EB5C-DBFDC8C03B4A}"/>
              </a:ext>
            </a:extLst>
          </p:cNvPr>
          <p:cNvSpPr>
            <a:spLocks noGrp="1"/>
          </p:cNvSpPr>
          <p:nvPr>
            <p:ph type="ftr" sz="quarter" idx="33"/>
          </p:nvPr>
        </p:nvSpPr>
        <p:spPr>
          <a:xfrm>
            <a:off x="4781550" y="6311900"/>
            <a:ext cx="5448300" cy="269875"/>
          </a:xfrm>
        </p:spPr>
        <p:txBody>
          <a:bodyPr/>
          <a:lstStyle/>
          <a:p>
            <a:r>
              <a:rPr lang="en-US"/>
              <a:t>See slide 12 for instructions on how to update footer</a:t>
            </a:r>
            <a:endParaRPr lang="en-US" dirty="0"/>
          </a:p>
        </p:txBody>
      </p:sp>
      <p:sp>
        <p:nvSpPr>
          <p:cNvPr id="5" name="Slide Number Placeholder 4">
            <a:extLst>
              <a:ext uri="{FF2B5EF4-FFF2-40B4-BE49-F238E27FC236}">
                <a16:creationId xmlns:a16="http://schemas.microsoft.com/office/drawing/2014/main" id="{631B4CDC-08DA-148A-3572-97CD12CBD840}"/>
              </a:ext>
            </a:extLst>
          </p:cNvPr>
          <p:cNvSpPr>
            <a:spLocks noGrp="1"/>
          </p:cNvSpPr>
          <p:nvPr>
            <p:ph type="sldNum" sz="quarter" idx="34"/>
          </p:nvPr>
        </p:nvSpPr>
        <p:spPr>
          <a:xfrm>
            <a:off x="10428288" y="6311900"/>
            <a:ext cx="1209674" cy="269875"/>
          </a:xfrm>
        </p:spPr>
        <p:txBody>
          <a:bodyPr/>
          <a:lstStyle/>
          <a:p>
            <a:fld id="{862A5111-985B-C14D-9115-5787026182A8}" type="slidenum">
              <a:rPr lang="en-US" smtClean="0"/>
              <a:pPr/>
              <a:t>59</a:t>
            </a:fld>
            <a:endParaRPr lang="en-US" dirty="0"/>
          </a:p>
        </p:txBody>
      </p:sp>
      <p:sp>
        <p:nvSpPr>
          <p:cNvPr id="15" name="Text Placeholder 14">
            <a:extLst>
              <a:ext uri="{FF2B5EF4-FFF2-40B4-BE49-F238E27FC236}">
                <a16:creationId xmlns:a16="http://schemas.microsoft.com/office/drawing/2014/main" id="{EA1D6C20-4CE6-71F9-29F6-A7D68F08E78D}"/>
              </a:ext>
            </a:extLst>
          </p:cNvPr>
          <p:cNvSpPr>
            <a:spLocks noGrp="1"/>
          </p:cNvSpPr>
          <p:nvPr>
            <p:ph type="body" sz="quarter" idx="21"/>
          </p:nvPr>
        </p:nvSpPr>
        <p:spPr>
          <a:xfrm>
            <a:off x="546100" y="1127125"/>
            <a:ext cx="3310473" cy="295275"/>
          </a:xfrm>
        </p:spPr>
        <p:txBody>
          <a:bodyPr/>
          <a:lstStyle/>
          <a:p>
            <a:r>
              <a:rPr lang="en-US"/>
              <a:t>Comparing and contrasting</a:t>
            </a:r>
            <a:endParaRPr lang="en-US" dirty="0"/>
          </a:p>
        </p:txBody>
      </p:sp>
      <p:sp>
        <p:nvSpPr>
          <p:cNvPr id="18" name="Text Placeholder 17">
            <a:extLst>
              <a:ext uri="{FF2B5EF4-FFF2-40B4-BE49-F238E27FC236}">
                <a16:creationId xmlns:a16="http://schemas.microsoft.com/office/drawing/2014/main" id="{85AB4CCF-3348-C1D7-871F-AA3779AF82B7}"/>
              </a:ext>
            </a:extLst>
          </p:cNvPr>
          <p:cNvSpPr>
            <a:spLocks noGrp="1"/>
          </p:cNvSpPr>
          <p:nvPr>
            <p:ph type="body" sz="quarter" idx="22"/>
          </p:nvPr>
        </p:nvSpPr>
        <p:spPr/>
        <p:txBody>
          <a:bodyPr/>
          <a:lstStyle/>
          <a:p>
            <a:endParaRPr lang="en-US"/>
          </a:p>
        </p:txBody>
      </p:sp>
      <p:sp>
        <p:nvSpPr>
          <p:cNvPr id="8" name="Content Placeholder 7">
            <a:extLst>
              <a:ext uri="{FF2B5EF4-FFF2-40B4-BE49-F238E27FC236}">
                <a16:creationId xmlns:a16="http://schemas.microsoft.com/office/drawing/2014/main" id="{073B3368-0A25-15F1-7B56-1100C3810729}"/>
              </a:ext>
            </a:extLst>
          </p:cNvPr>
          <p:cNvSpPr>
            <a:spLocks noGrp="1"/>
          </p:cNvSpPr>
          <p:nvPr>
            <p:ph sz="quarter" idx="23"/>
          </p:nvPr>
        </p:nvSpPr>
        <p:spPr>
          <a:xfrm>
            <a:off x="546099" y="1849438"/>
            <a:ext cx="3310473" cy="4017962"/>
          </a:xfrm>
        </p:spPr>
        <p:txBody>
          <a:bodyPr>
            <a:normAutofit/>
          </a:bodyPr>
          <a:lstStyle/>
          <a:p>
            <a:r>
              <a:rPr lang="en-US" dirty="0"/>
              <a:t>Single line subhead</a:t>
            </a:r>
          </a:p>
          <a:p>
            <a:pPr lvl="1"/>
            <a:r>
              <a:rPr lang="en-US" dirty="0"/>
              <a:t>Et fugit ma qui od </a:t>
            </a:r>
            <a:r>
              <a:rPr lang="en-US" dirty="0" err="1"/>
              <a:t>utenistio</a:t>
            </a:r>
            <a:r>
              <a:rPr lang="en-US" dirty="0"/>
              <a:t> </a:t>
            </a:r>
            <a:r>
              <a:rPr lang="en-US" dirty="0" err="1"/>
              <a:t>est</a:t>
            </a:r>
            <a:r>
              <a:rPr lang="en-US" dirty="0"/>
              <a:t> </a:t>
            </a:r>
            <a:r>
              <a:rPr lang="en-US" dirty="0" err="1"/>
              <a:t>quatem</a:t>
            </a:r>
            <a:r>
              <a:rPr lang="en-US" dirty="0"/>
              <a:t> </a:t>
            </a:r>
            <a:r>
              <a:rPr lang="en-US" dirty="0" err="1"/>
              <a:t>eos</a:t>
            </a:r>
            <a:r>
              <a:rPr lang="en-US" dirty="0"/>
              <a:t> </a:t>
            </a:r>
            <a:r>
              <a:rPr lang="en-US" dirty="0" err="1"/>
              <a:t>velitatur</a:t>
            </a:r>
            <a:r>
              <a:rPr lang="en-US" dirty="0"/>
              <a:t>, </a:t>
            </a:r>
            <a:r>
              <a:rPr lang="en-US" dirty="0" err="1"/>
              <a:t>ulparum</a:t>
            </a:r>
            <a:r>
              <a:rPr lang="en-US" dirty="0"/>
              <a:t> sed </a:t>
            </a:r>
            <a:r>
              <a:rPr lang="en-US" dirty="0" err="1"/>
              <a:t>unt</a:t>
            </a:r>
            <a:r>
              <a:rPr lang="en-US" dirty="0"/>
              <a:t> </a:t>
            </a:r>
            <a:r>
              <a:rPr lang="en-US" dirty="0" err="1"/>
              <a:t>invendiorum</a:t>
            </a:r>
            <a:r>
              <a:rPr lang="en-US" dirty="0"/>
              <a:t> </a:t>
            </a:r>
            <a:r>
              <a:rPr lang="en-US" dirty="0" err="1"/>
              <a:t>restrum</a:t>
            </a:r>
            <a:r>
              <a:rPr lang="en-US" dirty="0"/>
              <a:t> </a:t>
            </a:r>
            <a:r>
              <a:rPr lang="en-US" dirty="0" err="1"/>
              <a:t>quas</a:t>
            </a:r>
            <a:r>
              <a:rPr lang="en-US" dirty="0"/>
              <a:t> </a:t>
            </a:r>
            <a:r>
              <a:rPr lang="en-US" dirty="0" err="1"/>
              <a:t>dolectur</a:t>
            </a:r>
            <a:r>
              <a:rPr lang="en-US" dirty="0"/>
              <a:t>? Qui </a:t>
            </a:r>
            <a:r>
              <a:rPr lang="en-US" dirty="0" err="1"/>
              <a:t>doluptatem</a:t>
            </a:r>
            <a:r>
              <a:rPr lang="en-US" dirty="0"/>
              <a:t> et </a:t>
            </a:r>
            <a:r>
              <a:rPr lang="en-US" dirty="0" err="1"/>
              <a:t>repudis</a:t>
            </a:r>
            <a:r>
              <a:rPr lang="en-US" dirty="0"/>
              <a:t> </a:t>
            </a:r>
            <a:r>
              <a:rPr lang="en-US" dirty="0" err="1"/>
              <a:t>moloren</a:t>
            </a:r>
            <a:r>
              <a:rPr lang="en-US" dirty="0"/>
              <a:t> </a:t>
            </a:r>
            <a:r>
              <a:rPr lang="en-US" dirty="0" err="1"/>
              <a:t>dipsam</a:t>
            </a:r>
            <a:r>
              <a:rPr lang="en-US" dirty="0"/>
              <a:t>, </a:t>
            </a:r>
            <a:r>
              <a:rPr lang="en-US" dirty="0" err="1"/>
              <a:t>te</a:t>
            </a:r>
            <a:r>
              <a:rPr lang="en-US" dirty="0"/>
              <a:t> lab </a:t>
            </a:r>
            <a:r>
              <a:rPr lang="en-US" dirty="0" err="1"/>
              <a:t>iminvel</a:t>
            </a:r>
            <a:r>
              <a:rPr lang="en-US" dirty="0"/>
              <a:t> </a:t>
            </a:r>
            <a:r>
              <a:rPr lang="en-US" dirty="0" err="1"/>
              <a:t>iberibus</a:t>
            </a:r>
            <a:r>
              <a:rPr lang="en-US" dirty="0"/>
              <a:t> </a:t>
            </a:r>
            <a:r>
              <a:rPr lang="en-US" dirty="0" err="1"/>
              <a:t>dolorum</a:t>
            </a:r>
            <a:r>
              <a:rPr lang="en-US" dirty="0"/>
              <a:t> qui </a:t>
            </a:r>
            <a:r>
              <a:rPr lang="en-US" dirty="0" err="1"/>
              <a:t>dolorernati</a:t>
            </a:r>
            <a:r>
              <a:rPr lang="en-US" dirty="0"/>
              <a:t> </a:t>
            </a:r>
            <a:r>
              <a:rPr lang="en-US" dirty="0" err="1"/>
              <a:t>verferum</a:t>
            </a:r>
            <a:endParaRPr lang="en-US" dirty="0"/>
          </a:p>
        </p:txBody>
      </p:sp>
      <p:sp>
        <p:nvSpPr>
          <p:cNvPr id="2" name="Content Placeholder 1">
            <a:extLst>
              <a:ext uri="{FF2B5EF4-FFF2-40B4-BE49-F238E27FC236}">
                <a16:creationId xmlns:a16="http://schemas.microsoft.com/office/drawing/2014/main" id="{AAFA96FE-CE95-7770-0866-5ADBE9161C1D}"/>
              </a:ext>
            </a:extLst>
          </p:cNvPr>
          <p:cNvSpPr>
            <a:spLocks noGrp="1"/>
          </p:cNvSpPr>
          <p:nvPr>
            <p:ph sz="quarter" idx="49"/>
          </p:nvPr>
        </p:nvSpPr>
        <p:spPr>
          <a:xfrm>
            <a:off x="4781550" y="552448"/>
            <a:ext cx="2103120" cy="2057400"/>
          </a:xfrm>
        </p:spPr>
        <p:txBody>
          <a:bodyPr>
            <a:normAutofit/>
          </a:bodyPr>
          <a:lstStyle/>
          <a:p>
            <a:r>
              <a:rPr lang="en-US" dirty="0"/>
              <a:t>Detail 1</a:t>
            </a:r>
          </a:p>
          <a:p>
            <a:pPr lvl="1"/>
            <a:r>
              <a:rPr lang="en-US" dirty="0"/>
              <a:t>GT America Regular 14pt, list level 2</a:t>
            </a:r>
          </a:p>
          <a:p>
            <a:pPr lvl="2"/>
            <a:r>
              <a:rPr lang="en-US" dirty="0"/>
              <a:t>Bulleted list GT America Regular 14pt, list level 3</a:t>
            </a:r>
          </a:p>
        </p:txBody>
      </p:sp>
      <p:sp>
        <p:nvSpPr>
          <p:cNvPr id="10" name="Content Placeholder 9">
            <a:extLst>
              <a:ext uri="{FF2B5EF4-FFF2-40B4-BE49-F238E27FC236}">
                <a16:creationId xmlns:a16="http://schemas.microsoft.com/office/drawing/2014/main" id="{33D3C2D1-27EB-BCF4-92B1-63DC8D52A8A0}"/>
              </a:ext>
            </a:extLst>
          </p:cNvPr>
          <p:cNvSpPr>
            <a:spLocks noGrp="1"/>
          </p:cNvSpPr>
          <p:nvPr>
            <p:ph sz="quarter" idx="50"/>
          </p:nvPr>
        </p:nvSpPr>
        <p:spPr>
          <a:xfrm>
            <a:off x="7157707" y="552449"/>
            <a:ext cx="2103120" cy="2057400"/>
          </a:xfrm>
        </p:spPr>
        <p:txBody>
          <a:bodyPr>
            <a:normAutofit/>
          </a:bodyPr>
          <a:lstStyle/>
          <a:p>
            <a:r>
              <a:rPr lang="en-US" dirty="0"/>
              <a:t>Detail 2</a:t>
            </a:r>
          </a:p>
          <a:p>
            <a:pPr lvl="1"/>
            <a:r>
              <a:rPr lang="en-US" dirty="0" err="1"/>
              <a:t>Dolorum</a:t>
            </a:r>
            <a:r>
              <a:rPr lang="en-US" dirty="0"/>
              <a:t> qui </a:t>
            </a:r>
            <a:r>
              <a:rPr lang="en-US" dirty="0" err="1"/>
              <a:t>dolorernati</a:t>
            </a:r>
            <a:endParaRPr lang="en-US" dirty="0"/>
          </a:p>
        </p:txBody>
      </p:sp>
      <p:sp>
        <p:nvSpPr>
          <p:cNvPr id="11" name="Content Placeholder 10">
            <a:extLst>
              <a:ext uri="{FF2B5EF4-FFF2-40B4-BE49-F238E27FC236}">
                <a16:creationId xmlns:a16="http://schemas.microsoft.com/office/drawing/2014/main" id="{AAB3B2D6-ECF7-50A5-3E89-13AAD2A82504}"/>
              </a:ext>
            </a:extLst>
          </p:cNvPr>
          <p:cNvSpPr>
            <a:spLocks noGrp="1"/>
          </p:cNvSpPr>
          <p:nvPr>
            <p:ph sz="quarter" idx="51"/>
          </p:nvPr>
        </p:nvSpPr>
        <p:spPr>
          <a:xfrm>
            <a:off x="9533864" y="552449"/>
            <a:ext cx="2103120" cy="2057400"/>
          </a:xfrm>
        </p:spPr>
        <p:txBody>
          <a:bodyPr>
            <a:normAutofit/>
          </a:bodyPr>
          <a:lstStyle/>
          <a:p>
            <a:r>
              <a:rPr lang="en-US" dirty="0"/>
              <a:t>Detail 3</a:t>
            </a:r>
          </a:p>
          <a:p>
            <a:pPr lvl="1"/>
            <a:r>
              <a:rPr lang="en-US" dirty="0"/>
              <a:t>Qui </a:t>
            </a:r>
            <a:r>
              <a:rPr lang="en-US" dirty="0" err="1"/>
              <a:t>doluptatem</a:t>
            </a:r>
            <a:r>
              <a:rPr lang="en-US" dirty="0"/>
              <a:t> et </a:t>
            </a:r>
            <a:r>
              <a:rPr lang="en-US" dirty="0" err="1"/>
              <a:t>repudis</a:t>
            </a:r>
            <a:r>
              <a:rPr lang="en-US" dirty="0"/>
              <a:t> </a:t>
            </a:r>
            <a:r>
              <a:rPr lang="en-US" dirty="0" err="1"/>
              <a:t>moloren</a:t>
            </a:r>
            <a:r>
              <a:rPr lang="en-US" dirty="0"/>
              <a:t> </a:t>
            </a:r>
            <a:r>
              <a:rPr lang="en-US" dirty="0" err="1"/>
              <a:t>dipsam</a:t>
            </a:r>
            <a:r>
              <a:rPr lang="en-US" dirty="0"/>
              <a:t>, </a:t>
            </a:r>
            <a:r>
              <a:rPr lang="en-US" dirty="0" err="1"/>
              <a:t>te</a:t>
            </a:r>
            <a:r>
              <a:rPr lang="en-US" dirty="0"/>
              <a:t> lab </a:t>
            </a:r>
            <a:r>
              <a:rPr lang="en-US" dirty="0" err="1"/>
              <a:t>iminvel</a:t>
            </a:r>
            <a:r>
              <a:rPr lang="en-US" dirty="0"/>
              <a:t> </a:t>
            </a:r>
            <a:r>
              <a:rPr lang="en-US" dirty="0" err="1"/>
              <a:t>iberibus</a:t>
            </a:r>
            <a:endParaRPr lang="en-US" dirty="0"/>
          </a:p>
        </p:txBody>
      </p:sp>
      <p:sp>
        <p:nvSpPr>
          <p:cNvPr id="19" name="Content Placeholder 18">
            <a:extLst>
              <a:ext uri="{FF2B5EF4-FFF2-40B4-BE49-F238E27FC236}">
                <a16:creationId xmlns:a16="http://schemas.microsoft.com/office/drawing/2014/main" id="{F3D29777-095F-1DBC-BF6B-8347183E8CA6}"/>
              </a:ext>
            </a:extLst>
          </p:cNvPr>
          <p:cNvSpPr>
            <a:spLocks noGrp="1"/>
          </p:cNvSpPr>
          <p:nvPr>
            <p:ph sz="quarter" idx="52"/>
          </p:nvPr>
        </p:nvSpPr>
        <p:spPr/>
        <p:txBody>
          <a:bodyPr/>
          <a:lstStyle/>
          <a:p>
            <a:endParaRPr lang="en-US"/>
          </a:p>
        </p:txBody>
      </p:sp>
      <p:sp>
        <p:nvSpPr>
          <p:cNvPr id="20" name="Content Placeholder 19">
            <a:extLst>
              <a:ext uri="{FF2B5EF4-FFF2-40B4-BE49-F238E27FC236}">
                <a16:creationId xmlns:a16="http://schemas.microsoft.com/office/drawing/2014/main" id="{AA0D8908-FA3E-DC0C-BD05-316F4DB89939}"/>
              </a:ext>
            </a:extLst>
          </p:cNvPr>
          <p:cNvSpPr>
            <a:spLocks noGrp="1"/>
          </p:cNvSpPr>
          <p:nvPr>
            <p:ph sz="quarter" idx="53"/>
          </p:nvPr>
        </p:nvSpPr>
        <p:spPr/>
        <p:txBody>
          <a:bodyPr/>
          <a:lstStyle/>
          <a:p>
            <a:endParaRPr lang="en-US"/>
          </a:p>
        </p:txBody>
      </p:sp>
      <p:sp>
        <p:nvSpPr>
          <p:cNvPr id="21" name="Content Placeholder 20">
            <a:extLst>
              <a:ext uri="{FF2B5EF4-FFF2-40B4-BE49-F238E27FC236}">
                <a16:creationId xmlns:a16="http://schemas.microsoft.com/office/drawing/2014/main" id="{E284E9F9-C948-DE27-6A8E-55E7F05EF871}"/>
              </a:ext>
            </a:extLst>
          </p:cNvPr>
          <p:cNvSpPr>
            <a:spLocks noGrp="1"/>
          </p:cNvSpPr>
          <p:nvPr>
            <p:ph sz="quarter" idx="54"/>
          </p:nvPr>
        </p:nvSpPr>
        <p:spPr/>
        <p:txBody>
          <a:bodyPr/>
          <a:lstStyle/>
          <a:p>
            <a:endParaRPr lang="en-US"/>
          </a:p>
        </p:txBody>
      </p:sp>
    </p:spTree>
    <p:extLst>
      <p:ext uri="{BB962C8B-B14F-4D97-AF65-F5344CB8AC3E}">
        <p14:creationId xmlns:p14="http://schemas.microsoft.com/office/powerpoint/2010/main" val="1115373973"/>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Text Placeholder 23">
            <a:extLst>
              <a:ext uri="{FF2B5EF4-FFF2-40B4-BE49-F238E27FC236}">
                <a16:creationId xmlns:a16="http://schemas.microsoft.com/office/drawing/2014/main" id="{60DF3AB6-D50F-EDEE-1F2C-6228FE86DCF0}"/>
              </a:ext>
            </a:extLst>
          </p:cNvPr>
          <p:cNvSpPr>
            <a:spLocks noGrp="1"/>
          </p:cNvSpPr>
          <p:nvPr>
            <p:ph type="body" sz="quarter" idx="46"/>
          </p:nvPr>
        </p:nvSpPr>
        <p:spPr/>
        <p:txBody>
          <a:bodyPr/>
          <a:lstStyle/>
          <a:p>
            <a:endParaRPr lang="en-US"/>
          </a:p>
        </p:txBody>
      </p:sp>
      <p:sp>
        <p:nvSpPr>
          <p:cNvPr id="18" name="Content Placeholder 17">
            <a:extLst>
              <a:ext uri="{FF2B5EF4-FFF2-40B4-BE49-F238E27FC236}">
                <a16:creationId xmlns:a16="http://schemas.microsoft.com/office/drawing/2014/main" id="{40EEE1A2-ED59-F42B-5E95-6B1EF011E23A}"/>
              </a:ext>
            </a:extLst>
          </p:cNvPr>
          <p:cNvSpPr>
            <a:spLocks noGrp="1"/>
          </p:cNvSpPr>
          <p:nvPr>
            <p:ph sz="quarter" idx="47"/>
          </p:nvPr>
        </p:nvSpPr>
        <p:spPr>
          <a:xfrm>
            <a:off x="4055115" y="-3223"/>
            <a:ext cx="4069080" cy="3429000"/>
          </a:xfrm>
        </p:spPr>
        <p:txBody>
          <a:bodyPr>
            <a:normAutofit/>
          </a:bodyPr>
          <a:lstStyle/>
          <a:p>
            <a:r>
              <a:rPr lang="en-US" dirty="0"/>
              <a:t>Detail 2</a:t>
            </a:r>
          </a:p>
          <a:p>
            <a:pPr lvl="1"/>
            <a:r>
              <a:rPr lang="en-US" dirty="0"/>
              <a:t>Qui </a:t>
            </a:r>
            <a:r>
              <a:rPr lang="en-US" dirty="0" err="1"/>
              <a:t>doluptatem</a:t>
            </a:r>
            <a:r>
              <a:rPr lang="en-US" dirty="0"/>
              <a:t> et </a:t>
            </a:r>
            <a:r>
              <a:rPr lang="en-US" dirty="0" err="1"/>
              <a:t>repudis</a:t>
            </a:r>
            <a:r>
              <a:rPr lang="en-US" dirty="0"/>
              <a:t> </a:t>
            </a:r>
            <a:r>
              <a:rPr lang="en-US" dirty="0" err="1"/>
              <a:t>moloren</a:t>
            </a:r>
            <a:r>
              <a:rPr lang="en-US" dirty="0"/>
              <a:t> </a:t>
            </a:r>
            <a:r>
              <a:rPr lang="en-US" dirty="0" err="1"/>
              <a:t>dipsam</a:t>
            </a:r>
            <a:r>
              <a:rPr lang="en-US" dirty="0"/>
              <a:t>, </a:t>
            </a:r>
            <a:r>
              <a:rPr lang="en-US" dirty="0" err="1"/>
              <a:t>te</a:t>
            </a:r>
            <a:r>
              <a:rPr lang="en-US" dirty="0"/>
              <a:t> lab </a:t>
            </a:r>
            <a:r>
              <a:rPr lang="en-US" dirty="0" err="1"/>
              <a:t>iminvel</a:t>
            </a:r>
            <a:r>
              <a:rPr lang="en-US" dirty="0"/>
              <a:t> </a:t>
            </a:r>
            <a:r>
              <a:rPr lang="en-US" dirty="0" err="1"/>
              <a:t>iberibus</a:t>
            </a:r>
            <a:r>
              <a:rPr lang="en-US" dirty="0"/>
              <a:t> </a:t>
            </a:r>
            <a:r>
              <a:rPr lang="en-US" dirty="0" err="1"/>
              <a:t>dolorum</a:t>
            </a:r>
            <a:r>
              <a:rPr lang="en-US" dirty="0"/>
              <a:t> qui </a:t>
            </a:r>
            <a:r>
              <a:rPr lang="en-US" dirty="0" err="1"/>
              <a:t>dolorernati</a:t>
            </a:r>
            <a:r>
              <a:rPr lang="en-US" dirty="0"/>
              <a:t> </a:t>
            </a:r>
            <a:r>
              <a:rPr lang="en-US" dirty="0" err="1"/>
              <a:t>verferum</a:t>
            </a:r>
            <a:endParaRPr lang="en-US" dirty="0"/>
          </a:p>
          <a:p>
            <a:pPr lvl="1"/>
            <a:r>
              <a:rPr lang="en-US" dirty="0" err="1"/>
              <a:t>Cae</a:t>
            </a:r>
            <a:r>
              <a:rPr lang="en-US" dirty="0"/>
              <a:t> </a:t>
            </a:r>
            <a:r>
              <a:rPr lang="en-US" dirty="0" err="1"/>
              <a:t>velit</a:t>
            </a:r>
            <a:r>
              <a:rPr lang="en-US" dirty="0"/>
              <a:t> </a:t>
            </a:r>
            <a:r>
              <a:rPr lang="en-US" dirty="0" err="1"/>
              <a:t>licatem</a:t>
            </a:r>
            <a:r>
              <a:rPr lang="en-US" dirty="0"/>
              <a:t> </a:t>
            </a:r>
            <a:r>
              <a:rPr lang="en-US" dirty="0" err="1"/>
              <a:t>uga</a:t>
            </a:r>
            <a:endParaRPr lang="en-US" dirty="0"/>
          </a:p>
          <a:p>
            <a:pPr lvl="1"/>
            <a:r>
              <a:rPr lang="en-US" dirty="0" err="1"/>
              <a:t>Nemquosam</a:t>
            </a:r>
            <a:r>
              <a:rPr lang="en-US" dirty="0"/>
              <a:t> id </a:t>
            </a:r>
            <a:r>
              <a:rPr lang="en-US" dirty="0" err="1"/>
              <a:t>quia</a:t>
            </a:r>
            <a:r>
              <a:rPr lang="en-US" dirty="0"/>
              <a:t> </a:t>
            </a:r>
            <a:r>
              <a:rPr lang="en-US" dirty="0" err="1"/>
              <a:t>nonsecu</a:t>
            </a:r>
            <a:r>
              <a:rPr lang="en-US" dirty="0"/>
              <a:t> </a:t>
            </a:r>
            <a:r>
              <a:rPr lang="en-US" dirty="0" err="1"/>
              <a:t>llatinis</a:t>
            </a:r>
            <a:endParaRPr lang="en-US" dirty="0"/>
          </a:p>
          <a:p>
            <a:pPr lvl="1"/>
            <a:r>
              <a:rPr lang="en-US" dirty="0" err="1"/>
              <a:t>Entur</a:t>
            </a:r>
            <a:r>
              <a:rPr lang="en-US" dirty="0"/>
              <a:t> </a:t>
            </a:r>
            <a:r>
              <a:rPr lang="en-US" dirty="0" err="1"/>
              <a:t>reium</a:t>
            </a:r>
            <a:r>
              <a:rPr lang="en-US" dirty="0"/>
              <a:t> </a:t>
            </a:r>
            <a:r>
              <a:rPr lang="en-US" dirty="0" err="1"/>
              <a:t>evellest</a:t>
            </a:r>
            <a:r>
              <a:rPr lang="en-US" dirty="0"/>
              <a:t> </a:t>
            </a:r>
            <a:r>
              <a:rPr lang="en-US" dirty="0" err="1"/>
              <a:t>omnianda</a:t>
            </a:r>
            <a:r>
              <a:rPr lang="en-US" dirty="0"/>
              <a:t> </a:t>
            </a:r>
            <a:r>
              <a:rPr lang="en-US" dirty="0" err="1"/>
              <a:t>quiam</a:t>
            </a:r>
            <a:endParaRPr lang="en-US" dirty="0"/>
          </a:p>
        </p:txBody>
      </p:sp>
      <p:graphicFrame>
        <p:nvGraphicFramePr>
          <p:cNvPr id="17" name="Content Placeholder 10">
            <a:extLst>
              <a:ext uri="{FF2B5EF4-FFF2-40B4-BE49-F238E27FC236}">
                <a16:creationId xmlns:a16="http://schemas.microsoft.com/office/drawing/2014/main" id="{7BCC047C-B85F-A866-5D1D-5FD47E407454}"/>
              </a:ext>
            </a:extLst>
          </p:cNvPr>
          <p:cNvGraphicFramePr>
            <a:graphicFrameLocks noGrp="1"/>
          </p:cNvGraphicFramePr>
          <p:nvPr>
            <p:ph sz="quarter" idx="48"/>
            <p:extLst>
              <p:ext uri="{D42A27DB-BD31-4B8C-83A1-F6EECF244321}">
                <p14:modId xmlns:p14="http://schemas.microsoft.com/office/powerpoint/2010/main" val="3881824398"/>
              </p:ext>
            </p:extLst>
          </p:nvPr>
        </p:nvGraphicFramePr>
        <p:xfrm>
          <a:off x="8496300" y="3746500"/>
          <a:ext cx="3321050" cy="2797175"/>
        </p:xfrm>
        <a:graphic>
          <a:graphicData uri="http://schemas.openxmlformats.org/drawingml/2006/chart">
            <c:chart xmlns:c="http://schemas.openxmlformats.org/drawingml/2006/chart" xmlns:r="http://schemas.openxmlformats.org/officeDocument/2006/relationships" r:id="rId2"/>
          </a:graphicData>
        </a:graphic>
      </p:graphicFrame>
      <p:sp>
        <p:nvSpPr>
          <p:cNvPr id="22" name="Content Placeholder 21">
            <a:extLst>
              <a:ext uri="{FF2B5EF4-FFF2-40B4-BE49-F238E27FC236}">
                <a16:creationId xmlns:a16="http://schemas.microsoft.com/office/drawing/2014/main" id="{56EF9619-376A-9FCC-6ECD-0C680A36BE02}"/>
              </a:ext>
            </a:extLst>
          </p:cNvPr>
          <p:cNvSpPr>
            <a:spLocks noGrp="1"/>
          </p:cNvSpPr>
          <p:nvPr>
            <p:ph sz="quarter" idx="49"/>
          </p:nvPr>
        </p:nvSpPr>
        <p:spPr>
          <a:xfrm>
            <a:off x="4055115" y="3429000"/>
            <a:ext cx="4069080" cy="3429000"/>
          </a:xfrm>
        </p:spPr>
        <p:txBody>
          <a:bodyPr>
            <a:normAutofit/>
          </a:bodyPr>
          <a:lstStyle/>
          <a:p>
            <a:r>
              <a:rPr lang="en-US" dirty="0"/>
              <a:t>“Quote, Financier Semibold 21pt, list level 1. Qui </a:t>
            </a:r>
            <a:r>
              <a:rPr lang="en-US" dirty="0" err="1"/>
              <a:t>doluptatem</a:t>
            </a:r>
            <a:r>
              <a:rPr lang="en-US" dirty="0"/>
              <a:t> </a:t>
            </a:r>
            <a:r>
              <a:rPr lang="en-US" dirty="0" err="1"/>
              <a:t>erat</a:t>
            </a:r>
            <a:r>
              <a:rPr lang="en-US" dirty="0"/>
              <a:t> </a:t>
            </a:r>
            <a:r>
              <a:rPr lang="en-US" dirty="0" err="1"/>
              <a:t>dolorum</a:t>
            </a:r>
            <a:r>
              <a:rPr lang="en-US" dirty="0"/>
              <a:t> et </a:t>
            </a:r>
            <a:r>
              <a:rPr lang="en-US" dirty="0" err="1"/>
              <a:t>repudis</a:t>
            </a:r>
            <a:r>
              <a:rPr lang="en-US" dirty="0"/>
              <a:t> </a:t>
            </a:r>
            <a:r>
              <a:rPr lang="en-US" dirty="0" err="1"/>
              <a:t>moloren</a:t>
            </a:r>
            <a:r>
              <a:rPr lang="en-US" dirty="0"/>
              <a:t> </a:t>
            </a:r>
            <a:r>
              <a:rPr lang="en-US" dirty="0" err="1"/>
              <a:t>dipsam</a:t>
            </a:r>
            <a:r>
              <a:rPr lang="en-US" dirty="0"/>
              <a:t>, </a:t>
            </a:r>
            <a:r>
              <a:rPr lang="en-US" dirty="0" err="1"/>
              <a:t>te</a:t>
            </a:r>
            <a:r>
              <a:rPr lang="en-US" dirty="0"/>
              <a:t> lab </a:t>
            </a:r>
            <a:r>
              <a:rPr lang="en-US" dirty="0" err="1"/>
              <a:t>blanduciet</a:t>
            </a:r>
            <a:r>
              <a:rPr lang="en-US" dirty="0"/>
              <a:t> </a:t>
            </a:r>
            <a:r>
              <a:rPr lang="en-US" dirty="0" err="1"/>
              <a:t>prempora</a:t>
            </a:r>
            <a:r>
              <a:rPr lang="en-US" dirty="0"/>
              <a:t>”</a:t>
            </a:r>
          </a:p>
          <a:p>
            <a:pPr lvl="1"/>
            <a:r>
              <a:rPr lang="en-US" dirty="0"/>
              <a:t>Attribution, GT America Regular 14pt</a:t>
            </a:r>
          </a:p>
        </p:txBody>
      </p:sp>
      <p:pic>
        <p:nvPicPr>
          <p:cNvPr id="31" name="Content Placeholder 30">
            <a:extLst>
              <a:ext uri="{FF2B5EF4-FFF2-40B4-BE49-F238E27FC236}">
                <a16:creationId xmlns:a16="http://schemas.microsoft.com/office/drawing/2014/main" id="{548E9842-9CCE-F657-5FA5-13A97D7E7C03}"/>
              </a:ext>
            </a:extLst>
          </p:cNvPr>
          <p:cNvPicPr>
            <a:picLocks noGrp="1" noChangeAspect="1"/>
          </p:cNvPicPr>
          <p:nvPr>
            <p:ph sz="quarter" idx="50"/>
          </p:nvPr>
        </p:nvPicPr>
        <p:blipFill>
          <a:blip r:embed="rId3"/>
          <a:stretch>
            <a:fillRect/>
          </a:stretch>
        </p:blipFill>
        <p:spPr>
          <a:xfrm>
            <a:off x="8125619" y="0"/>
            <a:ext cx="4064000" cy="3429000"/>
          </a:xfrm>
          <a:ln>
            <a:noFill/>
          </a:ln>
        </p:spPr>
      </p:pic>
      <p:sp>
        <p:nvSpPr>
          <p:cNvPr id="11" name="Title 10">
            <a:extLst>
              <a:ext uri="{FF2B5EF4-FFF2-40B4-BE49-F238E27FC236}">
                <a16:creationId xmlns:a16="http://schemas.microsoft.com/office/drawing/2014/main" id="{EC55BE91-1442-3FC8-5B4B-A86810DAD0FE}"/>
              </a:ext>
            </a:extLst>
          </p:cNvPr>
          <p:cNvSpPr>
            <a:spLocks noGrp="1"/>
          </p:cNvSpPr>
          <p:nvPr>
            <p:ph type="title"/>
          </p:nvPr>
        </p:nvSpPr>
        <p:spPr>
          <a:xfrm>
            <a:off x="546099" y="552450"/>
            <a:ext cx="3513785" cy="434975"/>
          </a:xfrm>
        </p:spPr>
        <p:txBody>
          <a:bodyPr/>
          <a:lstStyle/>
          <a:p>
            <a:r>
              <a:rPr lang="en-US" dirty="0"/>
              <a:t>Feature content</a:t>
            </a:r>
          </a:p>
        </p:txBody>
      </p:sp>
      <p:sp>
        <p:nvSpPr>
          <p:cNvPr id="13" name="Text Placeholder 12">
            <a:extLst>
              <a:ext uri="{FF2B5EF4-FFF2-40B4-BE49-F238E27FC236}">
                <a16:creationId xmlns:a16="http://schemas.microsoft.com/office/drawing/2014/main" id="{9419F46F-DBB0-16A1-479A-E075F0845D6C}"/>
              </a:ext>
            </a:extLst>
          </p:cNvPr>
          <p:cNvSpPr>
            <a:spLocks noGrp="1"/>
          </p:cNvSpPr>
          <p:nvPr>
            <p:ph type="body" sz="quarter" idx="21"/>
          </p:nvPr>
        </p:nvSpPr>
        <p:spPr>
          <a:xfrm>
            <a:off x="546100" y="1127125"/>
            <a:ext cx="3309938" cy="295275"/>
          </a:xfrm>
        </p:spPr>
        <p:txBody>
          <a:bodyPr/>
          <a:lstStyle/>
          <a:p>
            <a:r>
              <a:rPr lang="en-US"/>
              <a:t>Comparing and contrasting in quadrants</a:t>
            </a:r>
            <a:endParaRPr lang="en-US" dirty="0"/>
          </a:p>
        </p:txBody>
      </p:sp>
      <p:sp>
        <p:nvSpPr>
          <p:cNvPr id="15" name="Content Placeholder 14">
            <a:extLst>
              <a:ext uri="{FF2B5EF4-FFF2-40B4-BE49-F238E27FC236}">
                <a16:creationId xmlns:a16="http://schemas.microsoft.com/office/drawing/2014/main" id="{4C613EB2-188F-36C4-E317-11CD39BA13EE}"/>
              </a:ext>
            </a:extLst>
          </p:cNvPr>
          <p:cNvSpPr>
            <a:spLocks noGrp="1"/>
          </p:cNvSpPr>
          <p:nvPr>
            <p:ph sz="quarter" idx="23"/>
          </p:nvPr>
        </p:nvSpPr>
        <p:spPr>
          <a:xfrm>
            <a:off x="546100" y="1849438"/>
            <a:ext cx="3309938" cy="4017962"/>
          </a:xfrm>
        </p:spPr>
        <p:txBody>
          <a:bodyPr/>
          <a:lstStyle/>
          <a:p>
            <a:r>
              <a:rPr lang="en-US" dirty="0"/>
              <a:t>Single line subhead</a:t>
            </a:r>
          </a:p>
          <a:p>
            <a:pPr lvl="1"/>
            <a:r>
              <a:rPr lang="en-US" dirty="0"/>
              <a:t>Use only one box for a photo</a:t>
            </a:r>
          </a:p>
          <a:p>
            <a:pPr lvl="1"/>
            <a:r>
              <a:rPr lang="en-US" dirty="0"/>
              <a:t>Use only one box for a quote</a:t>
            </a:r>
          </a:p>
          <a:p>
            <a:pPr lvl="1"/>
            <a:r>
              <a:rPr lang="en-US" dirty="0"/>
              <a:t>Multiple charts may be used</a:t>
            </a:r>
          </a:p>
        </p:txBody>
      </p:sp>
    </p:spTree>
    <p:extLst>
      <p:ext uri="{BB962C8B-B14F-4D97-AF65-F5344CB8AC3E}">
        <p14:creationId xmlns:p14="http://schemas.microsoft.com/office/powerpoint/2010/main" val="650016431"/>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ACC1C6DA-E456-CB3B-4B46-1DE1DCEF4FA0}"/>
              </a:ext>
            </a:extLst>
          </p:cNvPr>
          <p:cNvSpPr>
            <a:spLocks noGrp="1"/>
          </p:cNvSpPr>
          <p:nvPr>
            <p:ph type="ftr" sz="quarter" idx="11"/>
          </p:nvPr>
        </p:nvSpPr>
        <p:spPr>
          <a:xfrm>
            <a:off x="4781550" y="6311900"/>
            <a:ext cx="5448300" cy="269875"/>
          </a:xfrm>
        </p:spPr>
        <p:txBody>
          <a:bodyPr/>
          <a:lstStyle/>
          <a:p>
            <a:r>
              <a:rPr lang="en-US"/>
              <a:t>See slide 12 for instructions on how to update footer</a:t>
            </a:r>
          </a:p>
        </p:txBody>
      </p:sp>
      <p:sp>
        <p:nvSpPr>
          <p:cNvPr id="3" name="Slide Number Placeholder 2">
            <a:extLst>
              <a:ext uri="{FF2B5EF4-FFF2-40B4-BE49-F238E27FC236}">
                <a16:creationId xmlns:a16="http://schemas.microsoft.com/office/drawing/2014/main" id="{942CCEC4-4BF4-1BA8-663A-ABE44492D73B}"/>
              </a:ext>
            </a:extLst>
          </p:cNvPr>
          <p:cNvSpPr>
            <a:spLocks noGrp="1"/>
          </p:cNvSpPr>
          <p:nvPr>
            <p:ph type="sldNum" sz="quarter" idx="12"/>
          </p:nvPr>
        </p:nvSpPr>
        <p:spPr>
          <a:xfrm>
            <a:off x="10428288" y="6311900"/>
            <a:ext cx="1209674" cy="269875"/>
          </a:xfrm>
        </p:spPr>
        <p:txBody>
          <a:bodyPr/>
          <a:lstStyle/>
          <a:p>
            <a:fld id="{862A5111-985B-C14D-9115-5787026182A8}" type="slidenum">
              <a:rPr lang="en-US" smtClean="0"/>
              <a:pPr/>
              <a:t>61</a:t>
            </a:fld>
            <a:endParaRPr lang="en-US"/>
          </a:p>
        </p:txBody>
      </p:sp>
      <p:sp>
        <p:nvSpPr>
          <p:cNvPr id="4" name="Title 3">
            <a:extLst>
              <a:ext uri="{FF2B5EF4-FFF2-40B4-BE49-F238E27FC236}">
                <a16:creationId xmlns:a16="http://schemas.microsoft.com/office/drawing/2014/main" id="{193EB08F-312D-EFD4-8919-AA125A71197C}"/>
              </a:ext>
            </a:extLst>
          </p:cNvPr>
          <p:cNvSpPr>
            <a:spLocks noGrp="1"/>
          </p:cNvSpPr>
          <p:nvPr>
            <p:ph type="title"/>
          </p:nvPr>
        </p:nvSpPr>
        <p:spPr>
          <a:xfrm>
            <a:off x="546100" y="552449"/>
            <a:ext cx="11091861" cy="434975"/>
          </a:xfrm>
        </p:spPr>
        <p:txBody>
          <a:bodyPr/>
          <a:lstStyle/>
          <a:p>
            <a:r>
              <a:rPr lang="en-US" dirty="0"/>
              <a:t>Sample charts</a:t>
            </a:r>
          </a:p>
        </p:txBody>
      </p:sp>
      <p:sp>
        <p:nvSpPr>
          <p:cNvPr id="5" name="Text Placeholder 4">
            <a:extLst>
              <a:ext uri="{FF2B5EF4-FFF2-40B4-BE49-F238E27FC236}">
                <a16:creationId xmlns:a16="http://schemas.microsoft.com/office/drawing/2014/main" id="{7799C645-A984-9F16-3328-352D339F2EAE}"/>
              </a:ext>
            </a:extLst>
          </p:cNvPr>
          <p:cNvSpPr>
            <a:spLocks noGrp="1"/>
          </p:cNvSpPr>
          <p:nvPr>
            <p:ph type="body" sz="quarter" idx="21"/>
          </p:nvPr>
        </p:nvSpPr>
        <p:spPr>
          <a:xfrm>
            <a:off x="546100" y="1127125"/>
            <a:ext cx="11094211" cy="295275"/>
          </a:xfrm>
        </p:spPr>
        <p:txBody>
          <a:bodyPr/>
          <a:lstStyle/>
          <a:p>
            <a:r>
              <a:rPr lang="en-US" dirty="0"/>
              <a:t>Bar chart and pie chart</a:t>
            </a:r>
          </a:p>
        </p:txBody>
      </p:sp>
      <p:sp>
        <p:nvSpPr>
          <p:cNvPr id="29" name="Text Placeholder 28">
            <a:extLst>
              <a:ext uri="{FF2B5EF4-FFF2-40B4-BE49-F238E27FC236}">
                <a16:creationId xmlns:a16="http://schemas.microsoft.com/office/drawing/2014/main" id="{0AAAE2A1-6F4C-0D91-7092-C8AD14661991}"/>
              </a:ext>
            </a:extLst>
          </p:cNvPr>
          <p:cNvSpPr>
            <a:spLocks noGrp="1"/>
          </p:cNvSpPr>
          <p:nvPr>
            <p:ph type="body" sz="quarter" idx="22"/>
          </p:nvPr>
        </p:nvSpPr>
        <p:spPr/>
        <p:txBody>
          <a:bodyPr/>
          <a:lstStyle/>
          <a:p>
            <a:endParaRPr lang="en-US"/>
          </a:p>
        </p:txBody>
      </p:sp>
      <p:graphicFrame>
        <p:nvGraphicFramePr>
          <p:cNvPr id="9" name="Content Placeholder 13">
            <a:extLst>
              <a:ext uri="{FF2B5EF4-FFF2-40B4-BE49-F238E27FC236}">
                <a16:creationId xmlns:a16="http://schemas.microsoft.com/office/drawing/2014/main" id="{8520EF72-D0E9-832A-805B-B4EEF1EE5DDD}"/>
              </a:ext>
            </a:extLst>
          </p:cNvPr>
          <p:cNvGraphicFramePr>
            <a:graphicFrameLocks noGrp="1"/>
          </p:cNvGraphicFramePr>
          <p:nvPr>
            <p:ph sz="quarter" idx="23"/>
            <p:extLst>
              <p:ext uri="{D42A27DB-BD31-4B8C-83A1-F6EECF244321}">
                <p14:modId xmlns:p14="http://schemas.microsoft.com/office/powerpoint/2010/main" val="2375599836"/>
              </p:ext>
            </p:extLst>
          </p:nvPr>
        </p:nvGraphicFramePr>
        <p:xfrm>
          <a:off x="546100" y="1849438"/>
          <a:ext cx="5443538" cy="4017962"/>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10" name="Content Placeholder 10">
            <a:extLst>
              <a:ext uri="{FF2B5EF4-FFF2-40B4-BE49-F238E27FC236}">
                <a16:creationId xmlns:a16="http://schemas.microsoft.com/office/drawing/2014/main" id="{3130665C-8066-CF58-7920-BF0D43936AD0}"/>
              </a:ext>
            </a:extLst>
          </p:cNvPr>
          <p:cNvGraphicFramePr>
            <a:graphicFrameLocks noGrp="1"/>
          </p:cNvGraphicFramePr>
          <p:nvPr>
            <p:ph sz="quarter" idx="24"/>
            <p:extLst>
              <p:ext uri="{D42A27DB-BD31-4B8C-83A1-F6EECF244321}">
                <p14:modId xmlns:p14="http://schemas.microsoft.com/office/powerpoint/2010/main" val="435067280"/>
              </p:ext>
            </p:extLst>
          </p:nvPr>
        </p:nvGraphicFramePr>
        <p:xfrm>
          <a:off x="6194425" y="1849438"/>
          <a:ext cx="5443538" cy="4017962"/>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1712905364"/>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3BB50A86-0D4C-5D0B-F1DA-EE5C0377D7B9}"/>
              </a:ext>
            </a:extLst>
          </p:cNvPr>
          <p:cNvSpPr>
            <a:spLocks noGrp="1"/>
          </p:cNvSpPr>
          <p:nvPr>
            <p:ph type="ftr" sz="quarter" idx="11"/>
          </p:nvPr>
        </p:nvSpPr>
        <p:spPr>
          <a:xfrm>
            <a:off x="4781550" y="6311900"/>
            <a:ext cx="5448300" cy="269875"/>
          </a:xfrm>
        </p:spPr>
        <p:txBody>
          <a:bodyPr/>
          <a:lstStyle/>
          <a:p>
            <a:r>
              <a:rPr lang="en-US"/>
              <a:t>See slide 12 for instructions on how to update footer</a:t>
            </a:r>
          </a:p>
        </p:txBody>
      </p:sp>
      <p:sp>
        <p:nvSpPr>
          <p:cNvPr id="4" name="Slide Number Placeholder 3">
            <a:extLst>
              <a:ext uri="{FF2B5EF4-FFF2-40B4-BE49-F238E27FC236}">
                <a16:creationId xmlns:a16="http://schemas.microsoft.com/office/drawing/2014/main" id="{C969627C-FC61-33E4-C2FC-9735CEF521BB}"/>
              </a:ext>
            </a:extLst>
          </p:cNvPr>
          <p:cNvSpPr>
            <a:spLocks noGrp="1"/>
          </p:cNvSpPr>
          <p:nvPr>
            <p:ph type="sldNum" sz="quarter" idx="12"/>
          </p:nvPr>
        </p:nvSpPr>
        <p:spPr>
          <a:xfrm>
            <a:off x="10428288" y="6311900"/>
            <a:ext cx="1209674" cy="269875"/>
          </a:xfrm>
        </p:spPr>
        <p:txBody>
          <a:bodyPr/>
          <a:lstStyle/>
          <a:p>
            <a:fld id="{862A5111-985B-C14D-9115-5787026182A8}" type="slidenum">
              <a:rPr lang="en-US" smtClean="0"/>
              <a:pPr/>
              <a:t>62</a:t>
            </a:fld>
            <a:endParaRPr lang="en-US" dirty="0"/>
          </a:p>
        </p:txBody>
      </p:sp>
      <p:sp>
        <p:nvSpPr>
          <p:cNvPr id="2" name="Title 1">
            <a:extLst>
              <a:ext uri="{FF2B5EF4-FFF2-40B4-BE49-F238E27FC236}">
                <a16:creationId xmlns:a16="http://schemas.microsoft.com/office/drawing/2014/main" id="{8A26185F-BDF6-A5CC-6F19-6BCD3A12CC4E}"/>
              </a:ext>
            </a:extLst>
          </p:cNvPr>
          <p:cNvSpPr>
            <a:spLocks noGrp="1"/>
          </p:cNvSpPr>
          <p:nvPr>
            <p:ph type="title"/>
          </p:nvPr>
        </p:nvSpPr>
        <p:spPr>
          <a:xfrm>
            <a:off x="546100" y="552450"/>
            <a:ext cx="11091862" cy="434975"/>
          </a:xfrm>
        </p:spPr>
        <p:txBody>
          <a:bodyPr/>
          <a:lstStyle/>
          <a:p>
            <a:r>
              <a:rPr lang="en-US" dirty="0"/>
              <a:t>Sample charts</a:t>
            </a:r>
          </a:p>
        </p:txBody>
      </p:sp>
      <p:graphicFrame>
        <p:nvGraphicFramePr>
          <p:cNvPr id="15" name="Content Placeholder 20">
            <a:extLst>
              <a:ext uri="{FF2B5EF4-FFF2-40B4-BE49-F238E27FC236}">
                <a16:creationId xmlns:a16="http://schemas.microsoft.com/office/drawing/2014/main" id="{84764B24-6E3F-FED2-1497-B469D8103293}"/>
              </a:ext>
            </a:extLst>
          </p:cNvPr>
          <p:cNvGraphicFramePr>
            <a:graphicFrameLocks noGrp="1"/>
          </p:cNvGraphicFramePr>
          <p:nvPr>
            <p:ph sz="half" idx="2"/>
            <p:extLst>
              <p:ext uri="{D42A27DB-BD31-4B8C-83A1-F6EECF244321}">
                <p14:modId xmlns:p14="http://schemas.microsoft.com/office/powerpoint/2010/main" val="43669521"/>
              </p:ext>
            </p:extLst>
          </p:nvPr>
        </p:nvGraphicFramePr>
        <p:xfrm>
          <a:off x="546100" y="1849438"/>
          <a:ext cx="9672638" cy="4017962"/>
        </p:xfrm>
        <a:graphic>
          <a:graphicData uri="http://schemas.openxmlformats.org/drawingml/2006/chart">
            <c:chart xmlns:c="http://schemas.openxmlformats.org/drawingml/2006/chart" xmlns:r="http://schemas.openxmlformats.org/officeDocument/2006/relationships" r:id="rId2"/>
          </a:graphicData>
        </a:graphic>
      </p:graphicFrame>
      <p:sp>
        <p:nvSpPr>
          <p:cNvPr id="12" name="Text Placeholder 11">
            <a:extLst>
              <a:ext uri="{FF2B5EF4-FFF2-40B4-BE49-F238E27FC236}">
                <a16:creationId xmlns:a16="http://schemas.microsoft.com/office/drawing/2014/main" id="{92C3F5CE-BFAE-E5CC-3307-3C365339BD8C}"/>
              </a:ext>
            </a:extLst>
          </p:cNvPr>
          <p:cNvSpPr>
            <a:spLocks noGrp="1"/>
          </p:cNvSpPr>
          <p:nvPr>
            <p:ph type="body" sz="quarter" idx="17"/>
          </p:nvPr>
        </p:nvSpPr>
        <p:spPr>
          <a:xfrm>
            <a:off x="546101" y="1127125"/>
            <a:ext cx="11091862" cy="292101"/>
          </a:xfrm>
        </p:spPr>
        <p:txBody>
          <a:bodyPr/>
          <a:lstStyle/>
          <a:p>
            <a:r>
              <a:rPr lang="en-US" dirty="0"/>
              <a:t>Line charts</a:t>
            </a:r>
          </a:p>
        </p:txBody>
      </p:sp>
      <p:sp>
        <p:nvSpPr>
          <p:cNvPr id="11" name="Text Placeholder 10">
            <a:extLst>
              <a:ext uri="{FF2B5EF4-FFF2-40B4-BE49-F238E27FC236}">
                <a16:creationId xmlns:a16="http://schemas.microsoft.com/office/drawing/2014/main" id="{0D6DDCE6-DE89-3B29-FFAA-508350AC3FFB}"/>
              </a:ext>
            </a:extLst>
          </p:cNvPr>
          <p:cNvSpPr>
            <a:spLocks noGrp="1"/>
          </p:cNvSpPr>
          <p:nvPr>
            <p:ph type="body" sz="quarter" idx="18"/>
          </p:nvPr>
        </p:nvSpPr>
        <p:spPr/>
        <p:txBody>
          <a:bodyPr/>
          <a:lstStyle/>
          <a:p>
            <a:endParaRPr lang="en-US"/>
          </a:p>
        </p:txBody>
      </p:sp>
    </p:spTree>
    <p:extLst>
      <p:ext uri="{BB962C8B-B14F-4D97-AF65-F5344CB8AC3E}">
        <p14:creationId xmlns:p14="http://schemas.microsoft.com/office/powerpoint/2010/main" val="1092950398"/>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947F0ABF-2304-CC03-95A2-E7CB2CA23871}"/>
              </a:ext>
            </a:extLst>
          </p:cNvPr>
          <p:cNvSpPr>
            <a:spLocks noGrp="1"/>
          </p:cNvSpPr>
          <p:nvPr>
            <p:ph type="ftr" sz="quarter" idx="11"/>
          </p:nvPr>
        </p:nvSpPr>
        <p:spPr>
          <a:xfrm>
            <a:off x="4781550" y="6311900"/>
            <a:ext cx="5448300" cy="269875"/>
          </a:xfrm>
        </p:spPr>
        <p:txBody>
          <a:bodyPr/>
          <a:lstStyle/>
          <a:p>
            <a:r>
              <a:rPr lang="en-US"/>
              <a:t>See slide 12 for instructions on how to update footer</a:t>
            </a:r>
          </a:p>
        </p:txBody>
      </p:sp>
      <p:sp>
        <p:nvSpPr>
          <p:cNvPr id="4" name="Slide Number Placeholder 3">
            <a:extLst>
              <a:ext uri="{FF2B5EF4-FFF2-40B4-BE49-F238E27FC236}">
                <a16:creationId xmlns:a16="http://schemas.microsoft.com/office/drawing/2014/main" id="{C975AF32-1FA4-753D-53A0-29C0F0515C16}"/>
              </a:ext>
            </a:extLst>
          </p:cNvPr>
          <p:cNvSpPr>
            <a:spLocks noGrp="1"/>
          </p:cNvSpPr>
          <p:nvPr>
            <p:ph type="sldNum" sz="quarter" idx="12"/>
          </p:nvPr>
        </p:nvSpPr>
        <p:spPr>
          <a:xfrm>
            <a:off x="10428288" y="6311900"/>
            <a:ext cx="1209674" cy="269875"/>
          </a:xfrm>
        </p:spPr>
        <p:txBody>
          <a:bodyPr/>
          <a:lstStyle/>
          <a:p>
            <a:fld id="{862A5111-985B-C14D-9115-5787026182A8}" type="slidenum">
              <a:rPr lang="en-US" smtClean="0"/>
              <a:pPr/>
              <a:t>63</a:t>
            </a:fld>
            <a:endParaRPr lang="en-US" dirty="0"/>
          </a:p>
        </p:txBody>
      </p:sp>
      <p:sp>
        <p:nvSpPr>
          <p:cNvPr id="2" name="Title 1">
            <a:extLst>
              <a:ext uri="{FF2B5EF4-FFF2-40B4-BE49-F238E27FC236}">
                <a16:creationId xmlns:a16="http://schemas.microsoft.com/office/drawing/2014/main" id="{32626F61-EA43-4D3C-D6F0-8123768CA447}"/>
              </a:ext>
            </a:extLst>
          </p:cNvPr>
          <p:cNvSpPr>
            <a:spLocks noGrp="1"/>
          </p:cNvSpPr>
          <p:nvPr>
            <p:ph type="title"/>
          </p:nvPr>
        </p:nvSpPr>
        <p:spPr>
          <a:xfrm>
            <a:off x="546100" y="552450"/>
            <a:ext cx="11091862" cy="434975"/>
          </a:xfrm>
        </p:spPr>
        <p:txBody>
          <a:bodyPr/>
          <a:lstStyle/>
          <a:p>
            <a:r>
              <a:rPr lang="en-US" dirty="0"/>
              <a:t>Sample table layouts</a:t>
            </a:r>
          </a:p>
        </p:txBody>
      </p:sp>
      <p:graphicFrame>
        <p:nvGraphicFramePr>
          <p:cNvPr id="16" name="Content Placeholder 7">
            <a:extLst>
              <a:ext uri="{FF2B5EF4-FFF2-40B4-BE49-F238E27FC236}">
                <a16:creationId xmlns:a16="http://schemas.microsoft.com/office/drawing/2014/main" id="{B32B4B8E-7A4C-9866-2871-DDA77BCB26BE}"/>
              </a:ext>
            </a:extLst>
          </p:cNvPr>
          <p:cNvGraphicFramePr>
            <a:graphicFrameLocks noGrp="1"/>
          </p:cNvGraphicFramePr>
          <p:nvPr>
            <p:ph sz="half" idx="2"/>
            <p:extLst>
              <p:ext uri="{D42A27DB-BD31-4B8C-83A1-F6EECF244321}">
                <p14:modId xmlns:p14="http://schemas.microsoft.com/office/powerpoint/2010/main" val="1157479680"/>
              </p:ext>
            </p:extLst>
          </p:nvPr>
        </p:nvGraphicFramePr>
        <p:xfrm>
          <a:off x="546100" y="1849438"/>
          <a:ext cx="9678984" cy="3708400"/>
        </p:xfrm>
        <a:graphic>
          <a:graphicData uri="http://schemas.openxmlformats.org/drawingml/2006/table">
            <a:tbl>
              <a:tblPr firstRow="1">
                <a:tableStyleId>{2D5ABB26-0587-4C30-8999-92F81FD0307C}</a:tableStyleId>
              </a:tblPr>
              <a:tblGrid>
                <a:gridCol w="2870200">
                  <a:extLst>
                    <a:ext uri="{9D8B030D-6E8A-4147-A177-3AD203B41FA5}">
                      <a16:colId xmlns:a16="http://schemas.microsoft.com/office/drawing/2014/main" val="1198500505"/>
                    </a:ext>
                  </a:extLst>
                </a:gridCol>
                <a:gridCol w="1702196">
                  <a:extLst>
                    <a:ext uri="{9D8B030D-6E8A-4147-A177-3AD203B41FA5}">
                      <a16:colId xmlns:a16="http://schemas.microsoft.com/office/drawing/2014/main" val="1479176752"/>
                    </a:ext>
                  </a:extLst>
                </a:gridCol>
                <a:gridCol w="1702196">
                  <a:extLst>
                    <a:ext uri="{9D8B030D-6E8A-4147-A177-3AD203B41FA5}">
                      <a16:colId xmlns:a16="http://schemas.microsoft.com/office/drawing/2014/main" val="600691957"/>
                    </a:ext>
                  </a:extLst>
                </a:gridCol>
                <a:gridCol w="1702196">
                  <a:extLst>
                    <a:ext uri="{9D8B030D-6E8A-4147-A177-3AD203B41FA5}">
                      <a16:colId xmlns:a16="http://schemas.microsoft.com/office/drawing/2014/main" val="2233167671"/>
                    </a:ext>
                  </a:extLst>
                </a:gridCol>
                <a:gridCol w="1702196">
                  <a:extLst>
                    <a:ext uri="{9D8B030D-6E8A-4147-A177-3AD203B41FA5}">
                      <a16:colId xmlns:a16="http://schemas.microsoft.com/office/drawing/2014/main" val="102141217"/>
                    </a:ext>
                  </a:extLst>
                </a:gridCol>
              </a:tblGrid>
              <a:tr h="370840">
                <a:tc>
                  <a:txBody>
                    <a:bodyPr/>
                    <a:lstStyle/>
                    <a:p>
                      <a:r>
                        <a:rPr lang="en-US" sz="1200" b="1" dirty="0">
                          <a:solidFill>
                            <a:schemeClr val="tx1"/>
                          </a:solidFill>
                        </a:rPr>
                        <a:t>Nos </a:t>
                      </a:r>
                      <a:r>
                        <a:rPr lang="en-US" sz="1200" b="1" dirty="0" err="1">
                          <a:solidFill>
                            <a:schemeClr val="tx1"/>
                          </a:solidFill>
                        </a:rPr>
                        <a:t>experis</a:t>
                      </a:r>
                      <a:r>
                        <a:rPr lang="en-US" sz="1200" b="1" dirty="0">
                          <a:solidFill>
                            <a:schemeClr val="tx1"/>
                          </a:solidFill>
                        </a:rPr>
                        <a:t> </a:t>
                      </a:r>
                      <a:r>
                        <a:rPr lang="en-US" sz="1200" b="1" dirty="0" err="1">
                          <a:solidFill>
                            <a:schemeClr val="tx1"/>
                          </a:solidFill>
                        </a:rPr>
                        <a:t>eaquo</a:t>
                      </a:r>
                      <a:endParaRPr lang="en-US" sz="1200" b="1" dirty="0">
                        <a:solidFill>
                          <a:schemeClr val="tx1"/>
                        </a:solidFill>
                      </a:endParaRPr>
                    </a:p>
                  </a:txBody>
                  <a:tcPr anchor="ctr">
                    <a:lnB w="6350" cap="flat" cmpd="sng" algn="ctr">
                      <a:solidFill>
                        <a:srgbClr val="9C9FA1"/>
                      </a:solidFill>
                      <a:prstDash val="solid"/>
                      <a:round/>
                      <a:headEnd type="none" w="med" len="med"/>
                      <a:tailEnd type="none" w="med" len="med"/>
                    </a:lnB>
                  </a:tcPr>
                </a:tc>
                <a:tc>
                  <a:txBody>
                    <a:bodyPr/>
                    <a:lstStyle/>
                    <a:p>
                      <a:r>
                        <a:rPr lang="en-US" sz="1200" b="1" dirty="0" err="1">
                          <a:solidFill>
                            <a:schemeClr val="tx1"/>
                          </a:solidFill>
                        </a:rPr>
                        <a:t>Odiam</a:t>
                      </a:r>
                      <a:r>
                        <a:rPr lang="en-US" sz="1200" b="1" dirty="0">
                          <a:solidFill>
                            <a:schemeClr val="tx1"/>
                          </a:solidFill>
                        </a:rPr>
                        <a:t> </a:t>
                      </a:r>
                      <a:r>
                        <a:rPr lang="en-US" sz="1200" b="1" dirty="0" err="1">
                          <a:solidFill>
                            <a:schemeClr val="tx1"/>
                          </a:solidFill>
                        </a:rPr>
                        <a:t>ea</a:t>
                      </a:r>
                      <a:r>
                        <a:rPr lang="en-US" sz="1200" b="1" dirty="0">
                          <a:solidFill>
                            <a:schemeClr val="tx1"/>
                          </a:solidFill>
                        </a:rPr>
                        <a:t> dolor</a:t>
                      </a:r>
                    </a:p>
                  </a:txBody>
                  <a:tcPr anchor="ctr">
                    <a:lnB w="6350" cap="flat" cmpd="sng" algn="ctr">
                      <a:solidFill>
                        <a:srgbClr val="9C9FA1"/>
                      </a:solidFill>
                      <a:prstDash val="solid"/>
                      <a:round/>
                      <a:headEnd type="none" w="med" len="med"/>
                      <a:tailEnd type="none" w="med" len="med"/>
                    </a:lnB>
                  </a:tcPr>
                </a:tc>
                <a:tc>
                  <a:txBody>
                    <a:bodyPr/>
                    <a:lstStyle/>
                    <a:p>
                      <a:r>
                        <a:rPr lang="en-US" sz="1200" b="1" dirty="0" err="1">
                          <a:solidFill>
                            <a:schemeClr val="tx1"/>
                          </a:solidFill>
                        </a:rPr>
                        <a:t>Susdae</a:t>
                      </a:r>
                      <a:r>
                        <a:rPr lang="en-US" sz="1200" b="1" dirty="0">
                          <a:solidFill>
                            <a:schemeClr val="tx1"/>
                          </a:solidFill>
                        </a:rPr>
                        <a:t> </a:t>
                      </a:r>
                      <a:r>
                        <a:rPr lang="en-US" sz="1200" b="1" dirty="0" err="1">
                          <a:solidFill>
                            <a:schemeClr val="tx1"/>
                          </a:solidFill>
                        </a:rPr>
                        <a:t>occatistiis</a:t>
                      </a:r>
                      <a:endParaRPr lang="en-US" sz="1200" b="1" dirty="0">
                        <a:solidFill>
                          <a:schemeClr val="tx1"/>
                        </a:solidFill>
                      </a:endParaRPr>
                    </a:p>
                  </a:txBody>
                  <a:tcPr anchor="ctr">
                    <a:lnB w="6350" cap="flat" cmpd="sng" algn="ctr">
                      <a:solidFill>
                        <a:srgbClr val="9C9FA1"/>
                      </a:solidFill>
                      <a:prstDash val="solid"/>
                      <a:round/>
                      <a:headEnd type="none" w="med" len="med"/>
                      <a:tailEnd type="none" w="med" len="med"/>
                    </a:lnB>
                  </a:tcPr>
                </a:tc>
                <a:tc>
                  <a:txBody>
                    <a:bodyPr/>
                    <a:lstStyle/>
                    <a:p>
                      <a:r>
                        <a:rPr lang="en-US" sz="1200" b="1" dirty="0" err="1">
                          <a:solidFill>
                            <a:schemeClr val="tx1"/>
                          </a:solidFill>
                        </a:rPr>
                        <a:t>Rumque</a:t>
                      </a:r>
                      <a:r>
                        <a:rPr lang="en-US" sz="1200" b="1" dirty="0">
                          <a:solidFill>
                            <a:schemeClr val="tx1"/>
                          </a:solidFill>
                        </a:rPr>
                        <a:t> </a:t>
                      </a:r>
                      <a:r>
                        <a:rPr lang="en-US" sz="1200" b="1" dirty="0" err="1">
                          <a:solidFill>
                            <a:schemeClr val="tx1"/>
                          </a:solidFill>
                        </a:rPr>
                        <a:t>simolenis</a:t>
                      </a:r>
                      <a:endParaRPr lang="en-US" sz="1200" b="1" dirty="0">
                        <a:solidFill>
                          <a:schemeClr val="tx1"/>
                        </a:solidFill>
                      </a:endParaRPr>
                    </a:p>
                  </a:txBody>
                  <a:tcPr anchor="ctr">
                    <a:lnB w="6350" cap="flat" cmpd="sng" algn="ctr">
                      <a:solidFill>
                        <a:srgbClr val="9C9FA1"/>
                      </a:solidFill>
                      <a:prstDash val="solid"/>
                      <a:round/>
                      <a:headEnd type="none" w="med" len="med"/>
                      <a:tailEnd type="none" w="med" len="med"/>
                    </a:lnB>
                  </a:tcPr>
                </a:tc>
                <a:tc>
                  <a:txBody>
                    <a:bodyPr/>
                    <a:lstStyle/>
                    <a:p>
                      <a:r>
                        <a:rPr lang="en-US" sz="1200" b="1" dirty="0" err="1">
                          <a:solidFill>
                            <a:schemeClr val="tx1"/>
                          </a:solidFill>
                        </a:rPr>
                        <a:t>Ucilis</a:t>
                      </a:r>
                      <a:r>
                        <a:rPr lang="en-US" sz="1200" b="1" dirty="0">
                          <a:solidFill>
                            <a:schemeClr val="tx1"/>
                          </a:solidFill>
                        </a:rPr>
                        <a:t> sin event</a:t>
                      </a:r>
                    </a:p>
                  </a:txBody>
                  <a:tcPr anchor="ctr">
                    <a:lnB w="6350" cap="flat" cmpd="sng" algn="ctr">
                      <a:solidFill>
                        <a:srgbClr val="9C9FA1"/>
                      </a:solidFill>
                      <a:prstDash val="solid"/>
                      <a:round/>
                      <a:headEnd type="none" w="med" len="med"/>
                      <a:tailEnd type="none" w="med" len="med"/>
                    </a:lnB>
                  </a:tcPr>
                </a:tc>
                <a:extLst>
                  <a:ext uri="{0D108BD9-81ED-4DB2-BD59-A6C34878D82A}">
                    <a16:rowId xmlns:a16="http://schemas.microsoft.com/office/drawing/2014/main" val="2714815413"/>
                  </a:ext>
                </a:extLst>
              </a:tr>
              <a:tr h="370840">
                <a:tc>
                  <a:txBody>
                    <a:bodyPr/>
                    <a:lstStyle/>
                    <a:p>
                      <a:r>
                        <a:rPr lang="en-US" sz="1200" dirty="0">
                          <a:solidFill>
                            <a:schemeClr val="tx1"/>
                          </a:solidFill>
                        </a:rPr>
                        <a:t>Qui </a:t>
                      </a:r>
                      <a:r>
                        <a:rPr lang="en-US" sz="1200" dirty="0" err="1">
                          <a:solidFill>
                            <a:schemeClr val="tx1"/>
                          </a:solidFill>
                        </a:rPr>
                        <a:t>cora</a:t>
                      </a:r>
                      <a:r>
                        <a:rPr lang="en-US" sz="1200" dirty="0">
                          <a:solidFill>
                            <a:schemeClr val="tx1"/>
                          </a:solidFill>
                        </a:rPr>
                        <a:t> </a:t>
                      </a:r>
                      <a:r>
                        <a:rPr lang="en-US" sz="1200" dirty="0" err="1">
                          <a:solidFill>
                            <a:schemeClr val="tx1"/>
                          </a:solidFill>
                        </a:rPr>
                        <a:t>niscias</a:t>
                      </a:r>
                      <a:r>
                        <a:rPr lang="en-US" sz="1200" dirty="0">
                          <a:solidFill>
                            <a:schemeClr val="tx1"/>
                          </a:solidFill>
                        </a:rPr>
                        <a:t> </a:t>
                      </a:r>
                      <a:r>
                        <a:rPr lang="en-US" sz="1200" dirty="0" err="1">
                          <a:solidFill>
                            <a:schemeClr val="tx1"/>
                          </a:solidFill>
                        </a:rPr>
                        <a:t>dunto</a:t>
                      </a:r>
                      <a:endParaRPr lang="en-US" sz="1200" dirty="0">
                        <a:solidFill>
                          <a:schemeClr val="tx1"/>
                        </a:solidFill>
                      </a:endParaRPr>
                    </a:p>
                  </a:txBody>
                  <a:tcPr anchor="ctr">
                    <a:lnT w="6350" cap="flat" cmpd="sng" algn="ctr">
                      <a:solidFill>
                        <a:srgbClr val="9C9FA1"/>
                      </a:solidFill>
                      <a:prstDash val="solid"/>
                      <a:round/>
                      <a:headEnd type="none" w="med" len="med"/>
                      <a:tailEnd type="none" w="med" len="med"/>
                    </a:lnT>
                    <a:lnB w="6350" cap="flat" cmpd="sng" algn="ctr">
                      <a:solidFill>
                        <a:srgbClr val="9C9FA1"/>
                      </a:solidFill>
                      <a:prstDash val="solid"/>
                      <a:round/>
                      <a:headEnd type="none" w="med" len="med"/>
                      <a:tailEnd type="none" w="med" len="med"/>
                    </a:lnB>
                  </a:tcPr>
                </a:tc>
                <a:tc>
                  <a:txBody>
                    <a:bodyPr/>
                    <a:lstStyle/>
                    <a:p>
                      <a:endParaRPr lang="en-US" sz="1200" dirty="0">
                        <a:solidFill>
                          <a:schemeClr val="tx1"/>
                        </a:solidFill>
                      </a:endParaRPr>
                    </a:p>
                  </a:txBody>
                  <a:tcPr anchor="ctr">
                    <a:lnT w="6350" cap="flat" cmpd="sng" algn="ctr">
                      <a:solidFill>
                        <a:srgbClr val="9C9FA1"/>
                      </a:solidFill>
                      <a:prstDash val="solid"/>
                      <a:round/>
                      <a:headEnd type="none" w="med" len="med"/>
                      <a:tailEnd type="none" w="med" len="med"/>
                    </a:lnT>
                    <a:lnB w="6350" cap="flat" cmpd="sng" algn="ctr">
                      <a:solidFill>
                        <a:srgbClr val="9C9FA1"/>
                      </a:solidFill>
                      <a:prstDash val="solid"/>
                      <a:round/>
                      <a:headEnd type="none" w="med" len="med"/>
                      <a:tailEnd type="none" w="med" len="med"/>
                    </a:lnB>
                  </a:tcPr>
                </a:tc>
                <a:tc>
                  <a:txBody>
                    <a:bodyPr/>
                    <a:lstStyle/>
                    <a:p>
                      <a:endParaRPr lang="en-US" sz="1200" dirty="0">
                        <a:solidFill>
                          <a:schemeClr val="tx1"/>
                        </a:solidFill>
                      </a:endParaRPr>
                    </a:p>
                  </a:txBody>
                  <a:tcPr anchor="ctr">
                    <a:lnT w="6350" cap="flat" cmpd="sng" algn="ctr">
                      <a:solidFill>
                        <a:srgbClr val="9C9FA1"/>
                      </a:solidFill>
                      <a:prstDash val="solid"/>
                      <a:round/>
                      <a:headEnd type="none" w="med" len="med"/>
                      <a:tailEnd type="none" w="med" len="med"/>
                    </a:lnT>
                    <a:lnB w="6350" cap="flat" cmpd="sng" algn="ctr">
                      <a:solidFill>
                        <a:srgbClr val="9C9FA1"/>
                      </a:solidFill>
                      <a:prstDash val="solid"/>
                      <a:round/>
                      <a:headEnd type="none" w="med" len="med"/>
                      <a:tailEnd type="none" w="med" len="med"/>
                    </a:lnB>
                  </a:tcPr>
                </a:tc>
                <a:tc>
                  <a:txBody>
                    <a:bodyPr/>
                    <a:lstStyle/>
                    <a:p>
                      <a:endParaRPr lang="en-US" sz="1200" dirty="0">
                        <a:solidFill>
                          <a:schemeClr val="tx1"/>
                        </a:solidFill>
                      </a:endParaRPr>
                    </a:p>
                  </a:txBody>
                  <a:tcPr anchor="ctr">
                    <a:lnT w="6350" cap="flat" cmpd="sng" algn="ctr">
                      <a:solidFill>
                        <a:srgbClr val="9C9FA1"/>
                      </a:solidFill>
                      <a:prstDash val="solid"/>
                      <a:round/>
                      <a:headEnd type="none" w="med" len="med"/>
                      <a:tailEnd type="none" w="med" len="med"/>
                    </a:lnT>
                    <a:lnB w="6350" cap="flat" cmpd="sng" algn="ctr">
                      <a:solidFill>
                        <a:srgbClr val="9C9FA1"/>
                      </a:solidFill>
                      <a:prstDash val="solid"/>
                      <a:round/>
                      <a:headEnd type="none" w="med" len="med"/>
                      <a:tailEnd type="none" w="med" len="med"/>
                    </a:lnB>
                  </a:tcPr>
                </a:tc>
                <a:tc>
                  <a:txBody>
                    <a:bodyPr/>
                    <a:lstStyle/>
                    <a:p>
                      <a:endParaRPr lang="en-US" sz="1200" dirty="0">
                        <a:solidFill>
                          <a:schemeClr val="tx1"/>
                        </a:solidFill>
                      </a:endParaRPr>
                    </a:p>
                  </a:txBody>
                  <a:tcPr anchor="ctr">
                    <a:lnT w="6350" cap="flat" cmpd="sng" algn="ctr">
                      <a:solidFill>
                        <a:srgbClr val="9C9FA1"/>
                      </a:solidFill>
                      <a:prstDash val="solid"/>
                      <a:round/>
                      <a:headEnd type="none" w="med" len="med"/>
                      <a:tailEnd type="none" w="med" len="med"/>
                    </a:lnT>
                    <a:lnB w="6350" cap="flat" cmpd="sng" algn="ctr">
                      <a:solidFill>
                        <a:srgbClr val="9C9FA1"/>
                      </a:solidFill>
                      <a:prstDash val="solid"/>
                      <a:round/>
                      <a:headEnd type="none" w="med" len="med"/>
                      <a:tailEnd type="none" w="med" len="med"/>
                    </a:lnB>
                  </a:tcPr>
                </a:tc>
                <a:extLst>
                  <a:ext uri="{0D108BD9-81ED-4DB2-BD59-A6C34878D82A}">
                    <a16:rowId xmlns:a16="http://schemas.microsoft.com/office/drawing/2014/main" val="2518456608"/>
                  </a:ext>
                </a:extLst>
              </a:tr>
              <a:tr h="370840">
                <a:tc>
                  <a:txBody>
                    <a:bodyPr/>
                    <a:lstStyle/>
                    <a:p>
                      <a:r>
                        <a:rPr lang="en-US" sz="1200" dirty="0" err="1">
                          <a:solidFill>
                            <a:schemeClr val="tx1"/>
                          </a:solidFill>
                        </a:rPr>
                        <a:t>Susdae</a:t>
                      </a:r>
                      <a:r>
                        <a:rPr lang="en-US" sz="1200" dirty="0">
                          <a:solidFill>
                            <a:schemeClr val="tx1"/>
                          </a:solidFill>
                        </a:rPr>
                        <a:t> </a:t>
                      </a:r>
                      <a:r>
                        <a:rPr lang="en-US" sz="1200" dirty="0" err="1">
                          <a:solidFill>
                            <a:schemeClr val="tx1"/>
                          </a:solidFill>
                        </a:rPr>
                        <a:t>occatistiis</a:t>
                      </a:r>
                      <a:endParaRPr lang="en-US" sz="1200" dirty="0">
                        <a:solidFill>
                          <a:schemeClr val="tx1"/>
                        </a:solidFill>
                      </a:endParaRPr>
                    </a:p>
                  </a:txBody>
                  <a:tcPr anchor="ctr">
                    <a:lnT w="6350" cap="flat" cmpd="sng" algn="ctr">
                      <a:solidFill>
                        <a:srgbClr val="9C9FA1"/>
                      </a:solidFill>
                      <a:prstDash val="solid"/>
                      <a:round/>
                      <a:headEnd type="none" w="med" len="med"/>
                      <a:tailEnd type="none" w="med" len="med"/>
                    </a:lnT>
                    <a:lnB w="6350" cap="flat" cmpd="sng" algn="ctr">
                      <a:solidFill>
                        <a:srgbClr val="9C9FA1"/>
                      </a:solidFill>
                      <a:prstDash val="solid"/>
                      <a:round/>
                      <a:headEnd type="none" w="med" len="med"/>
                      <a:tailEnd type="none" w="med" len="med"/>
                    </a:lnB>
                  </a:tcPr>
                </a:tc>
                <a:tc>
                  <a:txBody>
                    <a:bodyPr/>
                    <a:lstStyle/>
                    <a:p>
                      <a:endParaRPr lang="en-US" sz="1200" dirty="0">
                        <a:solidFill>
                          <a:schemeClr val="tx1"/>
                        </a:solidFill>
                      </a:endParaRPr>
                    </a:p>
                  </a:txBody>
                  <a:tcPr anchor="ctr">
                    <a:lnT w="6350" cap="flat" cmpd="sng" algn="ctr">
                      <a:solidFill>
                        <a:srgbClr val="9C9FA1"/>
                      </a:solidFill>
                      <a:prstDash val="solid"/>
                      <a:round/>
                      <a:headEnd type="none" w="med" len="med"/>
                      <a:tailEnd type="none" w="med" len="med"/>
                    </a:lnT>
                    <a:lnB w="6350" cap="flat" cmpd="sng" algn="ctr">
                      <a:solidFill>
                        <a:srgbClr val="9C9FA1"/>
                      </a:solidFill>
                      <a:prstDash val="solid"/>
                      <a:round/>
                      <a:headEnd type="none" w="med" len="med"/>
                      <a:tailEnd type="none" w="med" len="med"/>
                    </a:lnB>
                  </a:tcPr>
                </a:tc>
                <a:tc>
                  <a:txBody>
                    <a:bodyPr/>
                    <a:lstStyle/>
                    <a:p>
                      <a:endParaRPr lang="en-US" sz="1200" dirty="0">
                        <a:solidFill>
                          <a:schemeClr val="tx1"/>
                        </a:solidFill>
                      </a:endParaRPr>
                    </a:p>
                  </a:txBody>
                  <a:tcPr anchor="ctr">
                    <a:lnT w="6350" cap="flat" cmpd="sng" algn="ctr">
                      <a:solidFill>
                        <a:srgbClr val="9C9FA1"/>
                      </a:solidFill>
                      <a:prstDash val="solid"/>
                      <a:round/>
                      <a:headEnd type="none" w="med" len="med"/>
                      <a:tailEnd type="none" w="med" len="med"/>
                    </a:lnT>
                    <a:lnB w="6350" cap="flat" cmpd="sng" algn="ctr">
                      <a:solidFill>
                        <a:srgbClr val="9C9FA1"/>
                      </a:solidFill>
                      <a:prstDash val="solid"/>
                      <a:round/>
                      <a:headEnd type="none" w="med" len="med"/>
                      <a:tailEnd type="none" w="med" len="med"/>
                    </a:lnB>
                  </a:tcPr>
                </a:tc>
                <a:tc>
                  <a:txBody>
                    <a:bodyPr/>
                    <a:lstStyle/>
                    <a:p>
                      <a:endParaRPr lang="en-US" sz="1200" dirty="0">
                        <a:solidFill>
                          <a:schemeClr val="tx1"/>
                        </a:solidFill>
                      </a:endParaRPr>
                    </a:p>
                  </a:txBody>
                  <a:tcPr anchor="ctr">
                    <a:lnT w="6350" cap="flat" cmpd="sng" algn="ctr">
                      <a:solidFill>
                        <a:srgbClr val="9C9FA1"/>
                      </a:solidFill>
                      <a:prstDash val="solid"/>
                      <a:round/>
                      <a:headEnd type="none" w="med" len="med"/>
                      <a:tailEnd type="none" w="med" len="med"/>
                    </a:lnT>
                    <a:lnB w="6350" cap="flat" cmpd="sng" algn="ctr">
                      <a:solidFill>
                        <a:srgbClr val="9C9FA1"/>
                      </a:solidFill>
                      <a:prstDash val="solid"/>
                      <a:round/>
                      <a:headEnd type="none" w="med" len="med"/>
                      <a:tailEnd type="none" w="med" len="med"/>
                    </a:lnB>
                  </a:tcPr>
                </a:tc>
                <a:tc>
                  <a:txBody>
                    <a:bodyPr/>
                    <a:lstStyle/>
                    <a:p>
                      <a:endParaRPr lang="en-US" sz="1200">
                        <a:solidFill>
                          <a:schemeClr val="tx1"/>
                        </a:solidFill>
                      </a:endParaRPr>
                    </a:p>
                  </a:txBody>
                  <a:tcPr anchor="ctr">
                    <a:lnT w="6350" cap="flat" cmpd="sng" algn="ctr">
                      <a:solidFill>
                        <a:srgbClr val="9C9FA1"/>
                      </a:solidFill>
                      <a:prstDash val="solid"/>
                      <a:round/>
                      <a:headEnd type="none" w="med" len="med"/>
                      <a:tailEnd type="none" w="med" len="med"/>
                    </a:lnT>
                    <a:lnB w="6350" cap="flat" cmpd="sng" algn="ctr">
                      <a:solidFill>
                        <a:srgbClr val="9C9FA1"/>
                      </a:solidFill>
                      <a:prstDash val="solid"/>
                      <a:round/>
                      <a:headEnd type="none" w="med" len="med"/>
                      <a:tailEnd type="none" w="med" len="med"/>
                    </a:lnB>
                  </a:tcPr>
                </a:tc>
                <a:extLst>
                  <a:ext uri="{0D108BD9-81ED-4DB2-BD59-A6C34878D82A}">
                    <a16:rowId xmlns:a16="http://schemas.microsoft.com/office/drawing/2014/main" val="143100373"/>
                  </a:ext>
                </a:extLst>
              </a:tr>
              <a:tr h="370840">
                <a:tc>
                  <a:txBody>
                    <a:bodyPr/>
                    <a:lstStyle/>
                    <a:p>
                      <a:r>
                        <a:rPr lang="en-US" sz="1200" dirty="0" err="1">
                          <a:solidFill>
                            <a:schemeClr val="tx1"/>
                          </a:solidFill>
                        </a:rPr>
                        <a:t>Cus</a:t>
                      </a:r>
                      <a:r>
                        <a:rPr lang="en-US" sz="1200" dirty="0">
                          <a:solidFill>
                            <a:schemeClr val="tx1"/>
                          </a:solidFill>
                        </a:rPr>
                        <a:t> </a:t>
                      </a:r>
                      <a:r>
                        <a:rPr lang="en-US" sz="1200" dirty="0" err="1">
                          <a:solidFill>
                            <a:schemeClr val="tx1"/>
                          </a:solidFill>
                        </a:rPr>
                        <a:t>volorro</a:t>
                      </a:r>
                      <a:r>
                        <a:rPr lang="en-US" sz="1200" dirty="0">
                          <a:solidFill>
                            <a:schemeClr val="tx1"/>
                          </a:solidFill>
                        </a:rPr>
                        <a:t> </a:t>
                      </a:r>
                      <a:r>
                        <a:rPr lang="en-US" sz="1200" dirty="0" err="1">
                          <a:solidFill>
                            <a:schemeClr val="tx1"/>
                          </a:solidFill>
                        </a:rPr>
                        <a:t>magnim</a:t>
                      </a:r>
                      <a:endParaRPr lang="en-US" sz="1200" dirty="0">
                        <a:solidFill>
                          <a:schemeClr val="tx1"/>
                        </a:solidFill>
                      </a:endParaRPr>
                    </a:p>
                  </a:txBody>
                  <a:tcPr anchor="ctr">
                    <a:lnT w="6350" cap="flat" cmpd="sng" algn="ctr">
                      <a:solidFill>
                        <a:srgbClr val="9C9FA1"/>
                      </a:solidFill>
                      <a:prstDash val="solid"/>
                      <a:round/>
                      <a:headEnd type="none" w="med" len="med"/>
                      <a:tailEnd type="none" w="med" len="med"/>
                    </a:lnT>
                    <a:lnB w="6350" cap="flat" cmpd="sng" algn="ctr">
                      <a:solidFill>
                        <a:srgbClr val="9C9FA1"/>
                      </a:solidFill>
                      <a:prstDash val="solid"/>
                      <a:round/>
                      <a:headEnd type="none" w="med" len="med"/>
                      <a:tailEnd type="none" w="med" len="med"/>
                    </a:lnB>
                  </a:tcPr>
                </a:tc>
                <a:tc>
                  <a:txBody>
                    <a:bodyPr/>
                    <a:lstStyle/>
                    <a:p>
                      <a:endParaRPr lang="en-US" sz="1200" dirty="0">
                        <a:solidFill>
                          <a:schemeClr val="tx1"/>
                        </a:solidFill>
                      </a:endParaRPr>
                    </a:p>
                  </a:txBody>
                  <a:tcPr anchor="ctr">
                    <a:lnT w="6350" cap="flat" cmpd="sng" algn="ctr">
                      <a:solidFill>
                        <a:srgbClr val="9C9FA1"/>
                      </a:solidFill>
                      <a:prstDash val="solid"/>
                      <a:round/>
                      <a:headEnd type="none" w="med" len="med"/>
                      <a:tailEnd type="none" w="med" len="med"/>
                    </a:lnT>
                    <a:lnB w="6350" cap="flat" cmpd="sng" algn="ctr">
                      <a:solidFill>
                        <a:srgbClr val="9C9FA1"/>
                      </a:solidFill>
                      <a:prstDash val="solid"/>
                      <a:round/>
                      <a:headEnd type="none" w="med" len="med"/>
                      <a:tailEnd type="none" w="med" len="med"/>
                    </a:lnB>
                  </a:tcPr>
                </a:tc>
                <a:tc>
                  <a:txBody>
                    <a:bodyPr/>
                    <a:lstStyle/>
                    <a:p>
                      <a:endParaRPr lang="en-US" sz="1200" dirty="0">
                        <a:solidFill>
                          <a:schemeClr val="tx1"/>
                        </a:solidFill>
                      </a:endParaRPr>
                    </a:p>
                  </a:txBody>
                  <a:tcPr anchor="ctr">
                    <a:lnT w="6350" cap="flat" cmpd="sng" algn="ctr">
                      <a:solidFill>
                        <a:srgbClr val="9C9FA1"/>
                      </a:solidFill>
                      <a:prstDash val="solid"/>
                      <a:round/>
                      <a:headEnd type="none" w="med" len="med"/>
                      <a:tailEnd type="none" w="med" len="med"/>
                    </a:lnT>
                    <a:lnB w="6350" cap="flat" cmpd="sng" algn="ctr">
                      <a:solidFill>
                        <a:srgbClr val="9C9FA1"/>
                      </a:solidFill>
                      <a:prstDash val="solid"/>
                      <a:round/>
                      <a:headEnd type="none" w="med" len="med"/>
                      <a:tailEnd type="none" w="med" len="med"/>
                    </a:lnB>
                  </a:tcPr>
                </a:tc>
                <a:tc>
                  <a:txBody>
                    <a:bodyPr/>
                    <a:lstStyle/>
                    <a:p>
                      <a:endParaRPr lang="en-US" sz="1200" dirty="0">
                        <a:solidFill>
                          <a:schemeClr val="tx1"/>
                        </a:solidFill>
                      </a:endParaRPr>
                    </a:p>
                  </a:txBody>
                  <a:tcPr anchor="ctr">
                    <a:lnT w="6350" cap="flat" cmpd="sng" algn="ctr">
                      <a:solidFill>
                        <a:srgbClr val="9C9FA1"/>
                      </a:solidFill>
                      <a:prstDash val="solid"/>
                      <a:round/>
                      <a:headEnd type="none" w="med" len="med"/>
                      <a:tailEnd type="none" w="med" len="med"/>
                    </a:lnT>
                    <a:lnB w="6350" cap="flat" cmpd="sng" algn="ctr">
                      <a:solidFill>
                        <a:srgbClr val="9C9FA1"/>
                      </a:solidFill>
                      <a:prstDash val="solid"/>
                      <a:round/>
                      <a:headEnd type="none" w="med" len="med"/>
                      <a:tailEnd type="none" w="med" len="med"/>
                    </a:lnB>
                  </a:tcPr>
                </a:tc>
                <a:tc>
                  <a:txBody>
                    <a:bodyPr/>
                    <a:lstStyle/>
                    <a:p>
                      <a:endParaRPr lang="en-US" sz="1200" dirty="0">
                        <a:solidFill>
                          <a:schemeClr val="tx1"/>
                        </a:solidFill>
                      </a:endParaRPr>
                    </a:p>
                  </a:txBody>
                  <a:tcPr anchor="ctr">
                    <a:lnT w="6350" cap="flat" cmpd="sng" algn="ctr">
                      <a:solidFill>
                        <a:srgbClr val="9C9FA1"/>
                      </a:solidFill>
                      <a:prstDash val="solid"/>
                      <a:round/>
                      <a:headEnd type="none" w="med" len="med"/>
                      <a:tailEnd type="none" w="med" len="med"/>
                    </a:lnT>
                    <a:lnB w="6350" cap="flat" cmpd="sng" algn="ctr">
                      <a:solidFill>
                        <a:srgbClr val="9C9FA1"/>
                      </a:solidFill>
                      <a:prstDash val="solid"/>
                      <a:round/>
                      <a:headEnd type="none" w="med" len="med"/>
                      <a:tailEnd type="none" w="med" len="med"/>
                    </a:lnB>
                  </a:tcPr>
                </a:tc>
                <a:extLst>
                  <a:ext uri="{0D108BD9-81ED-4DB2-BD59-A6C34878D82A}">
                    <a16:rowId xmlns:a16="http://schemas.microsoft.com/office/drawing/2014/main" val="2389792392"/>
                  </a:ext>
                </a:extLst>
              </a:tr>
              <a:tr h="370840">
                <a:tc>
                  <a:txBody>
                    <a:bodyPr/>
                    <a:lstStyle/>
                    <a:p>
                      <a:r>
                        <a:rPr lang="en-US" sz="1200" dirty="0">
                          <a:solidFill>
                            <a:schemeClr val="tx1"/>
                          </a:solidFill>
                        </a:rPr>
                        <a:t>Unto </a:t>
                      </a:r>
                      <a:r>
                        <a:rPr lang="en-US" sz="1200" dirty="0" err="1">
                          <a:solidFill>
                            <a:schemeClr val="tx1"/>
                          </a:solidFill>
                        </a:rPr>
                        <a:t>iliciis</a:t>
                      </a:r>
                      <a:r>
                        <a:rPr lang="en-US" sz="1200" dirty="0">
                          <a:solidFill>
                            <a:schemeClr val="tx1"/>
                          </a:solidFill>
                        </a:rPr>
                        <a:t> </a:t>
                      </a:r>
                      <a:r>
                        <a:rPr lang="en-US" sz="1200" dirty="0" err="1">
                          <a:solidFill>
                            <a:schemeClr val="tx1"/>
                          </a:solidFill>
                        </a:rPr>
                        <a:t>molore</a:t>
                      </a:r>
                      <a:endParaRPr lang="en-US" sz="1200" dirty="0">
                        <a:solidFill>
                          <a:schemeClr val="tx1"/>
                        </a:solidFill>
                      </a:endParaRPr>
                    </a:p>
                  </a:txBody>
                  <a:tcPr anchor="ctr">
                    <a:lnT w="6350" cap="flat" cmpd="sng" algn="ctr">
                      <a:solidFill>
                        <a:srgbClr val="9C9FA1"/>
                      </a:solidFill>
                      <a:prstDash val="solid"/>
                      <a:round/>
                      <a:headEnd type="none" w="med" len="med"/>
                      <a:tailEnd type="none" w="med" len="med"/>
                    </a:lnT>
                    <a:lnB w="6350" cap="flat" cmpd="sng" algn="ctr">
                      <a:solidFill>
                        <a:srgbClr val="9C9FA1"/>
                      </a:solidFill>
                      <a:prstDash val="solid"/>
                      <a:round/>
                      <a:headEnd type="none" w="med" len="med"/>
                      <a:tailEnd type="none" w="med" len="med"/>
                    </a:lnB>
                  </a:tcPr>
                </a:tc>
                <a:tc>
                  <a:txBody>
                    <a:bodyPr/>
                    <a:lstStyle/>
                    <a:p>
                      <a:endParaRPr lang="en-US" sz="1200" dirty="0">
                        <a:solidFill>
                          <a:schemeClr val="tx1"/>
                        </a:solidFill>
                      </a:endParaRPr>
                    </a:p>
                  </a:txBody>
                  <a:tcPr anchor="ctr">
                    <a:lnT w="6350" cap="flat" cmpd="sng" algn="ctr">
                      <a:solidFill>
                        <a:srgbClr val="9C9FA1"/>
                      </a:solidFill>
                      <a:prstDash val="solid"/>
                      <a:round/>
                      <a:headEnd type="none" w="med" len="med"/>
                      <a:tailEnd type="none" w="med" len="med"/>
                    </a:lnT>
                    <a:lnB w="6350" cap="flat" cmpd="sng" algn="ctr">
                      <a:solidFill>
                        <a:srgbClr val="9C9FA1"/>
                      </a:solidFill>
                      <a:prstDash val="solid"/>
                      <a:round/>
                      <a:headEnd type="none" w="med" len="med"/>
                      <a:tailEnd type="none" w="med" len="med"/>
                    </a:lnB>
                  </a:tcPr>
                </a:tc>
                <a:tc>
                  <a:txBody>
                    <a:bodyPr/>
                    <a:lstStyle/>
                    <a:p>
                      <a:endParaRPr lang="en-US" sz="1200" dirty="0">
                        <a:solidFill>
                          <a:schemeClr val="tx1"/>
                        </a:solidFill>
                      </a:endParaRPr>
                    </a:p>
                  </a:txBody>
                  <a:tcPr anchor="ctr">
                    <a:lnT w="6350" cap="flat" cmpd="sng" algn="ctr">
                      <a:solidFill>
                        <a:srgbClr val="9C9FA1"/>
                      </a:solidFill>
                      <a:prstDash val="solid"/>
                      <a:round/>
                      <a:headEnd type="none" w="med" len="med"/>
                      <a:tailEnd type="none" w="med" len="med"/>
                    </a:lnT>
                    <a:lnB w="6350" cap="flat" cmpd="sng" algn="ctr">
                      <a:solidFill>
                        <a:srgbClr val="9C9FA1"/>
                      </a:solidFill>
                      <a:prstDash val="solid"/>
                      <a:round/>
                      <a:headEnd type="none" w="med" len="med"/>
                      <a:tailEnd type="none" w="med" len="med"/>
                    </a:lnB>
                  </a:tcPr>
                </a:tc>
                <a:tc>
                  <a:txBody>
                    <a:bodyPr/>
                    <a:lstStyle/>
                    <a:p>
                      <a:endParaRPr lang="en-US" sz="1200" dirty="0">
                        <a:solidFill>
                          <a:schemeClr val="tx1"/>
                        </a:solidFill>
                      </a:endParaRPr>
                    </a:p>
                  </a:txBody>
                  <a:tcPr anchor="ctr">
                    <a:lnT w="6350" cap="flat" cmpd="sng" algn="ctr">
                      <a:solidFill>
                        <a:srgbClr val="9C9FA1"/>
                      </a:solidFill>
                      <a:prstDash val="solid"/>
                      <a:round/>
                      <a:headEnd type="none" w="med" len="med"/>
                      <a:tailEnd type="none" w="med" len="med"/>
                    </a:lnT>
                    <a:lnB w="6350" cap="flat" cmpd="sng" algn="ctr">
                      <a:solidFill>
                        <a:srgbClr val="9C9FA1"/>
                      </a:solidFill>
                      <a:prstDash val="solid"/>
                      <a:round/>
                      <a:headEnd type="none" w="med" len="med"/>
                      <a:tailEnd type="none" w="med" len="med"/>
                    </a:lnB>
                  </a:tcPr>
                </a:tc>
                <a:tc>
                  <a:txBody>
                    <a:bodyPr/>
                    <a:lstStyle/>
                    <a:p>
                      <a:endParaRPr lang="en-US" sz="1200" dirty="0">
                        <a:solidFill>
                          <a:schemeClr val="tx1"/>
                        </a:solidFill>
                      </a:endParaRPr>
                    </a:p>
                  </a:txBody>
                  <a:tcPr anchor="ctr">
                    <a:lnT w="6350" cap="flat" cmpd="sng" algn="ctr">
                      <a:solidFill>
                        <a:srgbClr val="9C9FA1"/>
                      </a:solidFill>
                      <a:prstDash val="solid"/>
                      <a:round/>
                      <a:headEnd type="none" w="med" len="med"/>
                      <a:tailEnd type="none" w="med" len="med"/>
                    </a:lnT>
                    <a:lnB w="6350" cap="flat" cmpd="sng" algn="ctr">
                      <a:solidFill>
                        <a:srgbClr val="9C9FA1"/>
                      </a:solidFill>
                      <a:prstDash val="solid"/>
                      <a:round/>
                      <a:headEnd type="none" w="med" len="med"/>
                      <a:tailEnd type="none" w="med" len="med"/>
                    </a:lnB>
                  </a:tcPr>
                </a:tc>
                <a:extLst>
                  <a:ext uri="{0D108BD9-81ED-4DB2-BD59-A6C34878D82A}">
                    <a16:rowId xmlns:a16="http://schemas.microsoft.com/office/drawing/2014/main" val="3907676944"/>
                  </a:ext>
                </a:extLst>
              </a:tr>
              <a:tr h="370840">
                <a:tc>
                  <a:txBody>
                    <a:bodyPr/>
                    <a:lstStyle/>
                    <a:p>
                      <a:r>
                        <a:rPr lang="en-US" sz="1200" dirty="0" err="1">
                          <a:solidFill>
                            <a:schemeClr val="tx1"/>
                          </a:solidFill>
                        </a:rPr>
                        <a:t>Uptaturis</a:t>
                      </a:r>
                      <a:r>
                        <a:rPr lang="en-US" sz="1200" dirty="0">
                          <a:solidFill>
                            <a:schemeClr val="tx1"/>
                          </a:solidFill>
                        </a:rPr>
                        <a:t> et qui </a:t>
                      </a:r>
                      <a:r>
                        <a:rPr lang="en-US" sz="1200" dirty="0" err="1">
                          <a:solidFill>
                            <a:schemeClr val="tx1"/>
                          </a:solidFill>
                        </a:rPr>
                        <a:t>adipsam</a:t>
                      </a:r>
                      <a:endParaRPr lang="en-US" sz="1200" dirty="0">
                        <a:solidFill>
                          <a:schemeClr val="tx1"/>
                        </a:solidFill>
                      </a:endParaRPr>
                    </a:p>
                  </a:txBody>
                  <a:tcPr anchor="ctr">
                    <a:lnT w="6350" cap="flat" cmpd="sng" algn="ctr">
                      <a:solidFill>
                        <a:srgbClr val="9C9FA1"/>
                      </a:solidFill>
                      <a:prstDash val="solid"/>
                      <a:round/>
                      <a:headEnd type="none" w="med" len="med"/>
                      <a:tailEnd type="none" w="med" len="med"/>
                    </a:lnT>
                    <a:lnB w="6350" cap="flat" cmpd="sng" algn="ctr">
                      <a:solidFill>
                        <a:srgbClr val="9C9FA1"/>
                      </a:solidFill>
                      <a:prstDash val="solid"/>
                      <a:round/>
                      <a:headEnd type="none" w="med" len="med"/>
                      <a:tailEnd type="none" w="med" len="med"/>
                    </a:lnB>
                  </a:tcPr>
                </a:tc>
                <a:tc>
                  <a:txBody>
                    <a:bodyPr/>
                    <a:lstStyle/>
                    <a:p>
                      <a:endParaRPr lang="en-US" sz="1200" dirty="0">
                        <a:solidFill>
                          <a:schemeClr val="tx1"/>
                        </a:solidFill>
                      </a:endParaRPr>
                    </a:p>
                  </a:txBody>
                  <a:tcPr anchor="ctr">
                    <a:lnT w="6350" cap="flat" cmpd="sng" algn="ctr">
                      <a:solidFill>
                        <a:srgbClr val="9C9FA1"/>
                      </a:solidFill>
                      <a:prstDash val="solid"/>
                      <a:round/>
                      <a:headEnd type="none" w="med" len="med"/>
                      <a:tailEnd type="none" w="med" len="med"/>
                    </a:lnT>
                    <a:lnB w="6350" cap="flat" cmpd="sng" algn="ctr">
                      <a:solidFill>
                        <a:srgbClr val="9C9FA1"/>
                      </a:solidFill>
                      <a:prstDash val="solid"/>
                      <a:round/>
                      <a:headEnd type="none" w="med" len="med"/>
                      <a:tailEnd type="none" w="med" len="med"/>
                    </a:lnB>
                  </a:tcPr>
                </a:tc>
                <a:tc>
                  <a:txBody>
                    <a:bodyPr/>
                    <a:lstStyle/>
                    <a:p>
                      <a:endParaRPr lang="en-US" sz="1200" dirty="0">
                        <a:solidFill>
                          <a:schemeClr val="tx1"/>
                        </a:solidFill>
                      </a:endParaRPr>
                    </a:p>
                  </a:txBody>
                  <a:tcPr anchor="ctr">
                    <a:lnT w="6350" cap="flat" cmpd="sng" algn="ctr">
                      <a:solidFill>
                        <a:srgbClr val="9C9FA1"/>
                      </a:solidFill>
                      <a:prstDash val="solid"/>
                      <a:round/>
                      <a:headEnd type="none" w="med" len="med"/>
                      <a:tailEnd type="none" w="med" len="med"/>
                    </a:lnT>
                    <a:lnB w="6350" cap="flat" cmpd="sng" algn="ctr">
                      <a:solidFill>
                        <a:srgbClr val="9C9FA1"/>
                      </a:solidFill>
                      <a:prstDash val="solid"/>
                      <a:round/>
                      <a:headEnd type="none" w="med" len="med"/>
                      <a:tailEnd type="none" w="med" len="med"/>
                    </a:lnB>
                  </a:tcPr>
                </a:tc>
                <a:tc>
                  <a:txBody>
                    <a:bodyPr/>
                    <a:lstStyle/>
                    <a:p>
                      <a:endParaRPr lang="en-US" sz="1200" dirty="0">
                        <a:solidFill>
                          <a:schemeClr val="tx1"/>
                        </a:solidFill>
                      </a:endParaRPr>
                    </a:p>
                  </a:txBody>
                  <a:tcPr anchor="ctr">
                    <a:lnT w="6350" cap="flat" cmpd="sng" algn="ctr">
                      <a:solidFill>
                        <a:srgbClr val="9C9FA1"/>
                      </a:solidFill>
                      <a:prstDash val="solid"/>
                      <a:round/>
                      <a:headEnd type="none" w="med" len="med"/>
                      <a:tailEnd type="none" w="med" len="med"/>
                    </a:lnT>
                    <a:lnB w="6350" cap="flat" cmpd="sng" algn="ctr">
                      <a:solidFill>
                        <a:srgbClr val="9C9FA1"/>
                      </a:solidFill>
                      <a:prstDash val="solid"/>
                      <a:round/>
                      <a:headEnd type="none" w="med" len="med"/>
                      <a:tailEnd type="none" w="med" len="med"/>
                    </a:lnB>
                  </a:tcPr>
                </a:tc>
                <a:tc>
                  <a:txBody>
                    <a:bodyPr/>
                    <a:lstStyle/>
                    <a:p>
                      <a:endParaRPr lang="en-US" sz="1200" dirty="0">
                        <a:solidFill>
                          <a:schemeClr val="tx1"/>
                        </a:solidFill>
                      </a:endParaRPr>
                    </a:p>
                  </a:txBody>
                  <a:tcPr anchor="ctr">
                    <a:lnT w="6350" cap="flat" cmpd="sng" algn="ctr">
                      <a:solidFill>
                        <a:srgbClr val="9C9FA1"/>
                      </a:solidFill>
                      <a:prstDash val="solid"/>
                      <a:round/>
                      <a:headEnd type="none" w="med" len="med"/>
                      <a:tailEnd type="none" w="med" len="med"/>
                    </a:lnT>
                    <a:lnB w="6350" cap="flat" cmpd="sng" algn="ctr">
                      <a:solidFill>
                        <a:srgbClr val="9C9FA1"/>
                      </a:solidFill>
                      <a:prstDash val="solid"/>
                      <a:round/>
                      <a:headEnd type="none" w="med" len="med"/>
                      <a:tailEnd type="none" w="med" len="med"/>
                    </a:lnB>
                  </a:tcPr>
                </a:tc>
                <a:extLst>
                  <a:ext uri="{0D108BD9-81ED-4DB2-BD59-A6C34878D82A}">
                    <a16:rowId xmlns:a16="http://schemas.microsoft.com/office/drawing/2014/main" val="3420835892"/>
                  </a:ext>
                </a:extLst>
              </a:tr>
              <a:tr h="370840">
                <a:tc>
                  <a:txBody>
                    <a:bodyPr/>
                    <a:lstStyle/>
                    <a:p>
                      <a:r>
                        <a:rPr lang="en-US" sz="1200" dirty="0" err="1">
                          <a:solidFill>
                            <a:schemeClr val="tx1"/>
                          </a:solidFill>
                        </a:rPr>
                        <a:t>Landucil</a:t>
                      </a:r>
                      <a:r>
                        <a:rPr lang="en-US" sz="1200" dirty="0">
                          <a:solidFill>
                            <a:schemeClr val="tx1"/>
                          </a:solidFill>
                        </a:rPr>
                        <a:t> </a:t>
                      </a:r>
                      <a:r>
                        <a:rPr lang="en-US" sz="1200" dirty="0" err="1">
                          <a:solidFill>
                            <a:schemeClr val="tx1"/>
                          </a:solidFill>
                        </a:rPr>
                        <a:t>maio</a:t>
                      </a:r>
                      <a:endParaRPr lang="en-US" sz="1200" dirty="0">
                        <a:solidFill>
                          <a:schemeClr val="tx1"/>
                        </a:solidFill>
                      </a:endParaRPr>
                    </a:p>
                  </a:txBody>
                  <a:tcPr anchor="ctr">
                    <a:lnT w="6350" cap="flat" cmpd="sng" algn="ctr">
                      <a:solidFill>
                        <a:srgbClr val="9C9FA1"/>
                      </a:solidFill>
                      <a:prstDash val="solid"/>
                      <a:round/>
                      <a:headEnd type="none" w="med" len="med"/>
                      <a:tailEnd type="none" w="med" len="med"/>
                    </a:lnT>
                    <a:lnB w="6350" cap="flat" cmpd="sng" algn="ctr">
                      <a:solidFill>
                        <a:srgbClr val="9C9FA1"/>
                      </a:solidFill>
                      <a:prstDash val="solid"/>
                      <a:round/>
                      <a:headEnd type="none" w="med" len="med"/>
                      <a:tailEnd type="none" w="med" len="med"/>
                    </a:lnB>
                  </a:tcPr>
                </a:tc>
                <a:tc>
                  <a:txBody>
                    <a:bodyPr/>
                    <a:lstStyle/>
                    <a:p>
                      <a:endParaRPr lang="en-US" sz="1200">
                        <a:solidFill>
                          <a:schemeClr val="tx1"/>
                        </a:solidFill>
                      </a:endParaRPr>
                    </a:p>
                  </a:txBody>
                  <a:tcPr anchor="ctr">
                    <a:lnT w="6350" cap="flat" cmpd="sng" algn="ctr">
                      <a:solidFill>
                        <a:srgbClr val="9C9FA1"/>
                      </a:solidFill>
                      <a:prstDash val="solid"/>
                      <a:round/>
                      <a:headEnd type="none" w="med" len="med"/>
                      <a:tailEnd type="none" w="med" len="med"/>
                    </a:lnT>
                    <a:lnB w="6350" cap="flat" cmpd="sng" algn="ctr">
                      <a:solidFill>
                        <a:srgbClr val="9C9FA1"/>
                      </a:solidFill>
                      <a:prstDash val="solid"/>
                      <a:round/>
                      <a:headEnd type="none" w="med" len="med"/>
                      <a:tailEnd type="none" w="med" len="med"/>
                    </a:lnB>
                  </a:tcPr>
                </a:tc>
                <a:tc>
                  <a:txBody>
                    <a:bodyPr/>
                    <a:lstStyle/>
                    <a:p>
                      <a:endParaRPr lang="en-US" sz="1200" dirty="0">
                        <a:solidFill>
                          <a:schemeClr val="tx1"/>
                        </a:solidFill>
                      </a:endParaRPr>
                    </a:p>
                  </a:txBody>
                  <a:tcPr anchor="ctr">
                    <a:lnT w="6350" cap="flat" cmpd="sng" algn="ctr">
                      <a:solidFill>
                        <a:srgbClr val="9C9FA1"/>
                      </a:solidFill>
                      <a:prstDash val="solid"/>
                      <a:round/>
                      <a:headEnd type="none" w="med" len="med"/>
                      <a:tailEnd type="none" w="med" len="med"/>
                    </a:lnT>
                    <a:lnB w="6350" cap="flat" cmpd="sng" algn="ctr">
                      <a:solidFill>
                        <a:srgbClr val="9C9FA1"/>
                      </a:solidFill>
                      <a:prstDash val="solid"/>
                      <a:round/>
                      <a:headEnd type="none" w="med" len="med"/>
                      <a:tailEnd type="none" w="med" len="med"/>
                    </a:lnB>
                  </a:tcPr>
                </a:tc>
                <a:tc>
                  <a:txBody>
                    <a:bodyPr/>
                    <a:lstStyle/>
                    <a:p>
                      <a:endParaRPr lang="en-US" sz="1200" dirty="0">
                        <a:solidFill>
                          <a:schemeClr val="tx1"/>
                        </a:solidFill>
                      </a:endParaRPr>
                    </a:p>
                  </a:txBody>
                  <a:tcPr anchor="ctr">
                    <a:lnT w="6350" cap="flat" cmpd="sng" algn="ctr">
                      <a:solidFill>
                        <a:srgbClr val="9C9FA1"/>
                      </a:solidFill>
                      <a:prstDash val="solid"/>
                      <a:round/>
                      <a:headEnd type="none" w="med" len="med"/>
                      <a:tailEnd type="none" w="med" len="med"/>
                    </a:lnT>
                    <a:lnB w="6350" cap="flat" cmpd="sng" algn="ctr">
                      <a:solidFill>
                        <a:srgbClr val="9C9FA1"/>
                      </a:solidFill>
                      <a:prstDash val="solid"/>
                      <a:round/>
                      <a:headEnd type="none" w="med" len="med"/>
                      <a:tailEnd type="none" w="med" len="med"/>
                    </a:lnB>
                  </a:tcPr>
                </a:tc>
                <a:tc>
                  <a:txBody>
                    <a:bodyPr/>
                    <a:lstStyle/>
                    <a:p>
                      <a:endParaRPr lang="en-US" sz="1200" dirty="0">
                        <a:solidFill>
                          <a:schemeClr val="tx1"/>
                        </a:solidFill>
                      </a:endParaRPr>
                    </a:p>
                  </a:txBody>
                  <a:tcPr anchor="ctr">
                    <a:lnT w="6350" cap="flat" cmpd="sng" algn="ctr">
                      <a:solidFill>
                        <a:srgbClr val="9C9FA1"/>
                      </a:solidFill>
                      <a:prstDash val="solid"/>
                      <a:round/>
                      <a:headEnd type="none" w="med" len="med"/>
                      <a:tailEnd type="none" w="med" len="med"/>
                    </a:lnT>
                    <a:lnB w="6350" cap="flat" cmpd="sng" algn="ctr">
                      <a:solidFill>
                        <a:srgbClr val="9C9FA1"/>
                      </a:solidFill>
                      <a:prstDash val="solid"/>
                      <a:round/>
                      <a:headEnd type="none" w="med" len="med"/>
                      <a:tailEnd type="none" w="med" len="med"/>
                    </a:lnB>
                  </a:tcPr>
                </a:tc>
                <a:extLst>
                  <a:ext uri="{0D108BD9-81ED-4DB2-BD59-A6C34878D82A}">
                    <a16:rowId xmlns:a16="http://schemas.microsoft.com/office/drawing/2014/main" val="3481594072"/>
                  </a:ext>
                </a:extLst>
              </a:tr>
              <a:tr h="370840">
                <a:tc>
                  <a:txBody>
                    <a:bodyPr/>
                    <a:lstStyle/>
                    <a:p>
                      <a:r>
                        <a:rPr lang="en-US" sz="1200" dirty="0" err="1">
                          <a:solidFill>
                            <a:schemeClr val="tx1"/>
                          </a:solidFill>
                        </a:rPr>
                        <a:t>Ditam</a:t>
                      </a:r>
                      <a:r>
                        <a:rPr lang="en-US" sz="1200" dirty="0">
                          <a:solidFill>
                            <a:schemeClr val="tx1"/>
                          </a:solidFill>
                        </a:rPr>
                        <a:t> qui </a:t>
                      </a:r>
                      <a:r>
                        <a:rPr lang="en-US" sz="1200" dirty="0" err="1">
                          <a:solidFill>
                            <a:schemeClr val="tx1"/>
                          </a:solidFill>
                        </a:rPr>
                        <a:t>omnihillit</a:t>
                      </a:r>
                      <a:endParaRPr lang="en-US" sz="1200" dirty="0">
                        <a:solidFill>
                          <a:schemeClr val="tx1"/>
                        </a:solidFill>
                      </a:endParaRPr>
                    </a:p>
                  </a:txBody>
                  <a:tcPr anchor="ctr">
                    <a:lnT w="6350" cap="flat" cmpd="sng" algn="ctr">
                      <a:solidFill>
                        <a:srgbClr val="9C9FA1"/>
                      </a:solidFill>
                      <a:prstDash val="solid"/>
                      <a:round/>
                      <a:headEnd type="none" w="med" len="med"/>
                      <a:tailEnd type="none" w="med" len="med"/>
                    </a:lnT>
                    <a:lnB w="6350" cap="flat" cmpd="sng" algn="ctr">
                      <a:solidFill>
                        <a:srgbClr val="9C9FA1"/>
                      </a:solidFill>
                      <a:prstDash val="solid"/>
                      <a:round/>
                      <a:headEnd type="none" w="med" len="med"/>
                      <a:tailEnd type="none" w="med" len="med"/>
                    </a:lnB>
                  </a:tcPr>
                </a:tc>
                <a:tc>
                  <a:txBody>
                    <a:bodyPr/>
                    <a:lstStyle/>
                    <a:p>
                      <a:endParaRPr lang="en-US" sz="1200">
                        <a:solidFill>
                          <a:schemeClr val="tx1"/>
                        </a:solidFill>
                      </a:endParaRPr>
                    </a:p>
                  </a:txBody>
                  <a:tcPr anchor="ctr">
                    <a:lnT w="6350" cap="flat" cmpd="sng" algn="ctr">
                      <a:solidFill>
                        <a:srgbClr val="9C9FA1"/>
                      </a:solidFill>
                      <a:prstDash val="solid"/>
                      <a:round/>
                      <a:headEnd type="none" w="med" len="med"/>
                      <a:tailEnd type="none" w="med" len="med"/>
                    </a:lnT>
                    <a:lnB w="6350" cap="flat" cmpd="sng" algn="ctr">
                      <a:solidFill>
                        <a:srgbClr val="9C9FA1"/>
                      </a:solidFill>
                      <a:prstDash val="solid"/>
                      <a:round/>
                      <a:headEnd type="none" w="med" len="med"/>
                      <a:tailEnd type="none" w="med" len="med"/>
                    </a:lnB>
                  </a:tcPr>
                </a:tc>
                <a:tc>
                  <a:txBody>
                    <a:bodyPr/>
                    <a:lstStyle/>
                    <a:p>
                      <a:endParaRPr lang="en-US" sz="1200" dirty="0">
                        <a:solidFill>
                          <a:schemeClr val="tx1"/>
                        </a:solidFill>
                      </a:endParaRPr>
                    </a:p>
                  </a:txBody>
                  <a:tcPr anchor="ctr">
                    <a:lnT w="6350" cap="flat" cmpd="sng" algn="ctr">
                      <a:solidFill>
                        <a:srgbClr val="9C9FA1"/>
                      </a:solidFill>
                      <a:prstDash val="solid"/>
                      <a:round/>
                      <a:headEnd type="none" w="med" len="med"/>
                      <a:tailEnd type="none" w="med" len="med"/>
                    </a:lnT>
                    <a:lnB w="6350" cap="flat" cmpd="sng" algn="ctr">
                      <a:solidFill>
                        <a:srgbClr val="9C9FA1"/>
                      </a:solidFill>
                      <a:prstDash val="solid"/>
                      <a:round/>
                      <a:headEnd type="none" w="med" len="med"/>
                      <a:tailEnd type="none" w="med" len="med"/>
                    </a:lnB>
                  </a:tcPr>
                </a:tc>
                <a:tc>
                  <a:txBody>
                    <a:bodyPr/>
                    <a:lstStyle/>
                    <a:p>
                      <a:endParaRPr lang="en-US" sz="1200" dirty="0">
                        <a:solidFill>
                          <a:schemeClr val="tx1"/>
                        </a:solidFill>
                      </a:endParaRPr>
                    </a:p>
                  </a:txBody>
                  <a:tcPr anchor="ctr">
                    <a:lnT w="6350" cap="flat" cmpd="sng" algn="ctr">
                      <a:solidFill>
                        <a:srgbClr val="9C9FA1"/>
                      </a:solidFill>
                      <a:prstDash val="solid"/>
                      <a:round/>
                      <a:headEnd type="none" w="med" len="med"/>
                      <a:tailEnd type="none" w="med" len="med"/>
                    </a:lnT>
                    <a:lnB w="6350" cap="flat" cmpd="sng" algn="ctr">
                      <a:solidFill>
                        <a:srgbClr val="9C9FA1"/>
                      </a:solidFill>
                      <a:prstDash val="solid"/>
                      <a:round/>
                      <a:headEnd type="none" w="med" len="med"/>
                      <a:tailEnd type="none" w="med" len="med"/>
                    </a:lnB>
                  </a:tcPr>
                </a:tc>
                <a:tc>
                  <a:txBody>
                    <a:bodyPr/>
                    <a:lstStyle/>
                    <a:p>
                      <a:endParaRPr lang="en-US" sz="1200" dirty="0">
                        <a:solidFill>
                          <a:schemeClr val="tx1"/>
                        </a:solidFill>
                      </a:endParaRPr>
                    </a:p>
                  </a:txBody>
                  <a:tcPr anchor="ctr">
                    <a:lnT w="6350" cap="flat" cmpd="sng" algn="ctr">
                      <a:solidFill>
                        <a:srgbClr val="9C9FA1"/>
                      </a:solidFill>
                      <a:prstDash val="solid"/>
                      <a:round/>
                      <a:headEnd type="none" w="med" len="med"/>
                      <a:tailEnd type="none" w="med" len="med"/>
                    </a:lnT>
                    <a:lnB w="6350" cap="flat" cmpd="sng" algn="ctr">
                      <a:solidFill>
                        <a:srgbClr val="9C9FA1"/>
                      </a:solidFill>
                      <a:prstDash val="solid"/>
                      <a:round/>
                      <a:headEnd type="none" w="med" len="med"/>
                      <a:tailEnd type="none" w="med" len="med"/>
                    </a:lnB>
                  </a:tcPr>
                </a:tc>
                <a:extLst>
                  <a:ext uri="{0D108BD9-81ED-4DB2-BD59-A6C34878D82A}">
                    <a16:rowId xmlns:a16="http://schemas.microsoft.com/office/drawing/2014/main" val="1317323320"/>
                  </a:ext>
                </a:extLst>
              </a:tr>
              <a:tr h="370840">
                <a:tc>
                  <a:txBody>
                    <a:bodyPr/>
                    <a:lstStyle/>
                    <a:p>
                      <a:r>
                        <a:rPr lang="en-US" sz="1200" dirty="0">
                          <a:solidFill>
                            <a:schemeClr val="tx1"/>
                          </a:solidFill>
                        </a:rPr>
                        <a:t>Bust ad </a:t>
                      </a:r>
                      <a:r>
                        <a:rPr lang="en-US" sz="1200" dirty="0" err="1">
                          <a:solidFill>
                            <a:schemeClr val="tx1"/>
                          </a:solidFill>
                        </a:rPr>
                        <a:t>eos</a:t>
                      </a:r>
                      <a:r>
                        <a:rPr lang="en-US" sz="1200" dirty="0">
                          <a:solidFill>
                            <a:schemeClr val="tx1"/>
                          </a:solidFill>
                        </a:rPr>
                        <a:t> is et</a:t>
                      </a:r>
                    </a:p>
                  </a:txBody>
                  <a:tcPr anchor="ctr">
                    <a:lnT w="6350" cap="flat" cmpd="sng" algn="ctr">
                      <a:solidFill>
                        <a:srgbClr val="9C9FA1"/>
                      </a:solidFill>
                      <a:prstDash val="solid"/>
                      <a:round/>
                      <a:headEnd type="none" w="med" len="med"/>
                      <a:tailEnd type="none" w="med" len="med"/>
                    </a:lnT>
                    <a:lnB w="6350" cap="flat" cmpd="sng" algn="ctr">
                      <a:solidFill>
                        <a:srgbClr val="9C9FA1"/>
                      </a:solidFill>
                      <a:prstDash val="solid"/>
                      <a:round/>
                      <a:headEnd type="none" w="med" len="med"/>
                      <a:tailEnd type="none" w="med" len="med"/>
                    </a:lnB>
                  </a:tcPr>
                </a:tc>
                <a:tc>
                  <a:txBody>
                    <a:bodyPr/>
                    <a:lstStyle/>
                    <a:p>
                      <a:endParaRPr lang="en-US" sz="1200">
                        <a:solidFill>
                          <a:schemeClr val="tx1"/>
                        </a:solidFill>
                      </a:endParaRPr>
                    </a:p>
                  </a:txBody>
                  <a:tcPr anchor="ctr">
                    <a:lnT w="6350" cap="flat" cmpd="sng" algn="ctr">
                      <a:solidFill>
                        <a:srgbClr val="9C9FA1"/>
                      </a:solidFill>
                      <a:prstDash val="solid"/>
                      <a:round/>
                      <a:headEnd type="none" w="med" len="med"/>
                      <a:tailEnd type="none" w="med" len="med"/>
                    </a:lnT>
                    <a:lnB w="6350" cap="flat" cmpd="sng" algn="ctr">
                      <a:solidFill>
                        <a:srgbClr val="9C9FA1"/>
                      </a:solidFill>
                      <a:prstDash val="solid"/>
                      <a:round/>
                      <a:headEnd type="none" w="med" len="med"/>
                      <a:tailEnd type="none" w="med" len="med"/>
                    </a:lnB>
                  </a:tcPr>
                </a:tc>
                <a:tc>
                  <a:txBody>
                    <a:bodyPr/>
                    <a:lstStyle/>
                    <a:p>
                      <a:endParaRPr lang="en-US" sz="1200" dirty="0">
                        <a:solidFill>
                          <a:schemeClr val="tx1"/>
                        </a:solidFill>
                      </a:endParaRPr>
                    </a:p>
                  </a:txBody>
                  <a:tcPr anchor="ctr">
                    <a:lnT w="6350" cap="flat" cmpd="sng" algn="ctr">
                      <a:solidFill>
                        <a:srgbClr val="9C9FA1"/>
                      </a:solidFill>
                      <a:prstDash val="solid"/>
                      <a:round/>
                      <a:headEnd type="none" w="med" len="med"/>
                      <a:tailEnd type="none" w="med" len="med"/>
                    </a:lnT>
                    <a:lnB w="6350" cap="flat" cmpd="sng" algn="ctr">
                      <a:solidFill>
                        <a:srgbClr val="9C9FA1"/>
                      </a:solidFill>
                      <a:prstDash val="solid"/>
                      <a:round/>
                      <a:headEnd type="none" w="med" len="med"/>
                      <a:tailEnd type="none" w="med" len="med"/>
                    </a:lnB>
                  </a:tcPr>
                </a:tc>
                <a:tc>
                  <a:txBody>
                    <a:bodyPr/>
                    <a:lstStyle/>
                    <a:p>
                      <a:endParaRPr lang="en-US" sz="1200" dirty="0">
                        <a:solidFill>
                          <a:schemeClr val="tx1"/>
                        </a:solidFill>
                      </a:endParaRPr>
                    </a:p>
                  </a:txBody>
                  <a:tcPr anchor="ctr">
                    <a:lnT w="6350" cap="flat" cmpd="sng" algn="ctr">
                      <a:solidFill>
                        <a:srgbClr val="9C9FA1"/>
                      </a:solidFill>
                      <a:prstDash val="solid"/>
                      <a:round/>
                      <a:headEnd type="none" w="med" len="med"/>
                      <a:tailEnd type="none" w="med" len="med"/>
                    </a:lnT>
                    <a:lnB w="6350" cap="flat" cmpd="sng" algn="ctr">
                      <a:solidFill>
                        <a:srgbClr val="9C9FA1"/>
                      </a:solidFill>
                      <a:prstDash val="solid"/>
                      <a:round/>
                      <a:headEnd type="none" w="med" len="med"/>
                      <a:tailEnd type="none" w="med" len="med"/>
                    </a:lnB>
                  </a:tcPr>
                </a:tc>
                <a:tc>
                  <a:txBody>
                    <a:bodyPr/>
                    <a:lstStyle/>
                    <a:p>
                      <a:endParaRPr lang="en-US" sz="1200" dirty="0">
                        <a:solidFill>
                          <a:schemeClr val="tx1"/>
                        </a:solidFill>
                      </a:endParaRPr>
                    </a:p>
                  </a:txBody>
                  <a:tcPr anchor="ctr">
                    <a:lnT w="6350" cap="flat" cmpd="sng" algn="ctr">
                      <a:solidFill>
                        <a:srgbClr val="9C9FA1"/>
                      </a:solidFill>
                      <a:prstDash val="solid"/>
                      <a:round/>
                      <a:headEnd type="none" w="med" len="med"/>
                      <a:tailEnd type="none" w="med" len="med"/>
                    </a:lnT>
                    <a:lnB w="6350" cap="flat" cmpd="sng" algn="ctr">
                      <a:solidFill>
                        <a:srgbClr val="9C9FA1"/>
                      </a:solidFill>
                      <a:prstDash val="solid"/>
                      <a:round/>
                      <a:headEnd type="none" w="med" len="med"/>
                      <a:tailEnd type="none" w="med" len="med"/>
                    </a:lnB>
                  </a:tcPr>
                </a:tc>
                <a:extLst>
                  <a:ext uri="{0D108BD9-81ED-4DB2-BD59-A6C34878D82A}">
                    <a16:rowId xmlns:a16="http://schemas.microsoft.com/office/drawing/2014/main" val="2612325521"/>
                  </a:ext>
                </a:extLst>
              </a:tr>
              <a:tr h="370840">
                <a:tc>
                  <a:txBody>
                    <a:bodyPr/>
                    <a:lstStyle/>
                    <a:p>
                      <a:r>
                        <a:rPr lang="en-US" sz="1200" dirty="0">
                          <a:solidFill>
                            <a:schemeClr val="tx1"/>
                          </a:solidFill>
                        </a:rPr>
                        <a:t>Vit </a:t>
                      </a:r>
                      <a:r>
                        <a:rPr lang="en-US" sz="1200" dirty="0" err="1">
                          <a:solidFill>
                            <a:schemeClr val="tx1"/>
                          </a:solidFill>
                        </a:rPr>
                        <a:t>labo</a:t>
                      </a:r>
                      <a:endParaRPr lang="en-US" sz="1200" dirty="0">
                        <a:solidFill>
                          <a:schemeClr val="tx1"/>
                        </a:solidFill>
                      </a:endParaRPr>
                    </a:p>
                  </a:txBody>
                  <a:tcPr anchor="ctr">
                    <a:lnT w="6350" cap="flat" cmpd="sng" algn="ctr">
                      <a:solidFill>
                        <a:srgbClr val="9C9FA1"/>
                      </a:solidFill>
                      <a:prstDash val="solid"/>
                      <a:round/>
                      <a:headEnd type="none" w="med" len="med"/>
                      <a:tailEnd type="none" w="med" len="med"/>
                    </a:lnT>
                  </a:tcPr>
                </a:tc>
                <a:tc>
                  <a:txBody>
                    <a:bodyPr/>
                    <a:lstStyle/>
                    <a:p>
                      <a:endParaRPr lang="en-US" sz="1200">
                        <a:solidFill>
                          <a:schemeClr val="tx1"/>
                        </a:solidFill>
                      </a:endParaRPr>
                    </a:p>
                  </a:txBody>
                  <a:tcPr anchor="ctr">
                    <a:lnT w="6350" cap="flat" cmpd="sng" algn="ctr">
                      <a:solidFill>
                        <a:srgbClr val="9C9FA1"/>
                      </a:solidFill>
                      <a:prstDash val="solid"/>
                      <a:round/>
                      <a:headEnd type="none" w="med" len="med"/>
                      <a:tailEnd type="none" w="med" len="med"/>
                    </a:lnT>
                  </a:tcPr>
                </a:tc>
                <a:tc>
                  <a:txBody>
                    <a:bodyPr/>
                    <a:lstStyle/>
                    <a:p>
                      <a:endParaRPr lang="en-US" sz="1200">
                        <a:solidFill>
                          <a:schemeClr val="tx1"/>
                        </a:solidFill>
                      </a:endParaRPr>
                    </a:p>
                  </a:txBody>
                  <a:tcPr anchor="ctr">
                    <a:lnT w="6350" cap="flat" cmpd="sng" algn="ctr">
                      <a:solidFill>
                        <a:srgbClr val="9C9FA1"/>
                      </a:solidFill>
                      <a:prstDash val="solid"/>
                      <a:round/>
                      <a:headEnd type="none" w="med" len="med"/>
                      <a:tailEnd type="none" w="med" len="med"/>
                    </a:lnT>
                  </a:tcPr>
                </a:tc>
                <a:tc>
                  <a:txBody>
                    <a:bodyPr/>
                    <a:lstStyle/>
                    <a:p>
                      <a:endParaRPr lang="en-US" sz="1200" dirty="0">
                        <a:solidFill>
                          <a:schemeClr val="tx1"/>
                        </a:solidFill>
                      </a:endParaRPr>
                    </a:p>
                  </a:txBody>
                  <a:tcPr anchor="ctr">
                    <a:lnT w="6350" cap="flat" cmpd="sng" algn="ctr">
                      <a:solidFill>
                        <a:srgbClr val="9C9FA1"/>
                      </a:solidFill>
                      <a:prstDash val="solid"/>
                      <a:round/>
                      <a:headEnd type="none" w="med" len="med"/>
                      <a:tailEnd type="none" w="med" len="med"/>
                    </a:lnT>
                  </a:tcPr>
                </a:tc>
                <a:tc>
                  <a:txBody>
                    <a:bodyPr/>
                    <a:lstStyle/>
                    <a:p>
                      <a:endParaRPr lang="en-US" sz="1200" dirty="0">
                        <a:solidFill>
                          <a:schemeClr val="tx1"/>
                        </a:solidFill>
                      </a:endParaRPr>
                    </a:p>
                  </a:txBody>
                  <a:tcPr anchor="ctr">
                    <a:lnT w="6350" cap="flat" cmpd="sng" algn="ctr">
                      <a:solidFill>
                        <a:srgbClr val="9C9FA1"/>
                      </a:solidFill>
                      <a:prstDash val="solid"/>
                      <a:round/>
                      <a:headEnd type="none" w="med" len="med"/>
                      <a:tailEnd type="none" w="med" len="med"/>
                    </a:lnT>
                  </a:tcPr>
                </a:tc>
                <a:extLst>
                  <a:ext uri="{0D108BD9-81ED-4DB2-BD59-A6C34878D82A}">
                    <a16:rowId xmlns:a16="http://schemas.microsoft.com/office/drawing/2014/main" val="4196266026"/>
                  </a:ext>
                </a:extLst>
              </a:tr>
            </a:tbl>
          </a:graphicData>
        </a:graphic>
      </p:graphicFrame>
      <p:sp>
        <p:nvSpPr>
          <p:cNvPr id="13" name="Text Placeholder 12">
            <a:extLst>
              <a:ext uri="{FF2B5EF4-FFF2-40B4-BE49-F238E27FC236}">
                <a16:creationId xmlns:a16="http://schemas.microsoft.com/office/drawing/2014/main" id="{236A753C-28F6-F74A-B226-A763B5C76E44}"/>
              </a:ext>
            </a:extLst>
          </p:cNvPr>
          <p:cNvSpPr>
            <a:spLocks noGrp="1"/>
          </p:cNvSpPr>
          <p:nvPr>
            <p:ph type="body" sz="quarter" idx="17"/>
          </p:nvPr>
        </p:nvSpPr>
        <p:spPr>
          <a:xfrm>
            <a:off x="546101" y="1127125"/>
            <a:ext cx="11091862" cy="292101"/>
          </a:xfrm>
        </p:spPr>
        <p:txBody>
          <a:bodyPr/>
          <a:lstStyle/>
          <a:p>
            <a:r>
              <a:rPr lang="en-US" dirty="0"/>
              <a:t>Simple</a:t>
            </a:r>
          </a:p>
        </p:txBody>
      </p:sp>
      <p:sp>
        <p:nvSpPr>
          <p:cNvPr id="19" name="Text Placeholder 18">
            <a:extLst>
              <a:ext uri="{FF2B5EF4-FFF2-40B4-BE49-F238E27FC236}">
                <a16:creationId xmlns:a16="http://schemas.microsoft.com/office/drawing/2014/main" id="{AA0D35ED-1680-7DF1-D2C6-95ED2EF0DA45}"/>
              </a:ext>
            </a:extLst>
          </p:cNvPr>
          <p:cNvSpPr>
            <a:spLocks noGrp="1"/>
          </p:cNvSpPr>
          <p:nvPr>
            <p:ph type="body" sz="quarter" idx="18"/>
          </p:nvPr>
        </p:nvSpPr>
        <p:spPr/>
        <p:txBody>
          <a:bodyPr/>
          <a:lstStyle/>
          <a:p>
            <a:endParaRPr lang="en-US"/>
          </a:p>
        </p:txBody>
      </p:sp>
    </p:spTree>
    <p:extLst>
      <p:ext uri="{BB962C8B-B14F-4D97-AF65-F5344CB8AC3E}">
        <p14:creationId xmlns:p14="http://schemas.microsoft.com/office/powerpoint/2010/main" val="929214742"/>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DA85E1D9-CB45-6D72-4F16-07416E4FE555}"/>
              </a:ext>
            </a:extLst>
          </p:cNvPr>
          <p:cNvSpPr>
            <a:spLocks noGrp="1"/>
          </p:cNvSpPr>
          <p:nvPr>
            <p:ph type="ftr" sz="quarter" idx="11"/>
          </p:nvPr>
        </p:nvSpPr>
        <p:spPr>
          <a:xfrm>
            <a:off x="4781550" y="6311900"/>
            <a:ext cx="5448300" cy="269875"/>
          </a:xfrm>
        </p:spPr>
        <p:txBody>
          <a:bodyPr/>
          <a:lstStyle/>
          <a:p>
            <a:r>
              <a:rPr lang="en-US"/>
              <a:t>See slide 12 for instructions on how to update footer</a:t>
            </a:r>
          </a:p>
        </p:txBody>
      </p:sp>
      <p:sp>
        <p:nvSpPr>
          <p:cNvPr id="4" name="Slide Number Placeholder 3">
            <a:extLst>
              <a:ext uri="{FF2B5EF4-FFF2-40B4-BE49-F238E27FC236}">
                <a16:creationId xmlns:a16="http://schemas.microsoft.com/office/drawing/2014/main" id="{99A065EF-FFA0-F4B6-615F-DA45D7DC81F2}"/>
              </a:ext>
            </a:extLst>
          </p:cNvPr>
          <p:cNvSpPr>
            <a:spLocks noGrp="1"/>
          </p:cNvSpPr>
          <p:nvPr>
            <p:ph type="sldNum" sz="quarter" idx="12"/>
          </p:nvPr>
        </p:nvSpPr>
        <p:spPr>
          <a:xfrm>
            <a:off x="10428288" y="6311900"/>
            <a:ext cx="1209674" cy="269875"/>
          </a:xfrm>
        </p:spPr>
        <p:txBody>
          <a:bodyPr/>
          <a:lstStyle/>
          <a:p>
            <a:fld id="{862A5111-985B-C14D-9115-5787026182A8}" type="slidenum">
              <a:rPr lang="en-US" smtClean="0"/>
              <a:pPr/>
              <a:t>64</a:t>
            </a:fld>
            <a:endParaRPr lang="en-US" dirty="0"/>
          </a:p>
        </p:txBody>
      </p:sp>
      <p:sp>
        <p:nvSpPr>
          <p:cNvPr id="2" name="Title 1">
            <a:extLst>
              <a:ext uri="{FF2B5EF4-FFF2-40B4-BE49-F238E27FC236}">
                <a16:creationId xmlns:a16="http://schemas.microsoft.com/office/drawing/2014/main" id="{32626F61-EA43-4D3C-D6F0-8123768CA447}"/>
              </a:ext>
            </a:extLst>
          </p:cNvPr>
          <p:cNvSpPr>
            <a:spLocks noGrp="1"/>
          </p:cNvSpPr>
          <p:nvPr>
            <p:ph type="title"/>
          </p:nvPr>
        </p:nvSpPr>
        <p:spPr>
          <a:xfrm>
            <a:off x="546100" y="552450"/>
            <a:ext cx="11091862" cy="434975"/>
          </a:xfrm>
        </p:spPr>
        <p:txBody>
          <a:bodyPr/>
          <a:lstStyle/>
          <a:p>
            <a:r>
              <a:rPr lang="en-US" dirty="0"/>
              <a:t>Sample table layouts</a:t>
            </a:r>
          </a:p>
        </p:txBody>
      </p:sp>
      <p:graphicFrame>
        <p:nvGraphicFramePr>
          <p:cNvPr id="16" name="Content Placeholder 7">
            <a:extLst>
              <a:ext uri="{FF2B5EF4-FFF2-40B4-BE49-F238E27FC236}">
                <a16:creationId xmlns:a16="http://schemas.microsoft.com/office/drawing/2014/main" id="{622747A3-5478-C519-4779-33636AB29CB4}"/>
              </a:ext>
            </a:extLst>
          </p:cNvPr>
          <p:cNvGraphicFramePr>
            <a:graphicFrameLocks noGrp="1"/>
          </p:cNvGraphicFramePr>
          <p:nvPr>
            <p:ph sz="half" idx="2"/>
            <p:extLst>
              <p:ext uri="{D42A27DB-BD31-4B8C-83A1-F6EECF244321}">
                <p14:modId xmlns:p14="http://schemas.microsoft.com/office/powerpoint/2010/main" val="3055416288"/>
              </p:ext>
            </p:extLst>
          </p:nvPr>
        </p:nvGraphicFramePr>
        <p:xfrm>
          <a:off x="546100" y="1849438"/>
          <a:ext cx="9678984" cy="3708400"/>
        </p:xfrm>
        <a:graphic>
          <a:graphicData uri="http://schemas.openxmlformats.org/drawingml/2006/table">
            <a:tbl>
              <a:tblPr firstRow="1">
                <a:tableStyleId>{2D5ABB26-0587-4C30-8999-92F81FD0307C}</a:tableStyleId>
              </a:tblPr>
              <a:tblGrid>
                <a:gridCol w="2870200">
                  <a:extLst>
                    <a:ext uri="{9D8B030D-6E8A-4147-A177-3AD203B41FA5}">
                      <a16:colId xmlns:a16="http://schemas.microsoft.com/office/drawing/2014/main" val="1198500505"/>
                    </a:ext>
                  </a:extLst>
                </a:gridCol>
                <a:gridCol w="1702196">
                  <a:extLst>
                    <a:ext uri="{9D8B030D-6E8A-4147-A177-3AD203B41FA5}">
                      <a16:colId xmlns:a16="http://schemas.microsoft.com/office/drawing/2014/main" val="1479176752"/>
                    </a:ext>
                  </a:extLst>
                </a:gridCol>
                <a:gridCol w="1702196">
                  <a:extLst>
                    <a:ext uri="{9D8B030D-6E8A-4147-A177-3AD203B41FA5}">
                      <a16:colId xmlns:a16="http://schemas.microsoft.com/office/drawing/2014/main" val="600691957"/>
                    </a:ext>
                  </a:extLst>
                </a:gridCol>
                <a:gridCol w="1702196">
                  <a:extLst>
                    <a:ext uri="{9D8B030D-6E8A-4147-A177-3AD203B41FA5}">
                      <a16:colId xmlns:a16="http://schemas.microsoft.com/office/drawing/2014/main" val="2233167671"/>
                    </a:ext>
                  </a:extLst>
                </a:gridCol>
                <a:gridCol w="1702196">
                  <a:extLst>
                    <a:ext uri="{9D8B030D-6E8A-4147-A177-3AD203B41FA5}">
                      <a16:colId xmlns:a16="http://schemas.microsoft.com/office/drawing/2014/main" val="102141217"/>
                    </a:ext>
                  </a:extLst>
                </a:gridCol>
              </a:tblGrid>
              <a:tr h="370840">
                <a:tc>
                  <a:txBody>
                    <a:bodyPr/>
                    <a:lstStyle/>
                    <a:p>
                      <a:r>
                        <a:rPr lang="en-US" sz="1200" b="1" dirty="0"/>
                        <a:t>Nos </a:t>
                      </a:r>
                      <a:r>
                        <a:rPr lang="en-US" sz="1200" b="1" dirty="0" err="1"/>
                        <a:t>experis</a:t>
                      </a:r>
                      <a:r>
                        <a:rPr lang="en-US" sz="1200" b="1" dirty="0"/>
                        <a:t> </a:t>
                      </a:r>
                      <a:r>
                        <a:rPr lang="en-US" sz="1200" b="1" dirty="0" err="1"/>
                        <a:t>eaquo</a:t>
                      </a:r>
                      <a:endParaRPr lang="en-US" sz="1200" b="1" dirty="0"/>
                    </a:p>
                  </a:txBody>
                  <a:tcPr anchor="ctr">
                    <a:lnB w="6350" cap="flat" cmpd="sng" algn="ctr">
                      <a:solidFill>
                        <a:srgbClr val="9C9FA1"/>
                      </a:solidFill>
                      <a:prstDash val="solid"/>
                      <a:round/>
                      <a:headEnd type="none" w="med" len="med"/>
                      <a:tailEnd type="none" w="med" len="med"/>
                    </a:lnB>
                  </a:tcPr>
                </a:tc>
                <a:tc>
                  <a:txBody>
                    <a:bodyPr/>
                    <a:lstStyle/>
                    <a:p>
                      <a:r>
                        <a:rPr lang="en-US" sz="1200" b="1" dirty="0" err="1"/>
                        <a:t>Odiam</a:t>
                      </a:r>
                      <a:r>
                        <a:rPr lang="en-US" sz="1200" b="1" dirty="0"/>
                        <a:t> </a:t>
                      </a:r>
                      <a:r>
                        <a:rPr lang="en-US" sz="1200" b="1" dirty="0" err="1"/>
                        <a:t>ea</a:t>
                      </a:r>
                      <a:r>
                        <a:rPr lang="en-US" sz="1200" b="1" dirty="0"/>
                        <a:t> dolor</a:t>
                      </a:r>
                    </a:p>
                  </a:txBody>
                  <a:tcPr anchor="ctr">
                    <a:lnB w="6350" cap="flat" cmpd="sng" algn="ctr">
                      <a:solidFill>
                        <a:srgbClr val="9C9FA1"/>
                      </a:solidFill>
                      <a:prstDash val="solid"/>
                      <a:round/>
                      <a:headEnd type="none" w="med" len="med"/>
                      <a:tailEnd type="none" w="med" len="med"/>
                    </a:lnB>
                  </a:tcPr>
                </a:tc>
                <a:tc>
                  <a:txBody>
                    <a:bodyPr/>
                    <a:lstStyle/>
                    <a:p>
                      <a:r>
                        <a:rPr lang="en-US" sz="1200" b="1" dirty="0" err="1"/>
                        <a:t>Susdae</a:t>
                      </a:r>
                      <a:r>
                        <a:rPr lang="en-US" sz="1200" b="1" dirty="0"/>
                        <a:t> </a:t>
                      </a:r>
                      <a:r>
                        <a:rPr lang="en-US" sz="1200" b="1" dirty="0" err="1"/>
                        <a:t>occatistiis</a:t>
                      </a:r>
                      <a:endParaRPr lang="en-US" sz="1200" b="1" dirty="0"/>
                    </a:p>
                  </a:txBody>
                  <a:tcPr anchor="ctr">
                    <a:lnB w="6350" cap="flat" cmpd="sng" algn="ctr">
                      <a:solidFill>
                        <a:srgbClr val="9C9FA1"/>
                      </a:solidFill>
                      <a:prstDash val="solid"/>
                      <a:round/>
                      <a:headEnd type="none" w="med" len="med"/>
                      <a:tailEnd type="none" w="med" len="med"/>
                    </a:lnB>
                  </a:tcPr>
                </a:tc>
                <a:tc>
                  <a:txBody>
                    <a:bodyPr/>
                    <a:lstStyle/>
                    <a:p>
                      <a:r>
                        <a:rPr lang="en-US" sz="1200" b="1" dirty="0" err="1"/>
                        <a:t>Rumque</a:t>
                      </a:r>
                      <a:r>
                        <a:rPr lang="en-US" sz="1200" b="1" dirty="0"/>
                        <a:t> </a:t>
                      </a:r>
                      <a:r>
                        <a:rPr lang="en-US" sz="1200" b="1" dirty="0" err="1"/>
                        <a:t>simolenis</a:t>
                      </a:r>
                      <a:endParaRPr lang="en-US" sz="1200" b="1" dirty="0"/>
                    </a:p>
                  </a:txBody>
                  <a:tcPr anchor="ctr">
                    <a:lnB w="6350" cap="flat" cmpd="sng" algn="ctr">
                      <a:solidFill>
                        <a:srgbClr val="9C9FA1"/>
                      </a:solidFill>
                      <a:prstDash val="solid"/>
                      <a:round/>
                      <a:headEnd type="none" w="med" len="med"/>
                      <a:tailEnd type="none" w="med" len="med"/>
                    </a:lnB>
                  </a:tcPr>
                </a:tc>
                <a:tc>
                  <a:txBody>
                    <a:bodyPr/>
                    <a:lstStyle/>
                    <a:p>
                      <a:r>
                        <a:rPr lang="en-US" sz="1200" b="1" dirty="0" err="1"/>
                        <a:t>Ucilis</a:t>
                      </a:r>
                      <a:r>
                        <a:rPr lang="en-US" sz="1200" b="1" dirty="0"/>
                        <a:t> sin event</a:t>
                      </a:r>
                    </a:p>
                  </a:txBody>
                  <a:tcPr anchor="ctr">
                    <a:lnB w="6350" cap="flat" cmpd="sng" algn="ctr">
                      <a:solidFill>
                        <a:srgbClr val="9C9FA1"/>
                      </a:solidFill>
                      <a:prstDash val="solid"/>
                      <a:round/>
                      <a:headEnd type="none" w="med" len="med"/>
                      <a:tailEnd type="none" w="med" len="med"/>
                    </a:lnB>
                  </a:tcPr>
                </a:tc>
                <a:extLst>
                  <a:ext uri="{0D108BD9-81ED-4DB2-BD59-A6C34878D82A}">
                    <a16:rowId xmlns:a16="http://schemas.microsoft.com/office/drawing/2014/main" val="2714815413"/>
                  </a:ext>
                </a:extLst>
              </a:tr>
              <a:tr h="370840">
                <a:tc>
                  <a:txBody>
                    <a:bodyPr/>
                    <a:lstStyle/>
                    <a:p>
                      <a:r>
                        <a:rPr lang="en-US" sz="1200" dirty="0">
                          <a:solidFill>
                            <a:schemeClr val="bg1"/>
                          </a:solidFill>
                        </a:rPr>
                        <a:t>Qui </a:t>
                      </a:r>
                      <a:r>
                        <a:rPr lang="en-US" sz="1200" dirty="0" err="1">
                          <a:solidFill>
                            <a:schemeClr val="bg1"/>
                          </a:solidFill>
                        </a:rPr>
                        <a:t>cora</a:t>
                      </a:r>
                      <a:r>
                        <a:rPr lang="en-US" sz="1200" dirty="0">
                          <a:solidFill>
                            <a:schemeClr val="bg1"/>
                          </a:solidFill>
                        </a:rPr>
                        <a:t> </a:t>
                      </a:r>
                      <a:r>
                        <a:rPr lang="en-US" sz="1200" dirty="0" err="1">
                          <a:solidFill>
                            <a:schemeClr val="bg1"/>
                          </a:solidFill>
                        </a:rPr>
                        <a:t>niscias</a:t>
                      </a:r>
                      <a:r>
                        <a:rPr lang="en-US" sz="1200" dirty="0">
                          <a:solidFill>
                            <a:schemeClr val="bg1"/>
                          </a:solidFill>
                        </a:rPr>
                        <a:t> </a:t>
                      </a:r>
                      <a:r>
                        <a:rPr lang="en-US" sz="1200" dirty="0" err="1">
                          <a:solidFill>
                            <a:schemeClr val="bg1"/>
                          </a:solidFill>
                        </a:rPr>
                        <a:t>dunto</a:t>
                      </a:r>
                      <a:endParaRPr lang="en-US" sz="1200" dirty="0">
                        <a:solidFill>
                          <a:schemeClr val="bg1"/>
                        </a:solidFill>
                      </a:endParaRPr>
                    </a:p>
                  </a:txBody>
                  <a:tcPr anchor="ctr">
                    <a:lnT w="6350" cap="flat" cmpd="sng" algn="ctr">
                      <a:solidFill>
                        <a:srgbClr val="9C9FA1"/>
                      </a:solidFill>
                      <a:prstDash val="solid"/>
                      <a:round/>
                      <a:headEnd type="none" w="med" len="med"/>
                      <a:tailEnd type="none" w="med" len="med"/>
                    </a:lnT>
                    <a:lnB w="6350" cap="flat" cmpd="sng" algn="ctr">
                      <a:solidFill>
                        <a:srgbClr val="9C9FA1"/>
                      </a:solidFill>
                      <a:prstDash val="solid"/>
                      <a:round/>
                      <a:headEnd type="none" w="med" len="med"/>
                      <a:tailEnd type="none" w="med" len="med"/>
                    </a:lnB>
                    <a:solidFill>
                      <a:schemeClr val="tx2"/>
                    </a:solidFill>
                  </a:tcPr>
                </a:tc>
                <a:tc>
                  <a:txBody>
                    <a:bodyPr/>
                    <a:lstStyle/>
                    <a:p>
                      <a:endParaRPr lang="en-US" sz="1200" dirty="0">
                        <a:solidFill>
                          <a:schemeClr val="bg1"/>
                        </a:solidFill>
                      </a:endParaRPr>
                    </a:p>
                  </a:txBody>
                  <a:tcPr anchor="ctr">
                    <a:lnT w="6350" cap="flat" cmpd="sng" algn="ctr">
                      <a:solidFill>
                        <a:srgbClr val="9C9FA1"/>
                      </a:solidFill>
                      <a:prstDash val="solid"/>
                      <a:round/>
                      <a:headEnd type="none" w="med" len="med"/>
                      <a:tailEnd type="none" w="med" len="med"/>
                    </a:lnT>
                    <a:lnB w="6350" cap="flat" cmpd="sng" algn="ctr">
                      <a:solidFill>
                        <a:srgbClr val="9C9FA1"/>
                      </a:solidFill>
                      <a:prstDash val="solid"/>
                      <a:round/>
                      <a:headEnd type="none" w="med" len="med"/>
                      <a:tailEnd type="none" w="med" len="med"/>
                    </a:lnB>
                    <a:solidFill>
                      <a:schemeClr val="tx2"/>
                    </a:solidFill>
                  </a:tcPr>
                </a:tc>
                <a:tc>
                  <a:txBody>
                    <a:bodyPr/>
                    <a:lstStyle/>
                    <a:p>
                      <a:endParaRPr lang="en-US" sz="1200" dirty="0">
                        <a:solidFill>
                          <a:schemeClr val="bg1"/>
                        </a:solidFill>
                      </a:endParaRPr>
                    </a:p>
                  </a:txBody>
                  <a:tcPr anchor="ctr">
                    <a:lnT w="6350" cap="flat" cmpd="sng" algn="ctr">
                      <a:solidFill>
                        <a:srgbClr val="9C9FA1"/>
                      </a:solidFill>
                      <a:prstDash val="solid"/>
                      <a:round/>
                      <a:headEnd type="none" w="med" len="med"/>
                      <a:tailEnd type="none" w="med" len="med"/>
                    </a:lnT>
                    <a:lnB w="6350" cap="flat" cmpd="sng" algn="ctr">
                      <a:solidFill>
                        <a:srgbClr val="9C9FA1"/>
                      </a:solidFill>
                      <a:prstDash val="solid"/>
                      <a:round/>
                      <a:headEnd type="none" w="med" len="med"/>
                      <a:tailEnd type="none" w="med" len="med"/>
                    </a:lnB>
                    <a:solidFill>
                      <a:schemeClr val="tx2"/>
                    </a:solidFill>
                  </a:tcPr>
                </a:tc>
                <a:tc>
                  <a:txBody>
                    <a:bodyPr/>
                    <a:lstStyle/>
                    <a:p>
                      <a:endParaRPr lang="en-US" sz="1200" dirty="0">
                        <a:solidFill>
                          <a:schemeClr val="bg1"/>
                        </a:solidFill>
                      </a:endParaRPr>
                    </a:p>
                  </a:txBody>
                  <a:tcPr anchor="ctr">
                    <a:lnT w="6350" cap="flat" cmpd="sng" algn="ctr">
                      <a:solidFill>
                        <a:srgbClr val="9C9FA1"/>
                      </a:solidFill>
                      <a:prstDash val="solid"/>
                      <a:round/>
                      <a:headEnd type="none" w="med" len="med"/>
                      <a:tailEnd type="none" w="med" len="med"/>
                    </a:lnT>
                    <a:lnB w="6350" cap="flat" cmpd="sng" algn="ctr">
                      <a:solidFill>
                        <a:srgbClr val="9C9FA1"/>
                      </a:solidFill>
                      <a:prstDash val="solid"/>
                      <a:round/>
                      <a:headEnd type="none" w="med" len="med"/>
                      <a:tailEnd type="none" w="med" len="med"/>
                    </a:lnB>
                    <a:solidFill>
                      <a:schemeClr val="tx2"/>
                    </a:solidFill>
                  </a:tcPr>
                </a:tc>
                <a:tc>
                  <a:txBody>
                    <a:bodyPr/>
                    <a:lstStyle/>
                    <a:p>
                      <a:endParaRPr lang="en-US" sz="1200" dirty="0">
                        <a:solidFill>
                          <a:schemeClr val="bg1"/>
                        </a:solidFill>
                      </a:endParaRPr>
                    </a:p>
                  </a:txBody>
                  <a:tcPr anchor="ctr">
                    <a:lnT w="6350" cap="flat" cmpd="sng" algn="ctr">
                      <a:solidFill>
                        <a:srgbClr val="9C9FA1"/>
                      </a:solidFill>
                      <a:prstDash val="solid"/>
                      <a:round/>
                      <a:headEnd type="none" w="med" len="med"/>
                      <a:tailEnd type="none" w="med" len="med"/>
                    </a:lnT>
                    <a:lnB w="6350" cap="flat" cmpd="sng" algn="ctr">
                      <a:solidFill>
                        <a:srgbClr val="9C9FA1"/>
                      </a:solidFill>
                      <a:prstDash val="solid"/>
                      <a:round/>
                      <a:headEnd type="none" w="med" len="med"/>
                      <a:tailEnd type="none" w="med" len="med"/>
                    </a:lnB>
                    <a:solidFill>
                      <a:schemeClr val="tx2"/>
                    </a:solidFill>
                  </a:tcPr>
                </a:tc>
                <a:extLst>
                  <a:ext uri="{0D108BD9-81ED-4DB2-BD59-A6C34878D82A}">
                    <a16:rowId xmlns:a16="http://schemas.microsoft.com/office/drawing/2014/main" val="2518456608"/>
                  </a:ext>
                </a:extLst>
              </a:tr>
              <a:tr h="370840">
                <a:tc>
                  <a:txBody>
                    <a:bodyPr/>
                    <a:lstStyle/>
                    <a:p>
                      <a:r>
                        <a:rPr lang="en-US" sz="1200" dirty="0" err="1"/>
                        <a:t>Susdae</a:t>
                      </a:r>
                      <a:r>
                        <a:rPr lang="en-US" sz="1200" dirty="0"/>
                        <a:t> </a:t>
                      </a:r>
                      <a:r>
                        <a:rPr lang="en-US" sz="1200" dirty="0" err="1"/>
                        <a:t>occatistiis</a:t>
                      </a:r>
                      <a:endParaRPr lang="en-US" sz="1200" dirty="0"/>
                    </a:p>
                  </a:txBody>
                  <a:tcPr anchor="ctr">
                    <a:lnT w="6350" cap="flat" cmpd="sng" algn="ctr">
                      <a:solidFill>
                        <a:srgbClr val="9C9FA1"/>
                      </a:solidFill>
                      <a:prstDash val="solid"/>
                      <a:round/>
                      <a:headEnd type="none" w="med" len="med"/>
                      <a:tailEnd type="none" w="med" len="med"/>
                    </a:lnT>
                    <a:lnB w="6350" cap="flat" cmpd="sng" algn="ctr">
                      <a:solidFill>
                        <a:srgbClr val="9C9FA1"/>
                      </a:solidFill>
                      <a:prstDash val="solid"/>
                      <a:round/>
                      <a:headEnd type="none" w="med" len="med"/>
                      <a:tailEnd type="none" w="med" len="med"/>
                    </a:lnB>
                  </a:tcPr>
                </a:tc>
                <a:tc>
                  <a:txBody>
                    <a:bodyPr/>
                    <a:lstStyle/>
                    <a:p>
                      <a:endParaRPr lang="en-US" sz="1200" dirty="0"/>
                    </a:p>
                  </a:txBody>
                  <a:tcPr anchor="ctr">
                    <a:lnT w="6350" cap="flat" cmpd="sng" algn="ctr">
                      <a:solidFill>
                        <a:srgbClr val="9C9FA1"/>
                      </a:solidFill>
                      <a:prstDash val="solid"/>
                      <a:round/>
                      <a:headEnd type="none" w="med" len="med"/>
                      <a:tailEnd type="none" w="med" len="med"/>
                    </a:lnT>
                    <a:lnB w="6350" cap="flat" cmpd="sng" algn="ctr">
                      <a:solidFill>
                        <a:srgbClr val="9C9FA1"/>
                      </a:solidFill>
                      <a:prstDash val="solid"/>
                      <a:round/>
                      <a:headEnd type="none" w="med" len="med"/>
                      <a:tailEnd type="none" w="med" len="med"/>
                    </a:lnB>
                  </a:tcPr>
                </a:tc>
                <a:tc>
                  <a:txBody>
                    <a:bodyPr/>
                    <a:lstStyle/>
                    <a:p>
                      <a:endParaRPr lang="en-US" sz="1200" dirty="0"/>
                    </a:p>
                  </a:txBody>
                  <a:tcPr anchor="ctr">
                    <a:lnT w="6350" cap="flat" cmpd="sng" algn="ctr">
                      <a:solidFill>
                        <a:srgbClr val="9C9FA1"/>
                      </a:solidFill>
                      <a:prstDash val="solid"/>
                      <a:round/>
                      <a:headEnd type="none" w="med" len="med"/>
                      <a:tailEnd type="none" w="med" len="med"/>
                    </a:lnT>
                    <a:lnB w="6350" cap="flat" cmpd="sng" algn="ctr">
                      <a:solidFill>
                        <a:srgbClr val="9C9FA1"/>
                      </a:solidFill>
                      <a:prstDash val="solid"/>
                      <a:round/>
                      <a:headEnd type="none" w="med" len="med"/>
                      <a:tailEnd type="none" w="med" len="med"/>
                    </a:lnB>
                  </a:tcPr>
                </a:tc>
                <a:tc>
                  <a:txBody>
                    <a:bodyPr/>
                    <a:lstStyle/>
                    <a:p>
                      <a:endParaRPr lang="en-US" sz="1200" dirty="0"/>
                    </a:p>
                  </a:txBody>
                  <a:tcPr anchor="ctr">
                    <a:lnT w="6350" cap="flat" cmpd="sng" algn="ctr">
                      <a:solidFill>
                        <a:srgbClr val="9C9FA1"/>
                      </a:solidFill>
                      <a:prstDash val="solid"/>
                      <a:round/>
                      <a:headEnd type="none" w="med" len="med"/>
                      <a:tailEnd type="none" w="med" len="med"/>
                    </a:lnT>
                    <a:lnB w="6350" cap="flat" cmpd="sng" algn="ctr">
                      <a:solidFill>
                        <a:srgbClr val="9C9FA1"/>
                      </a:solidFill>
                      <a:prstDash val="solid"/>
                      <a:round/>
                      <a:headEnd type="none" w="med" len="med"/>
                      <a:tailEnd type="none" w="med" len="med"/>
                    </a:lnB>
                  </a:tcPr>
                </a:tc>
                <a:tc>
                  <a:txBody>
                    <a:bodyPr/>
                    <a:lstStyle/>
                    <a:p>
                      <a:endParaRPr lang="en-US" sz="1200"/>
                    </a:p>
                  </a:txBody>
                  <a:tcPr anchor="ctr">
                    <a:lnT w="6350" cap="flat" cmpd="sng" algn="ctr">
                      <a:solidFill>
                        <a:srgbClr val="9C9FA1"/>
                      </a:solidFill>
                      <a:prstDash val="solid"/>
                      <a:round/>
                      <a:headEnd type="none" w="med" len="med"/>
                      <a:tailEnd type="none" w="med" len="med"/>
                    </a:lnT>
                    <a:lnB w="6350" cap="flat" cmpd="sng" algn="ctr">
                      <a:solidFill>
                        <a:srgbClr val="9C9FA1"/>
                      </a:solidFill>
                      <a:prstDash val="solid"/>
                      <a:round/>
                      <a:headEnd type="none" w="med" len="med"/>
                      <a:tailEnd type="none" w="med" len="med"/>
                    </a:lnB>
                  </a:tcPr>
                </a:tc>
                <a:extLst>
                  <a:ext uri="{0D108BD9-81ED-4DB2-BD59-A6C34878D82A}">
                    <a16:rowId xmlns:a16="http://schemas.microsoft.com/office/drawing/2014/main" val="143100373"/>
                  </a:ext>
                </a:extLst>
              </a:tr>
              <a:tr h="370840">
                <a:tc>
                  <a:txBody>
                    <a:bodyPr/>
                    <a:lstStyle/>
                    <a:p>
                      <a:r>
                        <a:rPr lang="en-US" sz="1200" dirty="0" err="1"/>
                        <a:t>Cus</a:t>
                      </a:r>
                      <a:r>
                        <a:rPr lang="en-US" sz="1200" dirty="0"/>
                        <a:t> </a:t>
                      </a:r>
                      <a:r>
                        <a:rPr lang="en-US" sz="1200" dirty="0" err="1"/>
                        <a:t>volorro</a:t>
                      </a:r>
                      <a:r>
                        <a:rPr lang="en-US" sz="1200" dirty="0"/>
                        <a:t> </a:t>
                      </a:r>
                      <a:r>
                        <a:rPr lang="en-US" sz="1200" dirty="0" err="1"/>
                        <a:t>magnim</a:t>
                      </a:r>
                      <a:endParaRPr lang="en-US" sz="1200" dirty="0"/>
                    </a:p>
                  </a:txBody>
                  <a:tcPr anchor="ctr">
                    <a:lnT w="6350" cap="flat" cmpd="sng" algn="ctr">
                      <a:solidFill>
                        <a:srgbClr val="9C9FA1"/>
                      </a:solidFill>
                      <a:prstDash val="solid"/>
                      <a:round/>
                      <a:headEnd type="none" w="med" len="med"/>
                      <a:tailEnd type="none" w="med" len="med"/>
                    </a:lnT>
                    <a:lnB w="6350" cap="flat" cmpd="sng" algn="ctr">
                      <a:solidFill>
                        <a:srgbClr val="9C9FA1"/>
                      </a:solidFill>
                      <a:prstDash val="solid"/>
                      <a:round/>
                      <a:headEnd type="none" w="med" len="med"/>
                      <a:tailEnd type="none" w="med" len="med"/>
                    </a:lnB>
                  </a:tcPr>
                </a:tc>
                <a:tc>
                  <a:txBody>
                    <a:bodyPr/>
                    <a:lstStyle/>
                    <a:p>
                      <a:endParaRPr lang="en-US" sz="1200" dirty="0"/>
                    </a:p>
                  </a:txBody>
                  <a:tcPr anchor="ctr">
                    <a:lnT w="6350" cap="flat" cmpd="sng" algn="ctr">
                      <a:solidFill>
                        <a:srgbClr val="9C9FA1"/>
                      </a:solidFill>
                      <a:prstDash val="solid"/>
                      <a:round/>
                      <a:headEnd type="none" w="med" len="med"/>
                      <a:tailEnd type="none" w="med" len="med"/>
                    </a:lnT>
                    <a:lnB w="6350" cap="flat" cmpd="sng" algn="ctr">
                      <a:solidFill>
                        <a:srgbClr val="9C9FA1"/>
                      </a:solidFill>
                      <a:prstDash val="solid"/>
                      <a:round/>
                      <a:headEnd type="none" w="med" len="med"/>
                      <a:tailEnd type="none" w="med" len="med"/>
                    </a:lnB>
                  </a:tcPr>
                </a:tc>
                <a:tc>
                  <a:txBody>
                    <a:bodyPr/>
                    <a:lstStyle/>
                    <a:p>
                      <a:endParaRPr lang="en-US" sz="1200" dirty="0"/>
                    </a:p>
                  </a:txBody>
                  <a:tcPr anchor="ctr">
                    <a:lnT w="6350" cap="flat" cmpd="sng" algn="ctr">
                      <a:solidFill>
                        <a:srgbClr val="9C9FA1"/>
                      </a:solidFill>
                      <a:prstDash val="solid"/>
                      <a:round/>
                      <a:headEnd type="none" w="med" len="med"/>
                      <a:tailEnd type="none" w="med" len="med"/>
                    </a:lnT>
                    <a:lnB w="6350" cap="flat" cmpd="sng" algn="ctr">
                      <a:solidFill>
                        <a:srgbClr val="9C9FA1"/>
                      </a:solidFill>
                      <a:prstDash val="solid"/>
                      <a:round/>
                      <a:headEnd type="none" w="med" len="med"/>
                      <a:tailEnd type="none" w="med" len="med"/>
                    </a:lnB>
                  </a:tcPr>
                </a:tc>
                <a:tc>
                  <a:txBody>
                    <a:bodyPr/>
                    <a:lstStyle/>
                    <a:p>
                      <a:endParaRPr lang="en-US" sz="1200" dirty="0"/>
                    </a:p>
                  </a:txBody>
                  <a:tcPr anchor="ctr">
                    <a:lnT w="6350" cap="flat" cmpd="sng" algn="ctr">
                      <a:solidFill>
                        <a:srgbClr val="9C9FA1"/>
                      </a:solidFill>
                      <a:prstDash val="solid"/>
                      <a:round/>
                      <a:headEnd type="none" w="med" len="med"/>
                      <a:tailEnd type="none" w="med" len="med"/>
                    </a:lnT>
                    <a:lnB w="6350" cap="flat" cmpd="sng" algn="ctr">
                      <a:solidFill>
                        <a:srgbClr val="9C9FA1"/>
                      </a:solidFill>
                      <a:prstDash val="solid"/>
                      <a:round/>
                      <a:headEnd type="none" w="med" len="med"/>
                      <a:tailEnd type="none" w="med" len="med"/>
                    </a:lnB>
                  </a:tcPr>
                </a:tc>
                <a:tc>
                  <a:txBody>
                    <a:bodyPr/>
                    <a:lstStyle/>
                    <a:p>
                      <a:endParaRPr lang="en-US" sz="1200" dirty="0"/>
                    </a:p>
                  </a:txBody>
                  <a:tcPr anchor="ctr">
                    <a:lnT w="6350" cap="flat" cmpd="sng" algn="ctr">
                      <a:solidFill>
                        <a:srgbClr val="9C9FA1"/>
                      </a:solidFill>
                      <a:prstDash val="solid"/>
                      <a:round/>
                      <a:headEnd type="none" w="med" len="med"/>
                      <a:tailEnd type="none" w="med" len="med"/>
                    </a:lnT>
                    <a:lnB w="6350" cap="flat" cmpd="sng" algn="ctr">
                      <a:solidFill>
                        <a:srgbClr val="9C9FA1"/>
                      </a:solidFill>
                      <a:prstDash val="solid"/>
                      <a:round/>
                      <a:headEnd type="none" w="med" len="med"/>
                      <a:tailEnd type="none" w="med" len="med"/>
                    </a:lnB>
                  </a:tcPr>
                </a:tc>
                <a:extLst>
                  <a:ext uri="{0D108BD9-81ED-4DB2-BD59-A6C34878D82A}">
                    <a16:rowId xmlns:a16="http://schemas.microsoft.com/office/drawing/2014/main" val="2389792392"/>
                  </a:ext>
                </a:extLst>
              </a:tr>
              <a:tr h="370840">
                <a:tc>
                  <a:txBody>
                    <a:bodyPr/>
                    <a:lstStyle/>
                    <a:p>
                      <a:r>
                        <a:rPr lang="en-US" sz="1200" dirty="0"/>
                        <a:t>Unto </a:t>
                      </a:r>
                      <a:r>
                        <a:rPr lang="en-US" sz="1200" dirty="0" err="1"/>
                        <a:t>iliciis</a:t>
                      </a:r>
                      <a:r>
                        <a:rPr lang="en-US" sz="1200" dirty="0"/>
                        <a:t> </a:t>
                      </a:r>
                      <a:r>
                        <a:rPr lang="en-US" sz="1200" dirty="0" err="1"/>
                        <a:t>molore</a:t>
                      </a:r>
                      <a:endParaRPr lang="en-US" sz="1200" dirty="0"/>
                    </a:p>
                  </a:txBody>
                  <a:tcPr anchor="ctr">
                    <a:lnT w="6350" cap="flat" cmpd="sng" algn="ctr">
                      <a:solidFill>
                        <a:srgbClr val="9C9FA1"/>
                      </a:solidFill>
                      <a:prstDash val="solid"/>
                      <a:round/>
                      <a:headEnd type="none" w="med" len="med"/>
                      <a:tailEnd type="none" w="med" len="med"/>
                    </a:lnT>
                    <a:lnB w="6350" cap="flat" cmpd="sng" algn="ctr">
                      <a:solidFill>
                        <a:srgbClr val="9C9FA1"/>
                      </a:solidFill>
                      <a:prstDash val="solid"/>
                      <a:round/>
                      <a:headEnd type="none" w="med" len="med"/>
                      <a:tailEnd type="none" w="med" len="med"/>
                    </a:lnB>
                  </a:tcPr>
                </a:tc>
                <a:tc>
                  <a:txBody>
                    <a:bodyPr/>
                    <a:lstStyle/>
                    <a:p>
                      <a:endParaRPr lang="en-US" sz="1200" dirty="0"/>
                    </a:p>
                  </a:txBody>
                  <a:tcPr anchor="ctr">
                    <a:lnT w="6350" cap="flat" cmpd="sng" algn="ctr">
                      <a:solidFill>
                        <a:srgbClr val="9C9FA1"/>
                      </a:solidFill>
                      <a:prstDash val="solid"/>
                      <a:round/>
                      <a:headEnd type="none" w="med" len="med"/>
                      <a:tailEnd type="none" w="med" len="med"/>
                    </a:lnT>
                    <a:lnB w="6350" cap="flat" cmpd="sng" algn="ctr">
                      <a:solidFill>
                        <a:srgbClr val="9C9FA1"/>
                      </a:solidFill>
                      <a:prstDash val="solid"/>
                      <a:round/>
                      <a:headEnd type="none" w="med" len="med"/>
                      <a:tailEnd type="none" w="med" len="med"/>
                    </a:lnB>
                  </a:tcPr>
                </a:tc>
                <a:tc>
                  <a:txBody>
                    <a:bodyPr/>
                    <a:lstStyle/>
                    <a:p>
                      <a:endParaRPr lang="en-US" sz="1200" dirty="0"/>
                    </a:p>
                  </a:txBody>
                  <a:tcPr anchor="ctr">
                    <a:lnT w="6350" cap="flat" cmpd="sng" algn="ctr">
                      <a:solidFill>
                        <a:srgbClr val="9C9FA1"/>
                      </a:solidFill>
                      <a:prstDash val="solid"/>
                      <a:round/>
                      <a:headEnd type="none" w="med" len="med"/>
                      <a:tailEnd type="none" w="med" len="med"/>
                    </a:lnT>
                    <a:lnB w="6350" cap="flat" cmpd="sng" algn="ctr">
                      <a:solidFill>
                        <a:srgbClr val="9C9FA1"/>
                      </a:solidFill>
                      <a:prstDash val="solid"/>
                      <a:round/>
                      <a:headEnd type="none" w="med" len="med"/>
                      <a:tailEnd type="none" w="med" len="med"/>
                    </a:lnB>
                  </a:tcPr>
                </a:tc>
                <a:tc>
                  <a:txBody>
                    <a:bodyPr/>
                    <a:lstStyle/>
                    <a:p>
                      <a:endParaRPr lang="en-US" sz="1200" dirty="0"/>
                    </a:p>
                  </a:txBody>
                  <a:tcPr anchor="ctr">
                    <a:lnT w="6350" cap="flat" cmpd="sng" algn="ctr">
                      <a:solidFill>
                        <a:srgbClr val="9C9FA1"/>
                      </a:solidFill>
                      <a:prstDash val="solid"/>
                      <a:round/>
                      <a:headEnd type="none" w="med" len="med"/>
                      <a:tailEnd type="none" w="med" len="med"/>
                    </a:lnT>
                    <a:lnB w="6350" cap="flat" cmpd="sng" algn="ctr">
                      <a:solidFill>
                        <a:srgbClr val="9C9FA1"/>
                      </a:solidFill>
                      <a:prstDash val="solid"/>
                      <a:round/>
                      <a:headEnd type="none" w="med" len="med"/>
                      <a:tailEnd type="none" w="med" len="med"/>
                    </a:lnB>
                  </a:tcPr>
                </a:tc>
                <a:tc>
                  <a:txBody>
                    <a:bodyPr/>
                    <a:lstStyle/>
                    <a:p>
                      <a:endParaRPr lang="en-US" sz="1200" dirty="0"/>
                    </a:p>
                  </a:txBody>
                  <a:tcPr anchor="ctr">
                    <a:lnT w="6350" cap="flat" cmpd="sng" algn="ctr">
                      <a:solidFill>
                        <a:srgbClr val="9C9FA1"/>
                      </a:solidFill>
                      <a:prstDash val="solid"/>
                      <a:round/>
                      <a:headEnd type="none" w="med" len="med"/>
                      <a:tailEnd type="none" w="med" len="med"/>
                    </a:lnT>
                    <a:lnB w="6350" cap="flat" cmpd="sng" algn="ctr">
                      <a:solidFill>
                        <a:srgbClr val="9C9FA1"/>
                      </a:solidFill>
                      <a:prstDash val="solid"/>
                      <a:round/>
                      <a:headEnd type="none" w="med" len="med"/>
                      <a:tailEnd type="none" w="med" len="med"/>
                    </a:lnB>
                  </a:tcPr>
                </a:tc>
                <a:extLst>
                  <a:ext uri="{0D108BD9-81ED-4DB2-BD59-A6C34878D82A}">
                    <a16:rowId xmlns:a16="http://schemas.microsoft.com/office/drawing/2014/main" val="3907676944"/>
                  </a:ext>
                </a:extLst>
              </a:tr>
              <a:tr h="370840">
                <a:tc>
                  <a:txBody>
                    <a:bodyPr/>
                    <a:lstStyle/>
                    <a:p>
                      <a:r>
                        <a:rPr lang="en-US" sz="1200" dirty="0" err="1">
                          <a:solidFill>
                            <a:schemeClr val="bg1"/>
                          </a:solidFill>
                        </a:rPr>
                        <a:t>Uptaturis</a:t>
                      </a:r>
                      <a:r>
                        <a:rPr lang="en-US" sz="1200" dirty="0">
                          <a:solidFill>
                            <a:schemeClr val="bg1"/>
                          </a:solidFill>
                        </a:rPr>
                        <a:t> et qui </a:t>
                      </a:r>
                      <a:r>
                        <a:rPr lang="en-US" sz="1200" dirty="0" err="1">
                          <a:solidFill>
                            <a:schemeClr val="bg1"/>
                          </a:solidFill>
                        </a:rPr>
                        <a:t>adipsam</a:t>
                      </a:r>
                      <a:endParaRPr lang="en-US" sz="1200" dirty="0">
                        <a:solidFill>
                          <a:schemeClr val="bg1"/>
                        </a:solidFill>
                      </a:endParaRPr>
                    </a:p>
                  </a:txBody>
                  <a:tcPr anchor="ctr">
                    <a:lnT w="6350" cap="flat" cmpd="sng" algn="ctr">
                      <a:solidFill>
                        <a:srgbClr val="9C9FA1"/>
                      </a:solidFill>
                      <a:prstDash val="solid"/>
                      <a:round/>
                      <a:headEnd type="none" w="med" len="med"/>
                      <a:tailEnd type="none" w="med" len="med"/>
                    </a:lnT>
                    <a:lnB w="6350" cap="flat" cmpd="sng" algn="ctr">
                      <a:solidFill>
                        <a:srgbClr val="9C9FA1"/>
                      </a:solidFill>
                      <a:prstDash val="solid"/>
                      <a:round/>
                      <a:headEnd type="none" w="med" len="med"/>
                      <a:tailEnd type="none" w="med" len="med"/>
                    </a:lnB>
                    <a:solidFill>
                      <a:schemeClr val="tx2"/>
                    </a:solidFill>
                  </a:tcPr>
                </a:tc>
                <a:tc>
                  <a:txBody>
                    <a:bodyPr/>
                    <a:lstStyle/>
                    <a:p>
                      <a:endParaRPr lang="en-US" sz="1200" dirty="0">
                        <a:solidFill>
                          <a:schemeClr val="bg1"/>
                        </a:solidFill>
                      </a:endParaRPr>
                    </a:p>
                  </a:txBody>
                  <a:tcPr anchor="ctr">
                    <a:lnT w="6350" cap="flat" cmpd="sng" algn="ctr">
                      <a:solidFill>
                        <a:srgbClr val="9C9FA1"/>
                      </a:solidFill>
                      <a:prstDash val="solid"/>
                      <a:round/>
                      <a:headEnd type="none" w="med" len="med"/>
                      <a:tailEnd type="none" w="med" len="med"/>
                    </a:lnT>
                    <a:lnB w="6350" cap="flat" cmpd="sng" algn="ctr">
                      <a:solidFill>
                        <a:srgbClr val="9C9FA1"/>
                      </a:solidFill>
                      <a:prstDash val="solid"/>
                      <a:round/>
                      <a:headEnd type="none" w="med" len="med"/>
                      <a:tailEnd type="none" w="med" len="med"/>
                    </a:lnB>
                    <a:solidFill>
                      <a:schemeClr val="tx2"/>
                    </a:solidFill>
                  </a:tcPr>
                </a:tc>
                <a:tc>
                  <a:txBody>
                    <a:bodyPr/>
                    <a:lstStyle/>
                    <a:p>
                      <a:endParaRPr lang="en-US" sz="1200" dirty="0">
                        <a:solidFill>
                          <a:schemeClr val="bg1"/>
                        </a:solidFill>
                      </a:endParaRPr>
                    </a:p>
                  </a:txBody>
                  <a:tcPr anchor="ctr">
                    <a:lnT w="6350" cap="flat" cmpd="sng" algn="ctr">
                      <a:solidFill>
                        <a:srgbClr val="9C9FA1"/>
                      </a:solidFill>
                      <a:prstDash val="solid"/>
                      <a:round/>
                      <a:headEnd type="none" w="med" len="med"/>
                      <a:tailEnd type="none" w="med" len="med"/>
                    </a:lnT>
                    <a:lnB w="6350" cap="flat" cmpd="sng" algn="ctr">
                      <a:solidFill>
                        <a:srgbClr val="9C9FA1"/>
                      </a:solidFill>
                      <a:prstDash val="solid"/>
                      <a:round/>
                      <a:headEnd type="none" w="med" len="med"/>
                      <a:tailEnd type="none" w="med" len="med"/>
                    </a:lnB>
                    <a:solidFill>
                      <a:schemeClr val="tx2"/>
                    </a:solidFill>
                  </a:tcPr>
                </a:tc>
                <a:tc>
                  <a:txBody>
                    <a:bodyPr/>
                    <a:lstStyle/>
                    <a:p>
                      <a:endParaRPr lang="en-US" sz="1200" dirty="0">
                        <a:solidFill>
                          <a:schemeClr val="bg1"/>
                        </a:solidFill>
                      </a:endParaRPr>
                    </a:p>
                  </a:txBody>
                  <a:tcPr anchor="ctr">
                    <a:lnT w="6350" cap="flat" cmpd="sng" algn="ctr">
                      <a:solidFill>
                        <a:srgbClr val="9C9FA1"/>
                      </a:solidFill>
                      <a:prstDash val="solid"/>
                      <a:round/>
                      <a:headEnd type="none" w="med" len="med"/>
                      <a:tailEnd type="none" w="med" len="med"/>
                    </a:lnT>
                    <a:lnB w="6350" cap="flat" cmpd="sng" algn="ctr">
                      <a:solidFill>
                        <a:srgbClr val="9C9FA1"/>
                      </a:solidFill>
                      <a:prstDash val="solid"/>
                      <a:round/>
                      <a:headEnd type="none" w="med" len="med"/>
                      <a:tailEnd type="none" w="med" len="med"/>
                    </a:lnB>
                    <a:solidFill>
                      <a:schemeClr val="tx2"/>
                    </a:solidFill>
                  </a:tcPr>
                </a:tc>
                <a:tc>
                  <a:txBody>
                    <a:bodyPr/>
                    <a:lstStyle/>
                    <a:p>
                      <a:endParaRPr lang="en-US" sz="1200" dirty="0">
                        <a:solidFill>
                          <a:schemeClr val="bg1"/>
                        </a:solidFill>
                      </a:endParaRPr>
                    </a:p>
                  </a:txBody>
                  <a:tcPr anchor="ctr">
                    <a:lnT w="6350" cap="flat" cmpd="sng" algn="ctr">
                      <a:solidFill>
                        <a:srgbClr val="9C9FA1"/>
                      </a:solidFill>
                      <a:prstDash val="solid"/>
                      <a:round/>
                      <a:headEnd type="none" w="med" len="med"/>
                      <a:tailEnd type="none" w="med" len="med"/>
                    </a:lnT>
                    <a:lnB w="6350" cap="flat" cmpd="sng" algn="ctr">
                      <a:solidFill>
                        <a:srgbClr val="9C9FA1"/>
                      </a:solidFill>
                      <a:prstDash val="solid"/>
                      <a:round/>
                      <a:headEnd type="none" w="med" len="med"/>
                      <a:tailEnd type="none" w="med" len="med"/>
                    </a:lnB>
                    <a:solidFill>
                      <a:schemeClr val="tx2"/>
                    </a:solidFill>
                  </a:tcPr>
                </a:tc>
                <a:extLst>
                  <a:ext uri="{0D108BD9-81ED-4DB2-BD59-A6C34878D82A}">
                    <a16:rowId xmlns:a16="http://schemas.microsoft.com/office/drawing/2014/main" val="3420835892"/>
                  </a:ext>
                </a:extLst>
              </a:tr>
              <a:tr h="370840">
                <a:tc>
                  <a:txBody>
                    <a:bodyPr/>
                    <a:lstStyle/>
                    <a:p>
                      <a:r>
                        <a:rPr lang="en-US" sz="1200" dirty="0" err="1"/>
                        <a:t>Landucil</a:t>
                      </a:r>
                      <a:r>
                        <a:rPr lang="en-US" sz="1200" dirty="0"/>
                        <a:t> </a:t>
                      </a:r>
                      <a:r>
                        <a:rPr lang="en-US" sz="1200" dirty="0" err="1"/>
                        <a:t>maio</a:t>
                      </a:r>
                      <a:endParaRPr lang="en-US" sz="1200" dirty="0"/>
                    </a:p>
                  </a:txBody>
                  <a:tcPr anchor="ctr">
                    <a:lnT w="6350" cap="flat" cmpd="sng" algn="ctr">
                      <a:solidFill>
                        <a:srgbClr val="9C9FA1"/>
                      </a:solidFill>
                      <a:prstDash val="solid"/>
                      <a:round/>
                      <a:headEnd type="none" w="med" len="med"/>
                      <a:tailEnd type="none" w="med" len="med"/>
                    </a:lnT>
                    <a:lnB w="6350" cap="flat" cmpd="sng" algn="ctr">
                      <a:solidFill>
                        <a:srgbClr val="9C9FA1"/>
                      </a:solidFill>
                      <a:prstDash val="solid"/>
                      <a:round/>
                      <a:headEnd type="none" w="med" len="med"/>
                      <a:tailEnd type="none" w="med" len="med"/>
                    </a:lnB>
                  </a:tcPr>
                </a:tc>
                <a:tc>
                  <a:txBody>
                    <a:bodyPr/>
                    <a:lstStyle/>
                    <a:p>
                      <a:endParaRPr lang="en-US" sz="1200"/>
                    </a:p>
                  </a:txBody>
                  <a:tcPr anchor="ctr">
                    <a:lnT w="6350" cap="flat" cmpd="sng" algn="ctr">
                      <a:solidFill>
                        <a:srgbClr val="9C9FA1"/>
                      </a:solidFill>
                      <a:prstDash val="solid"/>
                      <a:round/>
                      <a:headEnd type="none" w="med" len="med"/>
                      <a:tailEnd type="none" w="med" len="med"/>
                    </a:lnT>
                    <a:lnB w="6350" cap="flat" cmpd="sng" algn="ctr">
                      <a:solidFill>
                        <a:srgbClr val="9C9FA1"/>
                      </a:solidFill>
                      <a:prstDash val="solid"/>
                      <a:round/>
                      <a:headEnd type="none" w="med" len="med"/>
                      <a:tailEnd type="none" w="med" len="med"/>
                    </a:lnB>
                  </a:tcPr>
                </a:tc>
                <a:tc>
                  <a:txBody>
                    <a:bodyPr/>
                    <a:lstStyle/>
                    <a:p>
                      <a:endParaRPr lang="en-US" sz="1200" dirty="0"/>
                    </a:p>
                  </a:txBody>
                  <a:tcPr anchor="ctr">
                    <a:lnT w="6350" cap="flat" cmpd="sng" algn="ctr">
                      <a:solidFill>
                        <a:srgbClr val="9C9FA1"/>
                      </a:solidFill>
                      <a:prstDash val="solid"/>
                      <a:round/>
                      <a:headEnd type="none" w="med" len="med"/>
                      <a:tailEnd type="none" w="med" len="med"/>
                    </a:lnT>
                    <a:lnB w="6350" cap="flat" cmpd="sng" algn="ctr">
                      <a:solidFill>
                        <a:srgbClr val="9C9FA1"/>
                      </a:solidFill>
                      <a:prstDash val="solid"/>
                      <a:round/>
                      <a:headEnd type="none" w="med" len="med"/>
                      <a:tailEnd type="none" w="med" len="med"/>
                    </a:lnB>
                  </a:tcPr>
                </a:tc>
                <a:tc>
                  <a:txBody>
                    <a:bodyPr/>
                    <a:lstStyle/>
                    <a:p>
                      <a:endParaRPr lang="en-US" sz="1200" dirty="0"/>
                    </a:p>
                  </a:txBody>
                  <a:tcPr anchor="ctr">
                    <a:lnT w="6350" cap="flat" cmpd="sng" algn="ctr">
                      <a:solidFill>
                        <a:srgbClr val="9C9FA1"/>
                      </a:solidFill>
                      <a:prstDash val="solid"/>
                      <a:round/>
                      <a:headEnd type="none" w="med" len="med"/>
                      <a:tailEnd type="none" w="med" len="med"/>
                    </a:lnT>
                    <a:lnB w="6350" cap="flat" cmpd="sng" algn="ctr">
                      <a:solidFill>
                        <a:srgbClr val="9C9FA1"/>
                      </a:solidFill>
                      <a:prstDash val="solid"/>
                      <a:round/>
                      <a:headEnd type="none" w="med" len="med"/>
                      <a:tailEnd type="none" w="med" len="med"/>
                    </a:lnB>
                  </a:tcPr>
                </a:tc>
                <a:tc>
                  <a:txBody>
                    <a:bodyPr/>
                    <a:lstStyle/>
                    <a:p>
                      <a:endParaRPr lang="en-US" sz="1200" dirty="0"/>
                    </a:p>
                  </a:txBody>
                  <a:tcPr anchor="ctr">
                    <a:lnT w="6350" cap="flat" cmpd="sng" algn="ctr">
                      <a:solidFill>
                        <a:srgbClr val="9C9FA1"/>
                      </a:solidFill>
                      <a:prstDash val="solid"/>
                      <a:round/>
                      <a:headEnd type="none" w="med" len="med"/>
                      <a:tailEnd type="none" w="med" len="med"/>
                    </a:lnT>
                    <a:lnB w="6350" cap="flat" cmpd="sng" algn="ctr">
                      <a:solidFill>
                        <a:srgbClr val="9C9FA1"/>
                      </a:solidFill>
                      <a:prstDash val="solid"/>
                      <a:round/>
                      <a:headEnd type="none" w="med" len="med"/>
                      <a:tailEnd type="none" w="med" len="med"/>
                    </a:lnB>
                  </a:tcPr>
                </a:tc>
                <a:extLst>
                  <a:ext uri="{0D108BD9-81ED-4DB2-BD59-A6C34878D82A}">
                    <a16:rowId xmlns:a16="http://schemas.microsoft.com/office/drawing/2014/main" val="3481594072"/>
                  </a:ext>
                </a:extLst>
              </a:tr>
              <a:tr h="370840">
                <a:tc>
                  <a:txBody>
                    <a:bodyPr/>
                    <a:lstStyle/>
                    <a:p>
                      <a:r>
                        <a:rPr lang="en-US" sz="1200" dirty="0" err="1"/>
                        <a:t>Ditam</a:t>
                      </a:r>
                      <a:r>
                        <a:rPr lang="en-US" sz="1200" dirty="0"/>
                        <a:t> qui </a:t>
                      </a:r>
                      <a:r>
                        <a:rPr lang="en-US" sz="1200" dirty="0" err="1"/>
                        <a:t>omnihillit</a:t>
                      </a:r>
                      <a:endParaRPr lang="en-US" sz="1200" dirty="0"/>
                    </a:p>
                  </a:txBody>
                  <a:tcPr anchor="ctr">
                    <a:lnT w="6350" cap="flat" cmpd="sng" algn="ctr">
                      <a:solidFill>
                        <a:srgbClr val="9C9FA1"/>
                      </a:solidFill>
                      <a:prstDash val="solid"/>
                      <a:round/>
                      <a:headEnd type="none" w="med" len="med"/>
                      <a:tailEnd type="none" w="med" len="med"/>
                    </a:lnT>
                    <a:lnB w="6350" cap="flat" cmpd="sng" algn="ctr">
                      <a:solidFill>
                        <a:srgbClr val="9C9FA1"/>
                      </a:solidFill>
                      <a:prstDash val="solid"/>
                      <a:round/>
                      <a:headEnd type="none" w="med" len="med"/>
                      <a:tailEnd type="none" w="med" len="med"/>
                    </a:lnB>
                  </a:tcPr>
                </a:tc>
                <a:tc>
                  <a:txBody>
                    <a:bodyPr/>
                    <a:lstStyle/>
                    <a:p>
                      <a:endParaRPr lang="en-US" sz="1200"/>
                    </a:p>
                  </a:txBody>
                  <a:tcPr anchor="ctr">
                    <a:lnT w="6350" cap="flat" cmpd="sng" algn="ctr">
                      <a:solidFill>
                        <a:srgbClr val="9C9FA1"/>
                      </a:solidFill>
                      <a:prstDash val="solid"/>
                      <a:round/>
                      <a:headEnd type="none" w="med" len="med"/>
                      <a:tailEnd type="none" w="med" len="med"/>
                    </a:lnT>
                    <a:lnB w="6350" cap="flat" cmpd="sng" algn="ctr">
                      <a:solidFill>
                        <a:srgbClr val="9C9FA1"/>
                      </a:solidFill>
                      <a:prstDash val="solid"/>
                      <a:round/>
                      <a:headEnd type="none" w="med" len="med"/>
                      <a:tailEnd type="none" w="med" len="med"/>
                    </a:lnB>
                  </a:tcPr>
                </a:tc>
                <a:tc>
                  <a:txBody>
                    <a:bodyPr/>
                    <a:lstStyle/>
                    <a:p>
                      <a:endParaRPr lang="en-US" sz="1200"/>
                    </a:p>
                  </a:txBody>
                  <a:tcPr anchor="ctr">
                    <a:lnT w="6350" cap="flat" cmpd="sng" algn="ctr">
                      <a:solidFill>
                        <a:srgbClr val="9C9FA1"/>
                      </a:solidFill>
                      <a:prstDash val="solid"/>
                      <a:round/>
                      <a:headEnd type="none" w="med" len="med"/>
                      <a:tailEnd type="none" w="med" len="med"/>
                    </a:lnT>
                    <a:lnB w="6350" cap="flat" cmpd="sng" algn="ctr">
                      <a:solidFill>
                        <a:srgbClr val="9C9FA1"/>
                      </a:solidFill>
                      <a:prstDash val="solid"/>
                      <a:round/>
                      <a:headEnd type="none" w="med" len="med"/>
                      <a:tailEnd type="none" w="med" len="med"/>
                    </a:lnB>
                  </a:tcPr>
                </a:tc>
                <a:tc>
                  <a:txBody>
                    <a:bodyPr/>
                    <a:lstStyle/>
                    <a:p>
                      <a:endParaRPr lang="en-US" sz="1200" dirty="0"/>
                    </a:p>
                  </a:txBody>
                  <a:tcPr anchor="ctr">
                    <a:lnT w="6350" cap="flat" cmpd="sng" algn="ctr">
                      <a:solidFill>
                        <a:srgbClr val="9C9FA1"/>
                      </a:solidFill>
                      <a:prstDash val="solid"/>
                      <a:round/>
                      <a:headEnd type="none" w="med" len="med"/>
                      <a:tailEnd type="none" w="med" len="med"/>
                    </a:lnT>
                    <a:lnB w="6350" cap="flat" cmpd="sng" algn="ctr">
                      <a:solidFill>
                        <a:srgbClr val="9C9FA1"/>
                      </a:solidFill>
                      <a:prstDash val="solid"/>
                      <a:round/>
                      <a:headEnd type="none" w="med" len="med"/>
                      <a:tailEnd type="none" w="med" len="med"/>
                    </a:lnB>
                  </a:tcPr>
                </a:tc>
                <a:tc>
                  <a:txBody>
                    <a:bodyPr/>
                    <a:lstStyle/>
                    <a:p>
                      <a:endParaRPr lang="en-US" sz="1200" dirty="0"/>
                    </a:p>
                  </a:txBody>
                  <a:tcPr anchor="ctr">
                    <a:lnT w="6350" cap="flat" cmpd="sng" algn="ctr">
                      <a:solidFill>
                        <a:srgbClr val="9C9FA1"/>
                      </a:solidFill>
                      <a:prstDash val="solid"/>
                      <a:round/>
                      <a:headEnd type="none" w="med" len="med"/>
                      <a:tailEnd type="none" w="med" len="med"/>
                    </a:lnT>
                    <a:lnB w="6350" cap="flat" cmpd="sng" algn="ctr">
                      <a:solidFill>
                        <a:srgbClr val="9C9FA1"/>
                      </a:solidFill>
                      <a:prstDash val="solid"/>
                      <a:round/>
                      <a:headEnd type="none" w="med" len="med"/>
                      <a:tailEnd type="none" w="med" len="med"/>
                    </a:lnB>
                  </a:tcPr>
                </a:tc>
                <a:extLst>
                  <a:ext uri="{0D108BD9-81ED-4DB2-BD59-A6C34878D82A}">
                    <a16:rowId xmlns:a16="http://schemas.microsoft.com/office/drawing/2014/main" val="1317323320"/>
                  </a:ext>
                </a:extLst>
              </a:tr>
              <a:tr h="370840">
                <a:tc>
                  <a:txBody>
                    <a:bodyPr/>
                    <a:lstStyle/>
                    <a:p>
                      <a:r>
                        <a:rPr lang="en-US" sz="1200" dirty="0"/>
                        <a:t>Bust ad </a:t>
                      </a:r>
                      <a:r>
                        <a:rPr lang="en-US" sz="1200" dirty="0" err="1"/>
                        <a:t>eos</a:t>
                      </a:r>
                      <a:r>
                        <a:rPr lang="en-US" sz="1200" dirty="0"/>
                        <a:t> is et</a:t>
                      </a:r>
                    </a:p>
                  </a:txBody>
                  <a:tcPr anchor="ctr">
                    <a:lnT w="6350" cap="flat" cmpd="sng" algn="ctr">
                      <a:solidFill>
                        <a:srgbClr val="9C9FA1"/>
                      </a:solidFill>
                      <a:prstDash val="solid"/>
                      <a:round/>
                      <a:headEnd type="none" w="med" len="med"/>
                      <a:tailEnd type="none" w="med" len="med"/>
                    </a:lnT>
                    <a:lnB w="6350" cap="flat" cmpd="sng" algn="ctr">
                      <a:solidFill>
                        <a:srgbClr val="9C9FA1"/>
                      </a:solidFill>
                      <a:prstDash val="solid"/>
                      <a:round/>
                      <a:headEnd type="none" w="med" len="med"/>
                      <a:tailEnd type="none" w="med" len="med"/>
                    </a:lnB>
                  </a:tcPr>
                </a:tc>
                <a:tc>
                  <a:txBody>
                    <a:bodyPr/>
                    <a:lstStyle/>
                    <a:p>
                      <a:endParaRPr lang="en-US" sz="1200"/>
                    </a:p>
                  </a:txBody>
                  <a:tcPr anchor="ctr">
                    <a:lnT w="6350" cap="flat" cmpd="sng" algn="ctr">
                      <a:solidFill>
                        <a:srgbClr val="9C9FA1"/>
                      </a:solidFill>
                      <a:prstDash val="solid"/>
                      <a:round/>
                      <a:headEnd type="none" w="med" len="med"/>
                      <a:tailEnd type="none" w="med" len="med"/>
                    </a:lnT>
                    <a:lnB w="6350" cap="flat" cmpd="sng" algn="ctr">
                      <a:solidFill>
                        <a:srgbClr val="9C9FA1"/>
                      </a:solidFill>
                      <a:prstDash val="solid"/>
                      <a:round/>
                      <a:headEnd type="none" w="med" len="med"/>
                      <a:tailEnd type="none" w="med" len="med"/>
                    </a:lnB>
                  </a:tcPr>
                </a:tc>
                <a:tc>
                  <a:txBody>
                    <a:bodyPr/>
                    <a:lstStyle/>
                    <a:p>
                      <a:endParaRPr lang="en-US" sz="1200"/>
                    </a:p>
                  </a:txBody>
                  <a:tcPr anchor="ctr">
                    <a:lnT w="6350" cap="flat" cmpd="sng" algn="ctr">
                      <a:solidFill>
                        <a:srgbClr val="9C9FA1"/>
                      </a:solidFill>
                      <a:prstDash val="solid"/>
                      <a:round/>
                      <a:headEnd type="none" w="med" len="med"/>
                      <a:tailEnd type="none" w="med" len="med"/>
                    </a:lnT>
                    <a:lnB w="6350" cap="flat" cmpd="sng" algn="ctr">
                      <a:solidFill>
                        <a:srgbClr val="9C9FA1"/>
                      </a:solidFill>
                      <a:prstDash val="solid"/>
                      <a:round/>
                      <a:headEnd type="none" w="med" len="med"/>
                      <a:tailEnd type="none" w="med" len="med"/>
                    </a:lnB>
                  </a:tcPr>
                </a:tc>
                <a:tc>
                  <a:txBody>
                    <a:bodyPr/>
                    <a:lstStyle/>
                    <a:p>
                      <a:endParaRPr lang="en-US" sz="1200" dirty="0"/>
                    </a:p>
                  </a:txBody>
                  <a:tcPr anchor="ctr">
                    <a:lnT w="6350" cap="flat" cmpd="sng" algn="ctr">
                      <a:solidFill>
                        <a:srgbClr val="9C9FA1"/>
                      </a:solidFill>
                      <a:prstDash val="solid"/>
                      <a:round/>
                      <a:headEnd type="none" w="med" len="med"/>
                      <a:tailEnd type="none" w="med" len="med"/>
                    </a:lnT>
                    <a:lnB w="6350" cap="flat" cmpd="sng" algn="ctr">
                      <a:solidFill>
                        <a:srgbClr val="9C9FA1"/>
                      </a:solidFill>
                      <a:prstDash val="solid"/>
                      <a:round/>
                      <a:headEnd type="none" w="med" len="med"/>
                      <a:tailEnd type="none" w="med" len="med"/>
                    </a:lnB>
                  </a:tcPr>
                </a:tc>
                <a:tc>
                  <a:txBody>
                    <a:bodyPr/>
                    <a:lstStyle/>
                    <a:p>
                      <a:endParaRPr lang="en-US" sz="1200" dirty="0"/>
                    </a:p>
                  </a:txBody>
                  <a:tcPr anchor="ctr">
                    <a:lnT w="6350" cap="flat" cmpd="sng" algn="ctr">
                      <a:solidFill>
                        <a:srgbClr val="9C9FA1"/>
                      </a:solidFill>
                      <a:prstDash val="solid"/>
                      <a:round/>
                      <a:headEnd type="none" w="med" len="med"/>
                      <a:tailEnd type="none" w="med" len="med"/>
                    </a:lnT>
                    <a:lnB w="6350" cap="flat" cmpd="sng" algn="ctr">
                      <a:solidFill>
                        <a:srgbClr val="9C9FA1"/>
                      </a:solidFill>
                      <a:prstDash val="solid"/>
                      <a:round/>
                      <a:headEnd type="none" w="med" len="med"/>
                      <a:tailEnd type="none" w="med" len="med"/>
                    </a:lnB>
                  </a:tcPr>
                </a:tc>
                <a:extLst>
                  <a:ext uri="{0D108BD9-81ED-4DB2-BD59-A6C34878D82A}">
                    <a16:rowId xmlns:a16="http://schemas.microsoft.com/office/drawing/2014/main" val="2612325521"/>
                  </a:ext>
                </a:extLst>
              </a:tr>
              <a:tr h="370840">
                <a:tc>
                  <a:txBody>
                    <a:bodyPr/>
                    <a:lstStyle/>
                    <a:p>
                      <a:r>
                        <a:rPr lang="en-US" sz="1200" dirty="0"/>
                        <a:t>Vit </a:t>
                      </a:r>
                      <a:r>
                        <a:rPr lang="en-US" sz="1200" dirty="0" err="1"/>
                        <a:t>labo</a:t>
                      </a:r>
                      <a:endParaRPr lang="en-US" sz="1200" dirty="0"/>
                    </a:p>
                  </a:txBody>
                  <a:tcPr anchor="ctr">
                    <a:lnT w="6350" cap="flat" cmpd="sng" algn="ctr">
                      <a:solidFill>
                        <a:srgbClr val="9C9FA1"/>
                      </a:solidFill>
                      <a:prstDash val="solid"/>
                      <a:round/>
                      <a:headEnd type="none" w="med" len="med"/>
                      <a:tailEnd type="none" w="med" len="med"/>
                    </a:lnT>
                  </a:tcPr>
                </a:tc>
                <a:tc>
                  <a:txBody>
                    <a:bodyPr/>
                    <a:lstStyle/>
                    <a:p>
                      <a:endParaRPr lang="en-US" sz="1200"/>
                    </a:p>
                  </a:txBody>
                  <a:tcPr anchor="ctr">
                    <a:lnT w="6350" cap="flat" cmpd="sng" algn="ctr">
                      <a:solidFill>
                        <a:srgbClr val="9C9FA1"/>
                      </a:solidFill>
                      <a:prstDash val="solid"/>
                      <a:round/>
                      <a:headEnd type="none" w="med" len="med"/>
                      <a:tailEnd type="none" w="med" len="med"/>
                    </a:lnT>
                  </a:tcPr>
                </a:tc>
                <a:tc>
                  <a:txBody>
                    <a:bodyPr/>
                    <a:lstStyle/>
                    <a:p>
                      <a:endParaRPr lang="en-US" sz="1200"/>
                    </a:p>
                  </a:txBody>
                  <a:tcPr anchor="ctr">
                    <a:lnT w="6350" cap="flat" cmpd="sng" algn="ctr">
                      <a:solidFill>
                        <a:srgbClr val="9C9FA1"/>
                      </a:solidFill>
                      <a:prstDash val="solid"/>
                      <a:round/>
                      <a:headEnd type="none" w="med" len="med"/>
                      <a:tailEnd type="none" w="med" len="med"/>
                    </a:lnT>
                  </a:tcPr>
                </a:tc>
                <a:tc>
                  <a:txBody>
                    <a:bodyPr/>
                    <a:lstStyle/>
                    <a:p>
                      <a:endParaRPr lang="en-US" sz="1200"/>
                    </a:p>
                  </a:txBody>
                  <a:tcPr anchor="ctr">
                    <a:lnT w="6350" cap="flat" cmpd="sng" algn="ctr">
                      <a:solidFill>
                        <a:srgbClr val="9C9FA1"/>
                      </a:solidFill>
                      <a:prstDash val="solid"/>
                      <a:round/>
                      <a:headEnd type="none" w="med" len="med"/>
                      <a:tailEnd type="none" w="med" len="med"/>
                    </a:lnT>
                  </a:tcPr>
                </a:tc>
                <a:tc>
                  <a:txBody>
                    <a:bodyPr/>
                    <a:lstStyle/>
                    <a:p>
                      <a:endParaRPr lang="en-US" sz="1200" dirty="0"/>
                    </a:p>
                  </a:txBody>
                  <a:tcPr anchor="ctr">
                    <a:lnT w="6350" cap="flat" cmpd="sng" algn="ctr">
                      <a:solidFill>
                        <a:srgbClr val="9C9FA1"/>
                      </a:solidFill>
                      <a:prstDash val="solid"/>
                      <a:round/>
                      <a:headEnd type="none" w="med" len="med"/>
                      <a:tailEnd type="none" w="med" len="med"/>
                    </a:lnT>
                  </a:tcPr>
                </a:tc>
                <a:extLst>
                  <a:ext uri="{0D108BD9-81ED-4DB2-BD59-A6C34878D82A}">
                    <a16:rowId xmlns:a16="http://schemas.microsoft.com/office/drawing/2014/main" val="4196266026"/>
                  </a:ext>
                </a:extLst>
              </a:tr>
            </a:tbl>
          </a:graphicData>
        </a:graphic>
      </p:graphicFrame>
      <p:sp>
        <p:nvSpPr>
          <p:cNvPr id="12" name="Text Placeholder 11">
            <a:extLst>
              <a:ext uri="{FF2B5EF4-FFF2-40B4-BE49-F238E27FC236}">
                <a16:creationId xmlns:a16="http://schemas.microsoft.com/office/drawing/2014/main" id="{B97D678D-38F3-2257-40D2-8EC622C28309}"/>
              </a:ext>
            </a:extLst>
          </p:cNvPr>
          <p:cNvSpPr>
            <a:spLocks noGrp="1"/>
          </p:cNvSpPr>
          <p:nvPr>
            <p:ph type="body" sz="quarter" idx="17"/>
          </p:nvPr>
        </p:nvSpPr>
        <p:spPr>
          <a:xfrm>
            <a:off x="546101" y="1127125"/>
            <a:ext cx="11091862" cy="292101"/>
          </a:xfrm>
        </p:spPr>
        <p:txBody>
          <a:bodyPr/>
          <a:lstStyle/>
          <a:p>
            <a:r>
              <a:rPr lang="en-US" dirty="0"/>
              <a:t>Bold headers and feature rows</a:t>
            </a:r>
          </a:p>
        </p:txBody>
      </p:sp>
      <p:sp>
        <p:nvSpPr>
          <p:cNvPr id="11" name="Text Placeholder 10">
            <a:extLst>
              <a:ext uri="{FF2B5EF4-FFF2-40B4-BE49-F238E27FC236}">
                <a16:creationId xmlns:a16="http://schemas.microsoft.com/office/drawing/2014/main" id="{ACAF1112-7589-1222-C23A-F60754547747}"/>
              </a:ext>
            </a:extLst>
          </p:cNvPr>
          <p:cNvSpPr>
            <a:spLocks noGrp="1"/>
          </p:cNvSpPr>
          <p:nvPr>
            <p:ph type="body" sz="quarter" idx="18"/>
          </p:nvPr>
        </p:nvSpPr>
        <p:spPr/>
        <p:txBody>
          <a:bodyPr/>
          <a:lstStyle/>
          <a:p>
            <a:endParaRPr lang="en-US"/>
          </a:p>
        </p:txBody>
      </p:sp>
    </p:spTree>
    <p:extLst>
      <p:ext uri="{BB962C8B-B14F-4D97-AF65-F5344CB8AC3E}">
        <p14:creationId xmlns:p14="http://schemas.microsoft.com/office/powerpoint/2010/main" val="1763949534"/>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6BCB3A1C-2FD0-370F-FBF5-9ED9AC4CF0CE}"/>
              </a:ext>
            </a:extLst>
          </p:cNvPr>
          <p:cNvSpPr>
            <a:spLocks noGrp="1"/>
          </p:cNvSpPr>
          <p:nvPr>
            <p:ph type="ftr" sz="quarter" idx="11"/>
          </p:nvPr>
        </p:nvSpPr>
        <p:spPr>
          <a:xfrm>
            <a:off x="4781550" y="6311900"/>
            <a:ext cx="5448300" cy="269875"/>
          </a:xfrm>
        </p:spPr>
        <p:txBody>
          <a:bodyPr/>
          <a:lstStyle/>
          <a:p>
            <a:r>
              <a:rPr lang="en-US"/>
              <a:t>See slide 12 for instructions on how to update footer</a:t>
            </a:r>
          </a:p>
        </p:txBody>
      </p:sp>
      <p:sp>
        <p:nvSpPr>
          <p:cNvPr id="4" name="Slide Number Placeholder 3">
            <a:extLst>
              <a:ext uri="{FF2B5EF4-FFF2-40B4-BE49-F238E27FC236}">
                <a16:creationId xmlns:a16="http://schemas.microsoft.com/office/drawing/2014/main" id="{942ED043-79C4-93A1-049B-FB6B8FFB19E1}"/>
              </a:ext>
            </a:extLst>
          </p:cNvPr>
          <p:cNvSpPr>
            <a:spLocks noGrp="1"/>
          </p:cNvSpPr>
          <p:nvPr>
            <p:ph type="sldNum" sz="quarter" idx="12"/>
          </p:nvPr>
        </p:nvSpPr>
        <p:spPr>
          <a:xfrm>
            <a:off x="10428288" y="6311900"/>
            <a:ext cx="1209674" cy="269875"/>
          </a:xfrm>
        </p:spPr>
        <p:txBody>
          <a:bodyPr/>
          <a:lstStyle/>
          <a:p>
            <a:fld id="{862A5111-985B-C14D-9115-5787026182A8}" type="slidenum">
              <a:rPr lang="en-US" smtClean="0"/>
              <a:pPr/>
              <a:t>65</a:t>
            </a:fld>
            <a:endParaRPr lang="en-US" dirty="0"/>
          </a:p>
        </p:txBody>
      </p:sp>
      <p:sp>
        <p:nvSpPr>
          <p:cNvPr id="2" name="Title 1">
            <a:extLst>
              <a:ext uri="{FF2B5EF4-FFF2-40B4-BE49-F238E27FC236}">
                <a16:creationId xmlns:a16="http://schemas.microsoft.com/office/drawing/2014/main" id="{32626F61-EA43-4D3C-D6F0-8123768CA447}"/>
              </a:ext>
            </a:extLst>
          </p:cNvPr>
          <p:cNvSpPr>
            <a:spLocks noGrp="1"/>
          </p:cNvSpPr>
          <p:nvPr>
            <p:ph type="title"/>
          </p:nvPr>
        </p:nvSpPr>
        <p:spPr>
          <a:xfrm>
            <a:off x="546100" y="552450"/>
            <a:ext cx="11091862" cy="434975"/>
          </a:xfrm>
        </p:spPr>
        <p:txBody>
          <a:bodyPr/>
          <a:lstStyle/>
          <a:p>
            <a:r>
              <a:rPr lang="en-US" dirty="0"/>
              <a:t>Sample table layouts</a:t>
            </a:r>
          </a:p>
        </p:txBody>
      </p:sp>
      <p:graphicFrame>
        <p:nvGraphicFramePr>
          <p:cNvPr id="16" name="Content Placeholder 8">
            <a:extLst>
              <a:ext uri="{FF2B5EF4-FFF2-40B4-BE49-F238E27FC236}">
                <a16:creationId xmlns:a16="http://schemas.microsoft.com/office/drawing/2014/main" id="{556C371B-ED23-49AE-259A-E042EB63D34E}"/>
              </a:ext>
            </a:extLst>
          </p:cNvPr>
          <p:cNvGraphicFramePr>
            <a:graphicFrameLocks noGrp="1"/>
          </p:cNvGraphicFramePr>
          <p:nvPr>
            <p:ph sz="half" idx="2"/>
            <p:extLst>
              <p:ext uri="{D42A27DB-BD31-4B8C-83A1-F6EECF244321}">
                <p14:modId xmlns:p14="http://schemas.microsoft.com/office/powerpoint/2010/main" val="3779381459"/>
              </p:ext>
            </p:extLst>
          </p:nvPr>
        </p:nvGraphicFramePr>
        <p:xfrm>
          <a:off x="546100" y="1849438"/>
          <a:ext cx="9313850" cy="4017961"/>
        </p:xfrm>
        <a:graphic>
          <a:graphicData uri="http://schemas.openxmlformats.org/drawingml/2006/table">
            <a:tbl>
              <a:tblPr firstRow="1">
                <a:tableStyleId>{5C22544A-7EE6-4342-B048-85BDC9FD1C3A}</a:tableStyleId>
              </a:tblPr>
              <a:tblGrid>
                <a:gridCol w="931385">
                  <a:extLst>
                    <a:ext uri="{9D8B030D-6E8A-4147-A177-3AD203B41FA5}">
                      <a16:colId xmlns:a16="http://schemas.microsoft.com/office/drawing/2014/main" val="3752423383"/>
                    </a:ext>
                  </a:extLst>
                </a:gridCol>
                <a:gridCol w="852965">
                  <a:extLst>
                    <a:ext uri="{9D8B030D-6E8A-4147-A177-3AD203B41FA5}">
                      <a16:colId xmlns:a16="http://schemas.microsoft.com/office/drawing/2014/main" val="931693192"/>
                    </a:ext>
                  </a:extLst>
                </a:gridCol>
                <a:gridCol w="990600">
                  <a:extLst>
                    <a:ext uri="{9D8B030D-6E8A-4147-A177-3AD203B41FA5}">
                      <a16:colId xmlns:a16="http://schemas.microsoft.com/office/drawing/2014/main" val="3799850589"/>
                    </a:ext>
                  </a:extLst>
                </a:gridCol>
                <a:gridCol w="990600">
                  <a:extLst>
                    <a:ext uri="{9D8B030D-6E8A-4147-A177-3AD203B41FA5}">
                      <a16:colId xmlns:a16="http://schemas.microsoft.com/office/drawing/2014/main" val="2980229784"/>
                    </a:ext>
                  </a:extLst>
                </a:gridCol>
                <a:gridCol w="990600">
                  <a:extLst>
                    <a:ext uri="{9D8B030D-6E8A-4147-A177-3AD203B41FA5}">
                      <a16:colId xmlns:a16="http://schemas.microsoft.com/office/drawing/2014/main" val="1802348530"/>
                    </a:ext>
                  </a:extLst>
                </a:gridCol>
                <a:gridCol w="990600">
                  <a:extLst>
                    <a:ext uri="{9D8B030D-6E8A-4147-A177-3AD203B41FA5}">
                      <a16:colId xmlns:a16="http://schemas.microsoft.com/office/drawing/2014/main" val="3597046216"/>
                    </a:ext>
                  </a:extLst>
                </a:gridCol>
                <a:gridCol w="990600">
                  <a:extLst>
                    <a:ext uri="{9D8B030D-6E8A-4147-A177-3AD203B41FA5}">
                      <a16:colId xmlns:a16="http://schemas.microsoft.com/office/drawing/2014/main" val="161902072"/>
                    </a:ext>
                  </a:extLst>
                </a:gridCol>
                <a:gridCol w="990600">
                  <a:extLst>
                    <a:ext uri="{9D8B030D-6E8A-4147-A177-3AD203B41FA5}">
                      <a16:colId xmlns:a16="http://schemas.microsoft.com/office/drawing/2014/main" val="1621076121"/>
                    </a:ext>
                  </a:extLst>
                </a:gridCol>
                <a:gridCol w="904875">
                  <a:extLst>
                    <a:ext uri="{9D8B030D-6E8A-4147-A177-3AD203B41FA5}">
                      <a16:colId xmlns:a16="http://schemas.microsoft.com/office/drawing/2014/main" val="3005656982"/>
                    </a:ext>
                  </a:extLst>
                </a:gridCol>
                <a:gridCol w="681025">
                  <a:extLst>
                    <a:ext uri="{9D8B030D-6E8A-4147-A177-3AD203B41FA5}">
                      <a16:colId xmlns:a16="http://schemas.microsoft.com/office/drawing/2014/main" val="3123212877"/>
                    </a:ext>
                  </a:extLst>
                </a:gridCol>
              </a:tblGrid>
              <a:tr h="310235">
                <a:tc>
                  <a:txBody>
                    <a:bodyPr/>
                    <a:lstStyle/>
                    <a:p>
                      <a:pPr algn="l" fontAlgn="b"/>
                      <a:r>
                        <a:rPr lang="en-US" sz="1050" b="1" i="0" u="none" strike="noStrike" dirty="0">
                          <a:solidFill>
                            <a:schemeClr val="tx1"/>
                          </a:solidFill>
                          <a:effectLst/>
                          <a:latin typeface="+mn-lt"/>
                        </a:rPr>
                        <a:t>Policy</a:t>
                      </a:r>
                    </a:p>
                  </a:txBody>
                  <a:tcPr marL="274320" marR="0" marT="0" marB="0" anchor="ctr">
                    <a:lnB w="38100" cmpd="sng">
                      <a:noFill/>
                    </a:lnB>
                    <a:solidFill>
                      <a:schemeClr val="bg1"/>
                    </a:solidFill>
                  </a:tcPr>
                </a:tc>
                <a:tc>
                  <a:txBody>
                    <a:bodyPr/>
                    <a:lstStyle/>
                    <a:p>
                      <a:pPr algn="l" fontAlgn="b"/>
                      <a:r>
                        <a:rPr lang="en-US" sz="1050" b="1" i="0" u="none" strike="noStrike" dirty="0">
                          <a:solidFill>
                            <a:schemeClr val="tx1"/>
                          </a:solidFill>
                          <a:effectLst/>
                          <a:latin typeface="+mn-lt"/>
                        </a:rPr>
                        <a:t>Expiry</a:t>
                      </a:r>
                    </a:p>
                  </a:txBody>
                  <a:tcPr marR="0" marT="0" marB="0" anchor="ctr">
                    <a:lnB w="38100" cmpd="sng">
                      <a:noFill/>
                    </a:lnB>
                    <a:solidFill>
                      <a:schemeClr val="bg1"/>
                    </a:solidFill>
                  </a:tcPr>
                </a:tc>
                <a:tc>
                  <a:txBody>
                    <a:bodyPr/>
                    <a:lstStyle/>
                    <a:p>
                      <a:pPr algn="l" fontAlgn="b"/>
                      <a:r>
                        <a:rPr lang="en-US" sz="1050" b="1" i="0" u="none" strike="noStrike" dirty="0">
                          <a:solidFill>
                            <a:schemeClr val="tx1"/>
                          </a:solidFill>
                          <a:effectLst/>
                          <a:latin typeface="+mn-lt"/>
                        </a:rPr>
                        <a:t>Location</a:t>
                      </a:r>
                    </a:p>
                  </a:txBody>
                  <a:tcPr marR="0" marT="0" marB="0" anchor="ctr">
                    <a:lnB w="38100" cmpd="sng">
                      <a:noFill/>
                    </a:lnB>
                    <a:solidFill>
                      <a:schemeClr val="bg1"/>
                    </a:solidFill>
                  </a:tcPr>
                </a:tc>
                <a:tc>
                  <a:txBody>
                    <a:bodyPr/>
                    <a:lstStyle/>
                    <a:p>
                      <a:pPr algn="l" fontAlgn="b"/>
                      <a:r>
                        <a:rPr lang="en-US" sz="1050" b="1" i="0" u="none" strike="noStrike" dirty="0">
                          <a:solidFill>
                            <a:schemeClr val="tx1"/>
                          </a:solidFill>
                          <a:effectLst/>
                          <a:latin typeface="+mn-lt"/>
                        </a:rPr>
                        <a:t>State</a:t>
                      </a:r>
                    </a:p>
                  </a:txBody>
                  <a:tcPr marR="0" marT="0" marB="0" anchor="ctr">
                    <a:lnB w="38100" cmpd="sng">
                      <a:noFill/>
                    </a:lnB>
                    <a:solidFill>
                      <a:schemeClr val="bg1"/>
                    </a:solidFill>
                  </a:tcPr>
                </a:tc>
                <a:tc>
                  <a:txBody>
                    <a:bodyPr/>
                    <a:lstStyle/>
                    <a:p>
                      <a:pPr algn="l" fontAlgn="b"/>
                      <a:r>
                        <a:rPr lang="en-US" sz="1050" b="1" i="0" u="none" strike="noStrike" dirty="0">
                          <a:solidFill>
                            <a:schemeClr val="tx1"/>
                          </a:solidFill>
                          <a:effectLst/>
                          <a:latin typeface="+mn-lt"/>
                        </a:rPr>
                        <a:t>Region</a:t>
                      </a:r>
                    </a:p>
                  </a:txBody>
                  <a:tcPr marR="0" marT="0" marB="0" anchor="ctr">
                    <a:lnB w="38100" cmpd="sng">
                      <a:noFill/>
                    </a:lnB>
                    <a:solidFill>
                      <a:schemeClr val="bg1"/>
                    </a:solidFill>
                  </a:tcPr>
                </a:tc>
                <a:tc>
                  <a:txBody>
                    <a:bodyPr/>
                    <a:lstStyle/>
                    <a:p>
                      <a:pPr algn="l" fontAlgn="b"/>
                      <a:r>
                        <a:rPr lang="en-US" sz="1050" b="1" i="0" u="none" strike="noStrike" dirty="0" err="1">
                          <a:solidFill>
                            <a:schemeClr val="tx1"/>
                          </a:solidFill>
                          <a:effectLst/>
                          <a:latin typeface="+mn-lt"/>
                        </a:rPr>
                        <a:t>InsuredValue</a:t>
                      </a:r>
                      <a:endParaRPr lang="en-US" sz="1050" b="1" i="0" u="none" strike="noStrike" dirty="0">
                        <a:solidFill>
                          <a:schemeClr val="tx1"/>
                        </a:solidFill>
                        <a:effectLst/>
                        <a:latin typeface="+mn-lt"/>
                      </a:endParaRPr>
                    </a:p>
                  </a:txBody>
                  <a:tcPr marR="0" marT="0" marB="0" anchor="ctr">
                    <a:lnB w="38100" cmpd="sng">
                      <a:noFill/>
                    </a:lnB>
                    <a:solidFill>
                      <a:schemeClr val="bg1"/>
                    </a:solidFill>
                  </a:tcPr>
                </a:tc>
                <a:tc>
                  <a:txBody>
                    <a:bodyPr/>
                    <a:lstStyle/>
                    <a:p>
                      <a:pPr algn="l" fontAlgn="b"/>
                      <a:r>
                        <a:rPr lang="en-US" sz="1050" b="1" i="0" u="none" strike="noStrike" dirty="0">
                          <a:solidFill>
                            <a:schemeClr val="tx1"/>
                          </a:solidFill>
                          <a:effectLst/>
                          <a:latin typeface="+mn-lt"/>
                        </a:rPr>
                        <a:t>Construction</a:t>
                      </a:r>
                    </a:p>
                  </a:txBody>
                  <a:tcPr marR="0" marT="0" marB="0" anchor="ctr">
                    <a:lnB w="38100" cmpd="sng">
                      <a:noFill/>
                    </a:lnB>
                    <a:solidFill>
                      <a:schemeClr val="bg1"/>
                    </a:solidFill>
                  </a:tcPr>
                </a:tc>
                <a:tc>
                  <a:txBody>
                    <a:bodyPr/>
                    <a:lstStyle/>
                    <a:p>
                      <a:pPr algn="l" fontAlgn="b"/>
                      <a:r>
                        <a:rPr lang="en-US" sz="1050" b="1" i="0" u="none" strike="noStrike" dirty="0" err="1">
                          <a:solidFill>
                            <a:schemeClr val="tx1"/>
                          </a:solidFill>
                          <a:effectLst/>
                          <a:latin typeface="+mn-lt"/>
                        </a:rPr>
                        <a:t>BusinessType</a:t>
                      </a:r>
                      <a:endParaRPr lang="en-US" sz="1050" b="1" i="0" u="none" strike="noStrike" dirty="0">
                        <a:solidFill>
                          <a:schemeClr val="tx1"/>
                        </a:solidFill>
                        <a:effectLst/>
                        <a:latin typeface="+mn-lt"/>
                      </a:endParaRPr>
                    </a:p>
                  </a:txBody>
                  <a:tcPr marR="0" marT="0" marB="0" anchor="ctr">
                    <a:lnB w="38100" cmpd="sng">
                      <a:noFill/>
                    </a:lnB>
                    <a:solidFill>
                      <a:schemeClr val="bg1"/>
                    </a:solidFill>
                  </a:tcPr>
                </a:tc>
                <a:tc>
                  <a:txBody>
                    <a:bodyPr/>
                    <a:lstStyle/>
                    <a:p>
                      <a:pPr algn="ctr" fontAlgn="b"/>
                      <a:r>
                        <a:rPr lang="en-US" sz="1050" b="1" i="0" u="none" strike="noStrike" dirty="0">
                          <a:solidFill>
                            <a:schemeClr val="tx1"/>
                          </a:solidFill>
                          <a:effectLst/>
                          <a:latin typeface="+mn-lt"/>
                        </a:rPr>
                        <a:t>Earthquake</a:t>
                      </a:r>
                    </a:p>
                  </a:txBody>
                  <a:tcPr marR="0" marT="0" marB="0" anchor="ctr">
                    <a:lnB w="38100" cmpd="sng">
                      <a:noFill/>
                    </a:lnB>
                    <a:solidFill>
                      <a:schemeClr val="bg1"/>
                    </a:solidFill>
                  </a:tcPr>
                </a:tc>
                <a:tc>
                  <a:txBody>
                    <a:bodyPr/>
                    <a:lstStyle/>
                    <a:p>
                      <a:pPr algn="ctr" fontAlgn="b"/>
                      <a:r>
                        <a:rPr lang="en-US" sz="1050" b="1" i="0" u="none" strike="noStrike" dirty="0">
                          <a:solidFill>
                            <a:schemeClr val="tx1"/>
                          </a:solidFill>
                          <a:effectLst/>
                          <a:latin typeface="+mn-lt"/>
                        </a:rPr>
                        <a:t>Flood</a:t>
                      </a:r>
                    </a:p>
                  </a:txBody>
                  <a:tcPr marR="0" marT="0" marB="0" anchor="ctr">
                    <a:lnB w="38100" cmpd="sng">
                      <a:noFill/>
                    </a:lnB>
                    <a:solidFill>
                      <a:schemeClr val="bg1"/>
                    </a:solidFill>
                  </a:tcPr>
                </a:tc>
                <a:extLst>
                  <a:ext uri="{0D108BD9-81ED-4DB2-BD59-A6C34878D82A}">
                    <a16:rowId xmlns:a16="http://schemas.microsoft.com/office/drawing/2014/main" val="2873192472"/>
                  </a:ext>
                </a:extLst>
              </a:tr>
              <a:tr h="237333">
                <a:tc>
                  <a:txBody>
                    <a:bodyPr/>
                    <a:lstStyle/>
                    <a:p>
                      <a:pPr algn="l" fontAlgn="b"/>
                      <a:r>
                        <a:rPr lang="en-US" sz="900" b="0" i="0" u="none" strike="noStrike" dirty="0" err="1">
                          <a:solidFill>
                            <a:srgbClr val="000000"/>
                          </a:solidFill>
                          <a:effectLst/>
                          <a:latin typeface="+mn-lt"/>
                        </a:rPr>
                        <a:t>Susdae</a:t>
                      </a:r>
                      <a:endParaRPr lang="en-US" sz="900" b="0" i="0" u="none" strike="noStrike" dirty="0">
                        <a:solidFill>
                          <a:srgbClr val="000000"/>
                        </a:solidFill>
                        <a:effectLst/>
                        <a:latin typeface="+mn-lt"/>
                      </a:endParaRPr>
                    </a:p>
                  </a:txBody>
                  <a:tcPr marR="0" marT="0" marB="0" anchor="ctr">
                    <a:lnL w="12700" cmpd="sng">
                      <a:noFill/>
                    </a:lnL>
                    <a:lnR w="12700" cmpd="sng">
                      <a:noFill/>
                    </a:lnR>
                    <a:lnT w="38100" cmpd="sng">
                      <a:noFill/>
                    </a:lnT>
                    <a:lnB w="12700" cmpd="sng">
                      <a:noFill/>
                    </a:lnB>
                    <a:lnTlToBr w="12700" cmpd="sng">
                      <a:noFill/>
                      <a:prstDash val="solid"/>
                    </a:lnTlToBr>
                    <a:lnBlToTr w="12700" cmpd="sng">
                      <a:noFill/>
                      <a:prstDash val="solid"/>
                    </a:lnBlToTr>
                    <a:solidFill>
                      <a:srgbClr val="F0F0F1"/>
                    </a:solidFill>
                  </a:tcPr>
                </a:tc>
                <a:tc>
                  <a:txBody>
                    <a:bodyPr/>
                    <a:lstStyle/>
                    <a:p>
                      <a:pPr algn="r" fontAlgn="b"/>
                      <a:endParaRPr lang="en-US" sz="900" b="0" i="0" u="none" strike="noStrike" dirty="0">
                        <a:solidFill>
                          <a:srgbClr val="000000"/>
                        </a:solidFill>
                        <a:effectLst/>
                        <a:latin typeface="+mn-lt"/>
                      </a:endParaRPr>
                    </a:p>
                  </a:txBody>
                  <a:tcPr marR="0" marT="0" marB="0" anchor="ctr">
                    <a:lnL w="12700" cmpd="sng">
                      <a:noFill/>
                    </a:lnL>
                    <a:lnR w="12700" cmpd="sng">
                      <a:noFill/>
                    </a:lnR>
                    <a:lnT w="38100" cmpd="sng">
                      <a:noFill/>
                    </a:lnT>
                    <a:lnB w="12700" cmpd="sng">
                      <a:noFill/>
                    </a:lnB>
                    <a:lnTlToBr w="12700" cmpd="sng">
                      <a:noFill/>
                      <a:prstDash val="solid"/>
                    </a:lnTlToBr>
                    <a:lnBlToTr w="12700" cmpd="sng">
                      <a:noFill/>
                      <a:prstDash val="solid"/>
                    </a:lnBlToTr>
                    <a:solidFill>
                      <a:srgbClr val="F0F0F1"/>
                    </a:solidFill>
                  </a:tcPr>
                </a:tc>
                <a:tc>
                  <a:txBody>
                    <a:bodyPr/>
                    <a:lstStyle/>
                    <a:p>
                      <a:pPr algn="l" fontAlgn="b"/>
                      <a:endParaRPr lang="en-US" sz="900" b="0" i="0" u="none" strike="noStrike" dirty="0">
                        <a:solidFill>
                          <a:srgbClr val="000000"/>
                        </a:solidFill>
                        <a:effectLst/>
                        <a:latin typeface="+mn-lt"/>
                      </a:endParaRPr>
                    </a:p>
                  </a:txBody>
                  <a:tcPr marR="0" marT="0" marB="0" anchor="ctr">
                    <a:lnL w="12700" cmpd="sng">
                      <a:noFill/>
                    </a:lnL>
                    <a:lnR w="12700" cmpd="sng">
                      <a:noFill/>
                    </a:lnR>
                    <a:lnT w="38100" cmpd="sng">
                      <a:noFill/>
                    </a:lnT>
                    <a:lnB w="12700" cmpd="sng">
                      <a:noFill/>
                    </a:lnB>
                    <a:lnTlToBr w="12700" cmpd="sng">
                      <a:noFill/>
                      <a:prstDash val="solid"/>
                    </a:lnTlToBr>
                    <a:lnBlToTr w="12700" cmpd="sng">
                      <a:noFill/>
                      <a:prstDash val="solid"/>
                    </a:lnBlToTr>
                    <a:solidFill>
                      <a:srgbClr val="F0F0F1"/>
                    </a:solidFill>
                  </a:tcPr>
                </a:tc>
                <a:tc>
                  <a:txBody>
                    <a:bodyPr/>
                    <a:lstStyle/>
                    <a:p>
                      <a:pPr algn="l" fontAlgn="b"/>
                      <a:endParaRPr lang="en-US" sz="900" b="0" i="0" u="none" strike="noStrike" dirty="0">
                        <a:solidFill>
                          <a:srgbClr val="000000"/>
                        </a:solidFill>
                        <a:effectLst/>
                        <a:latin typeface="+mn-lt"/>
                      </a:endParaRPr>
                    </a:p>
                  </a:txBody>
                  <a:tcPr marR="0" marT="0" marB="0" anchor="ctr">
                    <a:lnL w="12700" cmpd="sng">
                      <a:noFill/>
                    </a:lnL>
                    <a:lnR w="12700" cmpd="sng">
                      <a:noFill/>
                    </a:lnR>
                    <a:lnT w="38100" cmpd="sng">
                      <a:noFill/>
                    </a:lnT>
                    <a:lnB w="12700" cmpd="sng">
                      <a:noFill/>
                    </a:lnB>
                    <a:lnTlToBr w="12700" cmpd="sng">
                      <a:noFill/>
                      <a:prstDash val="solid"/>
                    </a:lnTlToBr>
                    <a:lnBlToTr w="12700" cmpd="sng">
                      <a:noFill/>
                      <a:prstDash val="solid"/>
                    </a:lnBlToTr>
                    <a:solidFill>
                      <a:srgbClr val="F0F0F1"/>
                    </a:solidFill>
                  </a:tcPr>
                </a:tc>
                <a:tc>
                  <a:txBody>
                    <a:bodyPr/>
                    <a:lstStyle/>
                    <a:p>
                      <a:pPr algn="l" fontAlgn="b"/>
                      <a:endParaRPr lang="en-US" sz="900" b="0" i="0" u="none" strike="noStrike" dirty="0">
                        <a:solidFill>
                          <a:srgbClr val="000000"/>
                        </a:solidFill>
                        <a:effectLst/>
                        <a:latin typeface="+mn-lt"/>
                      </a:endParaRPr>
                    </a:p>
                  </a:txBody>
                  <a:tcPr marR="0" marT="0" marB="0" anchor="ctr">
                    <a:lnL w="12700" cmpd="sng">
                      <a:noFill/>
                    </a:lnL>
                    <a:lnR w="12700" cmpd="sng">
                      <a:noFill/>
                    </a:lnR>
                    <a:lnT w="38100" cmpd="sng">
                      <a:noFill/>
                    </a:lnT>
                    <a:lnB w="12700" cmpd="sng">
                      <a:noFill/>
                    </a:lnB>
                    <a:lnTlToBr w="12700" cmpd="sng">
                      <a:noFill/>
                      <a:prstDash val="solid"/>
                    </a:lnTlToBr>
                    <a:lnBlToTr w="12700" cmpd="sng">
                      <a:noFill/>
                      <a:prstDash val="solid"/>
                    </a:lnBlToTr>
                    <a:solidFill>
                      <a:srgbClr val="F0F0F1"/>
                    </a:solidFill>
                  </a:tcPr>
                </a:tc>
                <a:tc>
                  <a:txBody>
                    <a:bodyPr/>
                    <a:lstStyle/>
                    <a:p>
                      <a:pPr algn="r" fontAlgn="b"/>
                      <a:endParaRPr lang="en-US" sz="900" b="0" i="0" u="none" strike="noStrike" dirty="0">
                        <a:solidFill>
                          <a:srgbClr val="000000"/>
                        </a:solidFill>
                        <a:effectLst/>
                        <a:latin typeface="+mn-lt"/>
                      </a:endParaRPr>
                    </a:p>
                  </a:txBody>
                  <a:tcPr marR="0" marT="0" marB="0" anchor="ctr">
                    <a:lnL w="12700" cmpd="sng">
                      <a:noFill/>
                    </a:lnL>
                    <a:lnR w="12700" cmpd="sng">
                      <a:noFill/>
                    </a:lnR>
                    <a:lnT w="38100" cmpd="sng">
                      <a:noFill/>
                    </a:lnT>
                    <a:lnB w="12700" cmpd="sng">
                      <a:noFill/>
                    </a:lnB>
                    <a:lnTlToBr w="12700" cmpd="sng">
                      <a:noFill/>
                      <a:prstDash val="solid"/>
                    </a:lnTlToBr>
                    <a:lnBlToTr w="12700" cmpd="sng">
                      <a:noFill/>
                      <a:prstDash val="solid"/>
                    </a:lnBlToTr>
                    <a:solidFill>
                      <a:srgbClr val="F0F0F1"/>
                    </a:solidFill>
                  </a:tcPr>
                </a:tc>
                <a:tc>
                  <a:txBody>
                    <a:bodyPr/>
                    <a:lstStyle/>
                    <a:p>
                      <a:pPr algn="l" fontAlgn="b"/>
                      <a:endParaRPr lang="en-US" sz="900" b="0" i="0" u="none" strike="noStrike" dirty="0">
                        <a:solidFill>
                          <a:srgbClr val="000000"/>
                        </a:solidFill>
                        <a:effectLst/>
                        <a:latin typeface="+mn-lt"/>
                      </a:endParaRPr>
                    </a:p>
                  </a:txBody>
                  <a:tcPr marR="0" marT="0" marB="0" anchor="ctr">
                    <a:lnL w="12700" cmpd="sng">
                      <a:noFill/>
                    </a:lnL>
                    <a:lnR w="12700" cmpd="sng">
                      <a:noFill/>
                    </a:lnR>
                    <a:lnT w="38100" cmpd="sng">
                      <a:noFill/>
                    </a:lnT>
                    <a:lnB w="12700" cmpd="sng">
                      <a:noFill/>
                    </a:lnB>
                    <a:lnTlToBr w="12700" cmpd="sng">
                      <a:noFill/>
                      <a:prstDash val="solid"/>
                    </a:lnTlToBr>
                    <a:lnBlToTr w="12700" cmpd="sng">
                      <a:noFill/>
                      <a:prstDash val="solid"/>
                    </a:lnBlToTr>
                    <a:solidFill>
                      <a:srgbClr val="F0F0F1"/>
                    </a:solidFill>
                  </a:tcPr>
                </a:tc>
                <a:tc>
                  <a:txBody>
                    <a:bodyPr/>
                    <a:lstStyle/>
                    <a:p>
                      <a:pPr algn="l" fontAlgn="b"/>
                      <a:endParaRPr lang="en-US" sz="900" b="0" i="0" u="none" strike="noStrike" dirty="0">
                        <a:solidFill>
                          <a:srgbClr val="000000"/>
                        </a:solidFill>
                        <a:effectLst/>
                        <a:latin typeface="+mn-lt"/>
                      </a:endParaRPr>
                    </a:p>
                  </a:txBody>
                  <a:tcPr marR="0" marT="0" marB="0" anchor="ctr">
                    <a:lnL w="12700" cmpd="sng">
                      <a:noFill/>
                    </a:lnL>
                    <a:lnR w="12700" cmpd="sng">
                      <a:noFill/>
                    </a:lnR>
                    <a:lnT w="38100" cmpd="sng">
                      <a:noFill/>
                    </a:lnT>
                    <a:lnB w="12700" cmpd="sng">
                      <a:noFill/>
                    </a:lnB>
                    <a:lnTlToBr w="12700" cmpd="sng">
                      <a:noFill/>
                      <a:prstDash val="solid"/>
                    </a:lnTlToBr>
                    <a:lnBlToTr w="12700" cmpd="sng">
                      <a:noFill/>
                      <a:prstDash val="solid"/>
                    </a:lnBlToTr>
                    <a:solidFill>
                      <a:srgbClr val="F0F0F1"/>
                    </a:solidFill>
                  </a:tcPr>
                </a:tc>
                <a:tc>
                  <a:txBody>
                    <a:bodyPr/>
                    <a:lstStyle/>
                    <a:p>
                      <a:pPr algn="ctr" fontAlgn="b"/>
                      <a:endParaRPr lang="en-US" sz="900" b="0" i="0" u="none" strike="noStrike" dirty="0">
                        <a:solidFill>
                          <a:srgbClr val="000000"/>
                        </a:solidFill>
                        <a:effectLst/>
                        <a:latin typeface="+mn-lt"/>
                      </a:endParaRPr>
                    </a:p>
                  </a:txBody>
                  <a:tcPr marR="0" marT="0" marB="0" anchor="ctr">
                    <a:lnL w="12700" cmpd="sng">
                      <a:noFill/>
                    </a:lnL>
                    <a:lnR w="12700" cmpd="sng">
                      <a:noFill/>
                    </a:lnR>
                    <a:lnT w="38100" cmpd="sng">
                      <a:noFill/>
                    </a:lnT>
                    <a:lnB w="12700" cmpd="sng">
                      <a:noFill/>
                    </a:lnB>
                    <a:lnTlToBr w="12700" cmpd="sng">
                      <a:noFill/>
                      <a:prstDash val="solid"/>
                    </a:lnTlToBr>
                    <a:lnBlToTr w="12700" cmpd="sng">
                      <a:noFill/>
                      <a:prstDash val="solid"/>
                    </a:lnBlToTr>
                    <a:solidFill>
                      <a:srgbClr val="F0F0F1"/>
                    </a:solidFill>
                  </a:tcPr>
                </a:tc>
                <a:tc>
                  <a:txBody>
                    <a:bodyPr/>
                    <a:lstStyle/>
                    <a:p>
                      <a:pPr algn="ctr" fontAlgn="b"/>
                      <a:endParaRPr lang="en-US" sz="900" b="0" i="0" u="none" strike="noStrike" dirty="0">
                        <a:solidFill>
                          <a:srgbClr val="000000"/>
                        </a:solidFill>
                        <a:effectLst/>
                        <a:latin typeface="+mn-lt"/>
                      </a:endParaRPr>
                    </a:p>
                  </a:txBody>
                  <a:tcPr marR="0" marT="0" marB="0" anchor="ctr">
                    <a:lnL w="12700" cmpd="sng">
                      <a:noFill/>
                    </a:lnL>
                    <a:lnR w="12700" cmpd="sng">
                      <a:noFill/>
                    </a:lnR>
                    <a:lnT w="38100" cmpd="sng">
                      <a:noFill/>
                    </a:lnT>
                    <a:lnB w="12700" cmpd="sng">
                      <a:noFill/>
                    </a:lnB>
                    <a:lnTlToBr w="12700" cmpd="sng">
                      <a:noFill/>
                      <a:prstDash val="solid"/>
                    </a:lnTlToBr>
                    <a:lnBlToTr w="12700" cmpd="sng">
                      <a:noFill/>
                      <a:prstDash val="solid"/>
                    </a:lnBlToTr>
                    <a:solidFill>
                      <a:srgbClr val="F0F0F1"/>
                    </a:solidFill>
                  </a:tcPr>
                </a:tc>
                <a:extLst>
                  <a:ext uri="{0D108BD9-81ED-4DB2-BD59-A6C34878D82A}">
                    <a16:rowId xmlns:a16="http://schemas.microsoft.com/office/drawing/2014/main" val="2394647382"/>
                  </a:ext>
                </a:extLst>
              </a:tr>
              <a:tr h="237333">
                <a:tc>
                  <a:txBody>
                    <a:bodyPr/>
                    <a:lstStyle/>
                    <a:p>
                      <a:pPr algn="l" fontAlgn="b"/>
                      <a:r>
                        <a:rPr lang="en-US" sz="900" b="0" i="0" u="none" strike="noStrike" dirty="0">
                          <a:solidFill>
                            <a:srgbClr val="000000"/>
                          </a:solidFill>
                          <a:effectLst/>
                          <a:latin typeface="+mn-lt"/>
                        </a:rPr>
                        <a:t>100242</a:t>
                      </a:r>
                    </a:p>
                  </a:txBody>
                  <a:tcPr marL="274320" marR="0" marT="0" marB="0" anchor="ctr">
                    <a:lnT w="12700" cmpd="sng">
                      <a:noFill/>
                    </a:lnT>
                    <a:solidFill>
                      <a:schemeClr val="bg1"/>
                    </a:solidFill>
                  </a:tcPr>
                </a:tc>
                <a:tc>
                  <a:txBody>
                    <a:bodyPr/>
                    <a:lstStyle/>
                    <a:p>
                      <a:pPr algn="l" fontAlgn="b"/>
                      <a:r>
                        <a:rPr lang="en-US" sz="900" b="0" i="0" u="none" strike="noStrike" dirty="0">
                          <a:solidFill>
                            <a:schemeClr val="bg1"/>
                          </a:solidFill>
                          <a:effectLst/>
                          <a:latin typeface="+mn-lt"/>
                        </a:rPr>
                        <a:t>2-Jan-21</a:t>
                      </a:r>
                    </a:p>
                  </a:txBody>
                  <a:tcPr marR="0" marT="0" marB="0" anchor="ctr">
                    <a:lnT w="12700" cmpd="sng">
                      <a:noFill/>
                    </a:lnT>
                    <a:solidFill>
                      <a:schemeClr val="tx2"/>
                    </a:solidFill>
                  </a:tcPr>
                </a:tc>
                <a:tc>
                  <a:txBody>
                    <a:bodyPr/>
                    <a:lstStyle/>
                    <a:p>
                      <a:pPr algn="l" fontAlgn="b"/>
                      <a:r>
                        <a:rPr lang="en-US" sz="900" b="0" i="0" u="none" strike="noStrike" dirty="0">
                          <a:solidFill>
                            <a:schemeClr val="bg1"/>
                          </a:solidFill>
                          <a:effectLst/>
                          <a:latin typeface="+mn-lt"/>
                        </a:rPr>
                        <a:t>Urban</a:t>
                      </a:r>
                    </a:p>
                  </a:txBody>
                  <a:tcPr marR="0" marT="0" marB="0" anchor="ctr">
                    <a:lnT w="12700" cmpd="sng">
                      <a:noFill/>
                    </a:lnT>
                    <a:solidFill>
                      <a:schemeClr val="accent1"/>
                    </a:solidFill>
                  </a:tcPr>
                </a:tc>
                <a:tc>
                  <a:txBody>
                    <a:bodyPr/>
                    <a:lstStyle/>
                    <a:p>
                      <a:pPr algn="l" fontAlgn="b"/>
                      <a:r>
                        <a:rPr lang="en-US" sz="900" b="0" i="0" u="none" strike="noStrike" dirty="0">
                          <a:solidFill>
                            <a:srgbClr val="000000"/>
                          </a:solidFill>
                          <a:effectLst/>
                          <a:latin typeface="+mn-lt"/>
                        </a:rPr>
                        <a:t>NY</a:t>
                      </a:r>
                    </a:p>
                  </a:txBody>
                  <a:tcPr marR="0" marT="0" marB="0" anchor="ctr">
                    <a:lnT w="12700" cmpd="sng">
                      <a:noFill/>
                    </a:lnT>
                    <a:solidFill>
                      <a:srgbClr val="9C9FA1"/>
                    </a:solidFill>
                  </a:tcPr>
                </a:tc>
                <a:tc>
                  <a:txBody>
                    <a:bodyPr/>
                    <a:lstStyle/>
                    <a:p>
                      <a:pPr algn="l" fontAlgn="b"/>
                      <a:r>
                        <a:rPr lang="en-US" sz="900" b="0" i="0" u="none" strike="noStrike">
                          <a:solidFill>
                            <a:srgbClr val="000000"/>
                          </a:solidFill>
                          <a:effectLst/>
                          <a:latin typeface="+mn-lt"/>
                        </a:rPr>
                        <a:t>East</a:t>
                      </a:r>
                    </a:p>
                  </a:txBody>
                  <a:tcPr marR="0" marT="0" marB="0" anchor="ctr">
                    <a:lnT w="12700" cmpd="sng">
                      <a:noFill/>
                    </a:lnT>
                    <a:solidFill>
                      <a:schemeClr val="bg1"/>
                    </a:solidFill>
                  </a:tcPr>
                </a:tc>
                <a:tc>
                  <a:txBody>
                    <a:bodyPr/>
                    <a:lstStyle/>
                    <a:p>
                      <a:pPr algn="l" fontAlgn="b"/>
                      <a:r>
                        <a:rPr lang="en-US" sz="900" b="0" i="0" u="none" strike="noStrike" dirty="0">
                          <a:solidFill>
                            <a:srgbClr val="000000"/>
                          </a:solidFill>
                          <a:effectLst/>
                          <a:latin typeface="+mn-lt"/>
                        </a:rPr>
                        <a:t>1,617,630</a:t>
                      </a:r>
                    </a:p>
                  </a:txBody>
                  <a:tcPr marR="0" marT="0" marB="0" anchor="ctr">
                    <a:lnT w="12700" cmpd="sng">
                      <a:noFill/>
                    </a:lnT>
                    <a:solidFill>
                      <a:schemeClr val="bg1"/>
                    </a:solidFill>
                  </a:tcPr>
                </a:tc>
                <a:tc>
                  <a:txBody>
                    <a:bodyPr/>
                    <a:lstStyle/>
                    <a:p>
                      <a:pPr algn="l" fontAlgn="b"/>
                      <a:r>
                        <a:rPr lang="en-US" sz="900" b="0" i="0" u="none" strike="noStrike" dirty="0">
                          <a:solidFill>
                            <a:srgbClr val="000000"/>
                          </a:solidFill>
                          <a:effectLst/>
                          <a:latin typeface="+mn-lt"/>
                        </a:rPr>
                        <a:t>Frame</a:t>
                      </a:r>
                    </a:p>
                  </a:txBody>
                  <a:tcPr marR="0" marT="0" marB="0" anchor="ctr">
                    <a:lnT w="12700" cmpd="sng">
                      <a:noFill/>
                    </a:lnT>
                    <a:solidFill>
                      <a:schemeClr val="bg1"/>
                    </a:solidFill>
                  </a:tcPr>
                </a:tc>
                <a:tc>
                  <a:txBody>
                    <a:bodyPr/>
                    <a:lstStyle/>
                    <a:p>
                      <a:pPr algn="l" fontAlgn="b"/>
                      <a:r>
                        <a:rPr lang="en-US" sz="900" b="0" i="0" u="none" strike="noStrike" dirty="0">
                          <a:solidFill>
                            <a:srgbClr val="000000"/>
                          </a:solidFill>
                          <a:effectLst/>
                          <a:latin typeface="+mn-lt"/>
                        </a:rPr>
                        <a:t>Retail</a:t>
                      </a:r>
                    </a:p>
                  </a:txBody>
                  <a:tcPr marR="0" marT="0" marB="0" anchor="ctr">
                    <a:lnT w="12700" cmpd="sng">
                      <a:noFill/>
                    </a:lnT>
                    <a:solidFill>
                      <a:schemeClr val="bg1"/>
                    </a:solidFill>
                  </a:tcPr>
                </a:tc>
                <a:tc>
                  <a:txBody>
                    <a:bodyPr/>
                    <a:lstStyle/>
                    <a:p>
                      <a:pPr algn="ctr" fontAlgn="b"/>
                      <a:r>
                        <a:rPr lang="en-US" sz="900" b="0" i="0" u="none" strike="noStrike" dirty="0">
                          <a:solidFill>
                            <a:srgbClr val="000000"/>
                          </a:solidFill>
                          <a:effectLst/>
                          <a:latin typeface="+mn-lt"/>
                        </a:rPr>
                        <a:t>N</a:t>
                      </a:r>
                    </a:p>
                  </a:txBody>
                  <a:tcPr marR="0" marT="0" marB="0" anchor="ctr">
                    <a:lnT w="12700" cmpd="sng">
                      <a:noFill/>
                    </a:lnT>
                    <a:solidFill>
                      <a:schemeClr val="bg1"/>
                    </a:solidFill>
                  </a:tcPr>
                </a:tc>
                <a:tc>
                  <a:txBody>
                    <a:bodyPr/>
                    <a:lstStyle/>
                    <a:p>
                      <a:pPr algn="ctr" fontAlgn="b"/>
                      <a:r>
                        <a:rPr lang="en-US" sz="900" b="0" i="0" u="none" strike="noStrike" dirty="0">
                          <a:solidFill>
                            <a:srgbClr val="000000"/>
                          </a:solidFill>
                          <a:effectLst/>
                          <a:latin typeface="+mn-lt"/>
                        </a:rPr>
                        <a:t>N</a:t>
                      </a:r>
                    </a:p>
                  </a:txBody>
                  <a:tcPr marR="0" marT="0" marB="0" anchor="ctr">
                    <a:lnT w="12700" cmpd="sng">
                      <a:noFill/>
                    </a:lnT>
                    <a:solidFill>
                      <a:schemeClr val="bg1"/>
                    </a:solidFill>
                  </a:tcPr>
                </a:tc>
                <a:extLst>
                  <a:ext uri="{0D108BD9-81ED-4DB2-BD59-A6C34878D82A}">
                    <a16:rowId xmlns:a16="http://schemas.microsoft.com/office/drawing/2014/main" val="1718015880"/>
                  </a:ext>
                </a:extLst>
              </a:tr>
              <a:tr h="237333">
                <a:tc>
                  <a:txBody>
                    <a:bodyPr/>
                    <a:lstStyle/>
                    <a:p>
                      <a:pPr algn="l" fontAlgn="b"/>
                      <a:r>
                        <a:rPr lang="en-US" sz="900" b="0" i="0" u="none" strike="noStrike" dirty="0">
                          <a:solidFill>
                            <a:srgbClr val="000000"/>
                          </a:solidFill>
                          <a:effectLst/>
                          <a:latin typeface="+mn-lt"/>
                        </a:rPr>
                        <a:t>100314</a:t>
                      </a:r>
                    </a:p>
                  </a:txBody>
                  <a:tcPr marL="274320" marR="0" marT="0" marB="0" anchor="ctr">
                    <a:solidFill>
                      <a:schemeClr val="bg1"/>
                    </a:solidFill>
                  </a:tcPr>
                </a:tc>
                <a:tc>
                  <a:txBody>
                    <a:bodyPr/>
                    <a:lstStyle/>
                    <a:p>
                      <a:pPr algn="l" fontAlgn="b"/>
                      <a:r>
                        <a:rPr lang="en-US" sz="900" b="0" i="0" u="none" strike="noStrike" dirty="0">
                          <a:solidFill>
                            <a:schemeClr val="bg1"/>
                          </a:solidFill>
                          <a:effectLst/>
                          <a:latin typeface="+mn-lt"/>
                        </a:rPr>
                        <a:t>2-Jan-21</a:t>
                      </a:r>
                    </a:p>
                  </a:txBody>
                  <a:tcPr marR="0" marT="0" marB="0" anchor="ctr">
                    <a:solidFill>
                      <a:schemeClr val="tx2"/>
                    </a:solidFill>
                  </a:tcPr>
                </a:tc>
                <a:tc>
                  <a:txBody>
                    <a:bodyPr/>
                    <a:lstStyle/>
                    <a:p>
                      <a:pPr algn="l" fontAlgn="b"/>
                      <a:r>
                        <a:rPr lang="en-US" sz="900" b="0" i="0" u="none" strike="noStrike" dirty="0">
                          <a:solidFill>
                            <a:schemeClr val="bg1"/>
                          </a:solidFill>
                          <a:effectLst/>
                          <a:latin typeface="+mn-lt"/>
                        </a:rPr>
                        <a:t>Urban</a:t>
                      </a:r>
                    </a:p>
                  </a:txBody>
                  <a:tcPr marR="0" marT="0" marB="0" anchor="ctr">
                    <a:solidFill>
                      <a:schemeClr val="accent1"/>
                    </a:solidFill>
                  </a:tcPr>
                </a:tc>
                <a:tc>
                  <a:txBody>
                    <a:bodyPr/>
                    <a:lstStyle/>
                    <a:p>
                      <a:pPr algn="l" fontAlgn="b"/>
                      <a:r>
                        <a:rPr lang="en-US" sz="900" b="0" i="0" u="none" strike="noStrike" dirty="0">
                          <a:solidFill>
                            <a:srgbClr val="000000"/>
                          </a:solidFill>
                          <a:effectLst/>
                          <a:latin typeface="+mn-lt"/>
                        </a:rPr>
                        <a:t>NY</a:t>
                      </a:r>
                    </a:p>
                  </a:txBody>
                  <a:tcPr marR="0" marT="0" marB="0" anchor="ctr">
                    <a:solidFill>
                      <a:srgbClr val="9C9FA1"/>
                    </a:solidFill>
                  </a:tcPr>
                </a:tc>
                <a:tc>
                  <a:txBody>
                    <a:bodyPr/>
                    <a:lstStyle/>
                    <a:p>
                      <a:pPr algn="l" fontAlgn="b"/>
                      <a:r>
                        <a:rPr lang="en-US" sz="900" b="0" i="0" u="none" strike="noStrike">
                          <a:solidFill>
                            <a:srgbClr val="000000"/>
                          </a:solidFill>
                          <a:effectLst/>
                          <a:latin typeface="+mn-lt"/>
                        </a:rPr>
                        <a:t>East</a:t>
                      </a:r>
                    </a:p>
                  </a:txBody>
                  <a:tcPr marR="0" marT="0" marB="0" anchor="ctr">
                    <a:solidFill>
                      <a:schemeClr val="bg1"/>
                    </a:solidFill>
                  </a:tcPr>
                </a:tc>
                <a:tc>
                  <a:txBody>
                    <a:bodyPr/>
                    <a:lstStyle/>
                    <a:p>
                      <a:pPr algn="l" fontAlgn="b"/>
                      <a:r>
                        <a:rPr lang="en-US" sz="900" b="0" i="0" u="none" strike="noStrike" dirty="0">
                          <a:solidFill>
                            <a:srgbClr val="000000"/>
                          </a:solidFill>
                          <a:effectLst/>
                          <a:latin typeface="+mn-lt"/>
                        </a:rPr>
                        <a:t>8,678,500</a:t>
                      </a:r>
                    </a:p>
                  </a:txBody>
                  <a:tcPr marR="0" marT="0" marB="0" anchor="ctr">
                    <a:solidFill>
                      <a:schemeClr val="bg1"/>
                    </a:solidFill>
                  </a:tcPr>
                </a:tc>
                <a:tc>
                  <a:txBody>
                    <a:bodyPr/>
                    <a:lstStyle/>
                    <a:p>
                      <a:pPr algn="l" fontAlgn="b"/>
                      <a:r>
                        <a:rPr lang="en-US" sz="900" b="0" i="0" u="none" strike="noStrike">
                          <a:solidFill>
                            <a:srgbClr val="000000"/>
                          </a:solidFill>
                          <a:effectLst/>
                          <a:latin typeface="+mn-lt"/>
                        </a:rPr>
                        <a:t>Fire Resist</a:t>
                      </a:r>
                    </a:p>
                  </a:txBody>
                  <a:tcPr marR="0" marT="0" marB="0" anchor="ctr">
                    <a:solidFill>
                      <a:schemeClr val="bg1"/>
                    </a:solidFill>
                  </a:tcPr>
                </a:tc>
                <a:tc>
                  <a:txBody>
                    <a:bodyPr/>
                    <a:lstStyle/>
                    <a:p>
                      <a:pPr algn="l" fontAlgn="b"/>
                      <a:r>
                        <a:rPr lang="en-US" sz="900" b="0" i="0" u="none" strike="noStrike">
                          <a:solidFill>
                            <a:srgbClr val="000000"/>
                          </a:solidFill>
                          <a:effectLst/>
                          <a:latin typeface="+mn-lt"/>
                        </a:rPr>
                        <a:t>Apartment</a:t>
                      </a:r>
                    </a:p>
                  </a:txBody>
                  <a:tcPr marR="0" marT="0" marB="0" anchor="ctr">
                    <a:solidFill>
                      <a:schemeClr val="bg1"/>
                    </a:solidFill>
                  </a:tcPr>
                </a:tc>
                <a:tc>
                  <a:txBody>
                    <a:bodyPr/>
                    <a:lstStyle/>
                    <a:p>
                      <a:pPr algn="ctr" fontAlgn="b"/>
                      <a:r>
                        <a:rPr lang="en-US" sz="900" b="0" i="0" u="none" strike="noStrike" dirty="0">
                          <a:solidFill>
                            <a:srgbClr val="000000"/>
                          </a:solidFill>
                          <a:effectLst/>
                          <a:latin typeface="+mn-lt"/>
                        </a:rPr>
                        <a:t>Y</a:t>
                      </a:r>
                    </a:p>
                  </a:txBody>
                  <a:tcPr marR="0" marT="0" marB="0" anchor="ctr">
                    <a:solidFill>
                      <a:schemeClr val="bg1"/>
                    </a:solidFill>
                  </a:tcPr>
                </a:tc>
                <a:tc>
                  <a:txBody>
                    <a:bodyPr/>
                    <a:lstStyle/>
                    <a:p>
                      <a:pPr algn="ctr" fontAlgn="b"/>
                      <a:r>
                        <a:rPr lang="en-US" sz="900" b="0" i="0" u="none" strike="noStrike" dirty="0">
                          <a:solidFill>
                            <a:srgbClr val="000000"/>
                          </a:solidFill>
                          <a:effectLst/>
                          <a:latin typeface="+mn-lt"/>
                        </a:rPr>
                        <a:t>Y</a:t>
                      </a:r>
                    </a:p>
                  </a:txBody>
                  <a:tcPr marR="0" marT="0" marB="0" anchor="ctr">
                    <a:solidFill>
                      <a:schemeClr val="bg1"/>
                    </a:solidFill>
                  </a:tcPr>
                </a:tc>
                <a:extLst>
                  <a:ext uri="{0D108BD9-81ED-4DB2-BD59-A6C34878D82A}">
                    <a16:rowId xmlns:a16="http://schemas.microsoft.com/office/drawing/2014/main" val="1683030796"/>
                  </a:ext>
                </a:extLst>
              </a:tr>
              <a:tr h="237333">
                <a:tc>
                  <a:txBody>
                    <a:bodyPr/>
                    <a:lstStyle/>
                    <a:p>
                      <a:pPr algn="l" fontAlgn="b"/>
                      <a:r>
                        <a:rPr lang="en-US" sz="900" b="0" i="0" u="none" strike="noStrike" dirty="0">
                          <a:solidFill>
                            <a:srgbClr val="000000"/>
                          </a:solidFill>
                          <a:effectLst/>
                          <a:latin typeface="+mn-lt"/>
                        </a:rPr>
                        <a:t>100359</a:t>
                      </a:r>
                    </a:p>
                  </a:txBody>
                  <a:tcPr marL="274320" marR="0" marT="0" marB="0" anchor="ctr">
                    <a:solidFill>
                      <a:schemeClr val="bg1"/>
                    </a:solidFill>
                  </a:tcPr>
                </a:tc>
                <a:tc>
                  <a:txBody>
                    <a:bodyPr/>
                    <a:lstStyle/>
                    <a:p>
                      <a:pPr algn="l" fontAlgn="b"/>
                      <a:r>
                        <a:rPr lang="en-US" sz="900" b="0" i="0" u="none" strike="noStrike" dirty="0">
                          <a:solidFill>
                            <a:schemeClr val="bg1"/>
                          </a:solidFill>
                          <a:effectLst/>
                          <a:latin typeface="+mn-lt"/>
                        </a:rPr>
                        <a:t>2-Jan-21</a:t>
                      </a:r>
                    </a:p>
                  </a:txBody>
                  <a:tcPr marR="0" marT="0" marB="0" anchor="ctr">
                    <a:solidFill>
                      <a:schemeClr val="tx2"/>
                    </a:solidFill>
                  </a:tcPr>
                </a:tc>
                <a:tc>
                  <a:txBody>
                    <a:bodyPr/>
                    <a:lstStyle/>
                    <a:p>
                      <a:pPr algn="l" fontAlgn="b"/>
                      <a:r>
                        <a:rPr lang="en-US" sz="900" b="0" i="0" u="none" strike="noStrike" dirty="0">
                          <a:solidFill>
                            <a:schemeClr val="bg1"/>
                          </a:solidFill>
                          <a:effectLst/>
                          <a:latin typeface="+mn-lt"/>
                        </a:rPr>
                        <a:t>Rural</a:t>
                      </a:r>
                    </a:p>
                  </a:txBody>
                  <a:tcPr marR="0" marT="0" marB="0" anchor="ctr">
                    <a:solidFill>
                      <a:schemeClr val="accent1"/>
                    </a:solidFill>
                  </a:tcPr>
                </a:tc>
                <a:tc>
                  <a:txBody>
                    <a:bodyPr/>
                    <a:lstStyle/>
                    <a:p>
                      <a:pPr algn="l" fontAlgn="b"/>
                      <a:r>
                        <a:rPr lang="en-US" sz="900" b="0" i="0" u="none" strike="noStrike" dirty="0">
                          <a:solidFill>
                            <a:srgbClr val="000000"/>
                          </a:solidFill>
                          <a:effectLst/>
                          <a:latin typeface="+mn-lt"/>
                        </a:rPr>
                        <a:t>WI</a:t>
                      </a:r>
                    </a:p>
                  </a:txBody>
                  <a:tcPr marR="0" marT="0" marB="0" anchor="ctr">
                    <a:solidFill>
                      <a:srgbClr val="9C9FA1"/>
                    </a:solidFill>
                  </a:tcPr>
                </a:tc>
                <a:tc>
                  <a:txBody>
                    <a:bodyPr/>
                    <a:lstStyle/>
                    <a:p>
                      <a:pPr algn="l" fontAlgn="b"/>
                      <a:r>
                        <a:rPr lang="en-US" sz="900" b="0" i="0" u="none" strike="noStrike">
                          <a:solidFill>
                            <a:srgbClr val="000000"/>
                          </a:solidFill>
                          <a:effectLst/>
                          <a:latin typeface="+mn-lt"/>
                        </a:rPr>
                        <a:t>Midwest</a:t>
                      </a:r>
                    </a:p>
                  </a:txBody>
                  <a:tcPr marR="0" marT="0" marB="0" anchor="ctr">
                    <a:solidFill>
                      <a:schemeClr val="bg1"/>
                    </a:solidFill>
                  </a:tcPr>
                </a:tc>
                <a:tc>
                  <a:txBody>
                    <a:bodyPr/>
                    <a:lstStyle/>
                    <a:p>
                      <a:pPr algn="l" fontAlgn="b"/>
                      <a:r>
                        <a:rPr lang="en-US" sz="900" b="0" i="0" u="none" strike="noStrike" dirty="0">
                          <a:solidFill>
                            <a:srgbClr val="000000"/>
                          </a:solidFill>
                          <a:effectLst/>
                          <a:latin typeface="+mn-lt"/>
                        </a:rPr>
                        <a:t>2,052,660</a:t>
                      </a:r>
                    </a:p>
                  </a:txBody>
                  <a:tcPr marR="0" marT="0" marB="0" anchor="ctr">
                    <a:solidFill>
                      <a:schemeClr val="bg1"/>
                    </a:solidFill>
                  </a:tcPr>
                </a:tc>
                <a:tc>
                  <a:txBody>
                    <a:bodyPr/>
                    <a:lstStyle/>
                    <a:p>
                      <a:pPr algn="l" fontAlgn="b"/>
                      <a:r>
                        <a:rPr lang="en-US" sz="900" b="0" i="0" u="none" strike="noStrike">
                          <a:solidFill>
                            <a:srgbClr val="000000"/>
                          </a:solidFill>
                          <a:effectLst/>
                          <a:latin typeface="+mn-lt"/>
                        </a:rPr>
                        <a:t>Frame</a:t>
                      </a:r>
                    </a:p>
                  </a:txBody>
                  <a:tcPr marR="0" marT="0" marB="0" anchor="ctr">
                    <a:solidFill>
                      <a:schemeClr val="bg1"/>
                    </a:solidFill>
                  </a:tcPr>
                </a:tc>
                <a:tc>
                  <a:txBody>
                    <a:bodyPr/>
                    <a:lstStyle/>
                    <a:p>
                      <a:pPr algn="l" fontAlgn="b"/>
                      <a:r>
                        <a:rPr lang="en-US" sz="900" b="0" i="0" u="none" strike="noStrike">
                          <a:solidFill>
                            <a:srgbClr val="000000"/>
                          </a:solidFill>
                          <a:effectLst/>
                          <a:latin typeface="+mn-lt"/>
                        </a:rPr>
                        <a:t>Farming</a:t>
                      </a:r>
                    </a:p>
                  </a:txBody>
                  <a:tcPr marR="0" marT="0" marB="0" anchor="ctr">
                    <a:solidFill>
                      <a:schemeClr val="bg1"/>
                    </a:solidFill>
                  </a:tcPr>
                </a:tc>
                <a:tc>
                  <a:txBody>
                    <a:bodyPr/>
                    <a:lstStyle/>
                    <a:p>
                      <a:pPr algn="ctr" fontAlgn="b"/>
                      <a:r>
                        <a:rPr lang="en-US" sz="900" b="0" i="0" u="none" strike="noStrike" dirty="0">
                          <a:solidFill>
                            <a:srgbClr val="000000"/>
                          </a:solidFill>
                          <a:effectLst/>
                          <a:latin typeface="+mn-lt"/>
                        </a:rPr>
                        <a:t>N</a:t>
                      </a:r>
                    </a:p>
                  </a:txBody>
                  <a:tcPr marR="0" marT="0" marB="0" anchor="ctr">
                    <a:solidFill>
                      <a:schemeClr val="bg1"/>
                    </a:solidFill>
                  </a:tcPr>
                </a:tc>
                <a:tc>
                  <a:txBody>
                    <a:bodyPr/>
                    <a:lstStyle/>
                    <a:p>
                      <a:pPr algn="ctr" fontAlgn="b"/>
                      <a:r>
                        <a:rPr lang="en-US" sz="900" b="0" i="0" u="none" strike="noStrike">
                          <a:solidFill>
                            <a:srgbClr val="000000"/>
                          </a:solidFill>
                          <a:effectLst/>
                          <a:latin typeface="+mn-lt"/>
                        </a:rPr>
                        <a:t>N</a:t>
                      </a:r>
                    </a:p>
                  </a:txBody>
                  <a:tcPr marR="0" marT="0" marB="0" anchor="ctr">
                    <a:solidFill>
                      <a:schemeClr val="bg1"/>
                    </a:solidFill>
                  </a:tcPr>
                </a:tc>
                <a:extLst>
                  <a:ext uri="{0D108BD9-81ED-4DB2-BD59-A6C34878D82A}">
                    <a16:rowId xmlns:a16="http://schemas.microsoft.com/office/drawing/2014/main" val="3485840294"/>
                  </a:ext>
                </a:extLst>
              </a:tr>
              <a:tr h="237333">
                <a:tc>
                  <a:txBody>
                    <a:bodyPr/>
                    <a:lstStyle/>
                    <a:p>
                      <a:pPr algn="l" fontAlgn="b"/>
                      <a:r>
                        <a:rPr lang="en-US" sz="900" b="0" i="0" u="none" strike="noStrike" dirty="0">
                          <a:solidFill>
                            <a:srgbClr val="000000"/>
                          </a:solidFill>
                          <a:effectLst/>
                          <a:latin typeface="+mn-lt"/>
                        </a:rPr>
                        <a:t>100315</a:t>
                      </a:r>
                    </a:p>
                  </a:txBody>
                  <a:tcPr marL="274320" marR="0" marT="0" marB="0" anchor="ctr">
                    <a:solidFill>
                      <a:schemeClr val="bg1"/>
                    </a:solidFill>
                  </a:tcPr>
                </a:tc>
                <a:tc>
                  <a:txBody>
                    <a:bodyPr/>
                    <a:lstStyle/>
                    <a:p>
                      <a:pPr algn="l" fontAlgn="b"/>
                      <a:r>
                        <a:rPr lang="en-US" sz="900" b="0" i="0" u="none" strike="noStrike" dirty="0">
                          <a:solidFill>
                            <a:schemeClr val="bg1"/>
                          </a:solidFill>
                          <a:effectLst/>
                          <a:latin typeface="+mn-lt"/>
                        </a:rPr>
                        <a:t>3-Jan-21</a:t>
                      </a:r>
                    </a:p>
                  </a:txBody>
                  <a:tcPr marR="0" marT="0" marB="0" anchor="ctr">
                    <a:solidFill>
                      <a:schemeClr val="tx2"/>
                    </a:solidFill>
                  </a:tcPr>
                </a:tc>
                <a:tc>
                  <a:txBody>
                    <a:bodyPr/>
                    <a:lstStyle/>
                    <a:p>
                      <a:pPr algn="l" fontAlgn="b"/>
                      <a:r>
                        <a:rPr lang="en-US" sz="900" b="0" i="0" u="none" strike="noStrike" dirty="0">
                          <a:solidFill>
                            <a:schemeClr val="bg1"/>
                          </a:solidFill>
                          <a:effectLst/>
                          <a:latin typeface="+mn-lt"/>
                        </a:rPr>
                        <a:t>Urban</a:t>
                      </a:r>
                    </a:p>
                  </a:txBody>
                  <a:tcPr marR="0" marT="0" marB="0" anchor="ctr">
                    <a:solidFill>
                      <a:schemeClr val="accent1"/>
                    </a:solidFill>
                  </a:tcPr>
                </a:tc>
                <a:tc>
                  <a:txBody>
                    <a:bodyPr/>
                    <a:lstStyle/>
                    <a:p>
                      <a:pPr algn="l" fontAlgn="b"/>
                      <a:r>
                        <a:rPr lang="en-US" sz="900" b="0" i="0" u="none" strike="noStrike" dirty="0">
                          <a:solidFill>
                            <a:srgbClr val="000000"/>
                          </a:solidFill>
                          <a:effectLst/>
                          <a:latin typeface="+mn-lt"/>
                        </a:rPr>
                        <a:t>NY</a:t>
                      </a:r>
                    </a:p>
                  </a:txBody>
                  <a:tcPr marR="0" marT="0" marB="0" anchor="ctr">
                    <a:solidFill>
                      <a:srgbClr val="9C9FA1"/>
                    </a:solidFill>
                  </a:tcPr>
                </a:tc>
                <a:tc>
                  <a:txBody>
                    <a:bodyPr/>
                    <a:lstStyle/>
                    <a:p>
                      <a:pPr algn="l" fontAlgn="b"/>
                      <a:r>
                        <a:rPr lang="en-US" sz="900" b="0" i="0" u="none" strike="noStrike">
                          <a:solidFill>
                            <a:srgbClr val="000000"/>
                          </a:solidFill>
                          <a:effectLst/>
                          <a:latin typeface="+mn-lt"/>
                        </a:rPr>
                        <a:t>East</a:t>
                      </a:r>
                    </a:p>
                  </a:txBody>
                  <a:tcPr marR="0" marT="0" marB="0" anchor="ctr">
                    <a:solidFill>
                      <a:schemeClr val="bg1"/>
                    </a:solidFill>
                  </a:tcPr>
                </a:tc>
                <a:tc>
                  <a:txBody>
                    <a:bodyPr/>
                    <a:lstStyle/>
                    <a:p>
                      <a:pPr algn="l" fontAlgn="b"/>
                      <a:r>
                        <a:rPr lang="en-US" sz="900" b="0" i="0" u="none" strike="noStrike">
                          <a:solidFill>
                            <a:srgbClr val="000000"/>
                          </a:solidFill>
                          <a:effectLst/>
                          <a:latin typeface="+mn-lt"/>
                        </a:rPr>
                        <a:t>17,580,000</a:t>
                      </a:r>
                    </a:p>
                  </a:txBody>
                  <a:tcPr marR="0" marT="0" marB="0" anchor="ctr">
                    <a:solidFill>
                      <a:schemeClr val="bg1"/>
                    </a:solidFill>
                  </a:tcPr>
                </a:tc>
                <a:tc>
                  <a:txBody>
                    <a:bodyPr/>
                    <a:lstStyle/>
                    <a:p>
                      <a:pPr algn="l" fontAlgn="b"/>
                      <a:r>
                        <a:rPr lang="en-US" sz="900" b="0" i="0" u="none" strike="noStrike">
                          <a:solidFill>
                            <a:srgbClr val="000000"/>
                          </a:solidFill>
                          <a:effectLst/>
                          <a:latin typeface="+mn-lt"/>
                        </a:rPr>
                        <a:t>Frame</a:t>
                      </a:r>
                    </a:p>
                  </a:txBody>
                  <a:tcPr marR="0" marT="0" marB="0" anchor="ctr">
                    <a:solidFill>
                      <a:schemeClr val="bg1"/>
                    </a:solidFill>
                  </a:tcPr>
                </a:tc>
                <a:tc>
                  <a:txBody>
                    <a:bodyPr/>
                    <a:lstStyle/>
                    <a:p>
                      <a:pPr algn="l" fontAlgn="b"/>
                      <a:r>
                        <a:rPr lang="en-US" sz="900" b="0" i="0" u="none" strike="noStrike">
                          <a:solidFill>
                            <a:srgbClr val="000000"/>
                          </a:solidFill>
                          <a:effectLst/>
                          <a:latin typeface="+mn-lt"/>
                        </a:rPr>
                        <a:t>Apartment</a:t>
                      </a:r>
                    </a:p>
                  </a:txBody>
                  <a:tcPr marR="0" marT="0" marB="0" anchor="ctr">
                    <a:solidFill>
                      <a:schemeClr val="bg1"/>
                    </a:solidFill>
                  </a:tcPr>
                </a:tc>
                <a:tc>
                  <a:txBody>
                    <a:bodyPr/>
                    <a:lstStyle/>
                    <a:p>
                      <a:pPr algn="ctr" fontAlgn="b"/>
                      <a:r>
                        <a:rPr lang="en-US" sz="900" b="0" i="0" u="none" strike="noStrike" dirty="0">
                          <a:solidFill>
                            <a:srgbClr val="000000"/>
                          </a:solidFill>
                          <a:effectLst/>
                          <a:latin typeface="+mn-lt"/>
                        </a:rPr>
                        <a:t>Y</a:t>
                      </a:r>
                    </a:p>
                  </a:txBody>
                  <a:tcPr marR="0" marT="0" marB="0" anchor="ctr">
                    <a:solidFill>
                      <a:schemeClr val="bg1"/>
                    </a:solidFill>
                  </a:tcPr>
                </a:tc>
                <a:tc>
                  <a:txBody>
                    <a:bodyPr/>
                    <a:lstStyle/>
                    <a:p>
                      <a:pPr algn="ctr" fontAlgn="b"/>
                      <a:r>
                        <a:rPr lang="en-US" sz="900" b="0" i="0" u="none" strike="noStrike" dirty="0">
                          <a:solidFill>
                            <a:srgbClr val="000000"/>
                          </a:solidFill>
                          <a:effectLst/>
                          <a:latin typeface="+mn-lt"/>
                        </a:rPr>
                        <a:t>Y</a:t>
                      </a:r>
                    </a:p>
                  </a:txBody>
                  <a:tcPr marR="0" marT="0" marB="0" anchor="ctr">
                    <a:solidFill>
                      <a:schemeClr val="bg1"/>
                    </a:solidFill>
                  </a:tcPr>
                </a:tc>
                <a:extLst>
                  <a:ext uri="{0D108BD9-81ED-4DB2-BD59-A6C34878D82A}">
                    <a16:rowId xmlns:a16="http://schemas.microsoft.com/office/drawing/2014/main" val="2874001931"/>
                  </a:ext>
                </a:extLst>
              </a:tr>
              <a:tr h="237333">
                <a:tc>
                  <a:txBody>
                    <a:bodyPr/>
                    <a:lstStyle/>
                    <a:p>
                      <a:pPr algn="l" fontAlgn="b"/>
                      <a:r>
                        <a:rPr lang="en-US" sz="900" b="0" i="0" u="none" strike="noStrike" dirty="0">
                          <a:solidFill>
                            <a:srgbClr val="000000"/>
                          </a:solidFill>
                          <a:effectLst/>
                          <a:latin typeface="+mn-lt"/>
                        </a:rPr>
                        <a:t>100385</a:t>
                      </a:r>
                    </a:p>
                  </a:txBody>
                  <a:tcPr marL="274320" marR="0" marT="0" marB="0" anchor="ctr">
                    <a:solidFill>
                      <a:schemeClr val="bg1"/>
                    </a:solidFill>
                  </a:tcPr>
                </a:tc>
                <a:tc>
                  <a:txBody>
                    <a:bodyPr/>
                    <a:lstStyle/>
                    <a:p>
                      <a:pPr algn="l" fontAlgn="b"/>
                      <a:r>
                        <a:rPr lang="en-US" sz="900" b="0" i="0" u="none" strike="noStrike" dirty="0">
                          <a:solidFill>
                            <a:schemeClr val="bg1"/>
                          </a:solidFill>
                          <a:effectLst/>
                          <a:latin typeface="+mn-lt"/>
                        </a:rPr>
                        <a:t>3-Jan-21</a:t>
                      </a:r>
                    </a:p>
                  </a:txBody>
                  <a:tcPr marR="0" marT="0" marB="0" anchor="ctr">
                    <a:solidFill>
                      <a:schemeClr val="tx2"/>
                    </a:solidFill>
                  </a:tcPr>
                </a:tc>
                <a:tc>
                  <a:txBody>
                    <a:bodyPr/>
                    <a:lstStyle/>
                    <a:p>
                      <a:pPr algn="l" fontAlgn="b"/>
                      <a:r>
                        <a:rPr lang="en-US" sz="900" b="0" i="0" u="none" strike="noStrike" dirty="0">
                          <a:solidFill>
                            <a:schemeClr val="bg1"/>
                          </a:solidFill>
                          <a:effectLst/>
                          <a:latin typeface="+mn-lt"/>
                        </a:rPr>
                        <a:t>Urban</a:t>
                      </a:r>
                    </a:p>
                  </a:txBody>
                  <a:tcPr marR="0" marT="0" marB="0" anchor="ctr">
                    <a:solidFill>
                      <a:schemeClr val="accent1"/>
                    </a:solidFill>
                  </a:tcPr>
                </a:tc>
                <a:tc>
                  <a:txBody>
                    <a:bodyPr/>
                    <a:lstStyle/>
                    <a:p>
                      <a:pPr algn="l" fontAlgn="b"/>
                      <a:r>
                        <a:rPr lang="en-US" sz="900" b="0" i="0" u="none" strike="noStrike" dirty="0">
                          <a:solidFill>
                            <a:srgbClr val="000000"/>
                          </a:solidFill>
                          <a:effectLst/>
                          <a:latin typeface="+mn-lt"/>
                        </a:rPr>
                        <a:t>NY</a:t>
                      </a:r>
                    </a:p>
                  </a:txBody>
                  <a:tcPr marR="0" marT="0" marB="0" anchor="ctr">
                    <a:solidFill>
                      <a:srgbClr val="9C9FA1"/>
                    </a:solidFill>
                  </a:tcPr>
                </a:tc>
                <a:tc>
                  <a:txBody>
                    <a:bodyPr/>
                    <a:lstStyle/>
                    <a:p>
                      <a:pPr algn="l" fontAlgn="b"/>
                      <a:r>
                        <a:rPr lang="en-US" sz="900" b="0" i="0" u="none" strike="noStrike" dirty="0">
                          <a:solidFill>
                            <a:srgbClr val="000000"/>
                          </a:solidFill>
                          <a:effectLst/>
                          <a:latin typeface="+mn-lt"/>
                        </a:rPr>
                        <a:t>East</a:t>
                      </a:r>
                    </a:p>
                  </a:txBody>
                  <a:tcPr marR="0" marT="0" marB="0" anchor="ctr">
                    <a:solidFill>
                      <a:schemeClr val="bg1"/>
                    </a:solidFill>
                  </a:tcPr>
                </a:tc>
                <a:tc>
                  <a:txBody>
                    <a:bodyPr/>
                    <a:lstStyle/>
                    <a:p>
                      <a:pPr algn="l" fontAlgn="b"/>
                      <a:r>
                        <a:rPr lang="en-US" sz="900" b="0" i="0" u="none" strike="noStrike" dirty="0">
                          <a:solidFill>
                            <a:srgbClr val="000000"/>
                          </a:solidFill>
                          <a:effectLst/>
                          <a:latin typeface="+mn-lt"/>
                        </a:rPr>
                        <a:t>1,925,000</a:t>
                      </a:r>
                    </a:p>
                  </a:txBody>
                  <a:tcPr marR="0" marT="0" marB="0" anchor="ctr">
                    <a:solidFill>
                      <a:schemeClr val="bg1"/>
                    </a:solidFill>
                  </a:tcPr>
                </a:tc>
                <a:tc>
                  <a:txBody>
                    <a:bodyPr/>
                    <a:lstStyle/>
                    <a:p>
                      <a:pPr algn="l" fontAlgn="b"/>
                      <a:r>
                        <a:rPr lang="en-US" sz="900" b="0" i="0" u="none" strike="noStrike">
                          <a:solidFill>
                            <a:srgbClr val="000000"/>
                          </a:solidFill>
                          <a:effectLst/>
                          <a:latin typeface="+mn-lt"/>
                        </a:rPr>
                        <a:t>Masonry</a:t>
                      </a:r>
                    </a:p>
                  </a:txBody>
                  <a:tcPr marR="0" marT="0" marB="0" anchor="ctr">
                    <a:solidFill>
                      <a:schemeClr val="bg1"/>
                    </a:solidFill>
                  </a:tcPr>
                </a:tc>
                <a:tc>
                  <a:txBody>
                    <a:bodyPr/>
                    <a:lstStyle/>
                    <a:p>
                      <a:pPr algn="l" fontAlgn="b"/>
                      <a:r>
                        <a:rPr lang="en-US" sz="900" b="0" i="0" u="none" strike="noStrike">
                          <a:solidFill>
                            <a:srgbClr val="000000"/>
                          </a:solidFill>
                          <a:effectLst/>
                          <a:latin typeface="+mn-lt"/>
                        </a:rPr>
                        <a:t>Hospitality</a:t>
                      </a:r>
                    </a:p>
                  </a:txBody>
                  <a:tcPr marR="0" marT="0" marB="0" anchor="ctr">
                    <a:solidFill>
                      <a:schemeClr val="bg1"/>
                    </a:solidFill>
                  </a:tcPr>
                </a:tc>
                <a:tc>
                  <a:txBody>
                    <a:bodyPr/>
                    <a:lstStyle/>
                    <a:p>
                      <a:pPr algn="ctr" fontAlgn="b"/>
                      <a:r>
                        <a:rPr lang="en-US" sz="900" b="0" i="0" u="none" strike="noStrike">
                          <a:solidFill>
                            <a:srgbClr val="000000"/>
                          </a:solidFill>
                          <a:effectLst/>
                          <a:latin typeface="+mn-lt"/>
                        </a:rPr>
                        <a:t>N</a:t>
                      </a:r>
                    </a:p>
                  </a:txBody>
                  <a:tcPr marR="0" marT="0" marB="0" anchor="ctr">
                    <a:solidFill>
                      <a:schemeClr val="bg1"/>
                    </a:solidFill>
                  </a:tcPr>
                </a:tc>
                <a:tc>
                  <a:txBody>
                    <a:bodyPr/>
                    <a:lstStyle/>
                    <a:p>
                      <a:pPr algn="ctr" fontAlgn="b"/>
                      <a:r>
                        <a:rPr lang="en-US" sz="900" b="0" i="0" u="none" strike="noStrike" dirty="0">
                          <a:solidFill>
                            <a:srgbClr val="000000"/>
                          </a:solidFill>
                          <a:effectLst/>
                          <a:latin typeface="+mn-lt"/>
                        </a:rPr>
                        <a:t>N</a:t>
                      </a:r>
                    </a:p>
                  </a:txBody>
                  <a:tcPr marR="0" marT="0" marB="0" anchor="ctr">
                    <a:solidFill>
                      <a:schemeClr val="bg1"/>
                    </a:solidFill>
                  </a:tcPr>
                </a:tc>
                <a:extLst>
                  <a:ext uri="{0D108BD9-81ED-4DB2-BD59-A6C34878D82A}">
                    <a16:rowId xmlns:a16="http://schemas.microsoft.com/office/drawing/2014/main" val="160493617"/>
                  </a:ext>
                </a:extLst>
              </a:tr>
              <a:tr h="237333">
                <a:tc>
                  <a:txBody>
                    <a:bodyPr/>
                    <a:lstStyle/>
                    <a:p>
                      <a:pPr algn="l" fontAlgn="b"/>
                      <a:r>
                        <a:rPr lang="en-US" sz="900" b="0" i="0" u="none" strike="noStrike" dirty="0">
                          <a:solidFill>
                            <a:srgbClr val="000000"/>
                          </a:solidFill>
                          <a:effectLst/>
                          <a:latin typeface="+mn-lt"/>
                        </a:rPr>
                        <a:t>100388</a:t>
                      </a:r>
                    </a:p>
                  </a:txBody>
                  <a:tcPr marL="274320" marR="0" marT="0" marB="0" anchor="ctr">
                    <a:solidFill>
                      <a:schemeClr val="bg1"/>
                    </a:solidFill>
                  </a:tcPr>
                </a:tc>
                <a:tc>
                  <a:txBody>
                    <a:bodyPr/>
                    <a:lstStyle/>
                    <a:p>
                      <a:pPr algn="l" fontAlgn="b"/>
                      <a:r>
                        <a:rPr lang="en-US" sz="900" b="0" i="0" u="none" strike="noStrike" dirty="0">
                          <a:solidFill>
                            <a:schemeClr val="bg1"/>
                          </a:solidFill>
                          <a:effectLst/>
                          <a:latin typeface="+mn-lt"/>
                        </a:rPr>
                        <a:t>4-Jan-21</a:t>
                      </a:r>
                    </a:p>
                  </a:txBody>
                  <a:tcPr marR="0" marT="0" marB="0" anchor="ctr">
                    <a:solidFill>
                      <a:schemeClr val="tx2"/>
                    </a:solidFill>
                  </a:tcPr>
                </a:tc>
                <a:tc>
                  <a:txBody>
                    <a:bodyPr/>
                    <a:lstStyle/>
                    <a:p>
                      <a:pPr algn="l" fontAlgn="b"/>
                      <a:r>
                        <a:rPr lang="en-US" sz="900" b="0" i="0" u="none" strike="noStrike" dirty="0">
                          <a:solidFill>
                            <a:schemeClr val="bg1"/>
                          </a:solidFill>
                          <a:effectLst/>
                          <a:latin typeface="+mn-lt"/>
                        </a:rPr>
                        <a:t>Urban</a:t>
                      </a:r>
                    </a:p>
                  </a:txBody>
                  <a:tcPr marR="0" marT="0" marB="0" anchor="ctr">
                    <a:solidFill>
                      <a:schemeClr val="accent1"/>
                    </a:solidFill>
                  </a:tcPr>
                </a:tc>
                <a:tc>
                  <a:txBody>
                    <a:bodyPr/>
                    <a:lstStyle/>
                    <a:p>
                      <a:pPr algn="l" fontAlgn="b"/>
                      <a:r>
                        <a:rPr lang="en-US" sz="900" b="0" i="0" u="none" strike="noStrike" dirty="0">
                          <a:solidFill>
                            <a:srgbClr val="000000"/>
                          </a:solidFill>
                          <a:effectLst/>
                          <a:latin typeface="+mn-lt"/>
                        </a:rPr>
                        <a:t>IL</a:t>
                      </a:r>
                    </a:p>
                  </a:txBody>
                  <a:tcPr marR="0" marT="0" marB="0" anchor="ctr">
                    <a:solidFill>
                      <a:srgbClr val="9C9FA1"/>
                    </a:solidFill>
                  </a:tcPr>
                </a:tc>
                <a:tc>
                  <a:txBody>
                    <a:bodyPr/>
                    <a:lstStyle/>
                    <a:p>
                      <a:pPr algn="l" fontAlgn="b"/>
                      <a:r>
                        <a:rPr lang="en-US" sz="900" b="0" i="0" u="none" strike="noStrike" dirty="0">
                          <a:solidFill>
                            <a:srgbClr val="000000"/>
                          </a:solidFill>
                          <a:effectLst/>
                          <a:latin typeface="+mn-lt"/>
                        </a:rPr>
                        <a:t>Midwest</a:t>
                      </a:r>
                    </a:p>
                  </a:txBody>
                  <a:tcPr marR="0" marT="0" marB="0" anchor="ctr">
                    <a:solidFill>
                      <a:schemeClr val="bg1"/>
                    </a:solidFill>
                  </a:tcPr>
                </a:tc>
                <a:tc>
                  <a:txBody>
                    <a:bodyPr/>
                    <a:lstStyle/>
                    <a:p>
                      <a:pPr algn="l" fontAlgn="b"/>
                      <a:r>
                        <a:rPr lang="en-US" sz="900" b="0" i="0" u="none" strike="noStrike" dirty="0">
                          <a:solidFill>
                            <a:srgbClr val="000000"/>
                          </a:solidFill>
                          <a:effectLst/>
                          <a:latin typeface="+mn-lt"/>
                        </a:rPr>
                        <a:t>12,934,500</a:t>
                      </a:r>
                    </a:p>
                  </a:txBody>
                  <a:tcPr marR="0" marT="0" marB="0" anchor="ctr">
                    <a:solidFill>
                      <a:schemeClr val="bg1"/>
                    </a:solidFill>
                  </a:tcPr>
                </a:tc>
                <a:tc>
                  <a:txBody>
                    <a:bodyPr/>
                    <a:lstStyle/>
                    <a:p>
                      <a:pPr algn="l" fontAlgn="b"/>
                      <a:r>
                        <a:rPr lang="en-US" sz="900" b="0" i="0" u="none" strike="noStrike">
                          <a:solidFill>
                            <a:srgbClr val="000000"/>
                          </a:solidFill>
                          <a:effectLst/>
                          <a:latin typeface="+mn-lt"/>
                        </a:rPr>
                        <a:t>Frame</a:t>
                      </a:r>
                    </a:p>
                  </a:txBody>
                  <a:tcPr marR="0" marT="0" marB="0" anchor="ctr">
                    <a:solidFill>
                      <a:schemeClr val="bg1"/>
                    </a:solidFill>
                  </a:tcPr>
                </a:tc>
                <a:tc>
                  <a:txBody>
                    <a:bodyPr/>
                    <a:lstStyle/>
                    <a:p>
                      <a:pPr algn="l" fontAlgn="b"/>
                      <a:r>
                        <a:rPr lang="en-US" sz="900" b="0" i="0" u="none" strike="noStrike">
                          <a:solidFill>
                            <a:srgbClr val="000000"/>
                          </a:solidFill>
                          <a:effectLst/>
                          <a:latin typeface="+mn-lt"/>
                        </a:rPr>
                        <a:t>Apartment</a:t>
                      </a:r>
                    </a:p>
                  </a:txBody>
                  <a:tcPr marR="0" marT="0" marB="0" anchor="ctr">
                    <a:solidFill>
                      <a:schemeClr val="bg1"/>
                    </a:solidFill>
                  </a:tcPr>
                </a:tc>
                <a:tc>
                  <a:txBody>
                    <a:bodyPr/>
                    <a:lstStyle/>
                    <a:p>
                      <a:pPr algn="ctr" fontAlgn="b"/>
                      <a:r>
                        <a:rPr lang="en-US" sz="900" b="0" i="0" u="none" strike="noStrike" dirty="0">
                          <a:solidFill>
                            <a:srgbClr val="000000"/>
                          </a:solidFill>
                          <a:effectLst/>
                          <a:latin typeface="+mn-lt"/>
                        </a:rPr>
                        <a:t>Y</a:t>
                      </a:r>
                    </a:p>
                  </a:txBody>
                  <a:tcPr marR="0" marT="0" marB="0" anchor="ctr">
                    <a:solidFill>
                      <a:schemeClr val="bg1"/>
                    </a:solidFill>
                  </a:tcPr>
                </a:tc>
                <a:tc>
                  <a:txBody>
                    <a:bodyPr/>
                    <a:lstStyle/>
                    <a:p>
                      <a:pPr algn="ctr" fontAlgn="b"/>
                      <a:r>
                        <a:rPr lang="en-US" sz="900" b="0" i="0" u="none" strike="noStrike" dirty="0">
                          <a:solidFill>
                            <a:srgbClr val="000000"/>
                          </a:solidFill>
                          <a:effectLst/>
                          <a:latin typeface="+mn-lt"/>
                        </a:rPr>
                        <a:t>Y</a:t>
                      </a:r>
                    </a:p>
                  </a:txBody>
                  <a:tcPr marR="0" marT="0" marB="0" anchor="ctr">
                    <a:solidFill>
                      <a:schemeClr val="bg1"/>
                    </a:solidFill>
                  </a:tcPr>
                </a:tc>
                <a:extLst>
                  <a:ext uri="{0D108BD9-81ED-4DB2-BD59-A6C34878D82A}">
                    <a16:rowId xmlns:a16="http://schemas.microsoft.com/office/drawing/2014/main" val="1943207385"/>
                  </a:ext>
                </a:extLst>
              </a:tr>
              <a:tr h="237333">
                <a:tc>
                  <a:txBody>
                    <a:bodyPr/>
                    <a:lstStyle/>
                    <a:p>
                      <a:pPr algn="l" fontAlgn="b"/>
                      <a:r>
                        <a:rPr lang="en-US" sz="900" b="0" i="0" u="none" strike="noStrike" dirty="0">
                          <a:solidFill>
                            <a:srgbClr val="000000"/>
                          </a:solidFill>
                          <a:effectLst/>
                          <a:latin typeface="+mn-lt"/>
                        </a:rPr>
                        <a:t>100358</a:t>
                      </a:r>
                    </a:p>
                  </a:txBody>
                  <a:tcPr marL="274320" marR="0" marT="0" marB="0" anchor="ctr">
                    <a:lnB w="12700" cmpd="sng">
                      <a:noFill/>
                    </a:lnB>
                    <a:solidFill>
                      <a:schemeClr val="bg1"/>
                    </a:solidFill>
                  </a:tcPr>
                </a:tc>
                <a:tc>
                  <a:txBody>
                    <a:bodyPr/>
                    <a:lstStyle/>
                    <a:p>
                      <a:pPr algn="l" fontAlgn="b"/>
                      <a:r>
                        <a:rPr lang="en-US" sz="900" b="0" i="0" u="none" strike="noStrike" dirty="0">
                          <a:solidFill>
                            <a:schemeClr val="bg1"/>
                          </a:solidFill>
                          <a:effectLst/>
                          <a:latin typeface="+mn-lt"/>
                        </a:rPr>
                        <a:t>5-Jan-21</a:t>
                      </a:r>
                    </a:p>
                  </a:txBody>
                  <a:tcPr marR="0" marT="0" marB="0" anchor="ctr">
                    <a:lnB w="12700" cmpd="sng">
                      <a:noFill/>
                    </a:lnB>
                    <a:solidFill>
                      <a:schemeClr val="tx2"/>
                    </a:solidFill>
                  </a:tcPr>
                </a:tc>
                <a:tc>
                  <a:txBody>
                    <a:bodyPr/>
                    <a:lstStyle/>
                    <a:p>
                      <a:pPr algn="l" fontAlgn="b"/>
                      <a:r>
                        <a:rPr lang="en-US" sz="900" b="0" i="0" u="none" strike="noStrike" dirty="0">
                          <a:solidFill>
                            <a:schemeClr val="bg1"/>
                          </a:solidFill>
                          <a:effectLst/>
                          <a:latin typeface="+mn-lt"/>
                        </a:rPr>
                        <a:t>Urban</a:t>
                      </a:r>
                    </a:p>
                  </a:txBody>
                  <a:tcPr marR="0" marT="0" marB="0" anchor="ctr">
                    <a:lnB w="12700" cmpd="sng">
                      <a:noFill/>
                    </a:lnB>
                    <a:solidFill>
                      <a:schemeClr val="accent1"/>
                    </a:solidFill>
                  </a:tcPr>
                </a:tc>
                <a:tc>
                  <a:txBody>
                    <a:bodyPr/>
                    <a:lstStyle/>
                    <a:p>
                      <a:pPr algn="l" fontAlgn="b"/>
                      <a:r>
                        <a:rPr lang="en-US" sz="900" b="0" i="0" u="none" strike="noStrike" dirty="0">
                          <a:solidFill>
                            <a:srgbClr val="000000"/>
                          </a:solidFill>
                          <a:effectLst/>
                          <a:latin typeface="+mn-lt"/>
                        </a:rPr>
                        <a:t>WI</a:t>
                      </a:r>
                    </a:p>
                  </a:txBody>
                  <a:tcPr marR="0" marT="0" marB="0" anchor="ctr">
                    <a:lnB w="12700" cmpd="sng">
                      <a:noFill/>
                    </a:lnB>
                    <a:solidFill>
                      <a:srgbClr val="9C9FA1"/>
                    </a:solidFill>
                  </a:tcPr>
                </a:tc>
                <a:tc>
                  <a:txBody>
                    <a:bodyPr/>
                    <a:lstStyle/>
                    <a:p>
                      <a:pPr algn="l" fontAlgn="b"/>
                      <a:r>
                        <a:rPr lang="en-US" sz="900" b="0" i="0" u="none" strike="noStrike" dirty="0">
                          <a:solidFill>
                            <a:srgbClr val="000000"/>
                          </a:solidFill>
                          <a:effectLst/>
                          <a:latin typeface="+mn-lt"/>
                        </a:rPr>
                        <a:t>Midwest</a:t>
                      </a:r>
                    </a:p>
                  </a:txBody>
                  <a:tcPr marR="0" marT="0" marB="0" anchor="ctr">
                    <a:lnB w="12700" cmpd="sng">
                      <a:noFill/>
                    </a:lnB>
                    <a:solidFill>
                      <a:schemeClr val="bg1"/>
                    </a:solidFill>
                  </a:tcPr>
                </a:tc>
                <a:tc>
                  <a:txBody>
                    <a:bodyPr/>
                    <a:lstStyle/>
                    <a:p>
                      <a:pPr algn="l" fontAlgn="b"/>
                      <a:r>
                        <a:rPr lang="en-US" sz="900" b="0" i="0" u="none" strike="noStrike" dirty="0">
                          <a:solidFill>
                            <a:srgbClr val="000000"/>
                          </a:solidFill>
                          <a:effectLst/>
                          <a:latin typeface="+mn-lt"/>
                        </a:rPr>
                        <a:t>928,300</a:t>
                      </a:r>
                    </a:p>
                  </a:txBody>
                  <a:tcPr marR="0" marT="0" marB="0" anchor="ctr">
                    <a:lnB w="12700" cmpd="sng">
                      <a:noFill/>
                    </a:lnB>
                    <a:solidFill>
                      <a:schemeClr val="bg1"/>
                    </a:solidFill>
                  </a:tcPr>
                </a:tc>
                <a:tc>
                  <a:txBody>
                    <a:bodyPr/>
                    <a:lstStyle/>
                    <a:p>
                      <a:pPr algn="l" fontAlgn="b"/>
                      <a:r>
                        <a:rPr lang="en-US" sz="900" b="0" i="0" u="none" strike="noStrike">
                          <a:solidFill>
                            <a:srgbClr val="000000"/>
                          </a:solidFill>
                          <a:effectLst/>
                          <a:latin typeface="+mn-lt"/>
                        </a:rPr>
                        <a:t>Masonry</a:t>
                      </a:r>
                    </a:p>
                  </a:txBody>
                  <a:tcPr marR="0" marT="0" marB="0" anchor="ctr">
                    <a:lnB w="12700" cmpd="sng">
                      <a:noFill/>
                    </a:lnB>
                    <a:solidFill>
                      <a:schemeClr val="bg1"/>
                    </a:solidFill>
                  </a:tcPr>
                </a:tc>
                <a:tc>
                  <a:txBody>
                    <a:bodyPr/>
                    <a:lstStyle/>
                    <a:p>
                      <a:pPr algn="l" fontAlgn="b"/>
                      <a:r>
                        <a:rPr lang="en-US" sz="900" b="0" i="0" u="none" strike="noStrike">
                          <a:solidFill>
                            <a:srgbClr val="000000"/>
                          </a:solidFill>
                          <a:effectLst/>
                          <a:latin typeface="+mn-lt"/>
                        </a:rPr>
                        <a:t>Office Bldg</a:t>
                      </a:r>
                    </a:p>
                  </a:txBody>
                  <a:tcPr marR="0" marT="0" marB="0" anchor="ctr">
                    <a:lnB w="12700" cmpd="sng">
                      <a:noFill/>
                    </a:lnB>
                    <a:solidFill>
                      <a:schemeClr val="bg1"/>
                    </a:solidFill>
                  </a:tcPr>
                </a:tc>
                <a:tc>
                  <a:txBody>
                    <a:bodyPr/>
                    <a:lstStyle/>
                    <a:p>
                      <a:pPr algn="ctr" fontAlgn="b"/>
                      <a:r>
                        <a:rPr lang="en-US" sz="900" b="0" i="0" u="none" strike="noStrike" dirty="0">
                          <a:solidFill>
                            <a:srgbClr val="000000"/>
                          </a:solidFill>
                          <a:effectLst/>
                          <a:latin typeface="+mn-lt"/>
                        </a:rPr>
                        <a:t>N</a:t>
                      </a:r>
                    </a:p>
                  </a:txBody>
                  <a:tcPr marR="0" marT="0" marB="0" anchor="ctr">
                    <a:lnB w="12700" cmpd="sng">
                      <a:noFill/>
                    </a:lnB>
                    <a:solidFill>
                      <a:schemeClr val="bg1"/>
                    </a:solidFill>
                  </a:tcPr>
                </a:tc>
                <a:tc>
                  <a:txBody>
                    <a:bodyPr/>
                    <a:lstStyle/>
                    <a:p>
                      <a:pPr algn="ctr" fontAlgn="b"/>
                      <a:r>
                        <a:rPr lang="en-US" sz="900" b="0" i="0" u="none" strike="noStrike" dirty="0">
                          <a:solidFill>
                            <a:srgbClr val="000000"/>
                          </a:solidFill>
                          <a:effectLst/>
                          <a:latin typeface="+mn-lt"/>
                        </a:rPr>
                        <a:t>N</a:t>
                      </a:r>
                    </a:p>
                  </a:txBody>
                  <a:tcPr marR="0" marT="0" marB="0" anchor="ctr">
                    <a:lnB w="12700" cmpd="sng">
                      <a:noFill/>
                    </a:lnB>
                    <a:solidFill>
                      <a:schemeClr val="bg1"/>
                    </a:solidFill>
                  </a:tcPr>
                </a:tc>
                <a:extLst>
                  <a:ext uri="{0D108BD9-81ED-4DB2-BD59-A6C34878D82A}">
                    <a16:rowId xmlns:a16="http://schemas.microsoft.com/office/drawing/2014/main" val="1561845730"/>
                  </a:ext>
                </a:extLst>
              </a:tr>
              <a:tr h="237333">
                <a:tc>
                  <a:txBody>
                    <a:bodyPr/>
                    <a:lstStyle/>
                    <a:p>
                      <a:pPr algn="l" fontAlgn="b"/>
                      <a:r>
                        <a:rPr lang="en-US" sz="900" b="0" i="0" u="none" strike="noStrike" dirty="0" err="1">
                          <a:solidFill>
                            <a:srgbClr val="000000"/>
                          </a:solidFill>
                          <a:effectLst/>
                          <a:latin typeface="+mn-lt"/>
                        </a:rPr>
                        <a:t>Occatistiis</a:t>
                      </a:r>
                      <a:endParaRPr lang="en-US" sz="900" b="0" i="0" u="none" strike="noStrike" dirty="0">
                        <a:solidFill>
                          <a:srgbClr val="000000"/>
                        </a:solidFill>
                        <a:effectLst/>
                        <a:latin typeface="+mn-lt"/>
                      </a:endParaRPr>
                    </a:p>
                  </a:txBody>
                  <a:tcPr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0F0F1"/>
                    </a:solidFill>
                  </a:tcPr>
                </a:tc>
                <a:tc>
                  <a:txBody>
                    <a:bodyPr/>
                    <a:lstStyle/>
                    <a:p>
                      <a:pPr algn="l" fontAlgn="b"/>
                      <a:endParaRPr lang="en-US" sz="900" b="0" i="0" u="none" strike="noStrike" dirty="0">
                        <a:solidFill>
                          <a:srgbClr val="000000"/>
                        </a:solidFill>
                        <a:effectLst/>
                        <a:latin typeface="+mn-lt"/>
                      </a:endParaRPr>
                    </a:p>
                  </a:txBody>
                  <a:tcPr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0F0F1"/>
                    </a:solidFill>
                  </a:tcPr>
                </a:tc>
                <a:tc>
                  <a:txBody>
                    <a:bodyPr/>
                    <a:lstStyle/>
                    <a:p>
                      <a:pPr algn="l" fontAlgn="b"/>
                      <a:endParaRPr lang="en-US" sz="900" b="0" i="0" u="none" strike="noStrike" dirty="0">
                        <a:solidFill>
                          <a:srgbClr val="000000"/>
                        </a:solidFill>
                        <a:effectLst/>
                        <a:latin typeface="+mn-lt"/>
                      </a:endParaRPr>
                    </a:p>
                  </a:txBody>
                  <a:tcPr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0F0F1"/>
                    </a:solidFill>
                  </a:tcPr>
                </a:tc>
                <a:tc>
                  <a:txBody>
                    <a:bodyPr/>
                    <a:lstStyle/>
                    <a:p>
                      <a:pPr algn="l" fontAlgn="b"/>
                      <a:endParaRPr lang="en-US" sz="900" b="0" i="0" u="none" strike="noStrike" dirty="0">
                        <a:solidFill>
                          <a:srgbClr val="000000"/>
                        </a:solidFill>
                        <a:effectLst/>
                        <a:latin typeface="+mn-lt"/>
                      </a:endParaRPr>
                    </a:p>
                  </a:txBody>
                  <a:tcPr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0F0F1"/>
                    </a:solidFill>
                  </a:tcPr>
                </a:tc>
                <a:tc>
                  <a:txBody>
                    <a:bodyPr/>
                    <a:lstStyle/>
                    <a:p>
                      <a:pPr algn="l" fontAlgn="b"/>
                      <a:endParaRPr lang="en-US" sz="900" b="0" i="0" u="none" strike="noStrike" dirty="0">
                        <a:solidFill>
                          <a:srgbClr val="000000"/>
                        </a:solidFill>
                        <a:effectLst/>
                        <a:latin typeface="+mn-lt"/>
                      </a:endParaRPr>
                    </a:p>
                  </a:txBody>
                  <a:tcPr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0F0F1"/>
                    </a:solidFill>
                  </a:tcPr>
                </a:tc>
                <a:tc>
                  <a:txBody>
                    <a:bodyPr/>
                    <a:lstStyle/>
                    <a:p>
                      <a:pPr algn="l" fontAlgn="b"/>
                      <a:endParaRPr lang="en-US" sz="900" b="0" i="0" u="none" strike="noStrike" dirty="0">
                        <a:solidFill>
                          <a:srgbClr val="000000"/>
                        </a:solidFill>
                        <a:effectLst/>
                        <a:latin typeface="+mn-lt"/>
                      </a:endParaRPr>
                    </a:p>
                  </a:txBody>
                  <a:tcPr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0F0F1"/>
                    </a:solidFill>
                  </a:tcPr>
                </a:tc>
                <a:tc>
                  <a:txBody>
                    <a:bodyPr/>
                    <a:lstStyle/>
                    <a:p>
                      <a:pPr algn="l" fontAlgn="b"/>
                      <a:endParaRPr lang="en-US" sz="900" b="0" i="0" u="none" strike="noStrike" dirty="0">
                        <a:solidFill>
                          <a:srgbClr val="000000"/>
                        </a:solidFill>
                        <a:effectLst/>
                        <a:latin typeface="+mn-lt"/>
                      </a:endParaRPr>
                    </a:p>
                  </a:txBody>
                  <a:tcPr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0F0F1"/>
                    </a:solidFill>
                  </a:tcPr>
                </a:tc>
                <a:tc>
                  <a:txBody>
                    <a:bodyPr/>
                    <a:lstStyle/>
                    <a:p>
                      <a:pPr algn="l" fontAlgn="b"/>
                      <a:endParaRPr lang="en-US" sz="900" b="0" i="0" u="none" strike="noStrike" dirty="0">
                        <a:solidFill>
                          <a:srgbClr val="000000"/>
                        </a:solidFill>
                        <a:effectLst/>
                        <a:latin typeface="+mn-lt"/>
                      </a:endParaRPr>
                    </a:p>
                  </a:txBody>
                  <a:tcPr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0F0F1"/>
                    </a:solidFill>
                  </a:tcPr>
                </a:tc>
                <a:tc>
                  <a:txBody>
                    <a:bodyPr/>
                    <a:lstStyle/>
                    <a:p>
                      <a:pPr algn="ctr" fontAlgn="b"/>
                      <a:endParaRPr lang="en-US" sz="900" b="0" i="0" u="none" strike="noStrike" dirty="0">
                        <a:solidFill>
                          <a:srgbClr val="000000"/>
                        </a:solidFill>
                        <a:effectLst/>
                        <a:latin typeface="+mn-lt"/>
                      </a:endParaRPr>
                    </a:p>
                  </a:txBody>
                  <a:tcPr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0F0F1"/>
                    </a:solidFill>
                  </a:tcPr>
                </a:tc>
                <a:tc>
                  <a:txBody>
                    <a:bodyPr/>
                    <a:lstStyle/>
                    <a:p>
                      <a:pPr algn="ctr" fontAlgn="b"/>
                      <a:endParaRPr lang="en-US" sz="900" b="0" i="0" u="none" strike="noStrike" dirty="0">
                        <a:solidFill>
                          <a:srgbClr val="000000"/>
                        </a:solidFill>
                        <a:effectLst/>
                        <a:latin typeface="+mn-lt"/>
                      </a:endParaRPr>
                    </a:p>
                  </a:txBody>
                  <a:tcPr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0F0F1"/>
                    </a:solidFill>
                  </a:tcPr>
                </a:tc>
                <a:extLst>
                  <a:ext uri="{0D108BD9-81ED-4DB2-BD59-A6C34878D82A}">
                    <a16:rowId xmlns:a16="http://schemas.microsoft.com/office/drawing/2014/main" val="957724219"/>
                  </a:ext>
                </a:extLst>
              </a:tr>
              <a:tr h="237333">
                <a:tc>
                  <a:txBody>
                    <a:bodyPr/>
                    <a:lstStyle/>
                    <a:p>
                      <a:pPr algn="l" fontAlgn="b"/>
                      <a:r>
                        <a:rPr lang="en-US" sz="900" b="0" i="0" u="none" strike="noStrike" dirty="0">
                          <a:solidFill>
                            <a:srgbClr val="000000"/>
                          </a:solidFill>
                          <a:effectLst/>
                          <a:latin typeface="+mn-lt"/>
                        </a:rPr>
                        <a:t>100264</a:t>
                      </a:r>
                    </a:p>
                  </a:txBody>
                  <a:tcPr marL="274320" marR="0" marT="0" marB="0" anchor="ctr">
                    <a:lnT w="12700" cmpd="sng">
                      <a:noFill/>
                    </a:lnT>
                    <a:solidFill>
                      <a:schemeClr val="bg1"/>
                    </a:solidFill>
                  </a:tcPr>
                </a:tc>
                <a:tc>
                  <a:txBody>
                    <a:bodyPr/>
                    <a:lstStyle/>
                    <a:p>
                      <a:pPr algn="l" fontAlgn="b"/>
                      <a:r>
                        <a:rPr lang="en-US" sz="900" b="0" i="0" u="none" strike="noStrike" dirty="0">
                          <a:solidFill>
                            <a:schemeClr val="bg1"/>
                          </a:solidFill>
                          <a:effectLst/>
                          <a:latin typeface="+mn-lt"/>
                        </a:rPr>
                        <a:t>7-Jan-21</a:t>
                      </a:r>
                    </a:p>
                  </a:txBody>
                  <a:tcPr marR="0" marT="0" marB="0" anchor="ctr">
                    <a:lnT w="12700" cmpd="sng">
                      <a:noFill/>
                    </a:lnT>
                    <a:solidFill>
                      <a:schemeClr val="tx2"/>
                    </a:solidFill>
                  </a:tcPr>
                </a:tc>
                <a:tc>
                  <a:txBody>
                    <a:bodyPr/>
                    <a:lstStyle/>
                    <a:p>
                      <a:pPr algn="l" fontAlgn="b"/>
                      <a:r>
                        <a:rPr lang="en-US" sz="900" b="0" i="0" u="none" strike="noStrike" dirty="0">
                          <a:solidFill>
                            <a:schemeClr val="bg1"/>
                          </a:solidFill>
                          <a:effectLst/>
                          <a:latin typeface="+mn-lt"/>
                        </a:rPr>
                        <a:t>Rural</a:t>
                      </a:r>
                    </a:p>
                  </a:txBody>
                  <a:tcPr marR="0" marT="0" marB="0" anchor="ctr">
                    <a:lnT w="12700" cmpd="sng">
                      <a:noFill/>
                    </a:lnT>
                    <a:solidFill>
                      <a:schemeClr val="accent1"/>
                    </a:solidFill>
                  </a:tcPr>
                </a:tc>
                <a:tc>
                  <a:txBody>
                    <a:bodyPr/>
                    <a:lstStyle/>
                    <a:p>
                      <a:pPr algn="l" fontAlgn="b"/>
                      <a:r>
                        <a:rPr lang="en-US" sz="900" b="0" i="0" u="none" strike="noStrike" dirty="0">
                          <a:solidFill>
                            <a:srgbClr val="000000"/>
                          </a:solidFill>
                          <a:effectLst/>
                          <a:latin typeface="+mn-lt"/>
                        </a:rPr>
                        <a:t>NY</a:t>
                      </a:r>
                    </a:p>
                  </a:txBody>
                  <a:tcPr marR="0" marT="0" marB="0" anchor="ctr">
                    <a:lnT w="12700" cmpd="sng">
                      <a:noFill/>
                    </a:lnT>
                    <a:solidFill>
                      <a:srgbClr val="9C9FA1"/>
                    </a:solidFill>
                  </a:tcPr>
                </a:tc>
                <a:tc>
                  <a:txBody>
                    <a:bodyPr/>
                    <a:lstStyle/>
                    <a:p>
                      <a:pPr algn="l" fontAlgn="b"/>
                      <a:r>
                        <a:rPr lang="en-US" sz="900" b="0" i="0" u="none" strike="noStrike">
                          <a:solidFill>
                            <a:srgbClr val="000000"/>
                          </a:solidFill>
                          <a:effectLst/>
                          <a:latin typeface="+mn-lt"/>
                        </a:rPr>
                        <a:t>East</a:t>
                      </a:r>
                    </a:p>
                  </a:txBody>
                  <a:tcPr marR="0" marT="0" marB="0" anchor="ctr">
                    <a:lnT w="12700" cmpd="sng">
                      <a:noFill/>
                    </a:lnT>
                    <a:solidFill>
                      <a:schemeClr val="bg1"/>
                    </a:solidFill>
                  </a:tcPr>
                </a:tc>
                <a:tc>
                  <a:txBody>
                    <a:bodyPr/>
                    <a:lstStyle/>
                    <a:p>
                      <a:pPr algn="l" fontAlgn="b"/>
                      <a:r>
                        <a:rPr lang="en-US" sz="900" b="0" i="0" u="none" strike="noStrike" dirty="0">
                          <a:solidFill>
                            <a:srgbClr val="000000"/>
                          </a:solidFill>
                          <a:effectLst/>
                          <a:latin typeface="+mn-lt"/>
                        </a:rPr>
                        <a:t>2,219,900</a:t>
                      </a:r>
                    </a:p>
                  </a:txBody>
                  <a:tcPr marR="0" marT="0" marB="0" anchor="ctr">
                    <a:lnT w="12700" cmpd="sng">
                      <a:noFill/>
                    </a:lnT>
                    <a:solidFill>
                      <a:schemeClr val="bg1"/>
                    </a:solidFill>
                  </a:tcPr>
                </a:tc>
                <a:tc>
                  <a:txBody>
                    <a:bodyPr/>
                    <a:lstStyle/>
                    <a:p>
                      <a:pPr algn="l" fontAlgn="b"/>
                      <a:r>
                        <a:rPr lang="en-US" sz="900" b="0" i="0" u="none" strike="noStrike" dirty="0">
                          <a:solidFill>
                            <a:srgbClr val="000000"/>
                          </a:solidFill>
                          <a:effectLst/>
                          <a:latin typeface="+mn-lt"/>
                        </a:rPr>
                        <a:t>Frame</a:t>
                      </a:r>
                    </a:p>
                  </a:txBody>
                  <a:tcPr marR="0" marT="0" marB="0" anchor="ctr">
                    <a:lnT w="12700" cmpd="sng">
                      <a:noFill/>
                    </a:lnT>
                    <a:solidFill>
                      <a:schemeClr val="bg1"/>
                    </a:solidFill>
                  </a:tcPr>
                </a:tc>
                <a:tc>
                  <a:txBody>
                    <a:bodyPr/>
                    <a:lstStyle/>
                    <a:p>
                      <a:pPr algn="l" fontAlgn="b"/>
                      <a:r>
                        <a:rPr lang="en-US" sz="900" b="0" i="0" u="none" strike="noStrike">
                          <a:solidFill>
                            <a:srgbClr val="000000"/>
                          </a:solidFill>
                          <a:effectLst/>
                          <a:latin typeface="+mn-lt"/>
                        </a:rPr>
                        <a:t>Farming</a:t>
                      </a:r>
                    </a:p>
                  </a:txBody>
                  <a:tcPr marR="0" marT="0" marB="0" anchor="ctr">
                    <a:lnT w="12700" cmpd="sng">
                      <a:noFill/>
                    </a:lnT>
                    <a:solidFill>
                      <a:schemeClr val="bg1"/>
                    </a:solidFill>
                  </a:tcPr>
                </a:tc>
                <a:tc>
                  <a:txBody>
                    <a:bodyPr/>
                    <a:lstStyle/>
                    <a:p>
                      <a:pPr algn="ctr" fontAlgn="b"/>
                      <a:r>
                        <a:rPr lang="en-US" sz="900" b="0" i="0" u="none" strike="noStrike">
                          <a:solidFill>
                            <a:srgbClr val="000000"/>
                          </a:solidFill>
                          <a:effectLst/>
                          <a:latin typeface="+mn-lt"/>
                        </a:rPr>
                        <a:t>N</a:t>
                      </a:r>
                    </a:p>
                  </a:txBody>
                  <a:tcPr marR="0" marT="0" marB="0" anchor="ctr">
                    <a:lnT w="12700" cmpd="sng">
                      <a:noFill/>
                    </a:lnT>
                    <a:solidFill>
                      <a:schemeClr val="bg1"/>
                    </a:solidFill>
                  </a:tcPr>
                </a:tc>
                <a:tc>
                  <a:txBody>
                    <a:bodyPr/>
                    <a:lstStyle/>
                    <a:p>
                      <a:pPr algn="ctr" fontAlgn="b"/>
                      <a:r>
                        <a:rPr lang="en-US" sz="900" b="0" i="0" u="none" strike="noStrike" dirty="0">
                          <a:solidFill>
                            <a:srgbClr val="000000"/>
                          </a:solidFill>
                          <a:effectLst/>
                          <a:latin typeface="+mn-lt"/>
                        </a:rPr>
                        <a:t>N</a:t>
                      </a:r>
                    </a:p>
                  </a:txBody>
                  <a:tcPr marR="0" marT="0" marB="0" anchor="ctr">
                    <a:lnT w="12700" cmpd="sng">
                      <a:noFill/>
                    </a:lnT>
                    <a:solidFill>
                      <a:schemeClr val="bg1"/>
                    </a:solidFill>
                  </a:tcPr>
                </a:tc>
                <a:extLst>
                  <a:ext uri="{0D108BD9-81ED-4DB2-BD59-A6C34878D82A}">
                    <a16:rowId xmlns:a16="http://schemas.microsoft.com/office/drawing/2014/main" val="831875768"/>
                  </a:ext>
                </a:extLst>
              </a:tr>
              <a:tr h="237333">
                <a:tc>
                  <a:txBody>
                    <a:bodyPr/>
                    <a:lstStyle/>
                    <a:p>
                      <a:pPr algn="l" fontAlgn="b"/>
                      <a:r>
                        <a:rPr lang="en-US" sz="900" b="0" i="0" u="none" strike="noStrike" dirty="0">
                          <a:solidFill>
                            <a:srgbClr val="000000"/>
                          </a:solidFill>
                          <a:effectLst/>
                          <a:latin typeface="+mn-lt"/>
                        </a:rPr>
                        <a:t>100265</a:t>
                      </a:r>
                    </a:p>
                  </a:txBody>
                  <a:tcPr marL="274320" marR="0" marT="0" marB="0" anchor="ctr">
                    <a:solidFill>
                      <a:schemeClr val="bg1"/>
                    </a:solidFill>
                  </a:tcPr>
                </a:tc>
                <a:tc>
                  <a:txBody>
                    <a:bodyPr/>
                    <a:lstStyle/>
                    <a:p>
                      <a:pPr algn="l" fontAlgn="b"/>
                      <a:r>
                        <a:rPr lang="en-US" sz="900" b="0" i="0" u="none" strike="noStrike" dirty="0">
                          <a:solidFill>
                            <a:schemeClr val="bg1"/>
                          </a:solidFill>
                          <a:effectLst/>
                          <a:latin typeface="+mn-lt"/>
                        </a:rPr>
                        <a:t>7-Jan-21</a:t>
                      </a:r>
                    </a:p>
                  </a:txBody>
                  <a:tcPr marR="0" marT="0" marB="0" anchor="ctr">
                    <a:solidFill>
                      <a:schemeClr val="tx2"/>
                    </a:solidFill>
                  </a:tcPr>
                </a:tc>
                <a:tc>
                  <a:txBody>
                    <a:bodyPr/>
                    <a:lstStyle/>
                    <a:p>
                      <a:pPr algn="l" fontAlgn="b"/>
                      <a:r>
                        <a:rPr lang="en-US" sz="900" b="0" i="0" u="none" strike="noStrike" dirty="0">
                          <a:solidFill>
                            <a:schemeClr val="bg1"/>
                          </a:solidFill>
                          <a:effectLst/>
                          <a:latin typeface="+mn-lt"/>
                        </a:rPr>
                        <a:t>Urban</a:t>
                      </a:r>
                    </a:p>
                  </a:txBody>
                  <a:tcPr marR="0" marT="0" marB="0" anchor="ctr">
                    <a:solidFill>
                      <a:schemeClr val="accent1"/>
                    </a:solidFill>
                  </a:tcPr>
                </a:tc>
                <a:tc>
                  <a:txBody>
                    <a:bodyPr/>
                    <a:lstStyle/>
                    <a:p>
                      <a:pPr algn="l" fontAlgn="b"/>
                      <a:r>
                        <a:rPr lang="en-US" sz="900" b="0" i="0" u="none" strike="noStrike" dirty="0">
                          <a:solidFill>
                            <a:srgbClr val="000000"/>
                          </a:solidFill>
                          <a:effectLst/>
                          <a:latin typeface="+mn-lt"/>
                        </a:rPr>
                        <a:t>NY</a:t>
                      </a:r>
                    </a:p>
                  </a:txBody>
                  <a:tcPr marR="0" marT="0" marB="0" anchor="ctr">
                    <a:solidFill>
                      <a:srgbClr val="9C9FA1"/>
                    </a:solidFill>
                  </a:tcPr>
                </a:tc>
                <a:tc>
                  <a:txBody>
                    <a:bodyPr/>
                    <a:lstStyle/>
                    <a:p>
                      <a:pPr algn="l" fontAlgn="b"/>
                      <a:r>
                        <a:rPr lang="en-US" sz="900" b="0" i="0" u="none" strike="noStrike">
                          <a:solidFill>
                            <a:srgbClr val="000000"/>
                          </a:solidFill>
                          <a:effectLst/>
                          <a:latin typeface="+mn-lt"/>
                        </a:rPr>
                        <a:t>East</a:t>
                      </a:r>
                    </a:p>
                  </a:txBody>
                  <a:tcPr marR="0" marT="0" marB="0" anchor="ctr">
                    <a:solidFill>
                      <a:schemeClr val="bg1"/>
                    </a:solidFill>
                  </a:tcPr>
                </a:tc>
                <a:tc>
                  <a:txBody>
                    <a:bodyPr/>
                    <a:lstStyle/>
                    <a:p>
                      <a:pPr algn="l" fontAlgn="b"/>
                      <a:r>
                        <a:rPr lang="en-US" sz="900" b="0" i="0" u="none" strike="noStrike" dirty="0">
                          <a:solidFill>
                            <a:srgbClr val="000000"/>
                          </a:solidFill>
                          <a:effectLst/>
                          <a:latin typeface="+mn-lt"/>
                        </a:rPr>
                        <a:t>14,100,000</a:t>
                      </a:r>
                    </a:p>
                  </a:txBody>
                  <a:tcPr marR="0" marT="0" marB="0" anchor="ctr">
                    <a:solidFill>
                      <a:schemeClr val="bg1"/>
                    </a:solidFill>
                  </a:tcPr>
                </a:tc>
                <a:tc>
                  <a:txBody>
                    <a:bodyPr/>
                    <a:lstStyle/>
                    <a:p>
                      <a:pPr algn="l" fontAlgn="b"/>
                      <a:r>
                        <a:rPr lang="en-US" sz="900" b="0" i="0" u="none" strike="noStrike" dirty="0">
                          <a:solidFill>
                            <a:srgbClr val="000000"/>
                          </a:solidFill>
                          <a:effectLst/>
                          <a:latin typeface="+mn-lt"/>
                        </a:rPr>
                        <a:t>Frame</a:t>
                      </a:r>
                    </a:p>
                  </a:txBody>
                  <a:tcPr marR="0" marT="0" marB="0" anchor="ctr">
                    <a:solidFill>
                      <a:schemeClr val="bg1"/>
                    </a:solidFill>
                  </a:tcPr>
                </a:tc>
                <a:tc>
                  <a:txBody>
                    <a:bodyPr/>
                    <a:lstStyle/>
                    <a:p>
                      <a:pPr algn="l" fontAlgn="b"/>
                      <a:r>
                        <a:rPr lang="en-US" sz="900" b="0" i="0" u="none" strike="noStrike">
                          <a:solidFill>
                            <a:srgbClr val="000000"/>
                          </a:solidFill>
                          <a:effectLst/>
                          <a:latin typeface="+mn-lt"/>
                        </a:rPr>
                        <a:t>Apartment</a:t>
                      </a:r>
                    </a:p>
                  </a:txBody>
                  <a:tcPr marR="0" marT="0" marB="0" anchor="ctr">
                    <a:solidFill>
                      <a:schemeClr val="bg1"/>
                    </a:solidFill>
                  </a:tcPr>
                </a:tc>
                <a:tc>
                  <a:txBody>
                    <a:bodyPr/>
                    <a:lstStyle/>
                    <a:p>
                      <a:pPr algn="ctr" fontAlgn="b"/>
                      <a:r>
                        <a:rPr lang="en-US" sz="900" b="0" i="0" u="none" strike="noStrike" dirty="0">
                          <a:solidFill>
                            <a:srgbClr val="000000"/>
                          </a:solidFill>
                          <a:effectLst/>
                          <a:latin typeface="+mn-lt"/>
                        </a:rPr>
                        <a:t>Y</a:t>
                      </a:r>
                    </a:p>
                  </a:txBody>
                  <a:tcPr marR="0" marT="0" marB="0" anchor="ctr">
                    <a:solidFill>
                      <a:schemeClr val="bg1"/>
                    </a:solidFill>
                  </a:tcPr>
                </a:tc>
                <a:tc>
                  <a:txBody>
                    <a:bodyPr/>
                    <a:lstStyle/>
                    <a:p>
                      <a:pPr algn="ctr" fontAlgn="b"/>
                      <a:r>
                        <a:rPr lang="en-US" sz="900" b="0" i="0" u="none" strike="noStrike" dirty="0">
                          <a:solidFill>
                            <a:srgbClr val="000000"/>
                          </a:solidFill>
                          <a:effectLst/>
                          <a:latin typeface="+mn-lt"/>
                        </a:rPr>
                        <a:t>Y</a:t>
                      </a:r>
                    </a:p>
                  </a:txBody>
                  <a:tcPr marR="0" marT="0" marB="0" anchor="ctr">
                    <a:solidFill>
                      <a:schemeClr val="bg1"/>
                    </a:solidFill>
                  </a:tcPr>
                </a:tc>
                <a:extLst>
                  <a:ext uri="{0D108BD9-81ED-4DB2-BD59-A6C34878D82A}">
                    <a16:rowId xmlns:a16="http://schemas.microsoft.com/office/drawing/2014/main" val="3224505627"/>
                  </a:ext>
                </a:extLst>
              </a:tr>
              <a:tr h="237333">
                <a:tc>
                  <a:txBody>
                    <a:bodyPr/>
                    <a:lstStyle/>
                    <a:p>
                      <a:pPr algn="l" fontAlgn="b"/>
                      <a:r>
                        <a:rPr lang="en-US" sz="900" b="0" i="0" u="none" strike="noStrike" dirty="0">
                          <a:solidFill>
                            <a:srgbClr val="000000"/>
                          </a:solidFill>
                          <a:effectLst/>
                          <a:latin typeface="+mn-lt"/>
                        </a:rPr>
                        <a:t>100357</a:t>
                      </a:r>
                    </a:p>
                  </a:txBody>
                  <a:tcPr marL="274320" marR="0" marT="0" marB="0" anchor="ctr">
                    <a:solidFill>
                      <a:schemeClr val="bg1"/>
                    </a:solidFill>
                  </a:tcPr>
                </a:tc>
                <a:tc>
                  <a:txBody>
                    <a:bodyPr/>
                    <a:lstStyle/>
                    <a:p>
                      <a:pPr algn="l" fontAlgn="b"/>
                      <a:r>
                        <a:rPr lang="en-US" sz="900" b="0" i="0" u="none" strike="noStrike" dirty="0">
                          <a:solidFill>
                            <a:schemeClr val="bg1"/>
                          </a:solidFill>
                          <a:effectLst/>
                          <a:latin typeface="+mn-lt"/>
                        </a:rPr>
                        <a:t>8-Jan-21</a:t>
                      </a:r>
                    </a:p>
                  </a:txBody>
                  <a:tcPr marR="0" marT="0" marB="0" anchor="ctr">
                    <a:solidFill>
                      <a:schemeClr val="tx2"/>
                    </a:solidFill>
                  </a:tcPr>
                </a:tc>
                <a:tc>
                  <a:txBody>
                    <a:bodyPr/>
                    <a:lstStyle/>
                    <a:p>
                      <a:pPr algn="l" fontAlgn="b"/>
                      <a:r>
                        <a:rPr lang="en-US" sz="900" b="0" i="0" u="none" strike="noStrike" dirty="0">
                          <a:solidFill>
                            <a:schemeClr val="bg1"/>
                          </a:solidFill>
                          <a:effectLst/>
                          <a:latin typeface="+mn-lt"/>
                        </a:rPr>
                        <a:t>Urban</a:t>
                      </a:r>
                    </a:p>
                  </a:txBody>
                  <a:tcPr marR="0" marT="0" marB="0" anchor="ctr">
                    <a:solidFill>
                      <a:schemeClr val="accent1"/>
                    </a:solidFill>
                  </a:tcPr>
                </a:tc>
                <a:tc>
                  <a:txBody>
                    <a:bodyPr/>
                    <a:lstStyle/>
                    <a:p>
                      <a:pPr algn="l" fontAlgn="b"/>
                      <a:r>
                        <a:rPr lang="en-US" sz="900" b="0" i="0" u="none" strike="noStrike" dirty="0">
                          <a:solidFill>
                            <a:srgbClr val="000000"/>
                          </a:solidFill>
                          <a:effectLst/>
                          <a:latin typeface="+mn-lt"/>
                        </a:rPr>
                        <a:t>NY</a:t>
                      </a:r>
                    </a:p>
                  </a:txBody>
                  <a:tcPr marR="0" marT="0" marB="0" anchor="ctr">
                    <a:solidFill>
                      <a:srgbClr val="9C9FA1"/>
                    </a:solidFill>
                  </a:tcPr>
                </a:tc>
                <a:tc>
                  <a:txBody>
                    <a:bodyPr/>
                    <a:lstStyle/>
                    <a:p>
                      <a:pPr algn="l" fontAlgn="b"/>
                      <a:r>
                        <a:rPr lang="en-US" sz="900" b="0" i="0" u="none" strike="noStrike">
                          <a:solidFill>
                            <a:srgbClr val="000000"/>
                          </a:solidFill>
                          <a:effectLst/>
                          <a:latin typeface="+mn-lt"/>
                        </a:rPr>
                        <a:t>East</a:t>
                      </a:r>
                    </a:p>
                  </a:txBody>
                  <a:tcPr marR="0" marT="0" marB="0" anchor="ctr">
                    <a:solidFill>
                      <a:schemeClr val="bg1"/>
                    </a:solidFill>
                  </a:tcPr>
                </a:tc>
                <a:tc>
                  <a:txBody>
                    <a:bodyPr/>
                    <a:lstStyle/>
                    <a:p>
                      <a:pPr algn="l" fontAlgn="b"/>
                      <a:r>
                        <a:rPr lang="en-US" sz="900" b="0" i="0" u="none" strike="noStrike" dirty="0">
                          <a:solidFill>
                            <a:srgbClr val="000000"/>
                          </a:solidFill>
                          <a:effectLst/>
                          <a:latin typeface="+mn-lt"/>
                        </a:rPr>
                        <a:t>4,762,808</a:t>
                      </a:r>
                    </a:p>
                  </a:txBody>
                  <a:tcPr marR="0" marT="0" marB="0" anchor="ctr">
                    <a:solidFill>
                      <a:schemeClr val="bg1"/>
                    </a:solidFill>
                  </a:tcPr>
                </a:tc>
                <a:tc>
                  <a:txBody>
                    <a:bodyPr/>
                    <a:lstStyle/>
                    <a:p>
                      <a:pPr algn="l" fontAlgn="b"/>
                      <a:r>
                        <a:rPr lang="en-US" sz="900" b="0" i="0" u="none" strike="noStrike" dirty="0">
                          <a:solidFill>
                            <a:srgbClr val="000000"/>
                          </a:solidFill>
                          <a:effectLst/>
                          <a:latin typeface="+mn-lt"/>
                        </a:rPr>
                        <a:t>Masonry</a:t>
                      </a:r>
                    </a:p>
                  </a:txBody>
                  <a:tcPr marR="0" marT="0" marB="0" anchor="ctr">
                    <a:solidFill>
                      <a:schemeClr val="bg1"/>
                    </a:solidFill>
                  </a:tcPr>
                </a:tc>
                <a:tc>
                  <a:txBody>
                    <a:bodyPr/>
                    <a:lstStyle/>
                    <a:p>
                      <a:pPr algn="l" fontAlgn="b"/>
                      <a:r>
                        <a:rPr lang="en-US" sz="900" b="0" i="0" u="none" strike="noStrike" dirty="0">
                          <a:solidFill>
                            <a:srgbClr val="000000"/>
                          </a:solidFill>
                          <a:effectLst/>
                          <a:latin typeface="+mn-lt"/>
                        </a:rPr>
                        <a:t>Other</a:t>
                      </a:r>
                    </a:p>
                  </a:txBody>
                  <a:tcPr marR="0" marT="0" marB="0" anchor="ctr">
                    <a:solidFill>
                      <a:schemeClr val="bg1"/>
                    </a:solidFill>
                  </a:tcPr>
                </a:tc>
                <a:tc>
                  <a:txBody>
                    <a:bodyPr/>
                    <a:lstStyle/>
                    <a:p>
                      <a:pPr algn="ctr" fontAlgn="b"/>
                      <a:r>
                        <a:rPr lang="en-US" sz="900" b="0" i="0" u="none" strike="noStrike" dirty="0">
                          <a:solidFill>
                            <a:srgbClr val="000000"/>
                          </a:solidFill>
                          <a:effectLst/>
                          <a:latin typeface="+mn-lt"/>
                        </a:rPr>
                        <a:t>Y</a:t>
                      </a:r>
                    </a:p>
                  </a:txBody>
                  <a:tcPr marR="0" marT="0" marB="0" anchor="ctr">
                    <a:solidFill>
                      <a:schemeClr val="bg1"/>
                    </a:solidFill>
                  </a:tcPr>
                </a:tc>
                <a:tc>
                  <a:txBody>
                    <a:bodyPr/>
                    <a:lstStyle/>
                    <a:p>
                      <a:pPr algn="ctr" fontAlgn="b"/>
                      <a:r>
                        <a:rPr lang="en-US" sz="900" b="0" i="0" u="none" strike="noStrike" dirty="0">
                          <a:solidFill>
                            <a:srgbClr val="000000"/>
                          </a:solidFill>
                          <a:effectLst/>
                          <a:latin typeface="+mn-lt"/>
                        </a:rPr>
                        <a:t>Y</a:t>
                      </a:r>
                    </a:p>
                  </a:txBody>
                  <a:tcPr marR="0" marT="0" marB="0" anchor="ctr">
                    <a:solidFill>
                      <a:schemeClr val="bg1"/>
                    </a:solidFill>
                  </a:tcPr>
                </a:tc>
                <a:extLst>
                  <a:ext uri="{0D108BD9-81ED-4DB2-BD59-A6C34878D82A}">
                    <a16:rowId xmlns:a16="http://schemas.microsoft.com/office/drawing/2014/main" val="3568408930"/>
                  </a:ext>
                </a:extLst>
              </a:tr>
              <a:tr h="237333">
                <a:tc>
                  <a:txBody>
                    <a:bodyPr/>
                    <a:lstStyle/>
                    <a:p>
                      <a:pPr algn="l" fontAlgn="b"/>
                      <a:r>
                        <a:rPr lang="en-US" sz="900" b="0" i="0" u="none" strike="noStrike" dirty="0">
                          <a:solidFill>
                            <a:srgbClr val="000000"/>
                          </a:solidFill>
                          <a:effectLst/>
                          <a:latin typeface="+mn-lt"/>
                        </a:rPr>
                        <a:t>100399</a:t>
                      </a:r>
                    </a:p>
                  </a:txBody>
                  <a:tcPr marL="274320" marR="0" marT="0" marB="0" anchor="ctr">
                    <a:solidFill>
                      <a:schemeClr val="bg1"/>
                    </a:solidFill>
                  </a:tcPr>
                </a:tc>
                <a:tc>
                  <a:txBody>
                    <a:bodyPr/>
                    <a:lstStyle/>
                    <a:p>
                      <a:pPr algn="l" fontAlgn="b"/>
                      <a:r>
                        <a:rPr lang="en-US" sz="900" b="0" i="0" u="none" strike="noStrike" dirty="0">
                          <a:solidFill>
                            <a:schemeClr val="bg1"/>
                          </a:solidFill>
                          <a:effectLst/>
                          <a:latin typeface="+mn-lt"/>
                        </a:rPr>
                        <a:t>8-Jan-21</a:t>
                      </a:r>
                    </a:p>
                  </a:txBody>
                  <a:tcPr marR="0" marT="0" marB="0" anchor="ctr">
                    <a:solidFill>
                      <a:schemeClr val="tx2"/>
                    </a:solidFill>
                  </a:tcPr>
                </a:tc>
                <a:tc>
                  <a:txBody>
                    <a:bodyPr/>
                    <a:lstStyle/>
                    <a:p>
                      <a:pPr algn="l" fontAlgn="b"/>
                      <a:r>
                        <a:rPr lang="en-US" sz="900" b="0" i="0" u="none" strike="noStrike" dirty="0">
                          <a:solidFill>
                            <a:schemeClr val="bg1"/>
                          </a:solidFill>
                          <a:effectLst/>
                          <a:latin typeface="+mn-lt"/>
                        </a:rPr>
                        <a:t>Urban</a:t>
                      </a:r>
                    </a:p>
                  </a:txBody>
                  <a:tcPr marR="0" marT="0" marB="0" anchor="ctr">
                    <a:solidFill>
                      <a:schemeClr val="accent1"/>
                    </a:solidFill>
                  </a:tcPr>
                </a:tc>
                <a:tc>
                  <a:txBody>
                    <a:bodyPr/>
                    <a:lstStyle/>
                    <a:p>
                      <a:pPr algn="l" fontAlgn="b"/>
                      <a:r>
                        <a:rPr lang="en-US" sz="900" b="0" i="0" u="none" strike="noStrike" dirty="0">
                          <a:solidFill>
                            <a:srgbClr val="000000"/>
                          </a:solidFill>
                          <a:effectLst/>
                          <a:latin typeface="+mn-lt"/>
                        </a:rPr>
                        <a:t>NY</a:t>
                      </a:r>
                    </a:p>
                  </a:txBody>
                  <a:tcPr marR="0" marT="0" marB="0" anchor="ctr">
                    <a:solidFill>
                      <a:srgbClr val="9C9FA1"/>
                    </a:solidFill>
                  </a:tcPr>
                </a:tc>
                <a:tc>
                  <a:txBody>
                    <a:bodyPr/>
                    <a:lstStyle/>
                    <a:p>
                      <a:pPr algn="l" fontAlgn="b"/>
                      <a:r>
                        <a:rPr lang="en-US" sz="900" b="0" i="0" u="none" strike="noStrike">
                          <a:solidFill>
                            <a:srgbClr val="000000"/>
                          </a:solidFill>
                          <a:effectLst/>
                          <a:latin typeface="+mn-lt"/>
                        </a:rPr>
                        <a:t>East</a:t>
                      </a:r>
                    </a:p>
                  </a:txBody>
                  <a:tcPr marR="0" marT="0" marB="0" anchor="ctr">
                    <a:solidFill>
                      <a:schemeClr val="bg1"/>
                    </a:solidFill>
                  </a:tcPr>
                </a:tc>
                <a:tc>
                  <a:txBody>
                    <a:bodyPr/>
                    <a:lstStyle/>
                    <a:p>
                      <a:pPr algn="l" fontAlgn="b"/>
                      <a:r>
                        <a:rPr lang="en-US" sz="900" b="0" i="0" u="none" strike="noStrike" dirty="0">
                          <a:solidFill>
                            <a:srgbClr val="000000"/>
                          </a:solidFill>
                          <a:effectLst/>
                          <a:latin typeface="+mn-lt"/>
                        </a:rPr>
                        <a:t>13,925,190</a:t>
                      </a:r>
                    </a:p>
                  </a:txBody>
                  <a:tcPr marR="0" marT="0" marB="0" anchor="ctr">
                    <a:solidFill>
                      <a:schemeClr val="bg1"/>
                    </a:solidFill>
                  </a:tcPr>
                </a:tc>
                <a:tc>
                  <a:txBody>
                    <a:bodyPr/>
                    <a:lstStyle/>
                    <a:p>
                      <a:pPr algn="l" fontAlgn="b"/>
                      <a:r>
                        <a:rPr lang="en-US" sz="900" b="0" i="0" u="none" strike="noStrike">
                          <a:solidFill>
                            <a:srgbClr val="000000"/>
                          </a:solidFill>
                          <a:effectLst/>
                          <a:latin typeface="+mn-lt"/>
                        </a:rPr>
                        <a:t>Frame</a:t>
                      </a:r>
                    </a:p>
                  </a:txBody>
                  <a:tcPr marR="0" marT="0" marB="0" anchor="ctr">
                    <a:solidFill>
                      <a:schemeClr val="bg1"/>
                    </a:solidFill>
                  </a:tcPr>
                </a:tc>
                <a:tc>
                  <a:txBody>
                    <a:bodyPr/>
                    <a:lstStyle/>
                    <a:p>
                      <a:pPr algn="l" fontAlgn="b"/>
                      <a:r>
                        <a:rPr lang="en-US" sz="900" b="0" i="0" u="none" strike="noStrike" dirty="0">
                          <a:solidFill>
                            <a:srgbClr val="000000"/>
                          </a:solidFill>
                          <a:effectLst/>
                          <a:latin typeface="+mn-lt"/>
                        </a:rPr>
                        <a:t>Apartment</a:t>
                      </a:r>
                    </a:p>
                  </a:txBody>
                  <a:tcPr marR="0" marT="0" marB="0" anchor="ctr">
                    <a:solidFill>
                      <a:schemeClr val="bg1"/>
                    </a:solidFill>
                  </a:tcPr>
                </a:tc>
                <a:tc>
                  <a:txBody>
                    <a:bodyPr/>
                    <a:lstStyle/>
                    <a:p>
                      <a:pPr algn="ctr" fontAlgn="b"/>
                      <a:r>
                        <a:rPr lang="en-US" sz="900" b="0" i="0" u="none" strike="noStrike" dirty="0">
                          <a:solidFill>
                            <a:srgbClr val="000000"/>
                          </a:solidFill>
                          <a:effectLst/>
                          <a:latin typeface="+mn-lt"/>
                        </a:rPr>
                        <a:t>Y</a:t>
                      </a:r>
                    </a:p>
                  </a:txBody>
                  <a:tcPr marR="0" marT="0" marB="0" anchor="ctr">
                    <a:solidFill>
                      <a:schemeClr val="bg1"/>
                    </a:solidFill>
                  </a:tcPr>
                </a:tc>
                <a:tc>
                  <a:txBody>
                    <a:bodyPr/>
                    <a:lstStyle/>
                    <a:p>
                      <a:pPr algn="ctr" fontAlgn="b"/>
                      <a:r>
                        <a:rPr lang="en-US" sz="900" b="0" i="0" u="none" strike="noStrike" dirty="0">
                          <a:solidFill>
                            <a:srgbClr val="000000"/>
                          </a:solidFill>
                          <a:effectLst/>
                          <a:latin typeface="+mn-lt"/>
                        </a:rPr>
                        <a:t>Y</a:t>
                      </a:r>
                    </a:p>
                  </a:txBody>
                  <a:tcPr marR="0" marT="0" marB="0" anchor="ctr">
                    <a:solidFill>
                      <a:schemeClr val="bg1"/>
                    </a:solidFill>
                  </a:tcPr>
                </a:tc>
                <a:extLst>
                  <a:ext uri="{0D108BD9-81ED-4DB2-BD59-A6C34878D82A}">
                    <a16:rowId xmlns:a16="http://schemas.microsoft.com/office/drawing/2014/main" val="1072570349"/>
                  </a:ext>
                </a:extLst>
              </a:tr>
              <a:tr h="237333">
                <a:tc>
                  <a:txBody>
                    <a:bodyPr/>
                    <a:lstStyle/>
                    <a:p>
                      <a:pPr algn="l" fontAlgn="b"/>
                      <a:r>
                        <a:rPr lang="en-US" sz="900" b="0" i="0" u="none" strike="noStrike" dirty="0">
                          <a:solidFill>
                            <a:srgbClr val="000000"/>
                          </a:solidFill>
                          <a:effectLst/>
                          <a:latin typeface="+mn-lt"/>
                        </a:rPr>
                        <a:t>100329</a:t>
                      </a:r>
                    </a:p>
                  </a:txBody>
                  <a:tcPr marL="274320" marR="0" marT="0" marB="0" anchor="ctr">
                    <a:solidFill>
                      <a:schemeClr val="bg1"/>
                    </a:solidFill>
                  </a:tcPr>
                </a:tc>
                <a:tc>
                  <a:txBody>
                    <a:bodyPr/>
                    <a:lstStyle/>
                    <a:p>
                      <a:pPr algn="l" fontAlgn="b"/>
                      <a:r>
                        <a:rPr lang="en-US" sz="900" b="0" i="0" u="none" strike="noStrike" dirty="0">
                          <a:solidFill>
                            <a:schemeClr val="bg1"/>
                          </a:solidFill>
                          <a:effectLst/>
                          <a:latin typeface="+mn-lt"/>
                        </a:rPr>
                        <a:t>9-Jan-21</a:t>
                      </a:r>
                    </a:p>
                  </a:txBody>
                  <a:tcPr marR="0" marT="0" marB="0" anchor="ctr">
                    <a:solidFill>
                      <a:schemeClr val="tx2"/>
                    </a:solidFill>
                  </a:tcPr>
                </a:tc>
                <a:tc>
                  <a:txBody>
                    <a:bodyPr/>
                    <a:lstStyle/>
                    <a:p>
                      <a:pPr algn="l" fontAlgn="b"/>
                      <a:r>
                        <a:rPr lang="en-US" sz="900" b="0" i="0" u="none" strike="noStrike" dirty="0">
                          <a:solidFill>
                            <a:schemeClr val="bg1"/>
                          </a:solidFill>
                          <a:effectLst/>
                          <a:latin typeface="+mn-lt"/>
                        </a:rPr>
                        <a:t>Urban</a:t>
                      </a:r>
                    </a:p>
                  </a:txBody>
                  <a:tcPr marR="0" marT="0" marB="0" anchor="ctr">
                    <a:solidFill>
                      <a:schemeClr val="accent1"/>
                    </a:solidFill>
                  </a:tcPr>
                </a:tc>
                <a:tc>
                  <a:txBody>
                    <a:bodyPr/>
                    <a:lstStyle/>
                    <a:p>
                      <a:pPr algn="l" fontAlgn="b"/>
                      <a:r>
                        <a:rPr lang="en-US" sz="900" b="0" i="0" u="none" strike="noStrike" dirty="0">
                          <a:solidFill>
                            <a:srgbClr val="000000"/>
                          </a:solidFill>
                          <a:effectLst/>
                          <a:latin typeface="+mn-lt"/>
                        </a:rPr>
                        <a:t>NY</a:t>
                      </a:r>
                    </a:p>
                  </a:txBody>
                  <a:tcPr marR="0" marT="0" marB="0" anchor="ctr">
                    <a:solidFill>
                      <a:srgbClr val="9C9FA1"/>
                    </a:solidFill>
                  </a:tcPr>
                </a:tc>
                <a:tc>
                  <a:txBody>
                    <a:bodyPr/>
                    <a:lstStyle/>
                    <a:p>
                      <a:pPr algn="l" fontAlgn="b"/>
                      <a:r>
                        <a:rPr lang="en-US" sz="900" b="0" i="0" u="none" strike="noStrike">
                          <a:solidFill>
                            <a:srgbClr val="000000"/>
                          </a:solidFill>
                          <a:effectLst/>
                          <a:latin typeface="+mn-lt"/>
                        </a:rPr>
                        <a:t>East</a:t>
                      </a:r>
                    </a:p>
                  </a:txBody>
                  <a:tcPr marR="0" marT="0" marB="0" anchor="ctr">
                    <a:solidFill>
                      <a:schemeClr val="bg1"/>
                    </a:solidFill>
                  </a:tcPr>
                </a:tc>
                <a:tc>
                  <a:txBody>
                    <a:bodyPr/>
                    <a:lstStyle/>
                    <a:p>
                      <a:pPr algn="l" fontAlgn="b"/>
                      <a:r>
                        <a:rPr lang="en-US" sz="900" b="0" i="0" u="none" strike="noStrike" dirty="0">
                          <a:solidFill>
                            <a:srgbClr val="000000"/>
                          </a:solidFill>
                          <a:effectLst/>
                          <a:latin typeface="+mn-lt"/>
                        </a:rPr>
                        <a:t>6,350,000</a:t>
                      </a:r>
                    </a:p>
                  </a:txBody>
                  <a:tcPr marR="0" marT="0" marB="0" anchor="ctr">
                    <a:solidFill>
                      <a:schemeClr val="bg1"/>
                    </a:solidFill>
                  </a:tcPr>
                </a:tc>
                <a:tc>
                  <a:txBody>
                    <a:bodyPr/>
                    <a:lstStyle/>
                    <a:p>
                      <a:pPr algn="l" fontAlgn="b"/>
                      <a:r>
                        <a:rPr lang="en-US" sz="900" b="0" i="0" u="none" strike="noStrike">
                          <a:solidFill>
                            <a:srgbClr val="000000"/>
                          </a:solidFill>
                          <a:effectLst/>
                          <a:latin typeface="+mn-lt"/>
                        </a:rPr>
                        <a:t>Frame</a:t>
                      </a:r>
                    </a:p>
                  </a:txBody>
                  <a:tcPr marR="0" marT="0" marB="0" anchor="ctr">
                    <a:solidFill>
                      <a:schemeClr val="bg1"/>
                    </a:solidFill>
                  </a:tcPr>
                </a:tc>
                <a:tc>
                  <a:txBody>
                    <a:bodyPr/>
                    <a:lstStyle/>
                    <a:p>
                      <a:pPr algn="l" fontAlgn="b"/>
                      <a:r>
                        <a:rPr lang="en-US" sz="900" b="0" i="0" u="none" strike="noStrike" dirty="0">
                          <a:solidFill>
                            <a:srgbClr val="000000"/>
                          </a:solidFill>
                          <a:effectLst/>
                          <a:latin typeface="+mn-lt"/>
                        </a:rPr>
                        <a:t>Apartment</a:t>
                      </a:r>
                    </a:p>
                  </a:txBody>
                  <a:tcPr marR="0" marT="0" marB="0" anchor="ctr">
                    <a:solidFill>
                      <a:schemeClr val="bg1"/>
                    </a:solidFill>
                  </a:tcPr>
                </a:tc>
                <a:tc>
                  <a:txBody>
                    <a:bodyPr/>
                    <a:lstStyle/>
                    <a:p>
                      <a:pPr algn="ctr" fontAlgn="b"/>
                      <a:r>
                        <a:rPr lang="en-US" sz="900" b="0" i="0" u="none" strike="noStrike" dirty="0">
                          <a:solidFill>
                            <a:srgbClr val="000000"/>
                          </a:solidFill>
                          <a:effectLst/>
                          <a:latin typeface="+mn-lt"/>
                        </a:rPr>
                        <a:t>Y</a:t>
                      </a:r>
                    </a:p>
                  </a:txBody>
                  <a:tcPr marR="0" marT="0" marB="0" anchor="ctr">
                    <a:solidFill>
                      <a:schemeClr val="bg1"/>
                    </a:solidFill>
                  </a:tcPr>
                </a:tc>
                <a:tc>
                  <a:txBody>
                    <a:bodyPr/>
                    <a:lstStyle/>
                    <a:p>
                      <a:pPr algn="ctr" fontAlgn="b"/>
                      <a:r>
                        <a:rPr lang="en-US" sz="900" b="0" i="0" u="none" strike="noStrike" dirty="0">
                          <a:solidFill>
                            <a:srgbClr val="000000"/>
                          </a:solidFill>
                          <a:effectLst/>
                          <a:latin typeface="+mn-lt"/>
                        </a:rPr>
                        <a:t>Y</a:t>
                      </a:r>
                    </a:p>
                  </a:txBody>
                  <a:tcPr marR="0" marT="0" marB="0" anchor="ctr">
                    <a:solidFill>
                      <a:schemeClr val="bg1"/>
                    </a:solidFill>
                  </a:tcPr>
                </a:tc>
                <a:extLst>
                  <a:ext uri="{0D108BD9-81ED-4DB2-BD59-A6C34878D82A}">
                    <a16:rowId xmlns:a16="http://schemas.microsoft.com/office/drawing/2014/main" val="694027105"/>
                  </a:ext>
                </a:extLst>
              </a:tr>
              <a:tr h="237333">
                <a:tc>
                  <a:txBody>
                    <a:bodyPr/>
                    <a:lstStyle/>
                    <a:p>
                      <a:pPr algn="l" fontAlgn="b"/>
                      <a:r>
                        <a:rPr lang="en-US" sz="900" b="0" i="0" u="none" strike="noStrike" dirty="0">
                          <a:solidFill>
                            <a:srgbClr val="000000"/>
                          </a:solidFill>
                          <a:effectLst/>
                          <a:latin typeface="+mn-lt"/>
                        </a:rPr>
                        <a:t>100429</a:t>
                      </a:r>
                    </a:p>
                  </a:txBody>
                  <a:tcPr marL="274320" marR="0" marT="0" marB="0" anchor="ctr">
                    <a:solidFill>
                      <a:schemeClr val="bg1"/>
                    </a:solidFill>
                  </a:tcPr>
                </a:tc>
                <a:tc>
                  <a:txBody>
                    <a:bodyPr/>
                    <a:lstStyle/>
                    <a:p>
                      <a:pPr algn="l" fontAlgn="b"/>
                      <a:r>
                        <a:rPr lang="en-US" sz="900" b="0" i="0" u="none" strike="noStrike" dirty="0">
                          <a:solidFill>
                            <a:schemeClr val="bg1"/>
                          </a:solidFill>
                          <a:effectLst/>
                          <a:latin typeface="+mn-lt"/>
                        </a:rPr>
                        <a:t>9-Jan-21</a:t>
                      </a:r>
                    </a:p>
                  </a:txBody>
                  <a:tcPr marR="0" marT="0" marB="0" anchor="ctr">
                    <a:solidFill>
                      <a:schemeClr val="tx2"/>
                    </a:solidFill>
                  </a:tcPr>
                </a:tc>
                <a:tc>
                  <a:txBody>
                    <a:bodyPr/>
                    <a:lstStyle/>
                    <a:p>
                      <a:pPr algn="l" fontAlgn="b"/>
                      <a:r>
                        <a:rPr lang="en-US" sz="900" b="0" i="0" u="none" strike="noStrike" dirty="0">
                          <a:solidFill>
                            <a:schemeClr val="bg1"/>
                          </a:solidFill>
                          <a:effectLst/>
                          <a:latin typeface="+mn-lt"/>
                        </a:rPr>
                        <a:t>Urban</a:t>
                      </a:r>
                    </a:p>
                  </a:txBody>
                  <a:tcPr marR="0" marT="0" marB="0" anchor="ctr">
                    <a:solidFill>
                      <a:schemeClr val="accent1"/>
                    </a:solidFill>
                  </a:tcPr>
                </a:tc>
                <a:tc>
                  <a:txBody>
                    <a:bodyPr/>
                    <a:lstStyle/>
                    <a:p>
                      <a:pPr algn="l" fontAlgn="b"/>
                      <a:r>
                        <a:rPr lang="en-US" sz="900" b="0" i="0" u="none" strike="noStrike" dirty="0">
                          <a:solidFill>
                            <a:srgbClr val="000000"/>
                          </a:solidFill>
                          <a:effectLst/>
                          <a:latin typeface="+mn-lt"/>
                        </a:rPr>
                        <a:t>WI</a:t>
                      </a:r>
                    </a:p>
                  </a:txBody>
                  <a:tcPr marR="0" marT="0" marB="0" anchor="ctr">
                    <a:solidFill>
                      <a:srgbClr val="9C9FA1"/>
                    </a:solidFill>
                  </a:tcPr>
                </a:tc>
                <a:tc>
                  <a:txBody>
                    <a:bodyPr/>
                    <a:lstStyle/>
                    <a:p>
                      <a:pPr algn="l" fontAlgn="b"/>
                      <a:r>
                        <a:rPr lang="en-US" sz="900" b="0" i="0" u="none" strike="noStrike">
                          <a:solidFill>
                            <a:srgbClr val="000000"/>
                          </a:solidFill>
                          <a:effectLst/>
                          <a:latin typeface="+mn-lt"/>
                        </a:rPr>
                        <a:t>Midwest</a:t>
                      </a:r>
                    </a:p>
                  </a:txBody>
                  <a:tcPr marR="0" marT="0" marB="0" anchor="ctr">
                    <a:solidFill>
                      <a:schemeClr val="bg1"/>
                    </a:solidFill>
                  </a:tcPr>
                </a:tc>
                <a:tc>
                  <a:txBody>
                    <a:bodyPr/>
                    <a:lstStyle/>
                    <a:p>
                      <a:pPr algn="l" fontAlgn="b"/>
                      <a:r>
                        <a:rPr lang="en-US" sz="900" b="0" i="0" u="none" strike="noStrike" dirty="0">
                          <a:solidFill>
                            <a:srgbClr val="000000"/>
                          </a:solidFill>
                          <a:effectLst/>
                          <a:latin typeface="+mn-lt"/>
                        </a:rPr>
                        <a:t>4,036,000</a:t>
                      </a:r>
                    </a:p>
                  </a:txBody>
                  <a:tcPr marR="0" marT="0" marB="0" anchor="ctr">
                    <a:solidFill>
                      <a:schemeClr val="bg1"/>
                    </a:solidFill>
                  </a:tcPr>
                </a:tc>
                <a:tc>
                  <a:txBody>
                    <a:bodyPr/>
                    <a:lstStyle/>
                    <a:p>
                      <a:pPr algn="l" fontAlgn="b"/>
                      <a:r>
                        <a:rPr lang="en-US" sz="900" b="0" i="0" u="none" strike="noStrike">
                          <a:solidFill>
                            <a:srgbClr val="000000"/>
                          </a:solidFill>
                          <a:effectLst/>
                          <a:latin typeface="+mn-lt"/>
                        </a:rPr>
                        <a:t>Masonry</a:t>
                      </a:r>
                    </a:p>
                  </a:txBody>
                  <a:tcPr marR="0" marT="0" marB="0" anchor="ctr">
                    <a:solidFill>
                      <a:schemeClr val="bg1"/>
                    </a:solidFill>
                  </a:tcPr>
                </a:tc>
                <a:tc>
                  <a:txBody>
                    <a:bodyPr/>
                    <a:lstStyle/>
                    <a:p>
                      <a:pPr algn="l" fontAlgn="b"/>
                      <a:r>
                        <a:rPr lang="en-US" sz="900" b="0" i="0" u="none" strike="noStrike" dirty="0">
                          <a:solidFill>
                            <a:srgbClr val="000000"/>
                          </a:solidFill>
                          <a:effectLst/>
                          <a:latin typeface="+mn-lt"/>
                        </a:rPr>
                        <a:t>Medical</a:t>
                      </a:r>
                    </a:p>
                  </a:txBody>
                  <a:tcPr marR="0" marT="0" marB="0" anchor="ctr">
                    <a:solidFill>
                      <a:schemeClr val="bg1"/>
                    </a:solidFill>
                  </a:tcPr>
                </a:tc>
                <a:tc>
                  <a:txBody>
                    <a:bodyPr/>
                    <a:lstStyle/>
                    <a:p>
                      <a:pPr algn="ctr" fontAlgn="b"/>
                      <a:r>
                        <a:rPr lang="en-US" sz="900" b="0" i="0" u="none" strike="noStrike" dirty="0">
                          <a:solidFill>
                            <a:srgbClr val="000000"/>
                          </a:solidFill>
                          <a:effectLst/>
                          <a:latin typeface="+mn-lt"/>
                        </a:rPr>
                        <a:t>Y</a:t>
                      </a:r>
                    </a:p>
                  </a:txBody>
                  <a:tcPr marR="0" marT="0" marB="0" anchor="ctr">
                    <a:solidFill>
                      <a:schemeClr val="bg1"/>
                    </a:solidFill>
                  </a:tcPr>
                </a:tc>
                <a:tc>
                  <a:txBody>
                    <a:bodyPr/>
                    <a:lstStyle/>
                    <a:p>
                      <a:pPr algn="ctr" fontAlgn="b"/>
                      <a:r>
                        <a:rPr lang="en-US" sz="900" b="0" i="0" u="none" strike="noStrike" dirty="0">
                          <a:solidFill>
                            <a:srgbClr val="000000"/>
                          </a:solidFill>
                          <a:effectLst/>
                          <a:latin typeface="+mn-lt"/>
                        </a:rPr>
                        <a:t>Y</a:t>
                      </a:r>
                    </a:p>
                  </a:txBody>
                  <a:tcPr marR="0" marT="0" marB="0" anchor="ctr">
                    <a:solidFill>
                      <a:schemeClr val="bg1"/>
                    </a:solidFill>
                  </a:tcPr>
                </a:tc>
                <a:extLst>
                  <a:ext uri="{0D108BD9-81ED-4DB2-BD59-A6C34878D82A}">
                    <a16:rowId xmlns:a16="http://schemas.microsoft.com/office/drawing/2014/main" val="3851290498"/>
                  </a:ext>
                </a:extLst>
              </a:tr>
              <a:tr h="147731">
                <a:tc>
                  <a:txBody>
                    <a:bodyPr/>
                    <a:lstStyle/>
                    <a:p>
                      <a:pPr algn="l" fontAlgn="b"/>
                      <a:r>
                        <a:rPr lang="en-US" sz="900" b="0" i="0" u="none" strike="noStrike" dirty="0">
                          <a:solidFill>
                            <a:srgbClr val="000000"/>
                          </a:solidFill>
                          <a:effectLst/>
                          <a:latin typeface="+mn-lt"/>
                        </a:rPr>
                        <a:t>100441</a:t>
                      </a:r>
                    </a:p>
                  </a:txBody>
                  <a:tcPr marL="274320" marR="0" marT="0" marB="0" anchor="ctr">
                    <a:solidFill>
                      <a:schemeClr val="bg1"/>
                    </a:solidFill>
                  </a:tcPr>
                </a:tc>
                <a:tc>
                  <a:txBody>
                    <a:bodyPr/>
                    <a:lstStyle/>
                    <a:p>
                      <a:pPr algn="l" fontAlgn="b"/>
                      <a:r>
                        <a:rPr lang="en-US" sz="900" b="0" i="0" u="none" strike="noStrike" dirty="0">
                          <a:solidFill>
                            <a:schemeClr val="bg1"/>
                          </a:solidFill>
                          <a:effectLst/>
                          <a:latin typeface="+mn-lt"/>
                        </a:rPr>
                        <a:t>10-Jan-21</a:t>
                      </a:r>
                    </a:p>
                  </a:txBody>
                  <a:tcPr marR="0" marT="0" marB="0" anchor="ctr">
                    <a:solidFill>
                      <a:schemeClr val="tx2"/>
                    </a:solidFill>
                  </a:tcPr>
                </a:tc>
                <a:tc>
                  <a:txBody>
                    <a:bodyPr/>
                    <a:lstStyle/>
                    <a:p>
                      <a:pPr algn="l" fontAlgn="b"/>
                      <a:r>
                        <a:rPr lang="en-US" sz="900" b="0" i="0" u="none" strike="noStrike" dirty="0">
                          <a:solidFill>
                            <a:schemeClr val="bg1"/>
                          </a:solidFill>
                          <a:effectLst/>
                          <a:latin typeface="+mn-lt"/>
                        </a:rPr>
                        <a:t>Urban</a:t>
                      </a:r>
                    </a:p>
                  </a:txBody>
                  <a:tcPr marR="0" marT="0" marB="0" anchor="ctr">
                    <a:solidFill>
                      <a:schemeClr val="accent1"/>
                    </a:solidFill>
                  </a:tcPr>
                </a:tc>
                <a:tc>
                  <a:txBody>
                    <a:bodyPr/>
                    <a:lstStyle/>
                    <a:p>
                      <a:pPr algn="l" fontAlgn="b"/>
                      <a:r>
                        <a:rPr lang="en-US" sz="900" b="0" i="0" u="none" strike="noStrike" dirty="0">
                          <a:solidFill>
                            <a:srgbClr val="000000"/>
                          </a:solidFill>
                          <a:effectLst/>
                          <a:latin typeface="+mn-lt"/>
                        </a:rPr>
                        <a:t>NJ</a:t>
                      </a:r>
                    </a:p>
                  </a:txBody>
                  <a:tcPr marR="0" marT="0" marB="0" anchor="ctr">
                    <a:solidFill>
                      <a:srgbClr val="9C9FA1"/>
                    </a:solidFill>
                  </a:tcPr>
                </a:tc>
                <a:tc>
                  <a:txBody>
                    <a:bodyPr/>
                    <a:lstStyle/>
                    <a:p>
                      <a:pPr algn="l" fontAlgn="b"/>
                      <a:r>
                        <a:rPr lang="en-US" sz="900" b="0" i="0" u="none" strike="noStrike">
                          <a:solidFill>
                            <a:srgbClr val="000000"/>
                          </a:solidFill>
                          <a:effectLst/>
                          <a:latin typeface="+mn-lt"/>
                        </a:rPr>
                        <a:t>East</a:t>
                      </a:r>
                    </a:p>
                  </a:txBody>
                  <a:tcPr marR="0" marT="0" marB="0" anchor="ctr">
                    <a:solidFill>
                      <a:schemeClr val="bg1"/>
                    </a:solidFill>
                  </a:tcPr>
                </a:tc>
                <a:tc>
                  <a:txBody>
                    <a:bodyPr/>
                    <a:lstStyle/>
                    <a:p>
                      <a:pPr algn="l" fontAlgn="b"/>
                      <a:r>
                        <a:rPr lang="en-US" sz="900" b="0" i="0" u="none" strike="noStrike" dirty="0">
                          <a:solidFill>
                            <a:srgbClr val="000000"/>
                          </a:solidFill>
                          <a:effectLst/>
                          <a:latin typeface="+mn-lt"/>
                        </a:rPr>
                        <a:t>472,800</a:t>
                      </a:r>
                    </a:p>
                  </a:txBody>
                  <a:tcPr marR="0" marT="0" marB="0" anchor="ctr">
                    <a:solidFill>
                      <a:schemeClr val="bg1"/>
                    </a:solidFill>
                  </a:tcPr>
                </a:tc>
                <a:tc>
                  <a:txBody>
                    <a:bodyPr/>
                    <a:lstStyle/>
                    <a:p>
                      <a:pPr algn="l" fontAlgn="b"/>
                      <a:r>
                        <a:rPr lang="en-US" sz="900" b="0" i="0" u="none" strike="noStrike">
                          <a:solidFill>
                            <a:srgbClr val="000000"/>
                          </a:solidFill>
                          <a:effectLst/>
                          <a:latin typeface="+mn-lt"/>
                        </a:rPr>
                        <a:t>Masonry</a:t>
                      </a:r>
                    </a:p>
                  </a:txBody>
                  <a:tcPr marR="0" marT="0" marB="0" anchor="ctr">
                    <a:solidFill>
                      <a:schemeClr val="bg1"/>
                    </a:solidFill>
                  </a:tcPr>
                </a:tc>
                <a:tc>
                  <a:txBody>
                    <a:bodyPr/>
                    <a:lstStyle/>
                    <a:p>
                      <a:pPr algn="l" fontAlgn="b"/>
                      <a:r>
                        <a:rPr lang="en-US" sz="900" b="0" i="0" u="none" strike="noStrike">
                          <a:solidFill>
                            <a:srgbClr val="000000"/>
                          </a:solidFill>
                          <a:effectLst/>
                          <a:latin typeface="+mn-lt"/>
                        </a:rPr>
                        <a:t>Retail</a:t>
                      </a:r>
                    </a:p>
                  </a:txBody>
                  <a:tcPr marR="0" marT="0" marB="0" anchor="ctr">
                    <a:solidFill>
                      <a:schemeClr val="bg1"/>
                    </a:solidFill>
                  </a:tcPr>
                </a:tc>
                <a:tc>
                  <a:txBody>
                    <a:bodyPr/>
                    <a:lstStyle/>
                    <a:p>
                      <a:pPr algn="ctr" fontAlgn="b"/>
                      <a:r>
                        <a:rPr lang="en-US" sz="900" b="0" i="0" u="none" strike="noStrike" dirty="0">
                          <a:solidFill>
                            <a:srgbClr val="000000"/>
                          </a:solidFill>
                          <a:effectLst/>
                          <a:latin typeface="+mn-lt"/>
                        </a:rPr>
                        <a:t>Y</a:t>
                      </a:r>
                    </a:p>
                  </a:txBody>
                  <a:tcPr marR="0" marT="0" marB="0" anchor="ctr">
                    <a:solidFill>
                      <a:schemeClr val="bg1"/>
                    </a:solidFill>
                  </a:tcPr>
                </a:tc>
                <a:tc>
                  <a:txBody>
                    <a:bodyPr/>
                    <a:lstStyle/>
                    <a:p>
                      <a:pPr algn="ctr" fontAlgn="b"/>
                      <a:r>
                        <a:rPr lang="en-US" sz="900" b="0" i="0" u="none" strike="noStrike" dirty="0">
                          <a:solidFill>
                            <a:srgbClr val="000000"/>
                          </a:solidFill>
                          <a:effectLst/>
                          <a:latin typeface="+mn-lt"/>
                        </a:rPr>
                        <a:t>Y</a:t>
                      </a:r>
                    </a:p>
                  </a:txBody>
                  <a:tcPr marR="0" marT="0" marB="0" anchor="ctr">
                    <a:solidFill>
                      <a:schemeClr val="bg1"/>
                    </a:solidFill>
                  </a:tcPr>
                </a:tc>
                <a:extLst>
                  <a:ext uri="{0D108BD9-81ED-4DB2-BD59-A6C34878D82A}">
                    <a16:rowId xmlns:a16="http://schemas.microsoft.com/office/drawing/2014/main" val="588456552"/>
                  </a:ext>
                </a:extLst>
              </a:tr>
            </a:tbl>
          </a:graphicData>
        </a:graphic>
      </p:graphicFrame>
      <p:sp>
        <p:nvSpPr>
          <p:cNvPr id="13" name="Text Placeholder 12">
            <a:extLst>
              <a:ext uri="{FF2B5EF4-FFF2-40B4-BE49-F238E27FC236}">
                <a16:creationId xmlns:a16="http://schemas.microsoft.com/office/drawing/2014/main" id="{EDDD74F5-2D69-2653-4447-3DD92651C83A}"/>
              </a:ext>
            </a:extLst>
          </p:cNvPr>
          <p:cNvSpPr>
            <a:spLocks noGrp="1"/>
          </p:cNvSpPr>
          <p:nvPr>
            <p:ph type="body" sz="quarter" idx="17"/>
          </p:nvPr>
        </p:nvSpPr>
        <p:spPr>
          <a:xfrm>
            <a:off x="546101" y="1127125"/>
            <a:ext cx="11091862" cy="292101"/>
          </a:xfrm>
        </p:spPr>
        <p:txBody>
          <a:bodyPr/>
          <a:lstStyle/>
          <a:p>
            <a:r>
              <a:rPr lang="en-US" dirty="0"/>
              <a:t>Complex with featured columns</a:t>
            </a:r>
          </a:p>
        </p:txBody>
      </p:sp>
      <p:sp>
        <p:nvSpPr>
          <p:cNvPr id="11" name="Text Placeholder 10">
            <a:extLst>
              <a:ext uri="{FF2B5EF4-FFF2-40B4-BE49-F238E27FC236}">
                <a16:creationId xmlns:a16="http://schemas.microsoft.com/office/drawing/2014/main" id="{DA0DAA0B-4327-3DB5-C503-6B7C6A3C3F9B}"/>
              </a:ext>
            </a:extLst>
          </p:cNvPr>
          <p:cNvSpPr>
            <a:spLocks noGrp="1"/>
          </p:cNvSpPr>
          <p:nvPr>
            <p:ph type="body" sz="quarter" idx="18"/>
          </p:nvPr>
        </p:nvSpPr>
        <p:spPr/>
        <p:txBody>
          <a:bodyPr/>
          <a:lstStyle/>
          <a:p>
            <a:endParaRPr lang="en-US"/>
          </a:p>
        </p:txBody>
      </p:sp>
    </p:spTree>
    <p:extLst>
      <p:ext uri="{BB962C8B-B14F-4D97-AF65-F5344CB8AC3E}">
        <p14:creationId xmlns:p14="http://schemas.microsoft.com/office/powerpoint/2010/main" val="2646966933"/>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Placeholder 6" descr="A person wearing glasses and a suit&#10;&#10;Description automatically generated">
            <a:extLst>
              <a:ext uri="{FF2B5EF4-FFF2-40B4-BE49-F238E27FC236}">
                <a16:creationId xmlns:a16="http://schemas.microsoft.com/office/drawing/2014/main" id="{4418DCFE-DC99-FBBC-BE9E-F5297BE62E83}"/>
              </a:ext>
            </a:extLst>
          </p:cNvPr>
          <p:cNvPicPr>
            <a:picLocks noGrp="1" noChangeAspect="1"/>
          </p:cNvPicPr>
          <p:nvPr>
            <p:ph type="pic" sz="quarter" idx="29"/>
          </p:nvPr>
        </p:nvPicPr>
        <p:blipFill>
          <a:blip r:embed="rId2" cstate="screen">
            <a:extLst>
              <a:ext uri="{28A0092B-C50C-407E-A947-70E740481C1C}">
                <a14:useLocalDpi xmlns:a14="http://schemas.microsoft.com/office/drawing/2010/main"/>
              </a:ext>
            </a:extLst>
          </a:blip>
          <a:srcRect l="21306" r="21306"/>
          <a:stretch/>
        </p:blipFill>
        <p:spPr>
          <a:xfrm>
            <a:off x="0" y="2146298"/>
            <a:ext cx="4057649" cy="4711702"/>
          </a:xfrm>
        </p:spPr>
      </p:pic>
      <p:sp>
        <p:nvSpPr>
          <p:cNvPr id="2" name="Title 1">
            <a:extLst>
              <a:ext uri="{FF2B5EF4-FFF2-40B4-BE49-F238E27FC236}">
                <a16:creationId xmlns:a16="http://schemas.microsoft.com/office/drawing/2014/main" id="{102957F4-CB68-95AB-0655-0006736E5646}"/>
              </a:ext>
            </a:extLst>
          </p:cNvPr>
          <p:cNvSpPr>
            <a:spLocks noGrp="1"/>
          </p:cNvSpPr>
          <p:nvPr>
            <p:ph type="title"/>
          </p:nvPr>
        </p:nvSpPr>
        <p:spPr>
          <a:xfrm>
            <a:off x="539520" y="552450"/>
            <a:ext cx="3421699" cy="434976"/>
          </a:xfrm>
        </p:spPr>
        <p:txBody>
          <a:bodyPr/>
          <a:lstStyle/>
          <a:p>
            <a:r>
              <a:rPr lang="en-US"/>
              <a:t>Team lead</a:t>
            </a:r>
            <a:endParaRPr lang="en-US" dirty="0"/>
          </a:p>
        </p:txBody>
      </p:sp>
      <p:sp>
        <p:nvSpPr>
          <p:cNvPr id="19" name="Text Placeholder 18">
            <a:extLst>
              <a:ext uri="{FF2B5EF4-FFF2-40B4-BE49-F238E27FC236}">
                <a16:creationId xmlns:a16="http://schemas.microsoft.com/office/drawing/2014/main" id="{5357AAA1-4CB9-8A7F-BDAC-A0DF71F1547E}"/>
              </a:ext>
            </a:extLst>
          </p:cNvPr>
          <p:cNvSpPr>
            <a:spLocks noGrp="1"/>
          </p:cNvSpPr>
          <p:nvPr>
            <p:ph type="body" sz="quarter" idx="58"/>
          </p:nvPr>
        </p:nvSpPr>
        <p:spPr>
          <a:xfrm>
            <a:off x="549275" y="1127125"/>
            <a:ext cx="3421063" cy="295275"/>
          </a:xfrm>
        </p:spPr>
        <p:txBody>
          <a:bodyPr/>
          <a:lstStyle/>
          <a:p>
            <a:r>
              <a:rPr lang="en-US" dirty="0"/>
              <a:t>Team name/role</a:t>
            </a:r>
          </a:p>
        </p:txBody>
      </p:sp>
      <p:sp>
        <p:nvSpPr>
          <p:cNvPr id="4" name="Text Placeholder 3">
            <a:extLst>
              <a:ext uri="{FF2B5EF4-FFF2-40B4-BE49-F238E27FC236}">
                <a16:creationId xmlns:a16="http://schemas.microsoft.com/office/drawing/2014/main" id="{64ADB61B-7CF6-E5CC-0474-7BED6F2BD2D1}"/>
              </a:ext>
            </a:extLst>
          </p:cNvPr>
          <p:cNvSpPr>
            <a:spLocks noGrp="1"/>
          </p:cNvSpPr>
          <p:nvPr>
            <p:ph type="body" sz="quarter" idx="94"/>
          </p:nvPr>
        </p:nvSpPr>
        <p:spPr>
          <a:xfrm>
            <a:off x="4784725" y="696913"/>
            <a:ext cx="2622550" cy="1449387"/>
          </a:xfrm>
        </p:spPr>
        <p:txBody>
          <a:bodyPr/>
          <a:lstStyle/>
          <a:p>
            <a:r>
              <a:rPr lang="en-US" dirty="0" err="1"/>
              <a:t>Firstname</a:t>
            </a:r>
            <a:r>
              <a:rPr lang="en-US" dirty="0"/>
              <a:t> </a:t>
            </a:r>
            <a:r>
              <a:rPr lang="en-US" dirty="0" err="1"/>
              <a:t>Lastname</a:t>
            </a:r>
            <a:endParaRPr lang="en-US" dirty="0"/>
          </a:p>
          <a:p>
            <a:pPr lvl="1"/>
            <a:r>
              <a:rPr lang="en-US" dirty="0"/>
              <a:t>Title, Department</a:t>
            </a:r>
          </a:p>
        </p:txBody>
      </p:sp>
      <p:sp>
        <p:nvSpPr>
          <p:cNvPr id="17" name="Content Placeholder 16">
            <a:extLst>
              <a:ext uri="{FF2B5EF4-FFF2-40B4-BE49-F238E27FC236}">
                <a16:creationId xmlns:a16="http://schemas.microsoft.com/office/drawing/2014/main" id="{4492E078-D420-ECC8-673D-8C137B3FBB4C}"/>
              </a:ext>
            </a:extLst>
          </p:cNvPr>
          <p:cNvSpPr>
            <a:spLocks noGrp="1"/>
          </p:cNvSpPr>
          <p:nvPr>
            <p:ph type="body" sz="quarter" idx="95"/>
          </p:nvPr>
        </p:nvSpPr>
        <p:spPr>
          <a:xfrm>
            <a:off x="7600950" y="696913"/>
            <a:ext cx="4037013" cy="4745037"/>
          </a:xfrm>
        </p:spPr>
        <p:txBody>
          <a:bodyPr/>
          <a:lstStyle/>
          <a:p>
            <a:r>
              <a:rPr lang="en-US" dirty="0"/>
              <a:t>Et fugit ma qui od </a:t>
            </a:r>
            <a:r>
              <a:rPr lang="en-US" dirty="0" err="1"/>
              <a:t>utenistio</a:t>
            </a:r>
            <a:r>
              <a:rPr lang="en-US" dirty="0"/>
              <a:t> </a:t>
            </a:r>
            <a:r>
              <a:rPr lang="en-US" dirty="0" err="1"/>
              <a:t>est</a:t>
            </a:r>
            <a:r>
              <a:rPr lang="en-US" dirty="0"/>
              <a:t> </a:t>
            </a:r>
            <a:r>
              <a:rPr lang="en-US" dirty="0" err="1"/>
              <a:t>quatem</a:t>
            </a:r>
            <a:r>
              <a:rPr lang="en-US" dirty="0"/>
              <a:t> </a:t>
            </a:r>
            <a:r>
              <a:rPr lang="en-US" dirty="0" err="1"/>
              <a:t>eos</a:t>
            </a:r>
            <a:r>
              <a:rPr lang="en-US" dirty="0"/>
              <a:t> </a:t>
            </a:r>
            <a:r>
              <a:rPr lang="en-US" dirty="0" err="1"/>
              <a:t>velitatur</a:t>
            </a:r>
            <a:r>
              <a:rPr lang="en-US" dirty="0"/>
              <a:t>, </a:t>
            </a:r>
            <a:r>
              <a:rPr lang="en-US" dirty="0" err="1"/>
              <a:t>ulparum</a:t>
            </a:r>
            <a:r>
              <a:rPr lang="en-US" dirty="0"/>
              <a:t> sed </a:t>
            </a:r>
            <a:r>
              <a:rPr lang="en-US" dirty="0" err="1"/>
              <a:t>unt</a:t>
            </a:r>
            <a:r>
              <a:rPr lang="en-US" dirty="0"/>
              <a:t> </a:t>
            </a:r>
            <a:r>
              <a:rPr lang="en-US" dirty="0" err="1"/>
              <a:t>invendiorum</a:t>
            </a:r>
            <a:r>
              <a:rPr lang="en-US" dirty="0"/>
              <a:t> </a:t>
            </a:r>
            <a:r>
              <a:rPr lang="en-US" dirty="0" err="1"/>
              <a:t>restrum</a:t>
            </a:r>
            <a:r>
              <a:rPr lang="en-US" dirty="0"/>
              <a:t> </a:t>
            </a:r>
            <a:r>
              <a:rPr lang="en-US" dirty="0" err="1"/>
              <a:t>quas</a:t>
            </a:r>
            <a:r>
              <a:rPr lang="en-US" dirty="0"/>
              <a:t> </a:t>
            </a:r>
            <a:r>
              <a:rPr lang="en-US" dirty="0" err="1"/>
              <a:t>dolectur</a:t>
            </a:r>
            <a:r>
              <a:rPr lang="en-US" dirty="0"/>
              <a:t>. Qui </a:t>
            </a:r>
            <a:r>
              <a:rPr lang="en-US" dirty="0" err="1"/>
              <a:t>doluptatem</a:t>
            </a:r>
            <a:r>
              <a:rPr lang="en-US" dirty="0"/>
              <a:t> et </a:t>
            </a:r>
            <a:r>
              <a:rPr lang="en-US" dirty="0" err="1"/>
              <a:t>repudis</a:t>
            </a:r>
            <a:r>
              <a:rPr lang="en-US" dirty="0"/>
              <a:t> </a:t>
            </a:r>
            <a:r>
              <a:rPr lang="en-US" dirty="0" err="1"/>
              <a:t>moloren</a:t>
            </a:r>
            <a:r>
              <a:rPr lang="en-US" dirty="0"/>
              <a:t> </a:t>
            </a:r>
            <a:r>
              <a:rPr lang="en-US" dirty="0" err="1"/>
              <a:t>dipsam</a:t>
            </a:r>
            <a:r>
              <a:rPr lang="en-US" dirty="0"/>
              <a:t>, </a:t>
            </a:r>
            <a:r>
              <a:rPr lang="en-US" dirty="0" err="1"/>
              <a:t>te</a:t>
            </a:r>
            <a:r>
              <a:rPr lang="en-US" dirty="0"/>
              <a:t> lab </a:t>
            </a:r>
            <a:r>
              <a:rPr lang="en-US" dirty="0" err="1"/>
              <a:t>iminvel</a:t>
            </a:r>
            <a:r>
              <a:rPr lang="en-US" dirty="0"/>
              <a:t> </a:t>
            </a:r>
            <a:r>
              <a:rPr lang="en-US" dirty="0" err="1"/>
              <a:t>iberibus</a:t>
            </a:r>
            <a:r>
              <a:rPr lang="en-US" dirty="0"/>
              <a:t> </a:t>
            </a:r>
            <a:r>
              <a:rPr lang="en-US" dirty="0" err="1"/>
              <a:t>dolorum</a:t>
            </a:r>
            <a:r>
              <a:rPr lang="en-US" dirty="0"/>
              <a:t> qui </a:t>
            </a:r>
            <a:r>
              <a:rPr lang="en-US" dirty="0" err="1"/>
              <a:t>dolorernati</a:t>
            </a:r>
            <a:r>
              <a:rPr lang="en-US" dirty="0"/>
              <a:t> </a:t>
            </a:r>
            <a:r>
              <a:rPr lang="en-US" dirty="0" err="1"/>
              <a:t>verferum</a:t>
            </a:r>
            <a:r>
              <a:rPr lang="en-US" dirty="0"/>
              <a:t>.</a:t>
            </a:r>
          </a:p>
          <a:p>
            <a:pPr marL="0" lvl="1" indent="0">
              <a:buNone/>
            </a:pPr>
            <a:r>
              <a:rPr lang="en-US" dirty="0" err="1"/>
              <a:t>Erumquas</a:t>
            </a:r>
            <a:r>
              <a:rPr lang="en-US" dirty="0"/>
              <a:t> </a:t>
            </a:r>
            <a:r>
              <a:rPr lang="en-US" dirty="0" err="1"/>
              <a:t>minulla</a:t>
            </a:r>
            <a:r>
              <a:rPr lang="en-US" dirty="0"/>
              <a:t> </a:t>
            </a:r>
            <a:r>
              <a:rPr lang="en-US" dirty="0" err="1"/>
              <a:t>borrovit</a:t>
            </a:r>
            <a:r>
              <a:rPr lang="en-US" dirty="0"/>
              <a:t> </a:t>
            </a:r>
            <a:r>
              <a:rPr lang="en-US" dirty="0" err="1"/>
              <a:t>assimi</a:t>
            </a:r>
            <a:r>
              <a:rPr lang="en-US" dirty="0"/>
              <a:t>, </a:t>
            </a:r>
            <a:r>
              <a:rPr lang="en-US" dirty="0" err="1"/>
              <a:t>toratem</a:t>
            </a:r>
            <a:r>
              <a:rPr lang="en-US" dirty="0"/>
              <a:t> </a:t>
            </a:r>
            <a:r>
              <a:rPr lang="en-US" dirty="0" err="1"/>
              <a:t>sant</a:t>
            </a:r>
            <a:r>
              <a:rPr lang="en-US" dirty="0"/>
              <a:t> </a:t>
            </a:r>
            <a:r>
              <a:rPr lang="en-US" dirty="0" err="1"/>
              <a:t>officiisse</a:t>
            </a:r>
            <a:r>
              <a:rPr lang="en-US" dirty="0"/>
              <a:t> </a:t>
            </a:r>
            <a:r>
              <a:rPr lang="en-US" dirty="0" err="1"/>
              <a:t>natium</a:t>
            </a:r>
            <a:r>
              <a:rPr lang="en-US" dirty="0"/>
              <a:t> re </a:t>
            </a:r>
            <a:r>
              <a:rPr lang="en-US" dirty="0" err="1"/>
              <a:t>velitate</a:t>
            </a:r>
            <a:r>
              <a:rPr lang="en-US" dirty="0"/>
              <a:t> que </a:t>
            </a:r>
            <a:r>
              <a:rPr lang="en-US" dirty="0" err="1"/>
              <a:t>volupti</a:t>
            </a:r>
            <a:r>
              <a:rPr lang="en-US" dirty="0"/>
              <a:t> </a:t>
            </a:r>
            <a:r>
              <a:rPr lang="en-US" dirty="0" err="1"/>
              <a:t>busdam</a:t>
            </a:r>
            <a:r>
              <a:rPr lang="en-US" dirty="0"/>
              <a:t>, sunt </a:t>
            </a:r>
            <a:r>
              <a:rPr lang="en-US" dirty="0" err="1"/>
              <a:t>eatiatecte</a:t>
            </a:r>
            <a:r>
              <a:rPr lang="en-US" dirty="0"/>
              <a:t> </a:t>
            </a:r>
            <a:r>
              <a:rPr lang="en-US" dirty="0" err="1"/>
              <a:t>cus</a:t>
            </a:r>
            <a:r>
              <a:rPr lang="en-US" dirty="0"/>
              <a:t> </a:t>
            </a:r>
            <a:r>
              <a:rPr lang="en-US" dirty="0" err="1"/>
              <a:t>prae</a:t>
            </a:r>
            <a:r>
              <a:rPr lang="en-US" dirty="0"/>
              <a:t> non </a:t>
            </a:r>
            <a:r>
              <a:rPr lang="en-US" dirty="0" err="1"/>
              <a:t>natiumq</a:t>
            </a:r>
            <a:r>
              <a:rPr lang="en-US" dirty="0"/>
              <a:t> </a:t>
            </a:r>
            <a:r>
              <a:rPr lang="en-US" dirty="0" err="1"/>
              <a:t>uiantus</a:t>
            </a:r>
            <a:r>
              <a:rPr lang="en-US" dirty="0"/>
              <a:t>.</a:t>
            </a:r>
          </a:p>
          <a:p>
            <a:pPr marL="0" lvl="1" indent="0">
              <a:buNone/>
            </a:pPr>
            <a:r>
              <a:rPr lang="en-US" dirty="0" err="1"/>
              <a:t>Sitioreperum</a:t>
            </a:r>
            <a:r>
              <a:rPr lang="en-US" dirty="0"/>
              <a:t> </a:t>
            </a:r>
            <a:r>
              <a:rPr lang="en-US" dirty="0" err="1"/>
              <a:t>estemol</a:t>
            </a:r>
            <a:r>
              <a:rPr lang="en-US" dirty="0"/>
              <a:t> </a:t>
            </a:r>
            <a:r>
              <a:rPr lang="en-US" dirty="0" err="1"/>
              <a:t>eseque</a:t>
            </a:r>
            <a:r>
              <a:rPr lang="en-US" dirty="0"/>
              <a:t> nobis </a:t>
            </a:r>
            <a:r>
              <a:rPr lang="en-US" dirty="0" err="1"/>
              <a:t>venda</a:t>
            </a:r>
            <a:r>
              <a:rPr lang="en-US" dirty="0"/>
              <a:t> dis </a:t>
            </a:r>
            <a:r>
              <a:rPr lang="en-US" dirty="0" err="1"/>
              <a:t>expernatem</a:t>
            </a:r>
            <a:r>
              <a:rPr lang="en-US" dirty="0"/>
              <a:t> </a:t>
            </a:r>
            <a:r>
              <a:rPr lang="en-US" dirty="0" err="1"/>
              <a:t>arcipsandit</a:t>
            </a:r>
            <a:r>
              <a:rPr lang="en-US" dirty="0"/>
              <a:t> as ex </a:t>
            </a:r>
            <a:r>
              <a:rPr lang="en-US" dirty="0" err="1"/>
              <a:t>etur</a:t>
            </a:r>
            <a:r>
              <a:rPr lang="en-US" dirty="0"/>
              <a:t> </a:t>
            </a:r>
            <a:r>
              <a:rPr lang="en-US" dirty="0" err="1"/>
              <a:t>molupti</a:t>
            </a:r>
            <a:r>
              <a:rPr lang="en-US" dirty="0"/>
              <a:t> </a:t>
            </a:r>
            <a:r>
              <a:rPr lang="en-US" dirty="0" err="1"/>
              <a:t>voloribus</a:t>
            </a:r>
            <a:r>
              <a:rPr lang="en-US" dirty="0"/>
              <a:t>, </a:t>
            </a:r>
            <a:r>
              <a:rPr lang="en-US" dirty="0" err="1"/>
              <a:t>volupta</a:t>
            </a:r>
            <a:r>
              <a:rPr lang="en-US" dirty="0"/>
              <a:t> ab </a:t>
            </a:r>
            <a:r>
              <a:rPr lang="en-US" dirty="0" err="1"/>
              <a:t>illuptae</a:t>
            </a:r>
            <a:r>
              <a:rPr lang="en-US" dirty="0"/>
              <a:t> </a:t>
            </a:r>
            <a:r>
              <a:rPr lang="en-US" dirty="0" err="1"/>
              <a:t>sape</a:t>
            </a:r>
            <a:r>
              <a:rPr lang="en-US" dirty="0"/>
              <a:t> </a:t>
            </a:r>
            <a:r>
              <a:rPr lang="en-US" dirty="0" err="1"/>
              <a:t>sitis</a:t>
            </a:r>
            <a:r>
              <a:rPr lang="en-US" dirty="0"/>
              <a:t> </a:t>
            </a:r>
            <a:r>
              <a:rPr lang="en-US" dirty="0" err="1"/>
              <a:t>ditaesti</a:t>
            </a:r>
            <a:r>
              <a:rPr lang="en-US" dirty="0"/>
              <a:t> </a:t>
            </a:r>
            <a:r>
              <a:rPr lang="en-US" dirty="0" err="1"/>
              <a:t>opta</a:t>
            </a:r>
            <a:r>
              <a:rPr lang="en-US" dirty="0"/>
              <a:t> </a:t>
            </a:r>
            <a:r>
              <a:rPr lang="en-US" dirty="0" err="1"/>
              <a:t>nist</a:t>
            </a:r>
            <a:r>
              <a:rPr lang="en-US" dirty="0"/>
              <a:t> </a:t>
            </a:r>
            <a:r>
              <a:rPr lang="en-US" dirty="0" err="1"/>
              <a:t>quia</a:t>
            </a:r>
            <a:r>
              <a:rPr lang="en-US" dirty="0"/>
              <a:t> </a:t>
            </a:r>
            <a:r>
              <a:rPr lang="en-US" dirty="0" err="1"/>
              <a:t>apientium</a:t>
            </a:r>
            <a:endParaRPr lang="en-US" dirty="0"/>
          </a:p>
          <a:p>
            <a:pPr lvl="1"/>
            <a:r>
              <a:rPr lang="en-US" dirty="0" err="1"/>
              <a:t>Vellent</a:t>
            </a:r>
            <a:r>
              <a:rPr lang="en-US" dirty="0"/>
              <a:t> </a:t>
            </a:r>
            <a:r>
              <a:rPr lang="en-US" dirty="0" err="1"/>
              <a:t>anit</a:t>
            </a:r>
            <a:r>
              <a:rPr lang="en-US" dirty="0"/>
              <a:t> </a:t>
            </a:r>
            <a:r>
              <a:rPr lang="en-US" dirty="0" err="1"/>
              <a:t>vollores</a:t>
            </a:r>
            <a:r>
              <a:rPr lang="en-US" dirty="0"/>
              <a:t> </a:t>
            </a:r>
            <a:r>
              <a:rPr lang="en-US" dirty="0" err="1"/>
              <a:t>nectem</a:t>
            </a:r>
            <a:r>
              <a:rPr lang="en-US" dirty="0"/>
              <a:t> </a:t>
            </a:r>
            <a:r>
              <a:rPr lang="en-US" dirty="0" err="1"/>
              <a:t>ut</a:t>
            </a:r>
            <a:r>
              <a:rPr lang="en-US" dirty="0"/>
              <a:t> </a:t>
            </a:r>
            <a:r>
              <a:rPr lang="en-US" dirty="0" err="1"/>
              <a:t>exernatquiam</a:t>
            </a:r>
            <a:r>
              <a:rPr lang="en-US" dirty="0"/>
              <a:t> </a:t>
            </a:r>
            <a:r>
              <a:rPr lang="en-US" dirty="0" err="1"/>
              <a:t>aut</a:t>
            </a:r>
            <a:r>
              <a:rPr lang="en-US" dirty="0"/>
              <a:t> </a:t>
            </a:r>
            <a:r>
              <a:rPr lang="en-US" dirty="0" err="1"/>
              <a:t>volorer</a:t>
            </a:r>
            <a:r>
              <a:rPr lang="en-US" dirty="0"/>
              <a:t> </a:t>
            </a:r>
            <a:r>
              <a:rPr lang="en-US" dirty="0" err="1"/>
              <a:t>fernatur</a:t>
            </a:r>
            <a:endParaRPr lang="en-US" dirty="0"/>
          </a:p>
          <a:p>
            <a:pPr lvl="1"/>
            <a:r>
              <a:rPr lang="en-US" dirty="0" err="1"/>
              <a:t>Omnihilia</a:t>
            </a:r>
            <a:r>
              <a:rPr lang="en-US" dirty="0"/>
              <a:t> </a:t>
            </a:r>
            <a:r>
              <a:rPr lang="en-US" dirty="0" err="1"/>
              <a:t>volum</a:t>
            </a:r>
            <a:r>
              <a:rPr lang="en-US" dirty="0"/>
              <a:t> </a:t>
            </a:r>
            <a:r>
              <a:rPr lang="en-US" dirty="0" err="1"/>
              <a:t>fuga.Litatiur</a:t>
            </a:r>
            <a:r>
              <a:rPr lang="en-US" dirty="0"/>
              <a:t> </a:t>
            </a:r>
            <a:r>
              <a:rPr lang="en-US" dirty="0" err="1"/>
              <a:t>sam</a:t>
            </a:r>
            <a:r>
              <a:rPr lang="en-US" dirty="0"/>
              <a:t> et </a:t>
            </a:r>
            <a:r>
              <a:rPr lang="en-US" dirty="0" err="1"/>
              <a:t>quam</a:t>
            </a:r>
            <a:r>
              <a:rPr lang="en-US" dirty="0"/>
              <a:t> </a:t>
            </a:r>
            <a:r>
              <a:rPr lang="en-US" dirty="0" err="1"/>
              <a:t>hil</a:t>
            </a:r>
            <a:r>
              <a:rPr lang="en-US" dirty="0"/>
              <a:t> </a:t>
            </a:r>
            <a:r>
              <a:rPr lang="en-US" dirty="0" err="1"/>
              <a:t>inulpa</a:t>
            </a:r>
            <a:r>
              <a:rPr lang="en-US" dirty="0"/>
              <a:t> </a:t>
            </a:r>
            <a:r>
              <a:rPr lang="en-US" dirty="0" err="1"/>
              <a:t>sandae</a:t>
            </a:r>
            <a:r>
              <a:rPr lang="en-US" dirty="0"/>
              <a:t> </a:t>
            </a:r>
            <a:r>
              <a:rPr lang="en-US" dirty="0" err="1"/>
              <a:t>preriaestio</a:t>
            </a:r>
            <a:r>
              <a:rPr lang="en-US" dirty="0"/>
              <a:t>.</a:t>
            </a:r>
          </a:p>
          <a:p>
            <a:pPr lvl="1"/>
            <a:r>
              <a:rPr lang="en-US" dirty="0" err="1"/>
              <a:t>Itatur</a:t>
            </a:r>
            <a:r>
              <a:rPr lang="en-US" dirty="0"/>
              <a:t>, </a:t>
            </a:r>
            <a:r>
              <a:rPr lang="en-US" dirty="0" err="1"/>
              <a:t>si</a:t>
            </a:r>
            <a:r>
              <a:rPr lang="en-US" dirty="0"/>
              <a:t> debit </a:t>
            </a:r>
            <a:r>
              <a:rPr lang="en-US" dirty="0" err="1"/>
              <a:t>ero</a:t>
            </a:r>
            <a:r>
              <a:rPr lang="en-US" dirty="0"/>
              <a:t> </a:t>
            </a:r>
            <a:r>
              <a:rPr lang="en-US" dirty="0" err="1"/>
              <a:t>dolo</a:t>
            </a:r>
            <a:r>
              <a:rPr lang="en-US" dirty="0"/>
              <a:t> </a:t>
            </a:r>
            <a:r>
              <a:rPr lang="en-US" dirty="0" err="1"/>
              <a:t>tem</a:t>
            </a:r>
            <a:r>
              <a:rPr lang="en-US" dirty="0"/>
              <a:t> </a:t>
            </a:r>
            <a:r>
              <a:rPr lang="en-US" dirty="0" err="1"/>
              <a:t>dolorro</a:t>
            </a:r>
            <a:r>
              <a:rPr lang="en-US" dirty="0"/>
              <a:t> </a:t>
            </a:r>
            <a:r>
              <a:rPr lang="en-US" dirty="0" err="1"/>
              <a:t>fugitiae</a:t>
            </a:r>
            <a:r>
              <a:rPr lang="en-US" dirty="0"/>
              <a:t> </a:t>
            </a:r>
            <a:r>
              <a:rPr lang="en-US" dirty="0" err="1"/>
              <a:t>evelest</a:t>
            </a:r>
            <a:r>
              <a:rPr lang="en-US" dirty="0"/>
              <a:t> </a:t>
            </a:r>
            <a:r>
              <a:rPr lang="en-US" dirty="0" err="1"/>
              <a:t>evelitio</a:t>
            </a:r>
            <a:r>
              <a:rPr lang="en-US" dirty="0"/>
              <a:t>.</a:t>
            </a:r>
          </a:p>
        </p:txBody>
      </p:sp>
      <p:sp>
        <p:nvSpPr>
          <p:cNvPr id="3" name="Footer Placeholder 2">
            <a:extLst>
              <a:ext uri="{FF2B5EF4-FFF2-40B4-BE49-F238E27FC236}">
                <a16:creationId xmlns:a16="http://schemas.microsoft.com/office/drawing/2014/main" id="{9E820D48-6A5B-297A-A88B-A99686E458CB}"/>
              </a:ext>
            </a:extLst>
          </p:cNvPr>
          <p:cNvSpPr>
            <a:spLocks noGrp="1"/>
          </p:cNvSpPr>
          <p:nvPr>
            <p:ph type="ftr" sz="quarter" idx="11"/>
          </p:nvPr>
        </p:nvSpPr>
        <p:spPr/>
        <p:txBody>
          <a:bodyPr/>
          <a:lstStyle/>
          <a:p>
            <a:r>
              <a:rPr lang="en-US"/>
              <a:t>See slide 12 for instructions on how to update footer</a:t>
            </a:r>
            <a:endParaRPr lang="en-US" dirty="0"/>
          </a:p>
        </p:txBody>
      </p:sp>
      <p:sp>
        <p:nvSpPr>
          <p:cNvPr id="5" name="Slide Number Placeholder 4">
            <a:extLst>
              <a:ext uri="{FF2B5EF4-FFF2-40B4-BE49-F238E27FC236}">
                <a16:creationId xmlns:a16="http://schemas.microsoft.com/office/drawing/2014/main" id="{A02A14E5-5C76-1C95-A9CD-8105A5F22B72}"/>
              </a:ext>
            </a:extLst>
          </p:cNvPr>
          <p:cNvSpPr>
            <a:spLocks noGrp="1"/>
          </p:cNvSpPr>
          <p:nvPr>
            <p:ph type="sldNum" sz="quarter" idx="12"/>
          </p:nvPr>
        </p:nvSpPr>
        <p:spPr/>
        <p:txBody>
          <a:bodyPr/>
          <a:lstStyle/>
          <a:p>
            <a:fld id="{862A5111-985B-C14D-9115-5787026182A8}" type="slidenum">
              <a:rPr lang="en-US" smtClean="0"/>
              <a:pPr/>
              <a:t>66</a:t>
            </a:fld>
            <a:endParaRPr lang="en-US" dirty="0"/>
          </a:p>
        </p:txBody>
      </p:sp>
      <p:sp>
        <p:nvSpPr>
          <p:cNvPr id="6" name="Freeform 5">
            <a:extLst>
              <a:ext uri="{FF2B5EF4-FFF2-40B4-BE49-F238E27FC236}">
                <a16:creationId xmlns:a16="http://schemas.microsoft.com/office/drawing/2014/main" id="{00253737-EF97-E36A-3FCC-2304F34FD0EF}"/>
              </a:ext>
            </a:extLst>
          </p:cNvPr>
          <p:cNvSpPr/>
          <p:nvPr/>
        </p:nvSpPr>
        <p:spPr bwMode="black">
          <a:xfrm>
            <a:off x="554038" y="6469335"/>
            <a:ext cx="678511" cy="112440"/>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chemeClr val="bg1"/>
          </a:solidFill>
          <a:ln w="0" cap="flat">
            <a:noFill/>
            <a:prstDash val="solid"/>
            <a:miter/>
          </a:ln>
        </p:spPr>
        <p:txBody>
          <a:bodyPr rtlCol="0" anchor="ctr"/>
          <a:lstStyle/>
          <a:p>
            <a:endParaRPr lang="en-US"/>
          </a:p>
        </p:txBody>
      </p:sp>
    </p:spTree>
    <p:extLst>
      <p:ext uri="{BB962C8B-B14F-4D97-AF65-F5344CB8AC3E}">
        <p14:creationId xmlns:p14="http://schemas.microsoft.com/office/powerpoint/2010/main" val="3504514880"/>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Placeholder 6" descr="A person wearing glasses and a suit&#10;&#10;Description automatically generated">
            <a:extLst>
              <a:ext uri="{FF2B5EF4-FFF2-40B4-BE49-F238E27FC236}">
                <a16:creationId xmlns:a16="http://schemas.microsoft.com/office/drawing/2014/main" id="{901C3B0C-DD17-1165-AA26-DF906FF20EE8}"/>
              </a:ext>
            </a:extLst>
          </p:cNvPr>
          <p:cNvPicPr>
            <a:picLocks noGrp="1" noChangeAspect="1"/>
          </p:cNvPicPr>
          <p:nvPr>
            <p:ph type="pic" sz="quarter" idx="29"/>
          </p:nvPr>
        </p:nvPicPr>
        <p:blipFill>
          <a:blip r:embed="rId2" cstate="screen">
            <a:extLst>
              <a:ext uri="{28A0092B-C50C-407E-A947-70E740481C1C}">
                <a14:useLocalDpi xmlns:a14="http://schemas.microsoft.com/office/drawing/2010/main"/>
              </a:ext>
            </a:extLst>
          </a:blip>
          <a:srcRect l="16761" r="16761"/>
          <a:stretch/>
        </p:blipFill>
        <p:spPr>
          <a:xfrm>
            <a:off x="539751" y="2146298"/>
            <a:ext cx="1970120" cy="1975104"/>
          </a:xfrm>
        </p:spPr>
      </p:pic>
      <p:sp>
        <p:nvSpPr>
          <p:cNvPr id="7" name="Title 6">
            <a:extLst>
              <a:ext uri="{FF2B5EF4-FFF2-40B4-BE49-F238E27FC236}">
                <a16:creationId xmlns:a16="http://schemas.microsoft.com/office/drawing/2014/main" id="{DFE61E6F-2BA7-D87D-ECCF-64B775A3D887}"/>
              </a:ext>
            </a:extLst>
          </p:cNvPr>
          <p:cNvSpPr>
            <a:spLocks noGrp="1"/>
          </p:cNvSpPr>
          <p:nvPr>
            <p:ph type="title"/>
          </p:nvPr>
        </p:nvSpPr>
        <p:spPr>
          <a:xfrm>
            <a:off x="546100" y="548640"/>
            <a:ext cx="11091862" cy="438785"/>
          </a:xfrm>
        </p:spPr>
        <p:txBody>
          <a:bodyPr/>
          <a:lstStyle/>
          <a:p>
            <a:r>
              <a:rPr lang="en-US"/>
              <a:t>Team lead</a:t>
            </a:r>
            <a:endParaRPr lang="en-US" dirty="0"/>
          </a:p>
        </p:txBody>
      </p:sp>
      <p:sp>
        <p:nvSpPr>
          <p:cNvPr id="8" name="Text Placeholder 7">
            <a:extLst>
              <a:ext uri="{FF2B5EF4-FFF2-40B4-BE49-F238E27FC236}">
                <a16:creationId xmlns:a16="http://schemas.microsoft.com/office/drawing/2014/main" id="{B109F1F2-A325-73FF-DA0B-A18EE34D8EF1}"/>
              </a:ext>
            </a:extLst>
          </p:cNvPr>
          <p:cNvSpPr>
            <a:spLocks noGrp="1"/>
          </p:cNvSpPr>
          <p:nvPr>
            <p:ph type="body" sz="quarter" idx="58"/>
          </p:nvPr>
        </p:nvSpPr>
        <p:spPr>
          <a:xfrm>
            <a:off x="548640" y="1127125"/>
            <a:ext cx="11089322" cy="295275"/>
          </a:xfrm>
        </p:spPr>
        <p:txBody>
          <a:bodyPr>
            <a:normAutofit lnSpcReduction="10000"/>
          </a:bodyPr>
          <a:lstStyle/>
          <a:p>
            <a:r>
              <a:rPr lang="en-US" dirty="0"/>
              <a:t>Team name/role</a:t>
            </a:r>
          </a:p>
        </p:txBody>
      </p:sp>
      <p:sp>
        <p:nvSpPr>
          <p:cNvPr id="6" name="Text Placeholder 5">
            <a:extLst>
              <a:ext uri="{FF2B5EF4-FFF2-40B4-BE49-F238E27FC236}">
                <a16:creationId xmlns:a16="http://schemas.microsoft.com/office/drawing/2014/main" id="{3E67D7FF-D43A-D8C5-E85F-F0CD6E58A498}"/>
              </a:ext>
            </a:extLst>
          </p:cNvPr>
          <p:cNvSpPr>
            <a:spLocks noGrp="1"/>
          </p:cNvSpPr>
          <p:nvPr>
            <p:ph type="body" sz="quarter" idx="94"/>
          </p:nvPr>
        </p:nvSpPr>
        <p:spPr>
          <a:xfrm>
            <a:off x="539751" y="4273550"/>
            <a:ext cx="2623978" cy="588286"/>
          </a:xfrm>
        </p:spPr>
        <p:txBody>
          <a:bodyPr/>
          <a:lstStyle/>
          <a:p>
            <a:r>
              <a:rPr lang="en-US" dirty="0" err="1"/>
              <a:t>Firstname</a:t>
            </a:r>
            <a:r>
              <a:rPr lang="en-US" dirty="0"/>
              <a:t> </a:t>
            </a:r>
            <a:r>
              <a:rPr lang="en-US" dirty="0" err="1"/>
              <a:t>Lastname</a:t>
            </a:r>
            <a:endParaRPr lang="en-US" dirty="0"/>
          </a:p>
          <a:p>
            <a:pPr lvl="1"/>
            <a:r>
              <a:rPr lang="en-US" dirty="0"/>
              <a:t>Title/department</a:t>
            </a:r>
          </a:p>
          <a:p>
            <a:pPr lvl="2"/>
            <a:r>
              <a:rPr lang="en-US" dirty="0"/>
              <a:t>Contact information 1</a:t>
            </a:r>
          </a:p>
          <a:p>
            <a:pPr lvl="2"/>
            <a:r>
              <a:rPr lang="en-US" dirty="0"/>
              <a:t>Contact information 2</a:t>
            </a:r>
          </a:p>
        </p:txBody>
      </p:sp>
      <p:sp>
        <p:nvSpPr>
          <p:cNvPr id="9" name="Content Placeholder 8">
            <a:extLst>
              <a:ext uri="{FF2B5EF4-FFF2-40B4-BE49-F238E27FC236}">
                <a16:creationId xmlns:a16="http://schemas.microsoft.com/office/drawing/2014/main" id="{FF747C33-1E77-8ED4-385C-14E6E0AE9EF5}"/>
              </a:ext>
            </a:extLst>
          </p:cNvPr>
          <p:cNvSpPr>
            <a:spLocks noGrp="1"/>
          </p:cNvSpPr>
          <p:nvPr>
            <p:ph type="body" sz="quarter" idx="95"/>
          </p:nvPr>
        </p:nvSpPr>
        <p:spPr>
          <a:xfrm>
            <a:off x="3367087" y="2146300"/>
            <a:ext cx="8270875" cy="3440113"/>
          </a:xfrm>
        </p:spPr>
        <p:txBody>
          <a:bodyPr numCol="2" spcCol="256032">
            <a:normAutofit lnSpcReduction="10000"/>
          </a:bodyPr>
          <a:lstStyle/>
          <a:p>
            <a:r>
              <a:rPr lang="en-US" dirty="0"/>
              <a:t>This bio can be set to use one or two columns.</a:t>
            </a:r>
          </a:p>
          <a:p>
            <a:pPr lvl="1"/>
            <a:r>
              <a:rPr lang="en-US" dirty="0" err="1"/>
              <a:t>Sitioreperum</a:t>
            </a:r>
            <a:r>
              <a:rPr lang="en-US" dirty="0"/>
              <a:t> </a:t>
            </a:r>
            <a:r>
              <a:rPr lang="en-US" dirty="0" err="1"/>
              <a:t>estemol</a:t>
            </a:r>
            <a:r>
              <a:rPr lang="en-US" dirty="0"/>
              <a:t> </a:t>
            </a:r>
            <a:r>
              <a:rPr lang="en-US" dirty="0" err="1"/>
              <a:t>eseque</a:t>
            </a:r>
            <a:r>
              <a:rPr lang="en-US" dirty="0"/>
              <a:t> nobis </a:t>
            </a:r>
            <a:r>
              <a:rPr lang="en-US" dirty="0" err="1"/>
              <a:t>venda</a:t>
            </a:r>
            <a:r>
              <a:rPr lang="en-US" dirty="0"/>
              <a:t> dis </a:t>
            </a:r>
            <a:r>
              <a:rPr lang="en-US" dirty="0" err="1"/>
              <a:t>expernatem</a:t>
            </a:r>
            <a:r>
              <a:rPr lang="en-US" dirty="0"/>
              <a:t> </a:t>
            </a:r>
            <a:r>
              <a:rPr lang="en-US" dirty="0" err="1"/>
              <a:t>arcipsandit</a:t>
            </a:r>
            <a:r>
              <a:rPr lang="en-US" dirty="0"/>
              <a:t> as ex </a:t>
            </a:r>
            <a:r>
              <a:rPr lang="en-US" dirty="0" err="1"/>
              <a:t>etur</a:t>
            </a:r>
            <a:r>
              <a:rPr lang="en-US" dirty="0"/>
              <a:t> </a:t>
            </a:r>
            <a:r>
              <a:rPr lang="en-US" dirty="0" err="1"/>
              <a:t>molupti</a:t>
            </a:r>
            <a:r>
              <a:rPr lang="en-US" dirty="0"/>
              <a:t> </a:t>
            </a:r>
            <a:r>
              <a:rPr lang="en-US" dirty="0" err="1"/>
              <a:t>voloribus</a:t>
            </a:r>
            <a:r>
              <a:rPr lang="en-US" dirty="0"/>
              <a:t>, </a:t>
            </a:r>
            <a:r>
              <a:rPr lang="en-US" dirty="0" err="1"/>
              <a:t>volupta</a:t>
            </a:r>
            <a:r>
              <a:rPr lang="en-US" dirty="0"/>
              <a:t> ab </a:t>
            </a:r>
            <a:r>
              <a:rPr lang="en-US" dirty="0" err="1"/>
              <a:t>illuptae</a:t>
            </a:r>
            <a:r>
              <a:rPr lang="en-US" dirty="0"/>
              <a:t> </a:t>
            </a:r>
            <a:r>
              <a:rPr lang="en-US" dirty="0" err="1"/>
              <a:t>sape</a:t>
            </a:r>
            <a:r>
              <a:rPr lang="en-US" dirty="0"/>
              <a:t> </a:t>
            </a:r>
            <a:r>
              <a:rPr lang="en-US" dirty="0" err="1"/>
              <a:t>sitis</a:t>
            </a:r>
            <a:r>
              <a:rPr lang="en-US" dirty="0"/>
              <a:t> </a:t>
            </a:r>
            <a:r>
              <a:rPr lang="en-US" dirty="0" err="1"/>
              <a:t>ditaesti</a:t>
            </a:r>
            <a:r>
              <a:rPr lang="en-US" dirty="0"/>
              <a:t> </a:t>
            </a:r>
            <a:r>
              <a:rPr lang="en-US" dirty="0" err="1"/>
              <a:t>opta</a:t>
            </a:r>
            <a:r>
              <a:rPr lang="en-US" dirty="0"/>
              <a:t> </a:t>
            </a:r>
            <a:r>
              <a:rPr lang="en-US" dirty="0" err="1"/>
              <a:t>nist</a:t>
            </a:r>
            <a:r>
              <a:rPr lang="en-US" dirty="0"/>
              <a:t> </a:t>
            </a:r>
            <a:r>
              <a:rPr lang="en-US" dirty="0" err="1"/>
              <a:t>quia</a:t>
            </a:r>
            <a:r>
              <a:rPr lang="en-US" dirty="0"/>
              <a:t> </a:t>
            </a:r>
            <a:r>
              <a:rPr lang="en-US" dirty="0" err="1"/>
              <a:t>apientium</a:t>
            </a:r>
            <a:r>
              <a:rPr lang="en-US" dirty="0"/>
              <a:t> </a:t>
            </a:r>
            <a:r>
              <a:rPr lang="en-US" dirty="0" err="1"/>
              <a:t>vellent</a:t>
            </a:r>
            <a:r>
              <a:rPr lang="en-US" dirty="0"/>
              <a:t> </a:t>
            </a:r>
            <a:r>
              <a:rPr lang="en-US" dirty="0" err="1"/>
              <a:t>anit</a:t>
            </a:r>
            <a:r>
              <a:rPr lang="en-US" dirty="0"/>
              <a:t> </a:t>
            </a:r>
            <a:r>
              <a:rPr lang="en-US" dirty="0" err="1"/>
              <a:t>vollores</a:t>
            </a:r>
            <a:r>
              <a:rPr lang="en-US" dirty="0"/>
              <a:t> </a:t>
            </a:r>
            <a:r>
              <a:rPr lang="en-US" dirty="0" err="1"/>
              <a:t>nectem</a:t>
            </a:r>
            <a:r>
              <a:rPr lang="en-US" dirty="0"/>
              <a:t> </a:t>
            </a:r>
            <a:r>
              <a:rPr lang="en-US" dirty="0" err="1"/>
              <a:t>ut</a:t>
            </a:r>
            <a:r>
              <a:rPr lang="en-US" dirty="0"/>
              <a:t> </a:t>
            </a:r>
            <a:r>
              <a:rPr lang="en-US" dirty="0" err="1"/>
              <a:t>exernatquiam</a:t>
            </a:r>
            <a:r>
              <a:rPr lang="en-US" dirty="0"/>
              <a:t> </a:t>
            </a:r>
            <a:r>
              <a:rPr lang="en-US" dirty="0" err="1"/>
              <a:t>aut</a:t>
            </a:r>
            <a:r>
              <a:rPr lang="en-US" dirty="0"/>
              <a:t> </a:t>
            </a:r>
            <a:r>
              <a:rPr lang="en-US" dirty="0" err="1"/>
              <a:t>volorer</a:t>
            </a:r>
            <a:r>
              <a:rPr lang="en-US" dirty="0"/>
              <a:t> </a:t>
            </a:r>
            <a:r>
              <a:rPr lang="en-US" dirty="0" err="1"/>
              <a:t>fernatur</a:t>
            </a:r>
            <a:r>
              <a:rPr lang="en-US" dirty="0"/>
              <a:t>, </a:t>
            </a:r>
            <a:r>
              <a:rPr lang="en-US" dirty="0" err="1"/>
              <a:t>omnihilia</a:t>
            </a:r>
            <a:r>
              <a:rPr lang="en-US" dirty="0"/>
              <a:t> </a:t>
            </a:r>
            <a:r>
              <a:rPr lang="en-US" dirty="0" err="1"/>
              <a:t>volum</a:t>
            </a:r>
            <a:r>
              <a:rPr lang="en-US" dirty="0"/>
              <a:t> </a:t>
            </a:r>
            <a:r>
              <a:rPr lang="en-US" dirty="0" err="1"/>
              <a:t>fuga.Litatiur</a:t>
            </a:r>
            <a:r>
              <a:rPr lang="en-US" dirty="0"/>
              <a:t> </a:t>
            </a:r>
            <a:r>
              <a:rPr lang="en-US" dirty="0" err="1"/>
              <a:t>sam</a:t>
            </a:r>
            <a:r>
              <a:rPr lang="en-US" dirty="0"/>
              <a:t> et </a:t>
            </a:r>
            <a:r>
              <a:rPr lang="en-US" dirty="0" err="1"/>
              <a:t>quam</a:t>
            </a:r>
            <a:r>
              <a:rPr lang="en-US" dirty="0"/>
              <a:t> </a:t>
            </a:r>
            <a:r>
              <a:rPr lang="en-US" dirty="0" err="1"/>
              <a:t>hil</a:t>
            </a:r>
            <a:r>
              <a:rPr lang="en-US" dirty="0"/>
              <a:t> </a:t>
            </a:r>
            <a:r>
              <a:rPr lang="en-US" dirty="0" err="1"/>
              <a:t>inulpa</a:t>
            </a:r>
            <a:r>
              <a:rPr lang="en-US" dirty="0"/>
              <a:t> </a:t>
            </a:r>
            <a:r>
              <a:rPr lang="en-US" dirty="0" err="1"/>
              <a:t>sandae</a:t>
            </a:r>
            <a:r>
              <a:rPr lang="en-US" dirty="0"/>
              <a:t> </a:t>
            </a:r>
            <a:r>
              <a:rPr lang="en-US" dirty="0" err="1"/>
              <a:t>preriaestio</a:t>
            </a:r>
            <a:r>
              <a:rPr lang="en-US" dirty="0"/>
              <a:t>.</a:t>
            </a:r>
          </a:p>
          <a:p>
            <a:pPr lvl="1"/>
            <a:r>
              <a:rPr lang="en-US" dirty="0" err="1"/>
              <a:t>Sitioreperum</a:t>
            </a:r>
            <a:r>
              <a:rPr lang="en-US" dirty="0"/>
              <a:t> </a:t>
            </a:r>
            <a:r>
              <a:rPr lang="en-US" dirty="0" err="1"/>
              <a:t>estemol</a:t>
            </a:r>
            <a:r>
              <a:rPr lang="en-US" dirty="0"/>
              <a:t> </a:t>
            </a:r>
            <a:r>
              <a:rPr lang="en-US" dirty="0" err="1"/>
              <a:t>eseque</a:t>
            </a:r>
            <a:r>
              <a:rPr lang="en-US" dirty="0"/>
              <a:t> nobis </a:t>
            </a:r>
            <a:r>
              <a:rPr lang="en-US" dirty="0" err="1"/>
              <a:t>venda</a:t>
            </a:r>
            <a:r>
              <a:rPr lang="en-US" dirty="0"/>
              <a:t> dis </a:t>
            </a:r>
            <a:r>
              <a:rPr lang="en-US" dirty="0" err="1"/>
              <a:t>expernatem</a:t>
            </a:r>
            <a:r>
              <a:rPr lang="en-US" dirty="0"/>
              <a:t> </a:t>
            </a:r>
            <a:r>
              <a:rPr lang="en-US" dirty="0" err="1"/>
              <a:t>arcipsandit</a:t>
            </a:r>
            <a:r>
              <a:rPr lang="en-US" dirty="0"/>
              <a:t> as ex </a:t>
            </a:r>
            <a:r>
              <a:rPr lang="en-US" dirty="0" err="1"/>
              <a:t>etur</a:t>
            </a:r>
            <a:r>
              <a:rPr lang="en-US" dirty="0"/>
              <a:t> </a:t>
            </a:r>
            <a:r>
              <a:rPr lang="en-US" dirty="0" err="1"/>
              <a:t>molupti</a:t>
            </a:r>
            <a:r>
              <a:rPr lang="en-US" dirty="0"/>
              <a:t> </a:t>
            </a:r>
            <a:r>
              <a:rPr lang="en-US" dirty="0" err="1"/>
              <a:t>voloribus</a:t>
            </a:r>
            <a:r>
              <a:rPr lang="en-US" dirty="0"/>
              <a:t>, </a:t>
            </a:r>
            <a:r>
              <a:rPr lang="en-US" dirty="0" err="1"/>
              <a:t>volupta</a:t>
            </a:r>
            <a:r>
              <a:rPr lang="en-US" dirty="0"/>
              <a:t> ab </a:t>
            </a:r>
            <a:r>
              <a:rPr lang="en-US" dirty="0" err="1"/>
              <a:t>illuptae</a:t>
            </a:r>
            <a:r>
              <a:rPr lang="en-US" dirty="0"/>
              <a:t> </a:t>
            </a:r>
            <a:r>
              <a:rPr lang="en-US" dirty="0" err="1"/>
              <a:t>sape</a:t>
            </a:r>
            <a:r>
              <a:rPr lang="en-US" dirty="0"/>
              <a:t> </a:t>
            </a:r>
            <a:r>
              <a:rPr lang="en-US" dirty="0" err="1"/>
              <a:t>sitis</a:t>
            </a:r>
            <a:r>
              <a:rPr lang="en-US" dirty="0"/>
              <a:t> </a:t>
            </a:r>
            <a:r>
              <a:rPr lang="en-US" dirty="0" err="1"/>
              <a:t>ditaesti</a:t>
            </a:r>
            <a:r>
              <a:rPr lang="en-US" dirty="0"/>
              <a:t> </a:t>
            </a:r>
            <a:r>
              <a:rPr lang="en-US" dirty="0" err="1"/>
              <a:t>opta</a:t>
            </a:r>
            <a:r>
              <a:rPr lang="en-US" dirty="0"/>
              <a:t> </a:t>
            </a:r>
            <a:r>
              <a:rPr lang="en-US" dirty="0" err="1"/>
              <a:t>nist</a:t>
            </a:r>
            <a:r>
              <a:rPr lang="en-US" dirty="0"/>
              <a:t> </a:t>
            </a:r>
            <a:r>
              <a:rPr lang="en-US" dirty="0" err="1"/>
              <a:t>quia</a:t>
            </a:r>
            <a:r>
              <a:rPr lang="en-US" dirty="0"/>
              <a:t> </a:t>
            </a:r>
            <a:r>
              <a:rPr lang="en-US" dirty="0" err="1"/>
              <a:t>apientium</a:t>
            </a:r>
            <a:r>
              <a:rPr lang="en-US" dirty="0"/>
              <a:t> </a:t>
            </a:r>
            <a:r>
              <a:rPr lang="en-US" dirty="0" err="1"/>
              <a:t>vellent</a:t>
            </a:r>
            <a:r>
              <a:rPr lang="en-US" dirty="0"/>
              <a:t> </a:t>
            </a:r>
            <a:r>
              <a:rPr lang="en-US" dirty="0" err="1"/>
              <a:t>anit</a:t>
            </a:r>
            <a:r>
              <a:rPr lang="en-US" dirty="0"/>
              <a:t> </a:t>
            </a:r>
            <a:r>
              <a:rPr lang="en-US" dirty="0" err="1"/>
              <a:t>vollores</a:t>
            </a:r>
            <a:r>
              <a:rPr lang="en-US" dirty="0"/>
              <a:t> </a:t>
            </a:r>
            <a:r>
              <a:rPr lang="en-US" dirty="0" err="1"/>
              <a:t>nectem</a:t>
            </a:r>
            <a:r>
              <a:rPr lang="en-US" dirty="0"/>
              <a:t> </a:t>
            </a:r>
            <a:r>
              <a:rPr lang="en-US" dirty="0" err="1"/>
              <a:t>ut</a:t>
            </a:r>
            <a:r>
              <a:rPr lang="en-US" dirty="0"/>
              <a:t> </a:t>
            </a:r>
            <a:r>
              <a:rPr lang="en-US" dirty="0" err="1"/>
              <a:t>exernatquiam</a:t>
            </a:r>
            <a:r>
              <a:rPr lang="en-US" dirty="0"/>
              <a:t> </a:t>
            </a:r>
            <a:r>
              <a:rPr lang="en-US" dirty="0" err="1"/>
              <a:t>aut</a:t>
            </a:r>
            <a:r>
              <a:rPr lang="en-US" dirty="0"/>
              <a:t> </a:t>
            </a:r>
            <a:r>
              <a:rPr lang="en-US" dirty="0" err="1"/>
              <a:t>volorer</a:t>
            </a:r>
            <a:r>
              <a:rPr lang="en-US" dirty="0"/>
              <a:t> </a:t>
            </a:r>
            <a:r>
              <a:rPr lang="en-US" dirty="0" err="1"/>
              <a:t>fernatur</a:t>
            </a:r>
            <a:r>
              <a:rPr lang="en-US" dirty="0"/>
              <a:t>, </a:t>
            </a:r>
            <a:r>
              <a:rPr lang="en-US" dirty="0" err="1"/>
              <a:t>omnihilia</a:t>
            </a:r>
            <a:r>
              <a:rPr lang="en-US" dirty="0"/>
              <a:t> </a:t>
            </a:r>
            <a:r>
              <a:rPr lang="en-US" dirty="0" err="1"/>
              <a:t>volum</a:t>
            </a:r>
            <a:r>
              <a:rPr lang="en-US" dirty="0"/>
              <a:t> </a:t>
            </a:r>
            <a:r>
              <a:rPr lang="en-US" dirty="0" err="1"/>
              <a:t>fuga.Litatiur</a:t>
            </a:r>
            <a:r>
              <a:rPr lang="en-US" dirty="0"/>
              <a:t> </a:t>
            </a:r>
            <a:r>
              <a:rPr lang="en-US" dirty="0" err="1"/>
              <a:t>sam</a:t>
            </a:r>
            <a:r>
              <a:rPr lang="en-US" dirty="0"/>
              <a:t> et </a:t>
            </a:r>
            <a:r>
              <a:rPr lang="en-US" dirty="0" err="1"/>
              <a:t>quam</a:t>
            </a:r>
            <a:r>
              <a:rPr lang="en-US" dirty="0"/>
              <a:t> </a:t>
            </a:r>
            <a:r>
              <a:rPr lang="en-US" dirty="0" err="1"/>
              <a:t>hil</a:t>
            </a:r>
            <a:r>
              <a:rPr lang="en-US" dirty="0"/>
              <a:t> </a:t>
            </a:r>
            <a:r>
              <a:rPr lang="en-US" dirty="0" err="1"/>
              <a:t>inulpa</a:t>
            </a:r>
            <a:r>
              <a:rPr lang="en-US" dirty="0"/>
              <a:t> </a:t>
            </a:r>
            <a:r>
              <a:rPr lang="en-US" dirty="0" err="1"/>
              <a:t>sandae</a:t>
            </a:r>
            <a:r>
              <a:rPr lang="en-US" dirty="0"/>
              <a:t> </a:t>
            </a:r>
            <a:r>
              <a:rPr lang="en-US" dirty="0" err="1"/>
              <a:t>preriaestio</a:t>
            </a:r>
            <a:r>
              <a:rPr lang="en-US" dirty="0"/>
              <a:t>. </a:t>
            </a:r>
            <a:r>
              <a:rPr lang="en-US" dirty="0" err="1"/>
              <a:t>Itatur</a:t>
            </a:r>
            <a:r>
              <a:rPr lang="en-US" dirty="0"/>
              <a:t>, </a:t>
            </a:r>
            <a:r>
              <a:rPr lang="en-US" dirty="0" err="1"/>
              <a:t>si</a:t>
            </a:r>
            <a:r>
              <a:rPr lang="en-US" dirty="0"/>
              <a:t> debit </a:t>
            </a:r>
            <a:r>
              <a:rPr lang="en-US" dirty="0" err="1"/>
              <a:t>ero</a:t>
            </a:r>
            <a:r>
              <a:rPr lang="en-US" dirty="0"/>
              <a:t> </a:t>
            </a:r>
            <a:r>
              <a:rPr lang="en-US" dirty="0" err="1"/>
              <a:t>dolo</a:t>
            </a:r>
            <a:r>
              <a:rPr lang="en-US" dirty="0"/>
              <a:t> </a:t>
            </a:r>
            <a:r>
              <a:rPr lang="en-US" dirty="0" err="1"/>
              <a:t>tem</a:t>
            </a:r>
            <a:r>
              <a:rPr lang="en-US" dirty="0"/>
              <a:t> </a:t>
            </a:r>
            <a:r>
              <a:rPr lang="en-US" dirty="0" err="1"/>
              <a:t>dolorro</a:t>
            </a:r>
            <a:r>
              <a:rPr lang="en-US" dirty="0"/>
              <a:t>.</a:t>
            </a:r>
          </a:p>
          <a:p>
            <a:pPr lvl="1"/>
            <a:endParaRPr lang="en-US" dirty="0"/>
          </a:p>
          <a:p>
            <a:pPr lvl="1"/>
            <a:r>
              <a:rPr lang="en-US" dirty="0" err="1"/>
              <a:t>Erumquas</a:t>
            </a:r>
            <a:r>
              <a:rPr lang="en-US" dirty="0"/>
              <a:t> </a:t>
            </a:r>
            <a:r>
              <a:rPr lang="en-US" dirty="0" err="1"/>
              <a:t>minulla</a:t>
            </a:r>
            <a:r>
              <a:rPr lang="en-US" dirty="0"/>
              <a:t> </a:t>
            </a:r>
            <a:r>
              <a:rPr lang="en-US" dirty="0" err="1"/>
              <a:t>borrovit</a:t>
            </a:r>
            <a:r>
              <a:rPr lang="en-US" dirty="0"/>
              <a:t> </a:t>
            </a:r>
            <a:r>
              <a:rPr lang="en-US" dirty="0" err="1"/>
              <a:t>assimi</a:t>
            </a:r>
            <a:r>
              <a:rPr lang="en-US" dirty="0"/>
              <a:t>, </a:t>
            </a:r>
            <a:r>
              <a:rPr lang="en-US" dirty="0" err="1"/>
              <a:t>toratem</a:t>
            </a:r>
            <a:r>
              <a:rPr lang="en-US" dirty="0"/>
              <a:t> </a:t>
            </a:r>
            <a:r>
              <a:rPr lang="en-US" dirty="0" err="1"/>
              <a:t>sant</a:t>
            </a:r>
            <a:r>
              <a:rPr lang="en-US" dirty="0"/>
              <a:t> </a:t>
            </a:r>
            <a:r>
              <a:rPr lang="en-US" dirty="0" err="1"/>
              <a:t>officiisse</a:t>
            </a:r>
            <a:r>
              <a:rPr lang="en-US" dirty="0"/>
              <a:t> </a:t>
            </a:r>
            <a:r>
              <a:rPr lang="en-US" dirty="0" err="1"/>
              <a:t>natium</a:t>
            </a:r>
            <a:r>
              <a:rPr lang="en-US" dirty="0"/>
              <a:t> re </a:t>
            </a:r>
            <a:r>
              <a:rPr lang="en-US" dirty="0" err="1"/>
              <a:t>velitate</a:t>
            </a:r>
            <a:r>
              <a:rPr lang="en-US" dirty="0"/>
              <a:t> que </a:t>
            </a:r>
            <a:r>
              <a:rPr lang="en-US" dirty="0" err="1"/>
              <a:t>volupti</a:t>
            </a:r>
            <a:r>
              <a:rPr lang="en-US" dirty="0"/>
              <a:t> </a:t>
            </a:r>
            <a:r>
              <a:rPr lang="en-US" dirty="0" err="1"/>
              <a:t>busdam</a:t>
            </a:r>
            <a:r>
              <a:rPr lang="en-US" dirty="0"/>
              <a:t>, sunt </a:t>
            </a:r>
            <a:r>
              <a:rPr lang="en-US" dirty="0" err="1"/>
              <a:t>eatiatecte</a:t>
            </a:r>
            <a:r>
              <a:rPr lang="en-US" dirty="0"/>
              <a:t> </a:t>
            </a:r>
            <a:r>
              <a:rPr lang="en-US" dirty="0" err="1"/>
              <a:t>cus</a:t>
            </a:r>
            <a:r>
              <a:rPr lang="en-US" dirty="0"/>
              <a:t> </a:t>
            </a:r>
            <a:r>
              <a:rPr lang="en-US" dirty="0" err="1"/>
              <a:t>prae</a:t>
            </a:r>
            <a:r>
              <a:rPr lang="en-US" dirty="0"/>
              <a:t> non </a:t>
            </a:r>
            <a:r>
              <a:rPr lang="en-US" dirty="0" err="1"/>
              <a:t>natiumq</a:t>
            </a:r>
            <a:r>
              <a:rPr lang="en-US" dirty="0"/>
              <a:t> </a:t>
            </a:r>
            <a:r>
              <a:rPr lang="en-US" dirty="0" err="1"/>
              <a:t>uiantus</a:t>
            </a:r>
            <a:r>
              <a:rPr lang="en-US" dirty="0"/>
              <a:t>.</a:t>
            </a:r>
          </a:p>
          <a:p>
            <a:pPr lvl="1"/>
            <a:r>
              <a:rPr lang="en-US" dirty="0"/>
              <a:t>Ro denim </a:t>
            </a:r>
            <a:r>
              <a:rPr lang="en-US" dirty="0" err="1"/>
              <a:t>esequam</a:t>
            </a:r>
            <a:r>
              <a:rPr lang="en-US" dirty="0"/>
              <a:t> fugit, </a:t>
            </a:r>
            <a:r>
              <a:rPr lang="en-US" dirty="0" err="1"/>
              <a:t>omnis</a:t>
            </a:r>
            <a:r>
              <a:rPr lang="en-US" dirty="0"/>
              <a:t> a con </a:t>
            </a:r>
            <a:r>
              <a:rPr lang="en-US" dirty="0" err="1"/>
              <a:t>eost</a:t>
            </a:r>
            <a:r>
              <a:rPr lang="en-US" dirty="0"/>
              <a:t> as </a:t>
            </a:r>
            <a:r>
              <a:rPr lang="en-US" dirty="0" err="1"/>
              <a:t>delique</a:t>
            </a:r>
            <a:r>
              <a:rPr lang="en-US" dirty="0"/>
              <a:t> </a:t>
            </a:r>
            <a:r>
              <a:rPr lang="en-US" dirty="0" err="1"/>
              <a:t>volupta</a:t>
            </a:r>
            <a:r>
              <a:rPr lang="en-US" dirty="0"/>
              <a:t> </a:t>
            </a:r>
            <a:r>
              <a:rPr lang="en-US" dirty="0" err="1"/>
              <a:t>temporescia</a:t>
            </a:r>
            <a:r>
              <a:rPr lang="en-US" dirty="0"/>
              <a:t> num la </a:t>
            </a:r>
            <a:r>
              <a:rPr lang="en-US" dirty="0" err="1"/>
              <a:t>si</a:t>
            </a:r>
            <a:r>
              <a:rPr lang="en-US" dirty="0"/>
              <a:t> </a:t>
            </a:r>
            <a:r>
              <a:rPr lang="en-US" dirty="0" err="1"/>
              <a:t>dolut</a:t>
            </a:r>
            <a:r>
              <a:rPr lang="en-US" dirty="0"/>
              <a:t> </a:t>
            </a:r>
            <a:r>
              <a:rPr lang="en-US" dirty="0" err="1"/>
              <a:t>velis</a:t>
            </a:r>
            <a:r>
              <a:rPr lang="en-US" dirty="0"/>
              <a:t>. </a:t>
            </a:r>
            <a:r>
              <a:rPr lang="en-US" dirty="0" err="1"/>
              <a:t>Itatur</a:t>
            </a:r>
            <a:r>
              <a:rPr lang="en-US" dirty="0"/>
              <a:t>, </a:t>
            </a:r>
            <a:r>
              <a:rPr lang="en-US" dirty="0" err="1"/>
              <a:t>si</a:t>
            </a:r>
            <a:r>
              <a:rPr lang="en-US" dirty="0"/>
              <a:t> debit </a:t>
            </a:r>
            <a:r>
              <a:rPr lang="en-US" dirty="0" err="1"/>
              <a:t>ero</a:t>
            </a:r>
            <a:r>
              <a:rPr lang="en-US" dirty="0"/>
              <a:t> </a:t>
            </a:r>
            <a:r>
              <a:rPr lang="en-US" dirty="0" err="1"/>
              <a:t>dolo</a:t>
            </a:r>
            <a:r>
              <a:rPr lang="en-US" dirty="0"/>
              <a:t> </a:t>
            </a:r>
            <a:r>
              <a:rPr lang="en-US" dirty="0" err="1"/>
              <a:t>tem</a:t>
            </a:r>
            <a:r>
              <a:rPr lang="en-US" dirty="0"/>
              <a:t> </a:t>
            </a:r>
            <a:r>
              <a:rPr lang="en-US" dirty="0" err="1"/>
              <a:t>dolorro</a:t>
            </a:r>
            <a:r>
              <a:rPr lang="en-US" dirty="0"/>
              <a:t>.</a:t>
            </a:r>
          </a:p>
          <a:p>
            <a:pPr lvl="1"/>
            <a:r>
              <a:rPr lang="en-US" dirty="0"/>
              <a:t>Qui </a:t>
            </a:r>
            <a:r>
              <a:rPr lang="en-US" dirty="0" err="1"/>
              <a:t>doluptatem</a:t>
            </a:r>
            <a:r>
              <a:rPr lang="en-US" dirty="0"/>
              <a:t> et </a:t>
            </a:r>
            <a:r>
              <a:rPr lang="en-US" dirty="0" err="1"/>
              <a:t>repudis</a:t>
            </a:r>
            <a:r>
              <a:rPr lang="en-US" dirty="0"/>
              <a:t> </a:t>
            </a:r>
            <a:r>
              <a:rPr lang="en-US" dirty="0" err="1"/>
              <a:t>moloren</a:t>
            </a:r>
            <a:r>
              <a:rPr lang="en-US" dirty="0"/>
              <a:t> </a:t>
            </a:r>
            <a:r>
              <a:rPr lang="en-US" dirty="0" err="1"/>
              <a:t>dipsam</a:t>
            </a:r>
            <a:r>
              <a:rPr lang="en-US" dirty="0"/>
              <a:t>, </a:t>
            </a:r>
            <a:r>
              <a:rPr lang="en-US" dirty="0" err="1"/>
              <a:t>te</a:t>
            </a:r>
            <a:r>
              <a:rPr lang="en-US" dirty="0"/>
              <a:t> lab </a:t>
            </a:r>
            <a:r>
              <a:rPr lang="en-US" dirty="0" err="1"/>
              <a:t>iminvel</a:t>
            </a:r>
            <a:r>
              <a:rPr lang="en-US" dirty="0"/>
              <a:t> </a:t>
            </a:r>
            <a:r>
              <a:rPr lang="en-US" dirty="0" err="1"/>
              <a:t>iberibus</a:t>
            </a:r>
            <a:r>
              <a:rPr lang="en-US" dirty="0"/>
              <a:t> </a:t>
            </a:r>
            <a:r>
              <a:rPr lang="en-US" dirty="0" err="1"/>
              <a:t>dolorum</a:t>
            </a:r>
            <a:r>
              <a:rPr lang="en-US" dirty="0"/>
              <a:t> qui </a:t>
            </a:r>
            <a:r>
              <a:rPr lang="en-US" dirty="0" err="1"/>
              <a:t>dolorernati</a:t>
            </a:r>
            <a:r>
              <a:rPr lang="en-US" dirty="0"/>
              <a:t> </a:t>
            </a:r>
            <a:r>
              <a:rPr lang="en-US" dirty="0" err="1"/>
              <a:t>verferum</a:t>
            </a:r>
            <a:r>
              <a:rPr lang="en-US" dirty="0"/>
              <a:t> </a:t>
            </a:r>
            <a:r>
              <a:rPr lang="en-US" dirty="0" err="1"/>
              <a:t>laboreperum</a:t>
            </a:r>
            <a:r>
              <a:rPr lang="en-US" dirty="0"/>
              <a:t> int, qui </a:t>
            </a:r>
            <a:r>
              <a:rPr lang="en-US" dirty="0" err="1"/>
              <a:t>occatem</a:t>
            </a:r>
            <a:r>
              <a:rPr lang="en-US" dirty="0"/>
              <a:t> </a:t>
            </a:r>
            <a:r>
              <a:rPr lang="en-US" dirty="0" err="1"/>
              <a:t>porehent</a:t>
            </a:r>
            <a:r>
              <a:rPr lang="en-US" dirty="0"/>
              <a:t> </a:t>
            </a:r>
            <a:r>
              <a:rPr lang="en-US" dirty="0" err="1"/>
              <a:t>modi</a:t>
            </a:r>
            <a:r>
              <a:rPr lang="en-US" dirty="0"/>
              <a:t> </a:t>
            </a:r>
            <a:r>
              <a:rPr lang="en-US" dirty="0" err="1"/>
              <a:t>utassequunt</a:t>
            </a:r>
            <a:r>
              <a:rPr lang="en-US" dirty="0"/>
              <a:t> </a:t>
            </a:r>
            <a:r>
              <a:rPr lang="en-US" dirty="0" err="1"/>
              <a:t>everum</a:t>
            </a:r>
            <a:r>
              <a:rPr lang="en-US" dirty="0"/>
              <a:t> rem </a:t>
            </a:r>
            <a:r>
              <a:rPr lang="en-US" dirty="0" err="1"/>
              <a:t>voluptae</a:t>
            </a:r>
            <a:r>
              <a:rPr lang="en-US" dirty="0"/>
              <a:t> </a:t>
            </a:r>
            <a:r>
              <a:rPr lang="en-US" dirty="0" err="1"/>
              <a:t>sitiur</a:t>
            </a:r>
            <a:r>
              <a:rPr lang="en-US" dirty="0"/>
              <a:t> </a:t>
            </a:r>
            <a:r>
              <a:rPr lang="en-US" dirty="0" err="1"/>
              <a:t>aut</a:t>
            </a:r>
            <a:r>
              <a:rPr lang="en-US" dirty="0"/>
              <a:t>.</a:t>
            </a:r>
          </a:p>
          <a:p>
            <a:pPr lvl="1"/>
            <a:r>
              <a:rPr lang="en-US" dirty="0" err="1"/>
              <a:t>Erumquas</a:t>
            </a:r>
            <a:r>
              <a:rPr lang="en-US" dirty="0"/>
              <a:t> </a:t>
            </a:r>
            <a:r>
              <a:rPr lang="en-US" dirty="0" err="1"/>
              <a:t>minulla</a:t>
            </a:r>
            <a:r>
              <a:rPr lang="en-US" dirty="0"/>
              <a:t> </a:t>
            </a:r>
            <a:r>
              <a:rPr lang="en-US" dirty="0" err="1"/>
              <a:t>borrovit</a:t>
            </a:r>
            <a:r>
              <a:rPr lang="en-US" dirty="0"/>
              <a:t> </a:t>
            </a:r>
            <a:r>
              <a:rPr lang="en-US" dirty="0" err="1"/>
              <a:t>assimi</a:t>
            </a:r>
            <a:r>
              <a:rPr lang="en-US" dirty="0"/>
              <a:t>, </a:t>
            </a:r>
            <a:r>
              <a:rPr lang="en-US" dirty="0" err="1"/>
              <a:t>toratem</a:t>
            </a:r>
            <a:r>
              <a:rPr lang="en-US" dirty="0"/>
              <a:t> </a:t>
            </a:r>
            <a:r>
              <a:rPr lang="en-US" dirty="0" err="1"/>
              <a:t>sant</a:t>
            </a:r>
            <a:r>
              <a:rPr lang="en-US" dirty="0"/>
              <a:t> </a:t>
            </a:r>
            <a:r>
              <a:rPr lang="en-US" dirty="0" err="1"/>
              <a:t>officiisse</a:t>
            </a:r>
            <a:r>
              <a:rPr lang="en-US" dirty="0"/>
              <a:t> </a:t>
            </a:r>
            <a:r>
              <a:rPr lang="en-US" dirty="0" err="1"/>
              <a:t>natium</a:t>
            </a:r>
            <a:r>
              <a:rPr lang="en-US" dirty="0"/>
              <a:t> re </a:t>
            </a:r>
            <a:r>
              <a:rPr lang="en-US" dirty="0" err="1"/>
              <a:t>velitate</a:t>
            </a:r>
            <a:r>
              <a:rPr lang="en-US" dirty="0"/>
              <a:t> que </a:t>
            </a:r>
            <a:r>
              <a:rPr lang="en-US" dirty="0" err="1"/>
              <a:t>volupti</a:t>
            </a:r>
            <a:r>
              <a:rPr lang="en-US" dirty="0"/>
              <a:t> </a:t>
            </a:r>
            <a:r>
              <a:rPr lang="en-US" dirty="0" err="1"/>
              <a:t>busdam</a:t>
            </a:r>
            <a:endParaRPr lang="en-US" dirty="0"/>
          </a:p>
        </p:txBody>
      </p:sp>
      <p:sp>
        <p:nvSpPr>
          <p:cNvPr id="2" name="Footer Placeholder 1">
            <a:extLst>
              <a:ext uri="{FF2B5EF4-FFF2-40B4-BE49-F238E27FC236}">
                <a16:creationId xmlns:a16="http://schemas.microsoft.com/office/drawing/2014/main" id="{51815162-DA56-ACFC-7787-7AD9794DBE4F}"/>
              </a:ext>
            </a:extLst>
          </p:cNvPr>
          <p:cNvSpPr>
            <a:spLocks noGrp="1"/>
          </p:cNvSpPr>
          <p:nvPr>
            <p:ph type="ftr" sz="quarter" idx="11"/>
          </p:nvPr>
        </p:nvSpPr>
        <p:spPr/>
        <p:txBody>
          <a:bodyPr/>
          <a:lstStyle/>
          <a:p>
            <a:r>
              <a:rPr lang="en-US"/>
              <a:t>See slide 12 for instructions on how to update footer</a:t>
            </a:r>
            <a:endParaRPr lang="en-US" dirty="0"/>
          </a:p>
        </p:txBody>
      </p:sp>
      <p:sp>
        <p:nvSpPr>
          <p:cNvPr id="3" name="Slide Number Placeholder 2">
            <a:extLst>
              <a:ext uri="{FF2B5EF4-FFF2-40B4-BE49-F238E27FC236}">
                <a16:creationId xmlns:a16="http://schemas.microsoft.com/office/drawing/2014/main" id="{F2BB1E66-C601-BD54-5967-BEDDF55EC012}"/>
              </a:ext>
            </a:extLst>
          </p:cNvPr>
          <p:cNvSpPr>
            <a:spLocks noGrp="1"/>
          </p:cNvSpPr>
          <p:nvPr>
            <p:ph type="sldNum" sz="quarter" idx="12"/>
          </p:nvPr>
        </p:nvSpPr>
        <p:spPr/>
        <p:txBody>
          <a:bodyPr/>
          <a:lstStyle/>
          <a:p>
            <a:fld id="{862A5111-985B-C14D-9115-5787026182A8}" type="slidenum">
              <a:rPr lang="en-US" smtClean="0"/>
              <a:pPr/>
              <a:t>67</a:t>
            </a:fld>
            <a:endParaRPr lang="en-US" dirty="0"/>
          </a:p>
        </p:txBody>
      </p:sp>
    </p:spTree>
    <p:extLst>
      <p:ext uri="{BB962C8B-B14F-4D97-AF65-F5344CB8AC3E}">
        <p14:creationId xmlns:p14="http://schemas.microsoft.com/office/powerpoint/2010/main" val="990368733"/>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Placeholder 6" descr="A person wearing glasses and a suit&#10;&#10;Description automatically generated">
            <a:extLst>
              <a:ext uri="{FF2B5EF4-FFF2-40B4-BE49-F238E27FC236}">
                <a16:creationId xmlns:a16="http://schemas.microsoft.com/office/drawing/2014/main" id="{F4241305-7C9A-0C21-6482-0052D30D1ECA}"/>
              </a:ext>
            </a:extLst>
          </p:cNvPr>
          <p:cNvPicPr>
            <a:picLocks noGrp="1" noChangeAspect="1"/>
          </p:cNvPicPr>
          <p:nvPr>
            <p:ph type="pic" sz="quarter" idx="29"/>
          </p:nvPr>
        </p:nvPicPr>
        <p:blipFill>
          <a:blip r:embed="rId2" cstate="screen">
            <a:extLst>
              <a:ext uri="{28A0092B-C50C-407E-A947-70E740481C1C}">
                <a14:useLocalDpi xmlns:a14="http://schemas.microsoft.com/office/drawing/2010/main"/>
              </a:ext>
            </a:extLst>
          </a:blip>
          <a:srcRect l="21306" r="21306"/>
          <a:stretch/>
        </p:blipFill>
        <p:spPr>
          <a:xfrm>
            <a:off x="0" y="2146298"/>
            <a:ext cx="4057649" cy="4711702"/>
          </a:xfrm>
        </p:spPr>
      </p:pic>
      <p:sp>
        <p:nvSpPr>
          <p:cNvPr id="5" name="Title 4">
            <a:extLst>
              <a:ext uri="{FF2B5EF4-FFF2-40B4-BE49-F238E27FC236}">
                <a16:creationId xmlns:a16="http://schemas.microsoft.com/office/drawing/2014/main" id="{1C2A3F29-90B1-3DD0-3B77-770E8022C661}"/>
              </a:ext>
            </a:extLst>
          </p:cNvPr>
          <p:cNvSpPr>
            <a:spLocks noGrp="1"/>
          </p:cNvSpPr>
          <p:nvPr>
            <p:ph type="title"/>
          </p:nvPr>
        </p:nvSpPr>
        <p:spPr>
          <a:xfrm>
            <a:off x="539520" y="552450"/>
            <a:ext cx="3518129" cy="434975"/>
          </a:xfrm>
        </p:spPr>
        <p:txBody>
          <a:bodyPr/>
          <a:lstStyle/>
          <a:p>
            <a:r>
              <a:rPr lang="en-US" dirty="0"/>
              <a:t>Team lead</a:t>
            </a:r>
          </a:p>
        </p:txBody>
      </p:sp>
      <p:sp>
        <p:nvSpPr>
          <p:cNvPr id="7" name="Content Placeholder 6">
            <a:extLst>
              <a:ext uri="{FF2B5EF4-FFF2-40B4-BE49-F238E27FC236}">
                <a16:creationId xmlns:a16="http://schemas.microsoft.com/office/drawing/2014/main" id="{4CDD2016-E81E-BA3E-1537-38CB6EB0170B}"/>
              </a:ext>
            </a:extLst>
          </p:cNvPr>
          <p:cNvSpPr>
            <a:spLocks noGrp="1"/>
          </p:cNvSpPr>
          <p:nvPr>
            <p:ph sz="quarter" idx="18"/>
          </p:nvPr>
        </p:nvSpPr>
        <p:spPr>
          <a:xfrm>
            <a:off x="4781551" y="697706"/>
            <a:ext cx="6856412" cy="5469732"/>
          </a:xfrm>
        </p:spPr>
        <p:txBody>
          <a:bodyPr>
            <a:normAutofit/>
          </a:bodyPr>
          <a:lstStyle/>
          <a:p>
            <a:r>
              <a:rPr lang="en-US" dirty="0" err="1"/>
              <a:t>Firstname</a:t>
            </a:r>
            <a:r>
              <a:rPr lang="en-US" dirty="0"/>
              <a:t> </a:t>
            </a:r>
            <a:r>
              <a:rPr lang="en-US" dirty="0" err="1"/>
              <a:t>Lastname</a:t>
            </a:r>
            <a:endParaRPr lang="en-US" dirty="0"/>
          </a:p>
          <a:p>
            <a:pPr lvl="1"/>
            <a:r>
              <a:rPr lang="en-US" dirty="0"/>
              <a:t>Title/department</a:t>
            </a:r>
          </a:p>
          <a:p>
            <a:pPr lvl="2"/>
            <a:r>
              <a:rPr lang="en-US" dirty="0"/>
              <a:t>This bio can be set to use two columns. Et fugit ma qui od </a:t>
            </a:r>
            <a:r>
              <a:rPr lang="en-US" dirty="0" err="1"/>
              <a:t>utenistio</a:t>
            </a:r>
            <a:r>
              <a:rPr lang="en-US" dirty="0"/>
              <a:t> </a:t>
            </a:r>
            <a:r>
              <a:rPr lang="en-US" dirty="0" err="1"/>
              <a:t>est</a:t>
            </a:r>
            <a:r>
              <a:rPr lang="en-US" dirty="0"/>
              <a:t> </a:t>
            </a:r>
            <a:r>
              <a:rPr lang="en-US" dirty="0" err="1"/>
              <a:t>quatem</a:t>
            </a:r>
            <a:r>
              <a:rPr lang="en-US" dirty="0"/>
              <a:t> </a:t>
            </a:r>
            <a:r>
              <a:rPr lang="en-US" dirty="0" err="1"/>
              <a:t>eos</a:t>
            </a:r>
            <a:r>
              <a:rPr lang="en-US" dirty="0"/>
              <a:t> </a:t>
            </a:r>
            <a:r>
              <a:rPr lang="en-US" dirty="0" err="1"/>
              <a:t>velitatur</a:t>
            </a:r>
            <a:r>
              <a:rPr lang="en-US" dirty="0"/>
              <a:t>, </a:t>
            </a:r>
            <a:r>
              <a:rPr lang="en-US" dirty="0" err="1"/>
              <a:t>ulparum</a:t>
            </a:r>
            <a:r>
              <a:rPr lang="en-US" dirty="0"/>
              <a:t> sed </a:t>
            </a:r>
            <a:r>
              <a:rPr lang="en-US" dirty="0" err="1"/>
              <a:t>unt</a:t>
            </a:r>
            <a:r>
              <a:rPr lang="en-US" dirty="0"/>
              <a:t> </a:t>
            </a:r>
            <a:r>
              <a:rPr lang="en-US" dirty="0" err="1"/>
              <a:t>invendiorum</a:t>
            </a:r>
            <a:r>
              <a:rPr lang="en-US" dirty="0"/>
              <a:t> </a:t>
            </a:r>
            <a:r>
              <a:rPr lang="en-US" dirty="0" err="1"/>
              <a:t>restrum</a:t>
            </a:r>
            <a:r>
              <a:rPr lang="en-US" dirty="0"/>
              <a:t> </a:t>
            </a:r>
            <a:r>
              <a:rPr lang="en-US" dirty="0" err="1"/>
              <a:t>quas</a:t>
            </a:r>
            <a:r>
              <a:rPr lang="en-US" dirty="0"/>
              <a:t> </a:t>
            </a:r>
            <a:r>
              <a:rPr lang="en-US" dirty="0" err="1"/>
              <a:t>dolectur</a:t>
            </a:r>
            <a:r>
              <a:rPr lang="en-US" dirty="0"/>
              <a:t>. Qui </a:t>
            </a:r>
            <a:r>
              <a:rPr lang="en-US" dirty="0" err="1"/>
              <a:t>doluptatem</a:t>
            </a:r>
            <a:r>
              <a:rPr lang="en-US" dirty="0"/>
              <a:t> et </a:t>
            </a:r>
            <a:r>
              <a:rPr lang="en-US" dirty="0" err="1"/>
              <a:t>repudis</a:t>
            </a:r>
            <a:r>
              <a:rPr lang="en-US" dirty="0"/>
              <a:t> </a:t>
            </a:r>
            <a:r>
              <a:rPr lang="en-US" dirty="0" err="1"/>
              <a:t>moloren</a:t>
            </a:r>
            <a:r>
              <a:rPr lang="en-US" dirty="0"/>
              <a:t> </a:t>
            </a:r>
            <a:r>
              <a:rPr lang="en-US" dirty="0" err="1"/>
              <a:t>dipsam</a:t>
            </a:r>
            <a:r>
              <a:rPr lang="en-US" dirty="0"/>
              <a:t>, </a:t>
            </a:r>
            <a:r>
              <a:rPr lang="en-US" dirty="0" err="1"/>
              <a:t>te</a:t>
            </a:r>
            <a:r>
              <a:rPr lang="en-US" dirty="0"/>
              <a:t> lab </a:t>
            </a:r>
            <a:r>
              <a:rPr lang="en-US" dirty="0" err="1"/>
              <a:t>iminvel</a:t>
            </a:r>
            <a:r>
              <a:rPr lang="en-US" dirty="0"/>
              <a:t> </a:t>
            </a:r>
            <a:r>
              <a:rPr lang="en-US" dirty="0" err="1"/>
              <a:t>iberibus</a:t>
            </a:r>
            <a:r>
              <a:rPr lang="en-US" dirty="0"/>
              <a:t> </a:t>
            </a:r>
            <a:r>
              <a:rPr lang="en-US" dirty="0" err="1"/>
              <a:t>dolorum</a:t>
            </a:r>
            <a:r>
              <a:rPr lang="en-US" dirty="0"/>
              <a:t> qui </a:t>
            </a:r>
            <a:r>
              <a:rPr lang="en-US" dirty="0" err="1"/>
              <a:t>dolorernati</a:t>
            </a:r>
            <a:r>
              <a:rPr lang="en-US" dirty="0"/>
              <a:t> </a:t>
            </a:r>
            <a:r>
              <a:rPr lang="en-US" dirty="0" err="1"/>
              <a:t>verferum</a:t>
            </a:r>
            <a:r>
              <a:rPr lang="en-US" dirty="0"/>
              <a:t>.</a:t>
            </a:r>
          </a:p>
          <a:p>
            <a:pPr lvl="3"/>
            <a:r>
              <a:rPr lang="en-US" dirty="0" err="1"/>
              <a:t>Sitioreperum</a:t>
            </a:r>
            <a:r>
              <a:rPr lang="en-US" dirty="0"/>
              <a:t> </a:t>
            </a:r>
            <a:r>
              <a:rPr lang="en-US" dirty="0" err="1"/>
              <a:t>estemol</a:t>
            </a:r>
            <a:r>
              <a:rPr lang="en-US" dirty="0"/>
              <a:t> </a:t>
            </a:r>
            <a:r>
              <a:rPr lang="en-US" dirty="0" err="1"/>
              <a:t>eseque</a:t>
            </a:r>
            <a:r>
              <a:rPr lang="en-US" dirty="0"/>
              <a:t> nobis </a:t>
            </a:r>
            <a:r>
              <a:rPr lang="en-US" dirty="0" err="1"/>
              <a:t>venda</a:t>
            </a:r>
            <a:r>
              <a:rPr lang="en-US" dirty="0"/>
              <a:t> dis </a:t>
            </a:r>
            <a:r>
              <a:rPr lang="en-US" dirty="0" err="1"/>
              <a:t>expernatem</a:t>
            </a:r>
            <a:r>
              <a:rPr lang="en-US" dirty="0"/>
              <a:t> </a:t>
            </a:r>
            <a:r>
              <a:rPr lang="en-US" dirty="0" err="1"/>
              <a:t>arcipsandit</a:t>
            </a:r>
            <a:r>
              <a:rPr lang="en-US" dirty="0"/>
              <a:t> as ex </a:t>
            </a:r>
            <a:r>
              <a:rPr lang="en-US" dirty="0" err="1"/>
              <a:t>etur</a:t>
            </a:r>
            <a:r>
              <a:rPr lang="en-US" dirty="0"/>
              <a:t> </a:t>
            </a:r>
            <a:r>
              <a:rPr lang="en-US" dirty="0" err="1"/>
              <a:t>molupti</a:t>
            </a:r>
            <a:r>
              <a:rPr lang="en-US" dirty="0"/>
              <a:t> </a:t>
            </a:r>
            <a:r>
              <a:rPr lang="en-US" dirty="0" err="1"/>
              <a:t>Sitioreperum</a:t>
            </a:r>
            <a:r>
              <a:rPr lang="en-US" dirty="0"/>
              <a:t> </a:t>
            </a:r>
            <a:r>
              <a:rPr lang="en-US" dirty="0" err="1"/>
              <a:t>estemol</a:t>
            </a:r>
            <a:r>
              <a:rPr lang="en-US" dirty="0"/>
              <a:t> </a:t>
            </a:r>
            <a:r>
              <a:rPr lang="en-US" dirty="0" err="1"/>
              <a:t>eseque</a:t>
            </a:r>
            <a:r>
              <a:rPr lang="en-US" dirty="0"/>
              <a:t> nobis </a:t>
            </a:r>
            <a:r>
              <a:rPr lang="en-US" dirty="0" err="1"/>
              <a:t>venda</a:t>
            </a:r>
            <a:r>
              <a:rPr lang="en-US" dirty="0"/>
              <a:t> dis </a:t>
            </a:r>
            <a:r>
              <a:rPr lang="en-US" dirty="0" err="1"/>
              <a:t>expernatem</a:t>
            </a:r>
            <a:r>
              <a:rPr lang="en-US" dirty="0"/>
              <a:t> </a:t>
            </a:r>
            <a:r>
              <a:rPr lang="en-US" dirty="0" err="1"/>
              <a:t>arcipsandit</a:t>
            </a:r>
            <a:r>
              <a:rPr lang="en-US" dirty="0"/>
              <a:t> as ex </a:t>
            </a:r>
            <a:r>
              <a:rPr lang="en-US" dirty="0" err="1"/>
              <a:t>etur</a:t>
            </a:r>
            <a:r>
              <a:rPr lang="en-US" dirty="0"/>
              <a:t> </a:t>
            </a:r>
            <a:r>
              <a:rPr lang="en-US" dirty="0" err="1"/>
              <a:t>molupti</a:t>
            </a:r>
            <a:r>
              <a:rPr lang="en-US" dirty="0"/>
              <a:t> </a:t>
            </a:r>
            <a:r>
              <a:rPr lang="en-US" dirty="0" err="1"/>
              <a:t>voloribus</a:t>
            </a:r>
            <a:r>
              <a:rPr lang="en-US" dirty="0"/>
              <a:t>, </a:t>
            </a:r>
            <a:r>
              <a:rPr lang="en-US" dirty="0" err="1"/>
              <a:t>volupta</a:t>
            </a:r>
            <a:r>
              <a:rPr lang="en-US" dirty="0"/>
              <a:t> ab </a:t>
            </a:r>
            <a:r>
              <a:rPr lang="en-US" dirty="0" err="1"/>
              <a:t>illuptae</a:t>
            </a:r>
            <a:r>
              <a:rPr lang="en-US" dirty="0"/>
              <a:t> </a:t>
            </a:r>
            <a:r>
              <a:rPr lang="en-US" dirty="0" err="1"/>
              <a:t>sape</a:t>
            </a:r>
            <a:r>
              <a:rPr lang="en-US" dirty="0"/>
              <a:t> </a:t>
            </a:r>
            <a:r>
              <a:rPr lang="en-US" dirty="0" err="1"/>
              <a:t>sitis</a:t>
            </a:r>
            <a:r>
              <a:rPr lang="en-US" dirty="0"/>
              <a:t> </a:t>
            </a:r>
            <a:r>
              <a:rPr lang="en-US" dirty="0" err="1"/>
              <a:t>ditaesti</a:t>
            </a:r>
            <a:r>
              <a:rPr lang="en-US" dirty="0"/>
              <a:t> </a:t>
            </a:r>
            <a:r>
              <a:rPr lang="en-US" dirty="0" err="1"/>
              <a:t>opta</a:t>
            </a:r>
            <a:r>
              <a:rPr lang="en-US" dirty="0"/>
              <a:t> </a:t>
            </a:r>
            <a:r>
              <a:rPr lang="en-US" dirty="0" err="1"/>
              <a:t>nist</a:t>
            </a:r>
            <a:r>
              <a:rPr lang="en-US" dirty="0"/>
              <a:t> </a:t>
            </a:r>
            <a:r>
              <a:rPr lang="en-US" dirty="0" err="1"/>
              <a:t>quia</a:t>
            </a:r>
            <a:r>
              <a:rPr lang="en-US" dirty="0"/>
              <a:t> </a:t>
            </a:r>
            <a:r>
              <a:rPr lang="en-US" dirty="0" err="1"/>
              <a:t>apientium</a:t>
            </a:r>
            <a:r>
              <a:rPr lang="en-US" dirty="0"/>
              <a:t> </a:t>
            </a:r>
            <a:r>
              <a:rPr lang="en-US" dirty="0" err="1"/>
              <a:t>vellent</a:t>
            </a:r>
            <a:r>
              <a:rPr lang="en-US" dirty="0"/>
              <a:t> </a:t>
            </a:r>
            <a:r>
              <a:rPr lang="en-US" dirty="0" err="1"/>
              <a:t>anit</a:t>
            </a:r>
            <a:r>
              <a:rPr lang="en-US" dirty="0"/>
              <a:t> </a:t>
            </a:r>
            <a:r>
              <a:rPr lang="en-US" dirty="0" err="1"/>
              <a:t>vollores</a:t>
            </a:r>
            <a:r>
              <a:rPr lang="en-US" dirty="0"/>
              <a:t> </a:t>
            </a:r>
            <a:r>
              <a:rPr lang="en-US" dirty="0" err="1"/>
              <a:t>nectem</a:t>
            </a:r>
            <a:r>
              <a:rPr lang="en-US" dirty="0"/>
              <a:t> </a:t>
            </a:r>
            <a:r>
              <a:rPr lang="en-US" dirty="0" err="1"/>
              <a:t>ut</a:t>
            </a:r>
            <a:r>
              <a:rPr lang="en-US" dirty="0"/>
              <a:t> </a:t>
            </a:r>
            <a:r>
              <a:rPr lang="en-US" dirty="0" err="1"/>
              <a:t>exernatquiam</a:t>
            </a:r>
            <a:r>
              <a:rPr lang="en-US" dirty="0"/>
              <a:t> </a:t>
            </a:r>
            <a:r>
              <a:rPr lang="en-US" dirty="0" err="1"/>
              <a:t>aut</a:t>
            </a:r>
            <a:r>
              <a:rPr lang="en-US" dirty="0"/>
              <a:t> </a:t>
            </a:r>
            <a:r>
              <a:rPr lang="en-US" dirty="0" err="1"/>
              <a:t>volorer</a:t>
            </a:r>
            <a:r>
              <a:rPr lang="en-US" dirty="0"/>
              <a:t> </a:t>
            </a:r>
            <a:r>
              <a:rPr lang="en-US" dirty="0" err="1"/>
              <a:t>fernatur</a:t>
            </a:r>
            <a:r>
              <a:rPr lang="en-US" dirty="0"/>
              <a:t>, </a:t>
            </a:r>
            <a:r>
              <a:rPr lang="en-US" dirty="0" err="1"/>
              <a:t>omnihilia</a:t>
            </a:r>
            <a:r>
              <a:rPr lang="en-US" dirty="0"/>
              <a:t> </a:t>
            </a:r>
            <a:r>
              <a:rPr lang="en-US" dirty="0" err="1"/>
              <a:t>volum</a:t>
            </a:r>
            <a:r>
              <a:rPr lang="en-US" dirty="0"/>
              <a:t> </a:t>
            </a:r>
            <a:r>
              <a:rPr lang="en-US" dirty="0" err="1"/>
              <a:t>fuga.Litatiur</a:t>
            </a:r>
            <a:r>
              <a:rPr lang="en-US" dirty="0"/>
              <a:t> </a:t>
            </a:r>
            <a:r>
              <a:rPr lang="en-US" dirty="0" err="1"/>
              <a:t>sam</a:t>
            </a:r>
            <a:r>
              <a:rPr lang="en-US" dirty="0"/>
              <a:t> et </a:t>
            </a:r>
            <a:r>
              <a:rPr lang="en-US" dirty="0" err="1"/>
              <a:t>quam</a:t>
            </a:r>
            <a:r>
              <a:rPr lang="en-US" dirty="0"/>
              <a:t> </a:t>
            </a:r>
            <a:r>
              <a:rPr lang="en-US" dirty="0" err="1"/>
              <a:t>hil</a:t>
            </a:r>
            <a:r>
              <a:rPr lang="en-US" dirty="0"/>
              <a:t> </a:t>
            </a:r>
            <a:r>
              <a:rPr lang="en-US" dirty="0" err="1"/>
              <a:t>inulpa</a:t>
            </a:r>
            <a:r>
              <a:rPr lang="en-US" dirty="0"/>
              <a:t> </a:t>
            </a:r>
            <a:r>
              <a:rPr lang="en-US" dirty="0" err="1"/>
              <a:t>sandae</a:t>
            </a:r>
            <a:r>
              <a:rPr lang="en-US" dirty="0"/>
              <a:t> </a:t>
            </a:r>
            <a:r>
              <a:rPr lang="en-US" dirty="0" err="1"/>
              <a:t>preriaestio</a:t>
            </a:r>
            <a:r>
              <a:rPr lang="en-US" dirty="0"/>
              <a:t>. </a:t>
            </a:r>
            <a:r>
              <a:rPr lang="en-US" dirty="0" err="1"/>
              <a:t>Itatur</a:t>
            </a:r>
            <a:r>
              <a:rPr lang="en-US" dirty="0"/>
              <a:t>, </a:t>
            </a:r>
            <a:r>
              <a:rPr lang="en-US" dirty="0" err="1"/>
              <a:t>si</a:t>
            </a:r>
            <a:r>
              <a:rPr lang="en-US" dirty="0"/>
              <a:t> debit </a:t>
            </a:r>
            <a:r>
              <a:rPr lang="en-US" dirty="0" err="1"/>
              <a:t>ero</a:t>
            </a:r>
            <a:r>
              <a:rPr lang="en-US" dirty="0"/>
              <a:t> </a:t>
            </a:r>
            <a:r>
              <a:rPr lang="en-US" dirty="0" err="1"/>
              <a:t>dolo</a:t>
            </a:r>
            <a:r>
              <a:rPr lang="en-US" dirty="0"/>
              <a:t> </a:t>
            </a:r>
            <a:r>
              <a:rPr lang="en-US" dirty="0" err="1"/>
              <a:t>tem</a:t>
            </a:r>
            <a:r>
              <a:rPr lang="en-US" dirty="0"/>
              <a:t> </a:t>
            </a:r>
            <a:r>
              <a:rPr lang="en-US" dirty="0" err="1"/>
              <a:t>dolorro</a:t>
            </a:r>
            <a:r>
              <a:rPr lang="en-US" dirty="0"/>
              <a:t>.</a:t>
            </a:r>
          </a:p>
          <a:p>
            <a:pPr lvl="3"/>
            <a:r>
              <a:rPr lang="en-US" dirty="0"/>
              <a:t>Ro </a:t>
            </a:r>
            <a:r>
              <a:rPr lang="en-US" dirty="0" err="1"/>
              <a:t>ui</a:t>
            </a:r>
            <a:r>
              <a:rPr lang="en-US" dirty="0"/>
              <a:t> </a:t>
            </a:r>
            <a:r>
              <a:rPr lang="en-US" dirty="0" err="1"/>
              <a:t>doluptatem</a:t>
            </a:r>
            <a:r>
              <a:rPr lang="en-US" dirty="0"/>
              <a:t> et </a:t>
            </a:r>
            <a:r>
              <a:rPr lang="en-US" dirty="0" err="1"/>
              <a:t>repudis</a:t>
            </a:r>
            <a:r>
              <a:rPr lang="en-US" dirty="0"/>
              <a:t> </a:t>
            </a:r>
            <a:r>
              <a:rPr lang="en-US" dirty="0" err="1"/>
              <a:t>moloren</a:t>
            </a:r>
            <a:r>
              <a:rPr lang="en-US" dirty="0"/>
              <a:t> </a:t>
            </a:r>
            <a:r>
              <a:rPr lang="en-US" dirty="0" err="1"/>
              <a:t>dipsam</a:t>
            </a:r>
            <a:r>
              <a:rPr lang="en-US" dirty="0"/>
              <a:t>, </a:t>
            </a:r>
            <a:r>
              <a:rPr lang="en-US" dirty="0" err="1"/>
              <a:t>te</a:t>
            </a:r>
            <a:r>
              <a:rPr lang="en-US" dirty="0"/>
              <a:t> lab </a:t>
            </a:r>
            <a:r>
              <a:rPr lang="en-US" dirty="0" err="1"/>
              <a:t>iminvel</a:t>
            </a:r>
            <a:r>
              <a:rPr lang="en-US" dirty="0"/>
              <a:t> </a:t>
            </a:r>
            <a:r>
              <a:rPr lang="en-US" dirty="0" err="1"/>
              <a:t>iberibus</a:t>
            </a:r>
            <a:r>
              <a:rPr lang="en-US" dirty="0"/>
              <a:t> </a:t>
            </a:r>
            <a:r>
              <a:rPr lang="en-US" dirty="0" err="1"/>
              <a:t>dolorum</a:t>
            </a:r>
            <a:r>
              <a:rPr lang="en-US" dirty="0"/>
              <a:t> qui </a:t>
            </a:r>
            <a:r>
              <a:rPr lang="en-US" dirty="0" err="1"/>
              <a:t>dolorernati</a:t>
            </a:r>
            <a:r>
              <a:rPr lang="en-US" dirty="0"/>
              <a:t> </a:t>
            </a:r>
            <a:r>
              <a:rPr lang="en-US" dirty="0" err="1"/>
              <a:t>verferum</a:t>
            </a:r>
            <a:r>
              <a:rPr lang="en-US" dirty="0"/>
              <a:t> </a:t>
            </a:r>
            <a:r>
              <a:rPr lang="en-US" dirty="0" err="1"/>
              <a:t>laboreperum</a:t>
            </a:r>
            <a:r>
              <a:rPr lang="en-US" dirty="0"/>
              <a:t> int, qui </a:t>
            </a:r>
            <a:r>
              <a:rPr lang="en-US" dirty="0" err="1"/>
              <a:t>occatem</a:t>
            </a:r>
            <a:r>
              <a:rPr lang="en-US" dirty="0"/>
              <a:t> </a:t>
            </a:r>
            <a:r>
              <a:rPr lang="en-US" dirty="0" err="1"/>
              <a:t>porehent</a:t>
            </a:r>
            <a:r>
              <a:rPr lang="en-US" dirty="0"/>
              <a:t> </a:t>
            </a:r>
            <a:r>
              <a:rPr lang="en-US" dirty="0" err="1"/>
              <a:t>modi</a:t>
            </a:r>
            <a:r>
              <a:rPr lang="en-US" dirty="0"/>
              <a:t> </a:t>
            </a:r>
            <a:r>
              <a:rPr lang="en-US" dirty="0" err="1"/>
              <a:t>utassequunt</a:t>
            </a:r>
            <a:r>
              <a:rPr lang="en-US" dirty="0"/>
              <a:t> </a:t>
            </a:r>
            <a:r>
              <a:rPr lang="en-US" dirty="0" err="1"/>
              <a:t>everum</a:t>
            </a:r>
            <a:r>
              <a:rPr lang="en-US" dirty="0"/>
              <a:t> rem </a:t>
            </a:r>
            <a:r>
              <a:rPr lang="en-US" dirty="0" err="1"/>
              <a:t>voluptae</a:t>
            </a:r>
            <a:r>
              <a:rPr lang="en-US" dirty="0"/>
              <a:t> </a:t>
            </a:r>
            <a:r>
              <a:rPr lang="en-US" dirty="0" err="1"/>
              <a:t>sitiur</a:t>
            </a:r>
            <a:r>
              <a:rPr lang="en-US" dirty="0"/>
              <a:t> </a:t>
            </a:r>
            <a:r>
              <a:rPr lang="en-US" dirty="0" err="1"/>
              <a:t>aut</a:t>
            </a:r>
            <a:r>
              <a:rPr lang="en-US" dirty="0"/>
              <a:t>.</a:t>
            </a:r>
          </a:p>
          <a:p>
            <a:pPr lvl="4"/>
            <a:r>
              <a:rPr lang="en-US" dirty="0" err="1"/>
              <a:t>Erumquas</a:t>
            </a:r>
            <a:r>
              <a:rPr lang="en-US" dirty="0"/>
              <a:t> </a:t>
            </a:r>
            <a:r>
              <a:rPr lang="en-US" dirty="0" err="1"/>
              <a:t>minulla</a:t>
            </a:r>
            <a:r>
              <a:rPr lang="en-US" dirty="0"/>
              <a:t> </a:t>
            </a:r>
            <a:r>
              <a:rPr lang="en-US" dirty="0" err="1"/>
              <a:t>borrovit</a:t>
            </a:r>
            <a:r>
              <a:rPr lang="en-US" dirty="0"/>
              <a:t> </a:t>
            </a:r>
            <a:r>
              <a:rPr lang="en-US" dirty="0" err="1"/>
              <a:t>assimi</a:t>
            </a:r>
            <a:r>
              <a:rPr lang="en-US" dirty="0"/>
              <a:t>, </a:t>
            </a:r>
            <a:r>
              <a:rPr lang="en-US" dirty="0" err="1"/>
              <a:t>toratem</a:t>
            </a:r>
            <a:r>
              <a:rPr lang="en-US" dirty="0"/>
              <a:t> </a:t>
            </a:r>
            <a:r>
              <a:rPr lang="en-US" dirty="0" err="1"/>
              <a:t>sant</a:t>
            </a:r>
            <a:r>
              <a:rPr lang="en-US" dirty="0"/>
              <a:t> </a:t>
            </a:r>
            <a:r>
              <a:rPr lang="en-US" dirty="0" err="1"/>
              <a:t>officiisse</a:t>
            </a:r>
            <a:r>
              <a:rPr lang="en-US" dirty="0"/>
              <a:t> </a:t>
            </a:r>
            <a:r>
              <a:rPr lang="en-US" dirty="0" err="1"/>
              <a:t>natium</a:t>
            </a:r>
            <a:r>
              <a:rPr lang="en-US" dirty="0"/>
              <a:t> re </a:t>
            </a:r>
            <a:r>
              <a:rPr lang="en-US" dirty="0" err="1"/>
              <a:t>velitate</a:t>
            </a:r>
            <a:r>
              <a:rPr lang="en-US" dirty="0"/>
              <a:t> que </a:t>
            </a:r>
            <a:r>
              <a:rPr lang="en-US" dirty="0" err="1"/>
              <a:t>volupti</a:t>
            </a:r>
            <a:r>
              <a:rPr lang="en-US" dirty="0"/>
              <a:t> </a:t>
            </a:r>
            <a:r>
              <a:rPr lang="en-US" dirty="0" err="1"/>
              <a:t>busdam</a:t>
            </a:r>
            <a:endParaRPr lang="en-US" dirty="0"/>
          </a:p>
          <a:p>
            <a:pPr lvl="4"/>
            <a:r>
              <a:rPr lang="en-US" dirty="0"/>
              <a:t>Les ant. Ut a </a:t>
            </a:r>
            <a:r>
              <a:rPr lang="en-US" dirty="0" err="1"/>
              <a:t>namus</a:t>
            </a:r>
            <a:r>
              <a:rPr lang="en-US" dirty="0"/>
              <a:t> </a:t>
            </a:r>
            <a:r>
              <a:rPr lang="en-US" dirty="0" err="1"/>
              <a:t>magni</a:t>
            </a:r>
            <a:r>
              <a:rPr lang="en-US" dirty="0"/>
              <a:t> </a:t>
            </a:r>
            <a:r>
              <a:rPr lang="en-US" dirty="0" err="1"/>
              <a:t>bearit</a:t>
            </a:r>
            <a:r>
              <a:rPr lang="en-US" dirty="0"/>
              <a:t> </a:t>
            </a:r>
            <a:r>
              <a:rPr lang="en-US" dirty="0" err="1"/>
              <a:t>eum</a:t>
            </a:r>
            <a:r>
              <a:rPr lang="en-US" dirty="0"/>
              <a:t> </a:t>
            </a:r>
            <a:r>
              <a:rPr lang="en-US" dirty="0" err="1"/>
              <a:t>landebis</a:t>
            </a:r>
            <a:r>
              <a:rPr lang="en-US" dirty="0"/>
              <a:t> sit </a:t>
            </a:r>
            <a:r>
              <a:rPr lang="en-US" dirty="0" err="1"/>
              <a:t>auditio</a:t>
            </a:r>
            <a:r>
              <a:rPr lang="en-US" dirty="0"/>
              <a:t> </a:t>
            </a:r>
            <a:r>
              <a:rPr lang="en-US" dirty="0" err="1"/>
              <a:t>bero</a:t>
            </a:r>
            <a:r>
              <a:rPr lang="en-US" dirty="0"/>
              <a:t> doles que </a:t>
            </a:r>
            <a:r>
              <a:rPr lang="en-US" dirty="0" err="1"/>
              <a:t>dellandis</a:t>
            </a:r>
            <a:r>
              <a:rPr lang="en-US" dirty="0"/>
              <a:t> </a:t>
            </a:r>
            <a:r>
              <a:rPr lang="en-US" dirty="0" err="1"/>
              <a:t>experia</a:t>
            </a:r>
            <a:r>
              <a:rPr lang="en-US" dirty="0"/>
              <a:t> </a:t>
            </a:r>
            <a:r>
              <a:rPr lang="en-US" dirty="0" err="1"/>
              <a:t>ipsam</a:t>
            </a:r>
            <a:r>
              <a:rPr lang="en-US" dirty="0"/>
              <a:t>, </a:t>
            </a:r>
            <a:r>
              <a:rPr lang="en-US" dirty="0" err="1"/>
              <a:t>officab</a:t>
            </a:r>
            <a:r>
              <a:rPr lang="en-US" dirty="0"/>
              <a:t> </a:t>
            </a:r>
            <a:r>
              <a:rPr lang="en-US" dirty="0" err="1"/>
              <a:t>oreiunt</a:t>
            </a:r>
            <a:r>
              <a:rPr lang="en-US" dirty="0"/>
              <a:t> </a:t>
            </a:r>
            <a:r>
              <a:rPr lang="en-US" dirty="0" err="1"/>
              <a:t>hictur</a:t>
            </a:r>
            <a:r>
              <a:rPr lang="en-US" dirty="0"/>
              <a:t> </a:t>
            </a:r>
            <a:r>
              <a:rPr lang="en-US" dirty="0" err="1"/>
              <a:t>cus</a:t>
            </a:r>
            <a:endParaRPr lang="en-US" dirty="0"/>
          </a:p>
          <a:p>
            <a:pPr lvl="4"/>
            <a:r>
              <a:rPr lang="en-US" dirty="0" err="1"/>
              <a:t>Fugitasim</a:t>
            </a:r>
            <a:r>
              <a:rPr lang="en-US" dirty="0"/>
              <a:t> </a:t>
            </a:r>
            <a:r>
              <a:rPr lang="en-US" dirty="0" err="1"/>
              <a:t>conet</a:t>
            </a:r>
            <a:r>
              <a:rPr lang="en-US" dirty="0"/>
              <a:t> a </a:t>
            </a:r>
            <a:r>
              <a:rPr lang="en-US" dirty="0" err="1"/>
              <a:t>quis</a:t>
            </a:r>
            <a:r>
              <a:rPr lang="en-US" dirty="0"/>
              <a:t> </a:t>
            </a:r>
            <a:r>
              <a:rPr lang="en-US" dirty="0" err="1"/>
              <a:t>ipsant</a:t>
            </a:r>
            <a:r>
              <a:rPr lang="en-US" dirty="0"/>
              <a:t> </a:t>
            </a:r>
            <a:r>
              <a:rPr lang="en-US" dirty="0" err="1"/>
              <a:t>ut</a:t>
            </a:r>
            <a:r>
              <a:rPr lang="en-US" dirty="0"/>
              <a:t> </a:t>
            </a:r>
            <a:r>
              <a:rPr lang="en-US" dirty="0" err="1"/>
              <a:t>ut</a:t>
            </a:r>
            <a:r>
              <a:rPr lang="en-US" dirty="0"/>
              <a:t> </a:t>
            </a:r>
            <a:r>
              <a:rPr lang="en-US" dirty="0" err="1"/>
              <a:t>voluptas</a:t>
            </a:r>
            <a:r>
              <a:rPr lang="en-US" dirty="0"/>
              <a:t> </a:t>
            </a:r>
            <a:r>
              <a:rPr lang="en-US" dirty="0" err="1"/>
              <a:t>deliquos</a:t>
            </a:r>
            <a:r>
              <a:rPr lang="en-US" dirty="0"/>
              <a:t> </a:t>
            </a:r>
            <a:r>
              <a:rPr lang="en-US" dirty="0" err="1"/>
              <a:t>quidebi</a:t>
            </a:r>
            <a:r>
              <a:rPr lang="en-US" dirty="0"/>
              <a:t> </a:t>
            </a:r>
            <a:r>
              <a:rPr lang="en-US" dirty="0" err="1"/>
              <a:t>taernatessin</a:t>
            </a:r>
            <a:r>
              <a:rPr lang="en-US" dirty="0"/>
              <a:t> </a:t>
            </a:r>
            <a:r>
              <a:rPr lang="en-US" dirty="0" err="1"/>
              <a:t>consenita</a:t>
            </a:r>
            <a:endParaRPr lang="en-US" dirty="0"/>
          </a:p>
        </p:txBody>
      </p:sp>
      <p:sp>
        <p:nvSpPr>
          <p:cNvPr id="6" name="Text Placeholder 5">
            <a:extLst>
              <a:ext uri="{FF2B5EF4-FFF2-40B4-BE49-F238E27FC236}">
                <a16:creationId xmlns:a16="http://schemas.microsoft.com/office/drawing/2014/main" id="{6B1A64E7-54B0-3D08-CB06-9DB6AC2ECC2B}"/>
              </a:ext>
            </a:extLst>
          </p:cNvPr>
          <p:cNvSpPr>
            <a:spLocks noGrp="1"/>
          </p:cNvSpPr>
          <p:nvPr>
            <p:ph type="body" sz="quarter" idx="58"/>
          </p:nvPr>
        </p:nvSpPr>
        <p:spPr>
          <a:xfrm>
            <a:off x="549275" y="1127125"/>
            <a:ext cx="3421063" cy="295275"/>
          </a:xfrm>
        </p:spPr>
        <p:txBody>
          <a:bodyPr/>
          <a:lstStyle/>
          <a:p>
            <a:r>
              <a:rPr lang="en-US" dirty="0"/>
              <a:t>Team name/role</a:t>
            </a:r>
          </a:p>
          <a:p>
            <a:endParaRPr lang="en-US" dirty="0"/>
          </a:p>
        </p:txBody>
      </p:sp>
      <p:sp>
        <p:nvSpPr>
          <p:cNvPr id="2" name="Footer Placeholder 1">
            <a:extLst>
              <a:ext uri="{FF2B5EF4-FFF2-40B4-BE49-F238E27FC236}">
                <a16:creationId xmlns:a16="http://schemas.microsoft.com/office/drawing/2014/main" id="{6920C008-6ED6-2215-7767-A4A34F712606}"/>
              </a:ext>
            </a:extLst>
          </p:cNvPr>
          <p:cNvSpPr>
            <a:spLocks noGrp="1"/>
          </p:cNvSpPr>
          <p:nvPr>
            <p:ph type="ftr" sz="quarter" idx="11"/>
          </p:nvPr>
        </p:nvSpPr>
        <p:spPr/>
        <p:txBody>
          <a:bodyPr/>
          <a:lstStyle/>
          <a:p>
            <a:r>
              <a:rPr lang="en-US"/>
              <a:t>See slide 12 for instructions on how to update footer</a:t>
            </a:r>
            <a:endParaRPr lang="en-US" dirty="0"/>
          </a:p>
        </p:txBody>
      </p:sp>
      <p:sp>
        <p:nvSpPr>
          <p:cNvPr id="3" name="Slide Number Placeholder 2">
            <a:extLst>
              <a:ext uri="{FF2B5EF4-FFF2-40B4-BE49-F238E27FC236}">
                <a16:creationId xmlns:a16="http://schemas.microsoft.com/office/drawing/2014/main" id="{4ED6B08D-80C8-44C9-0143-75FA4B5DBAA5}"/>
              </a:ext>
            </a:extLst>
          </p:cNvPr>
          <p:cNvSpPr>
            <a:spLocks noGrp="1"/>
          </p:cNvSpPr>
          <p:nvPr>
            <p:ph type="sldNum" sz="quarter" idx="12"/>
          </p:nvPr>
        </p:nvSpPr>
        <p:spPr/>
        <p:txBody>
          <a:bodyPr/>
          <a:lstStyle/>
          <a:p>
            <a:fld id="{862A5111-985B-C14D-9115-5787026182A8}" type="slidenum">
              <a:rPr lang="en-US" smtClean="0"/>
              <a:pPr/>
              <a:t>68</a:t>
            </a:fld>
            <a:endParaRPr lang="en-US" dirty="0"/>
          </a:p>
        </p:txBody>
      </p:sp>
      <p:sp>
        <p:nvSpPr>
          <p:cNvPr id="4" name="Freeform 5">
            <a:extLst>
              <a:ext uri="{FF2B5EF4-FFF2-40B4-BE49-F238E27FC236}">
                <a16:creationId xmlns:a16="http://schemas.microsoft.com/office/drawing/2014/main" id="{04E90160-2C59-6754-22CA-2A3354D09FFC}"/>
              </a:ext>
            </a:extLst>
          </p:cNvPr>
          <p:cNvSpPr/>
          <p:nvPr/>
        </p:nvSpPr>
        <p:spPr bwMode="black">
          <a:xfrm>
            <a:off x="554038" y="6469335"/>
            <a:ext cx="678511" cy="112440"/>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chemeClr val="bg1"/>
          </a:solidFill>
          <a:ln w="0" cap="flat">
            <a:noFill/>
            <a:prstDash val="solid"/>
            <a:miter/>
          </a:ln>
        </p:spPr>
        <p:txBody>
          <a:bodyPr rtlCol="0" anchor="ctr"/>
          <a:lstStyle/>
          <a:p>
            <a:endParaRPr lang="en-US"/>
          </a:p>
        </p:txBody>
      </p:sp>
    </p:spTree>
    <p:extLst>
      <p:ext uri="{BB962C8B-B14F-4D97-AF65-F5344CB8AC3E}">
        <p14:creationId xmlns:p14="http://schemas.microsoft.com/office/powerpoint/2010/main" val="116175680"/>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64255112-C08F-6C59-005E-18765727B29C}"/>
              </a:ext>
            </a:extLst>
          </p:cNvPr>
          <p:cNvSpPr>
            <a:spLocks noGrp="1"/>
          </p:cNvSpPr>
          <p:nvPr>
            <p:ph type="sldNum" sz="quarter" idx="12"/>
          </p:nvPr>
        </p:nvSpPr>
        <p:spPr>
          <a:xfrm>
            <a:off x="10428288" y="6311900"/>
            <a:ext cx="1209674" cy="269875"/>
          </a:xfrm>
        </p:spPr>
        <p:txBody>
          <a:bodyPr/>
          <a:lstStyle/>
          <a:p>
            <a:fld id="{862A5111-985B-C14D-9115-5787026182A8}" type="slidenum">
              <a:rPr lang="en-US" smtClean="0"/>
              <a:pPr/>
              <a:t>69</a:t>
            </a:fld>
            <a:endParaRPr lang="en-US" dirty="0"/>
          </a:p>
        </p:txBody>
      </p:sp>
      <p:pic>
        <p:nvPicPr>
          <p:cNvPr id="22" name="Picture Placeholder 6" descr="A person wearing glasses and a suit&#10;&#10;Description automatically generated">
            <a:extLst>
              <a:ext uri="{FF2B5EF4-FFF2-40B4-BE49-F238E27FC236}">
                <a16:creationId xmlns:a16="http://schemas.microsoft.com/office/drawing/2014/main" id="{1CE516D5-66F8-AF5C-17FC-04CCAAD2376B}"/>
              </a:ext>
            </a:extLst>
          </p:cNvPr>
          <p:cNvPicPr>
            <a:picLocks noGrp="1" noChangeAspect="1"/>
          </p:cNvPicPr>
          <p:nvPr>
            <p:ph type="pic" sz="quarter" idx="29"/>
          </p:nvPr>
        </p:nvPicPr>
        <p:blipFill>
          <a:blip r:embed="rId2" cstate="screen">
            <a:extLst>
              <a:ext uri="{28A0092B-C50C-407E-A947-70E740481C1C}">
                <a14:useLocalDpi xmlns:a14="http://schemas.microsoft.com/office/drawing/2010/main"/>
              </a:ext>
            </a:extLst>
          </a:blip>
          <a:srcRect l="7864" r="7864"/>
          <a:stretch/>
        </p:blipFill>
        <p:spPr>
          <a:xfrm>
            <a:off x="-1" y="3984625"/>
            <a:ext cx="2025945" cy="1601788"/>
          </a:xfrm>
        </p:spPr>
      </p:pic>
      <p:sp>
        <p:nvSpPr>
          <p:cNvPr id="11" name="Picture Placeholder 10">
            <a:extLst>
              <a:ext uri="{FF2B5EF4-FFF2-40B4-BE49-F238E27FC236}">
                <a16:creationId xmlns:a16="http://schemas.microsoft.com/office/drawing/2014/main" id="{202756D9-6A6C-C6D7-E93B-E9B57576A22C}"/>
              </a:ext>
            </a:extLst>
          </p:cNvPr>
          <p:cNvSpPr>
            <a:spLocks noGrp="1"/>
          </p:cNvSpPr>
          <p:nvPr>
            <p:ph type="pic" sz="quarter" idx="34"/>
          </p:nvPr>
        </p:nvSpPr>
        <p:spPr/>
        <p:txBody>
          <a:bodyPr/>
          <a:lstStyle/>
          <a:p>
            <a:endParaRPr lang="en-US" dirty="0"/>
          </a:p>
        </p:txBody>
      </p:sp>
      <p:sp>
        <p:nvSpPr>
          <p:cNvPr id="15" name="Picture Placeholder 14">
            <a:extLst>
              <a:ext uri="{FF2B5EF4-FFF2-40B4-BE49-F238E27FC236}">
                <a16:creationId xmlns:a16="http://schemas.microsoft.com/office/drawing/2014/main" id="{7D56127F-1310-2031-2777-62D6E4AA9B96}"/>
              </a:ext>
            </a:extLst>
          </p:cNvPr>
          <p:cNvSpPr>
            <a:spLocks noGrp="1"/>
          </p:cNvSpPr>
          <p:nvPr>
            <p:ph type="pic" sz="quarter" idx="35"/>
          </p:nvPr>
        </p:nvSpPr>
        <p:spPr/>
        <p:txBody>
          <a:bodyPr/>
          <a:lstStyle/>
          <a:p>
            <a:endParaRPr lang="en-US"/>
          </a:p>
        </p:txBody>
      </p:sp>
      <p:sp>
        <p:nvSpPr>
          <p:cNvPr id="16" name="Picture Placeholder 15">
            <a:extLst>
              <a:ext uri="{FF2B5EF4-FFF2-40B4-BE49-F238E27FC236}">
                <a16:creationId xmlns:a16="http://schemas.microsoft.com/office/drawing/2014/main" id="{94EA7A0C-F75C-43C1-5E8C-98C978E40FE7}"/>
              </a:ext>
            </a:extLst>
          </p:cNvPr>
          <p:cNvSpPr>
            <a:spLocks noGrp="1"/>
          </p:cNvSpPr>
          <p:nvPr>
            <p:ph type="pic" sz="quarter" idx="36"/>
          </p:nvPr>
        </p:nvSpPr>
        <p:spPr/>
        <p:txBody>
          <a:bodyPr/>
          <a:lstStyle/>
          <a:p>
            <a:endParaRPr lang="en-US"/>
          </a:p>
        </p:txBody>
      </p:sp>
      <p:sp>
        <p:nvSpPr>
          <p:cNvPr id="2" name="Title 1">
            <a:extLst>
              <a:ext uri="{FF2B5EF4-FFF2-40B4-BE49-F238E27FC236}">
                <a16:creationId xmlns:a16="http://schemas.microsoft.com/office/drawing/2014/main" id="{AF0A4844-5E1A-366C-FD66-85754FD92370}"/>
              </a:ext>
            </a:extLst>
          </p:cNvPr>
          <p:cNvSpPr>
            <a:spLocks noGrp="1"/>
          </p:cNvSpPr>
          <p:nvPr>
            <p:ph type="title"/>
          </p:nvPr>
        </p:nvSpPr>
        <p:spPr>
          <a:xfrm>
            <a:off x="7600950" y="548640"/>
            <a:ext cx="4044155" cy="873760"/>
          </a:xfrm>
        </p:spPr>
        <p:txBody>
          <a:bodyPr/>
          <a:lstStyle/>
          <a:p>
            <a:r>
              <a:rPr lang="en-US" dirty="0"/>
              <a:t>Contact sheet 4-up</a:t>
            </a:r>
          </a:p>
        </p:txBody>
      </p:sp>
      <p:sp>
        <p:nvSpPr>
          <p:cNvPr id="18" name="Text Placeholder 17">
            <a:extLst>
              <a:ext uri="{FF2B5EF4-FFF2-40B4-BE49-F238E27FC236}">
                <a16:creationId xmlns:a16="http://schemas.microsoft.com/office/drawing/2014/main" id="{5BA2B518-2008-D71F-DEAC-A57943BD9DCF}"/>
              </a:ext>
            </a:extLst>
          </p:cNvPr>
          <p:cNvSpPr>
            <a:spLocks noGrp="1"/>
          </p:cNvSpPr>
          <p:nvPr>
            <p:ph type="body" sz="quarter" idx="49"/>
          </p:nvPr>
        </p:nvSpPr>
        <p:spPr>
          <a:xfrm>
            <a:off x="274474" y="552452"/>
            <a:ext cx="1469626" cy="1014412"/>
          </a:xfrm>
        </p:spPr>
        <p:txBody>
          <a:bodyPr>
            <a:normAutofit/>
          </a:bodyPr>
          <a:lstStyle/>
          <a:p>
            <a:r>
              <a:rPr lang="en-US" dirty="0" err="1"/>
              <a:t>Firstname</a:t>
            </a:r>
            <a:r>
              <a:rPr lang="en-US" dirty="0"/>
              <a:t> </a:t>
            </a:r>
            <a:r>
              <a:rPr lang="en-US" dirty="0" err="1"/>
              <a:t>Lastname</a:t>
            </a:r>
            <a:endParaRPr lang="en-US" dirty="0"/>
          </a:p>
          <a:p>
            <a:pPr lvl="1"/>
            <a:r>
              <a:rPr lang="en-US" dirty="0"/>
              <a:t>Title/department</a:t>
            </a:r>
          </a:p>
          <a:p>
            <a:endParaRPr lang="en-US" dirty="0"/>
          </a:p>
        </p:txBody>
      </p:sp>
      <p:sp>
        <p:nvSpPr>
          <p:cNvPr id="21" name="Text Placeholder 20">
            <a:extLst>
              <a:ext uri="{FF2B5EF4-FFF2-40B4-BE49-F238E27FC236}">
                <a16:creationId xmlns:a16="http://schemas.microsoft.com/office/drawing/2014/main" id="{D9ED37DE-9E4E-A709-75E8-F23CE75B96E0}"/>
              </a:ext>
            </a:extLst>
          </p:cNvPr>
          <p:cNvSpPr>
            <a:spLocks noGrp="1"/>
          </p:cNvSpPr>
          <p:nvPr>
            <p:ph type="body" sz="quarter" idx="50"/>
          </p:nvPr>
        </p:nvSpPr>
        <p:spPr>
          <a:xfrm>
            <a:off x="2305451" y="1273175"/>
            <a:ext cx="1472184" cy="2416175"/>
          </a:xfrm>
        </p:spPr>
        <p:txBody>
          <a:bodyPr/>
          <a:lstStyle/>
          <a:p>
            <a:r>
              <a:rPr lang="en-US" dirty="0" err="1"/>
              <a:t>Firstname</a:t>
            </a:r>
            <a:r>
              <a:rPr lang="en-US" dirty="0"/>
              <a:t> </a:t>
            </a:r>
            <a:r>
              <a:rPr lang="en-US" dirty="0" err="1"/>
              <a:t>Lastname</a:t>
            </a:r>
            <a:endParaRPr lang="en-US" dirty="0"/>
          </a:p>
          <a:p>
            <a:pPr lvl="1"/>
            <a:r>
              <a:rPr lang="en-US" dirty="0"/>
              <a:t>Title/department</a:t>
            </a:r>
          </a:p>
          <a:p>
            <a:endParaRPr lang="en-US" dirty="0"/>
          </a:p>
        </p:txBody>
      </p:sp>
      <p:sp>
        <p:nvSpPr>
          <p:cNvPr id="20" name="Text Placeholder 19">
            <a:extLst>
              <a:ext uri="{FF2B5EF4-FFF2-40B4-BE49-F238E27FC236}">
                <a16:creationId xmlns:a16="http://schemas.microsoft.com/office/drawing/2014/main" id="{A5F6F1BE-6799-88A4-5912-95BC13C080B9}"/>
              </a:ext>
            </a:extLst>
          </p:cNvPr>
          <p:cNvSpPr>
            <a:spLocks noGrp="1"/>
          </p:cNvSpPr>
          <p:nvPr>
            <p:ph type="body" sz="quarter" idx="51"/>
          </p:nvPr>
        </p:nvSpPr>
        <p:spPr>
          <a:xfrm>
            <a:off x="4339080" y="548641"/>
            <a:ext cx="1472184" cy="1731010"/>
          </a:xfrm>
        </p:spPr>
        <p:txBody>
          <a:bodyPr/>
          <a:lstStyle/>
          <a:p>
            <a:r>
              <a:rPr lang="en-US" dirty="0" err="1"/>
              <a:t>Firstname</a:t>
            </a:r>
            <a:r>
              <a:rPr lang="en-US" dirty="0"/>
              <a:t> </a:t>
            </a:r>
            <a:r>
              <a:rPr lang="en-US" dirty="0" err="1"/>
              <a:t>Lastname</a:t>
            </a:r>
            <a:endParaRPr lang="en-US" dirty="0"/>
          </a:p>
          <a:p>
            <a:pPr lvl="1"/>
            <a:r>
              <a:rPr lang="en-US" dirty="0"/>
              <a:t>Title/department</a:t>
            </a:r>
          </a:p>
          <a:p>
            <a:endParaRPr lang="en-US" dirty="0"/>
          </a:p>
        </p:txBody>
      </p:sp>
      <p:sp>
        <p:nvSpPr>
          <p:cNvPr id="19" name="Text Placeholder 18">
            <a:extLst>
              <a:ext uri="{FF2B5EF4-FFF2-40B4-BE49-F238E27FC236}">
                <a16:creationId xmlns:a16="http://schemas.microsoft.com/office/drawing/2014/main" id="{0E4EC9BE-6163-6711-73BA-C86DEDBEE1FC}"/>
              </a:ext>
            </a:extLst>
          </p:cNvPr>
          <p:cNvSpPr>
            <a:spLocks noGrp="1"/>
          </p:cNvSpPr>
          <p:nvPr>
            <p:ph type="body" sz="quarter" idx="52"/>
          </p:nvPr>
        </p:nvSpPr>
        <p:spPr>
          <a:xfrm>
            <a:off x="6361123" y="2425701"/>
            <a:ext cx="1472184" cy="2141538"/>
          </a:xfrm>
        </p:spPr>
        <p:txBody>
          <a:bodyPr/>
          <a:lstStyle/>
          <a:p>
            <a:r>
              <a:rPr lang="en-US" dirty="0" err="1"/>
              <a:t>Firstname</a:t>
            </a:r>
            <a:r>
              <a:rPr lang="en-US" dirty="0"/>
              <a:t> </a:t>
            </a:r>
            <a:r>
              <a:rPr lang="en-US" dirty="0" err="1"/>
              <a:t>Lastname</a:t>
            </a:r>
            <a:endParaRPr lang="en-US" dirty="0"/>
          </a:p>
          <a:p>
            <a:pPr lvl="1"/>
            <a:r>
              <a:rPr lang="en-US" dirty="0"/>
              <a:t>Title/department</a:t>
            </a:r>
          </a:p>
        </p:txBody>
      </p:sp>
    </p:spTree>
    <p:extLst>
      <p:ext uri="{BB962C8B-B14F-4D97-AF65-F5344CB8AC3E}">
        <p14:creationId xmlns:p14="http://schemas.microsoft.com/office/powerpoint/2010/main" val="3917114787"/>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6E4A63B5-CB30-20C5-C305-D7B5A94BF98D}"/>
              </a:ext>
            </a:extLst>
          </p:cNvPr>
          <p:cNvSpPr>
            <a:spLocks noGrp="1"/>
          </p:cNvSpPr>
          <p:nvPr>
            <p:ph type="ftr" sz="quarter" idx="11"/>
          </p:nvPr>
        </p:nvSpPr>
        <p:spPr>
          <a:xfrm>
            <a:off x="4781550" y="6311900"/>
            <a:ext cx="5448300" cy="269875"/>
          </a:xfrm>
        </p:spPr>
        <p:txBody>
          <a:bodyPr/>
          <a:lstStyle/>
          <a:p>
            <a:r>
              <a:rPr lang="en-US"/>
              <a:t>See slide 12 for instructions on how to update footer</a:t>
            </a:r>
            <a:endParaRPr lang="en-US" dirty="0"/>
          </a:p>
        </p:txBody>
      </p:sp>
      <p:sp>
        <p:nvSpPr>
          <p:cNvPr id="3" name="Slide Number Placeholder 2">
            <a:extLst>
              <a:ext uri="{FF2B5EF4-FFF2-40B4-BE49-F238E27FC236}">
                <a16:creationId xmlns:a16="http://schemas.microsoft.com/office/drawing/2014/main" id="{E3477818-BE31-787C-74EC-51B80F2054B2}"/>
              </a:ext>
            </a:extLst>
          </p:cNvPr>
          <p:cNvSpPr>
            <a:spLocks noGrp="1"/>
          </p:cNvSpPr>
          <p:nvPr>
            <p:ph type="sldNum" sz="quarter" idx="12"/>
          </p:nvPr>
        </p:nvSpPr>
        <p:spPr>
          <a:xfrm>
            <a:off x="10428288" y="6311900"/>
            <a:ext cx="1209674" cy="269875"/>
          </a:xfrm>
        </p:spPr>
        <p:txBody>
          <a:bodyPr/>
          <a:lstStyle/>
          <a:p>
            <a:fld id="{862A5111-985B-C14D-9115-5787026182A8}" type="slidenum">
              <a:rPr lang="en-US" smtClean="0"/>
              <a:pPr/>
              <a:t>70</a:t>
            </a:fld>
            <a:endParaRPr lang="en-US" dirty="0"/>
          </a:p>
        </p:txBody>
      </p:sp>
      <p:pic>
        <p:nvPicPr>
          <p:cNvPr id="17" name="Picture Placeholder 6" descr="A person wearing glasses and a suit&#10;&#10;Description automatically generated">
            <a:extLst>
              <a:ext uri="{FF2B5EF4-FFF2-40B4-BE49-F238E27FC236}">
                <a16:creationId xmlns:a16="http://schemas.microsoft.com/office/drawing/2014/main" id="{933FD3EA-C0AA-28DE-59B1-C10E09DF68EF}"/>
              </a:ext>
            </a:extLst>
          </p:cNvPr>
          <p:cNvPicPr>
            <a:picLocks noGrp="1" noChangeAspect="1"/>
          </p:cNvPicPr>
          <p:nvPr>
            <p:ph type="pic" sz="quarter" idx="29"/>
          </p:nvPr>
        </p:nvPicPr>
        <p:blipFill>
          <a:blip r:embed="rId2" cstate="screen">
            <a:extLst>
              <a:ext uri="{28A0092B-C50C-407E-A947-70E740481C1C}">
                <a14:useLocalDpi xmlns:a14="http://schemas.microsoft.com/office/drawing/2010/main"/>
              </a:ext>
            </a:extLst>
          </a:blip>
          <a:srcRect l="16717" r="16717"/>
          <a:stretch/>
        </p:blipFill>
        <p:spPr>
          <a:xfrm>
            <a:off x="539751" y="2146298"/>
            <a:ext cx="1970120" cy="1975104"/>
          </a:xfrm>
        </p:spPr>
      </p:pic>
      <p:sp>
        <p:nvSpPr>
          <p:cNvPr id="28" name="Picture Placeholder 27">
            <a:extLst>
              <a:ext uri="{FF2B5EF4-FFF2-40B4-BE49-F238E27FC236}">
                <a16:creationId xmlns:a16="http://schemas.microsoft.com/office/drawing/2014/main" id="{9A43F2E4-BB01-29CA-C8F8-465F7F85D3F2}"/>
              </a:ext>
            </a:extLst>
          </p:cNvPr>
          <p:cNvSpPr>
            <a:spLocks noGrp="1"/>
          </p:cNvSpPr>
          <p:nvPr>
            <p:ph type="pic" sz="quarter" idx="35"/>
          </p:nvPr>
        </p:nvSpPr>
        <p:spPr/>
        <p:txBody>
          <a:bodyPr/>
          <a:lstStyle/>
          <a:p>
            <a:endParaRPr lang="en-US"/>
          </a:p>
        </p:txBody>
      </p:sp>
      <p:sp>
        <p:nvSpPr>
          <p:cNvPr id="29" name="Picture Placeholder 28">
            <a:extLst>
              <a:ext uri="{FF2B5EF4-FFF2-40B4-BE49-F238E27FC236}">
                <a16:creationId xmlns:a16="http://schemas.microsoft.com/office/drawing/2014/main" id="{0ACE1DC5-9C9F-87F5-A339-C907F8EE6F4F}"/>
              </a:ext>
            </a:extLst>
          </p:cNvPr>
          <p:cNvSpPr>
            <a:spLocks noGrp="1"/>
          </p:cNvSpPr>
          <p:nvPr>
            <p:ph type="pic" sz="quarter" idx="37"/>
          </p:nvPr>
        </p:nvSpPr>
        <p:spPr/>
        <p:txBody>
          <a:bodyPr/>
          <a:lstStyle/>
          <a:p>
            <a:endParaRPr lang="en-US"/>
          </a:p>
        </p:txBody>
      </p:sp>
      <p:sp>
        <p:nvSpPr>
          <p:cNvPr id="30" name="Picture Placeholder 29">
            <a:extLst>
              <a:ext uri="{FF2B5EF4-FFF2-40B4-BE49-F238E27FC236}">
                <a16:creationId xmlns:a16="http://schemas.microsoft.com/office/drawing/2014/main" id="{53C02030-27A2-62DE-65C9-14AA7EB9C775}"/>
              </a:ext>
            </a:extLst>
          </p:cNvPr>
          <p:cNvSpPr>
            <a:spLocks noGrp="1"/>
          </p:cNvSpPr>
          <p:nvPr>
            <p:ph type="pic" sz="quarter" idx="39"/>
          </p:nvPr>
        </p:nvSpPr>
        <p:spPr/>
        <p:txBody>
          <a:bodyPr/>
          <a:lstStyle/>
          <a:p>
            <a:endParaRPr lang="en-US"/>
          </a:p>
        </p:txBody>
      </p:sp>
      <p:sp>
        <p:nvSpPr>
          <p:cNvPr id="31" name="Picture Placeholder 30">
            <a:extLst>
              <a:ext uri="{FF2B5EF4-FFF2-40B4-BE49-F238E27FC236}">
                <a16:creationId xmlns:a16="http://schemas.microsoft.com/office/drawing/2014/main" id="{F9331736-234D-5276-279F-F7DD005B73C3}"/>
              </a:ext>
            </a:extLst>
          </p:cNvPr>
          <p:cNvSpPr>
            <a:spLocks noGrp="1"/>
          </p:cNvSpPr>
          <p:nvPr>
            <p:ph type="pic" sz="quarter" idx="41"/>
          </p:nvPr>
        </p:nvSpPr>
        <p:spPr/>
        <p:txBody>
          <a:bodyPr/>
          <a:lstStyle/>
          <a:p>
            <a:endParaRPr lang="en-US"/>
          </a:p>
        </p:txBody>
      </p:sp>
      <p:sp>
        <p:nvSpPr>
          <p:cNvPr id="11" name="Title 10">
            <a:extLst>
              <a:ext uri="{FF2B5EF4-FFF2-40B4-BE49-F238E27FC236}">
                <a16:creationId xmlns:a16="http://schemas.microsoft.com/office/drawing/2014/main" id="{AA079C47-5DE6-3BDD-CFF1-D54AAD0DADEB}"/>
              </a:ext>
            </a:extLst>
          </p:cNvPr>
          <p:cNvSpPr>
            <a:spLocks noGrp="1"/>
          </p:cNvSpPr>
          <p:nvPr>
            <p:ph type="title"/>
          </p:nvPr>
        </p:nvSpPr>
        <p:spPr>
          <a:xfrm>
            <a:off x="546100" y="548640"/>
            <a:ext cx="11091862" cy="438785"/>
          </a:xfrm>
        </p:spPr>
        <p:txBody>
          <a:bodyPr/>
          <a:lstStyle/>
          <a:p>
            <a:r>
              <a:rPr lang="en-US" dirty="0"/>
              <a:t>Contact sheet</a:t>
            </a:r>
          </a:p>
        </p:txBody>
      </p:sp>
      <p:sp>
        <p:nvSpPr>
          <p:cNvPr id="15" name="Text Placeholder 14">
            <a:extLst>
              <a:ext uri="{FF2B5EF4-FFF2-40B4-BE49-F238E27FC236}">
                <a16:creationId xmlns:a16="http://schemas.microsoft.com/office/drawing/2014/main" id="{17B95D6D-A22C-F935-B219-5BDC05BA0044}"/>
              </a:ext>
            </a:extLst>
          </p:cNvPr>
          <p:cNvSpPr>
            <a:spLocks noGrp="1"/>
          </p:cNvSpPr>
          <p:nvPr>
            <p:ph type="body" sz="quarter" idx="46"/>
          </p:nvPr>
        </p:nvSpPr>
        <p:spPr>
          <a:xfrm>
            <a:off x="549274" y="4273549"/>
            <a:ext cx="1975104" cy="1457325"/>
          </a:xfrm>
        </p:spPr>
        <p:txBody>
          <a:bodyPr>
            <a:normAutofit/>
          </a:bodyPr>
          <a:lstStyle/>
          <a:p>
            <a:r>
              <a:rPr lang="en-US" dirty="0" err="1"/>
              <a:t>Firstname</a:t>
            </a:r>
            <a:r>
              <a:rPr lang="en-US" dirty="0"/>
              <a:t> </a:t>
            </a:r>
            <a:r>
              <a:rPr lang="en-US" dirty="0" err="1"/>
              <a:t>Lastname</a:t>
            </a:r>
            <a:endParaRPr lang="en-US" dirty="0"/>
          </a:p>
          <a:p>
            <a:pPr lvl="1"/>
            <a:r>
              <a:rPr lang="en-US" dirty="0"/>
              <a:t>Title/department</a:t>
            </a:r>
          </a:p>
          <a:p>
            <a:pPr lvl="2"/>
            <a:r>
              <a:rPr lang="en-US" dirty="0"/>
              <a:t>Contact information 1</a:t>
            </a:r>
          </a:p>
          <a:p>
            <a:pPr lvl="2"/>
            <a:r>
              <a:rPr lang="en-US" dirty="0"/>
              <a:t>Contact information 2</a:t>
            </a:r>
          </a:p>
        </p:txBody>
      </p:sp>
      <p:sp>
        <p:nvSpPr>
          <p:cNvPr id="14" name="Text Placeholder 13">
            <a:extLst>
              <a:ext uri="{FF2B5EF4-FFF2-40B4-BE49-F238E27FC236}">
                <a16:creationId xmlns:a16="http://schemas.microsoft.com/office/drawing/2014/main" id="{6552F4B8-CA84-78F5-9569-55E577E93238}"/>
              </a:ext>
            </a:extLst>
          </p:cNvPr>
          <p:cNvSpPr>
            <a:spLocks noGrp="1"/>
          </p:cNvSpPr>
          <p:nvPr>
            <p:ph type="body" sz="quarter" idx="47"/>
          </p:nvPr>
        </p:nvSpPr>
        <p:spPr>
          <a:xfrm>
            <a:off x="2625857" y="4273549"/>
            <a:ext cx="1975104" cy="1457325"/>
          </a:xfrm>
        </p:spPr>
        <p:txBody>
          <a:bodyPr>
            <a:normAutofit/>
          </a:bodyPr>
          <a:lstStyle/>
          <a:p>
            <a:r>
              <a:rPr lang="en-US" dirty="0" err="1"/>
              <a:t>Firstname</a:t>
            </a:r>
            <a:r>
              <a:rPr lang="en-US" dirty="0"/>
              <a:t> </a:t>
            </a:r>
            <a:r>
              <a:rPr lang="en-US" dirty="0" err="1"/>
              <a:t>Lastname</a:t>
            </a:r>
            <a:endParaRPr lang="en-US" dirty="0"/>
          </a:p>
          <a:p>
            <a:pPr lvl="1"/>
            <a:r>
              <a:rPr lang="en-US" dirty="0"/>
              <a:t>Title/department</a:t>
            </a:r>
          </a:p>
          <a:p>
            <a:pPr lvl="2"/>
            <a:r>
              <a:rPr lang="en-US" dirty="0"/>
              <a:t>Contact information 1</a:t>
            </a:r>
          </a:p>
          <a:p>
            <a:pPr lvl="2"/>
            <a:r>
              <a:rPr lang="en-US" dirty="0"/>
              <a:t>Contact information 2</a:t>
            </a:r>
          </a:p>
        </p:txBody>
      </p:sp>
      <p:sp>
        <p:nvSpPr>
          <p:cNvPr id="13" name="Text Placeholder 12">
            <a:extLst>
              <a:ext uri="{FF2B5EF4-FFF2-40B4-BE49-F238E27FC236}">
                <a16:creationId xmlns:a16="http://schemas.microsoft.com/office/drawing/2014/main" id="{FA54179D-ED1F-1AB5-6E86-247783587A9D}"/>
              </a:ext>
            </a:extLst>
          </p:cNvPr>
          <p:cNvSpPr>
            <a:spLocks noGrp="1"/>
          </p:cNvSpPr>
          <p:nvPr>
            <p:ph type="body" sz="quarter" idx="48"/>
          </p:nvPr>
        </p:nvSpPr>
        <p:spPr>
          <a:xfrm>
            <a:off x="4671913" y="4273550"/>
            <a:ext cx="1975104" cy="1457325"/>
          </a:xfrm>
        </p:spPr>
        <p:txBody>
          <a:bodyPr>
            <a:normAutofit/>
          </a:bodyPr>
          <a:lstStyle/>
          <a:p>
            <a:r>
              <a:rPr lang="en-US" dirty="0" err="1"/>
              <a:t>Firstname</a:t>
            </a:r>
            <a:r>
              <a:rPr lang="en-US" dirty="0"/>
              <a:t> </a:t>
            </a:r>
            <a:r>
              <a:rPr lang="en-US" dirty="0" err="1"/>
              <a:t>Lastname</a:t>
            </a:r>
            <a:endParaRPr lang="en-US" dirty="0"/>
          </a:p>
          <a:p>
            <a:pPr lvl="1"/>
            <a:r>
              <a:rPr lang="en-US" dirty="0"/>
              <a:t>Title/department</a:t>
            </a:r>
          </a:p>
          <a:p>
            <a:pPr lvl="2"/>
            <a:r>
              <a:rPr lang="en-US" dirty="0"/>
              <a:t>Contact information 1</a:t>
            </a:r>
          </a:p>
          <a:p>
            <a:pPr lvl="2"/>
            <a:r>
              <a:rPr lang="en-US" dirty="0"/>
              <a:t>Contact information 2</a:t>
            </a:r>
          </a:p>
        </p:txBody>
      </p:sp>
      <p:sp>
        <p:nvSpPr>
          <p:cNvPr id="12" name="Text Placeholder 11">
            <a:extLst>
              <a:ext uri="{FF2B5EF4-FFF2-40B4-BE49-F238E27FC236}">
                <a16:creationId xmlns:a16="http://schemas.microsoft.com/office/drawing/2014/main" id="{1C134E4A-3FFB-9BC1-45A5-B4F519D95D79}"/>
              </a:ext>
            </a:extLst>
          </p:cNvPr>
          <p:cNvSpPr>
            <a:spLocks noGrp="1"/>
          </p:cNvSpPr>
          <p:nvPr>
            <p:ph type="body" sz="quarter" idx="49"/>
          </p:nvPr>
        </p:nvSpPr>
        <p:spPr>
          <a:xfrm>
            <a:off x="6737217" y="4273550"/>
            <a:ext cx="1975104" cy="1457325"/>
          </a:xfrm>
        </p:spPr>
        <p:txBody>
          <a:bodyPr>
            <a:normAutofit/>
          </a:bodyPr>
          <a:lstStyle/>
          <a:p>
            <a:r>
              <a:rPr lang="en-US" dirty="0" err="1"/>
              <a:t>Firstname</a:t>
            </a:r>
            <a:r>
              <a:rPr lang="en-US" dirty="0"/>
              <a:t> </a:t>
            </a:r>
            <a:r>
              <a:rPr lang="en-US" dirty="0" err="1"/>
              <a:t>Lastname</a:t>
            </a:r>
            <a:endParaRPr lang="en-US" dirty="0"/>
          </a:p>
          <a:p>
            <a:pPr lvl="1"/>
            <a:r>
              <a:rPr lang="en-US" dirty="0"/>
              <a:t>Title/department</a:t>
            </a:r>
          </a:p>
          <a:p>
            <a:pPr lvl="2"/>
            <a:r>
              <a:rPr lang="en-US" dirty="0"/>
              <a:t>Contact information 1</a:t>
            </a:r>
          </a:p>
          <a:p>
            <a:pPr lvl="2"/>
            <a:r>
              <a:rPr lang="en-US" dirty="0"/>
              <a:t>Contact information 2</a:t>
            </a:r>
          </a:p>
        </p:txBody>
      </p:sp>
      <p:sp>
        <p:nvSpPr>
          <p:cNvPr id="10" name="Text Placeholder 9">
            <a:extLst>
              <a:ext uri="{FF2B5EF4-FFF2-40B4-BE49-F238E27FC236}">
                <a16:creationId xmlns:a16="http://schemas.microsoft.com/office/drawing/2014/main" id="{D59C60C6-9AC5-44AE-5271-59FD96681D0E}"/>
              </a:ext>
            </a:extLst>
          </p:cNvPr>
          <p:cNvSpPr>
            <a:spLocks noGrp="1"/>
          </p:cNvSpPr>
          <p:nvPr>
            <p:ph type="body" sz="quarter" idx="50"/>
          </p:nvPr>
        </p:nvSpPr>
        <p:spPr>
          <a:xfrm>
            <a:off x="8813800" y="4281487"/>
            <a:ext cx="1975104" cy="1457325"/>
          </a:xfrm>
        </p:spPr>
        <p:txBody>
          <a:bodyPr/>
          <a:lstStyle/>
          <a:p>
            <a:r>
              <a:rPr lang="en-US" dirty="0" err="1"/>
              <a:t>Firstname</a:t>
            </a:r>
            <a:r>
              <a:rPr lang="en-US" dirty="0"/>
              <a:t> </a:t>
            </a:r>
            <a:r>
              <a:rPr lang="en-US" dirty="0" err="1"/>
              <a:t>Lastname</a:t>
            </a:r>
            <a:endParaRPr lang="en-US" dirty="0"/>
          </a:p>
          <a:p>
            <a:pPr lvl="1"/>
            <a:r>
              <a:rPr lang="en-US" dirty="0"/>
              <a:t>Title/department</a:t>
            </a:r>
          </a:p>
          <a:p>
            <a:pPr lvl="2"/>
            <a:r>
              <a:rPr lang="en-US" dirty="0"/>
              <a:t>Contact information 1</a:t>
            </a:r>
          </a:p>
          <a:p>
            <a:pPr lvl="2"/>
            <a:r>
              <a:rPr lang="en-US" dirty="0"/>
              <a:t>Contact information 2</a:t>
            </a:r>
          </a:p>
        </p:txBody>
      </p:sp>
      <p:sp>
        <p:nvSpPr>
          <p:cNvPr id="34" name="Text Placeholder 33">
            <a:extLst>
              <a:ext uri="{FF2B5EF4-FFF2-40B4-BE49-F238E27FC236}">
                <a16:creationId xmlns:a16="http://schemas.microsoft.com/office/drawing/2014/main" id="{158CC972-CED7-804B-EA23-0661F31E98CF}"/>
              </a:ext>
            </a:extLst>
          </p:cNvPr>
          <p:cNvSpPr>
            <a:spLocks noGrp="1"/>
          </p:cNvSpPr>
          <p:nvPr>
            <p:ph type="body" sz="quarter" idx="45"/>
          </p:nvPr>
        </p:nvSpPr>
        <p:spPr/>
        <p:txBody>
          <a:bodyPr/>
          <a:lstStyle/>
          <a:p>
            <a:r>
              <a:rPr lang="en-US" dirty="0"/>
              <a:t>5-up</a:t>
            </a:r>
          </a:p>
        </p:txBody>
      </p:sp>
    </p:spTree>
    <p:extLst>
      <p:ext uri="{BB962C8B-B14F-4D97-AF65-F5344CB8AC3E}">
        <p14:creationId xmlns:p14="http://schemas.microsoft.com/office/powerpoint/2010/main" val="1120897792"/>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77501B17-B3A4-4097-FA8C-CAC8D69B0E13}"/>
              </a:ext>
            </a:extLst>
          </p:cNvPr>
          <p:cNvSpPr>
            <a:spLocks noGrp="1"/>
          </p:cNvSpPr>
          <p:nvPr>
            <p:ph type="ftr" sz="quarter" idx="11"/>
          </p:nvPr>
        </p:nvSpPr>
        <p:spPr>
          <a:xfrm>
            <a:off x="4781550" y="6311900"/>
            <a:ext cx="5448300" cy="269875"/>
          </a:xfrm>
        </p:spPr>
        <p:txBody>
          <a:bodyPr/>
          <a:lstStyle/>
          <a:p>
            <a:r>
              <a:rPr lang="en-US"/>
              <a:t>See slide 12 for instructions on how to update footer</a:t>
            </a:r>
            <a:endParaRPr lang="en-US" dirty="0"/>
          </a:p>
        </p:txBody>
      </p:sp>
      <p:sp>
        <p:nvSpPr>
          <p:cNvPr id="3" name="Slide Number Placeholder 2">
            <a:extLst>
              <a:ext uri="{FF2B5EF4-FFF2-40B4-BE49-F238E27FC236}">
                <a16:creationId xmlns:a16="http://schemas.microsoft.com/office/drawing/2014/main" id="{A5F62E9D-0396-C90C-6FE5-9415AD49DC1E}"/>
              </a:ext>
            </a:extLst>
          </p:cNvPr>
          <p:cNvSpPr>
            <a:spLocks noGrp="1"/>
          </p:cNvSpPr>
          <p:nvPr>
            <p:ph type="sldNum" sz="quarter" idx="12"/>
          </p:nvPr>
        </p:nvSpPr>
        <p:spPr>
          <a:xfrm>
            <a:off x="10428288" y="6311900"/>
            <a:ext cx="1209674" cy="269875"/>
          </a:xfrm>
        </p:spPr>
        <p:txBody>
          <a:bodyPr/>
          <a:lstStyle/>
          <a:p>
            <a:fld id="{862A5111-985B-C14D-9115-5787026182A8}" type="slidenum">
              <a:rPr lang="en-US" smtClean="0"/>
              <a:pPr/>
              <a:t>71</a:t>
            </a:fld>
            <a:endParaRPr lang="en-US" dirty="0"/>
          </a:p>
        </p:txBody>
      </p:sp>
      <p:pic>
        <p:nvPicPr>
          <p:cNvPr id="25" name="Picture Placeholder 6" descr="A person wearing glasses and a suit&#10;&#10;Description automatically generated">
            <a:extLst>
              <a:ext uri="{FF2B5EF4-FFF2-40B4-BE49-F238E27FC236}">
                <a16:creationId xmlns:a16="http://schemas.microsoft.com/office/drawing/2014/main" id="{F6A5662F-15D2-C4A9-BB46-C952CB24AD88}"/>
              </a:ext>
            </a:extLst>
          </p:cNvPr>
          <p:cNvPicPr>
            <a:picLocks noGrp="1" noChangeAspect="1"/>
          </p:cNvPicPr>
          <p:nvPr>
            <p:ph type="pic" sz="quarter" idx="29"/>
          </p:nvPr>
        </p:nvPicPr>
        <p:blipFill>
          <a:blip r:embed="rId2" cstate="screen">
            <a:extLst>
              <a:ext uri="{28A0092B-C50C-407E-A947-70E740481C1C}">
                <a14:useLocalDpi xmlns:a14="http://schemas.microsoft.com/office/drawing/2010/main"/>
              </a:ext>
            </a:extLst>
          </a:blip>
          <a:srcRect l="16783" r="16783"/>
          <a:stretch/>
        </p:blipFill>
        <p:spPr>
          <a:xfrm>
            <a:off x="548640" y="1849438"/>
            <a:ext cx="723656" cy="725487"/>
          </a:xfrm>
        </p:spPr>
      </p:pic>
      <p:sp>
        <p:nvSpPr>
          <p:cNvPr id="35" name="Picture Placeholder 34">
            <a:extLst>
              <a:ext uri="{FF2B5EF4-FFF2-40B4-BE49-F238E27FC236}">
                <a16:creationId xmlns:a16="http://schemas.microsoft.com/office/drawing/2014/main" id="{3BA984B8-53F9-D2F7-7949-6FD8F389DBEA}"/>
              </a:ext>
            </a:extLst>
          </p:cNvPr>
          <p:cNvSpPr>
            <a:spLocks noGrp="1"/>
          </p:cNvSpPr>
          <p:nvPr>
            <p:ph type="pic" sz="quarter" idx="43"/>
          </p:nvPr>
        </p:nvSpPr>
        <p:spPr/>
        <p:txBody>
          <a:bodyPr/>
          <a:lstStyle/>
          <a:p>
            <a:endParaRPr lang="en-US"/>
          </a:p>
        </p:txBody>
      </p:sp>
      <p:sp>
        <p:nvSpPr>
          <p:cNvPr id="36" name="Picture Placeholder 35">
            <a:extLst>
              <a:ext uri="{FF2B5EF4-FFF2-40B4-BE49-F238E27FC236}">
                <a16:creationId xmlns:a16="http://schemas.microsoft.com/office/drawing/2014/main" id="{02DDA19B-119A-F3CF-6914-9B234DE9D10D}"/>
              </a:ext>
            </a:extLst>
          </p:cNvPr>
          <p:cNvSpPr>
            <a:spLocks noGrp="1"/>
          </p:cNvSpPr>
          <p:nvPr>
            <p:ph type="pic" sz="quarter" idx="45"/>
          </p:nvPr>
        </p:nvSpPr>
        <p:spPr/>
        <p:txBody>
          <a:bodyPr/>
          <a:lstStyle/>
          <a:p>
            <a:endParaRPr lang="en-US"/>
          </a:p>
        </p:txBody>
      </p:sp>
      <p:sp>
        <p:nvSpPr>
          <p:cNvPr id="37" name="Picture Placeholder 36">
            <a:extLst>
              <a:ext uri="{FF2B5EF4-FFF2-40B4-BE49-F238E27FC236}">
                <a16:creationId xmlns:a16="http://schemas.microsoft.com/office/drawing/2014/main" id="{878E22B6-BBEC-2E4A-1200-17DAFD701205}"/>
              </a:ext>
            </a:extLst>
          </p:cNvPr>
          <p:cNvSpPr>
            <a:spLocks noGrp="1"/>
          </p:cNvSpPr>
          <p:nvPr>
            <p:ph type="pic" sz="quarter" idx="47"/>
          </p:nvPr>
        </p:nvSpPr>
        <p:spPr/>
        <p:txBody>
          <a:bodyPr/>
          <a:lstStyle/>
          <a:p>
            <a:endParaRPr lang="en-US"/>
          </a:p>
        </p:txBody>
      </p:sp>
      <p:sp>
        <p:nvSpPr>
          <p:cNvPr id="38" name="Picture Placeholder 37">
            <a:extLst>
              <a:ext uri="{FF2B5EF4-FFF2-40B4-BE49-F238E27FC236}">
                <a16:creationId xmlns:a16="http://schemas.microsoft.com/office/drawing/2014/main" id="{A41C6F2A-390B-7AAA-B4CF-00EE163FE926}"/>
              </a:ext>
            </a:extLst>
          </p:cNvPr>
          <p:cNvSpPr>
            <a:spLocks noGrp="1"/>
          </p:cNvSpPr>
          <p:nvPr>
            <p:ph type="pic" sz="quarter" idx="49"/>
          </p:nvPr>
        </p:nvSpPr>
        <p:spPr/>
        <p:txBody>
          <a:bodyPr/>
          <a:lstStyle/>
          <a:p>
            <a:endParaRPr lang="en-US"/>
          </a:p>
        </p:txBody>
      </p:sp>
      <p:sp>
        <p:nvSpPr>
          <p:cNvPr id="39" name="Picture Placeholder 38">
            <a:extLst>
              <a:ext uri="{FF2B5EF4-FFF2-40B4-BE49-F238E27FC236}">
                <a16:creationId xmlns:a16="http://schemas.microsoft.com/office/drawing/2014/main" id="{D2222069-8312-EF14-6F5B-32A7EEFF2F4D}"/>
              </a:ext>
            </a:extLst>
          </p:cNvPr>
          <p:cNvSpPr>
            <a:spLocks noGrp="1"/>
          </p:cNvSpPr>
          <p:nvPr>
            <p:ph type="pic" sz="quarter" idx="51"/>
          </p:nvPr>
        </p:nvSpPr>
        <p:spPr/>
        <p:txBody>
          <a:bodyPr/>
          <a:lstStyle/>
          <a:p>
            <a:endParaRPr lang="en-US"/>
          </a:p>
        </p:txBody>
      </p:sp>
      <p:sp>
        <p:nvSpPr>
          <p:cNvPr id="40" name="Picture Placeholder 39">
            <a:extLst>
              <a:ext uri="{FF2B5EF4-FFF2-40B4-BE49-F238E27FC236}">
                <a16:creationId xmlns:a16="http://schemas.microsoft.com/office/drawing/2014/main" id="{54C46DBA-1AB9-D8F2-9484-1801EF170D2C}"/>
              </a:ext>
            </a:extLst>
          </p:cNvPr>
          <p:cNvSpPr>
            <a:spLocks noGrp="1"/>
          </p:cNvSpPr>
          <p:nvPr>
            <p:ph type="pic" sz="quarter" idx="53"/>
          </p:nvPr>
        </p:nvSpPr>
        <p:spPr/>
        <p:txBody>
          <a:bodyPr/>
          <a:lstStyle/>
          <a:p>
            <a:endParaRPr lang="en-US"/>
          </a:p>
        </p:txBody>
      </p:sp>
      <p:sp>
        <p:nvSpPr>
          <p:cNvPr id="41" name="Picture Placeholder 40">
            <a:extLst>
              <a:ext uri="{FF2B5EF4-FFF2-40B4-BE49-F238E27FC236}">
                <a16:creationId xmlns:a16="http://schemas.microsoft.com/office/drawing/2014/main" id="{BB53B700-348B-89F8-B90B-7A5E0B984A92}"/>
              </a:ext>
            </a:extLst>
          </p:cNvPr>
          <p:cNvSpPr>
            <a:spLocks noGrp="1"/>
          </p:cNvSpPr>
          <p:nvPr>
            <p:ph type="pic" sz="quarter" idx="55"/>
          </p:nvPr>
        </p:nvSpPr>
        <p:spPr/>
        <p:txBody>
          <a:bodyPr/>
          <a:lstStyle/>
          <a:p>
            <a:endParaRPr lang="en-US"/>
          </a:p>
        </p:txBody>
      </p:sp>
      <p:sp>
        <p:nvSpPr>
          <p:cNvPr id="46" name="Picture Placeholder 45">
            <a:extLst>
              <a:ext uri="{FF2B5EF4-FFF2-40B4-BE49-F238E27FC236}">
                <a16:creationId xmlns:a16="http://schemas.microsoft.com/office/drawing/2014/main" id="{5D1543F6-5D58-8E21-3B79-CAE5A3C34DD6}"/>
              </a:ext>
            </a:extLst>
          </p:cNvPr>
          <p:cNvSpPr>
            <a:spLocks noGrp="1"/>
          </p:cNvSpPr>
          <p:nvPr>
            <p:ph type="pic" sz="quarter" idx="57"/>
          </p:nvPr>
        </p:nvSpPr>
        <p:spPr/>
        <p:txBody>
          <a:bodyPr/>
          <a:lstStyle/>
          <a:p>
            <a:endParaRPr lang="en-US"/>
          </a:p>
        </p:txBody>
      </p:sp>
      <p:sp>
        <p:nvSpPr>
          <p:cNvPr id="15" name="Title 14">
            <a:extLst>
              <a:ext uri="{FF2B5EF4-FFF2-40B4-BE49-F238E27FC236}">
                <a16:creationId xmlns:a16="http://schemas.microsoft.com/office/drawing/2014/main" id="{93CA36B2-FE6D-FFC1-D2F4-01AFAE58F02A}"/>
              </a:ext>
            </a:extLst>
          </p:cNvPr>
          <p:cNvSpPr>
            <a:spLocks noGrp="1"/>
          </p:cNvSpPr>
          <p:nvPr>
            <p:ph type="title"/>
          </p:nvPr>
        </p:nvSpPr>
        <p:spPr>
          <a:xfrm>
            <a:off x="546100" y="548640"/>
            <a:ext cx="11091862" cy="438785"/>
          </a:xfrm>
        </p:spPr>
        <p:txBody>
          <a:bodyPr/>
          <a:lstStyle/>
          <a:p>
            <a:r>
              <a:rPr lang="en-US" dirty="0"/>
              <a:t>Contact sheet</a:t>
            </a:r>
          </a:p>
        </p:txBody>
      </p:sp>
      <p:sp>
        <p:nvSpPr>
          <p:cNvPr id="20" name="Text Placeholder 19">
            <a:extLst>
              <a:ext uri="{FF2B5EF4-FFF2-40B4-BE49-F238E27FC236}">
                <a16:creationId xmlns:a16="http://schemas.microsoft.com/office/drawing/2014/main" id="{9D42FC44-5871-E64C-1572-B575E7DCA6F1}"/>
              </a:ext>
            </a:extLst>
          </p:cNvPr>
          <p:cNvSpPr>
            <a:spLocks noGrp="1"/>
          </p:cNvSpPr>
          <p:nvPr>
            <p:ph type="body" sz="quarter" idx="94"/>
          </p:nvPr>
        </p:nvSpPr>
        <p:spPr>
          <a:xfrm>
            <a:off x="1491371" y="1848982"/>
            <a:ext cx="2404354" cy="588286"/>
          </a:xfrm>
        </p:spPr>
        <p:txBody>
          <a:bodyPr/>
          <a:lstStyle/>
          <a:p>
            <a:r>
              <a:rPr lang="en-US" dirty="0" err="1"/>
              <a:t>Firstname</a:t>
            </a:r>
            <a:r>
              <a:rPr lang="en-US" dirty="0"/>
              <a:t> </a:t>
            </a:r>
            <a:r>
              <a:rPr lang="en-US" dirty="0" err="1"/>
              <a:t>Lastname</a:t>
            </a:r>
            <a:endParaRPr lang="en-US" dirty="0"/>
          </a:p>
          <a:p>
            <a:pPr lvl="1"/>
            <a:r>
              <a:rPr lang="en-US" dirty="0"/>
              <a:t>Title/department</a:t>
            </a:r>
          </a:p>
          <a:p>
            <a:pPr lvl="2"/>
            <a:r>
              <a:rPr lang="en-US" dirty="0"/>
              <a:t>Contact information 1</a:t>
            </a:r>
          </a:p>
        </p:txBody>
      </p:sp>
      <p:sp>
        <p:nvSpPr>
          <p:cNvPr id="24" name="Text Placeholder 23">
            <a:extLst>
              <a:ext uri="{FF2B5EF4-FFF2-40B4-BE49-F238E27FC236}">
                <a16:creationId xmlns:a16="http://schemas.microsoft.com/office/drawing/2014/main" id="{1F34CFCA-22A7-EC0C-2511-C04DD4E3D90E}"/>
              </a:ext>
            </a:extLst>
          </p:cNvPr>
          <p:cNvSpPr>
            <a:spLocks noGrp="1"/>
          </p:cNvSpPr>
          <p:nvPr>
            <p:ph type="body" sz="quarter" idx="60"/>
          </p:nvPr>
        </p:nvSpPr>
        <p:spPr>
          <a:xfrm>
            <a:off x="5347251" y="1851364"/>
            <a:ext cx="2404354" cy="588286"/>
          </a:xfrm>
        </p:spPr>
        <p:txBody>
          <a:bodyPr/>
          <a:lstStyle/>
          <a:p>
            <a:r>
              <a:rPr lang="en-US" dirty="0" err="1"/>
              <a:t>Firstname</a:t>
            </a:r>
            <a:r>
              <a:rPr lang="en-US" dirty="0"/>
              <a:t> </a:t>
            </a:r>
            <a:r>
              <a:rPr lang="en-US" dirty="0" err="1"/>
              <a:t>Lastname</a:t>
            </a:r>
            <a:endParaRPr lang="en-US" dirty="0"/>
          </a:p>
          <a:p>
            <a:pPr lvl="1"/>
            <a:r>
              <a:rPr lang="en-US" dirty="0"/>
              <a:t>Title/department</a:t>
            </a:r>
          </a:p>
          <a:p>
            <a:pPr lvl="2"/>
            <a:r>
              <a:rPr lang="en-US" dirty="0"/>
              <a:t>Contact information 1</a:t>
            </a:r>
          </a:p>
        </p:txBody>
      </p:sp>
      <p:sp>
        <p:nvSpPr>
          <p:cNvPr id="19" name="Text Placeholder 18">
            <a:extLst>
              <a:ext uri="{FF2B5EF4-FFF2-40B4-BE49-F238E27FC236}">
                <a16:creationId xmlns:a16="http://schemas.microsoft.com/office/drawing/2014/main" id="{6F4B314E-C16D-2C3A-7DDC-EE9413450651}"/>
              </a:ext>
            </a:extLst>
          </p:cNvPr>
          <p:cNvSpPr>
            <a:spLocks noGrp="1"/>
          </p:cNvSpPr>
          <p:nvPr>
            <p:ph type="body" sz="quarter" idx="95"/>
          </p:nvPr>
        </p:nvSpPr>
        <p:spPr>
          <a:xfrm>
            <a:off x="9154043" y="1853745"/>
            <a:ext cx="2404354" cy="588286"/>
          </a:xfrm>
        </p:spPr>
        <p:txBody>
          <a:bodyPr/>
          <a:lstStyle/>
          <a:p>
            <a:r>
              <a:rPr lang="en-US" dirty="0" err="1"/>
              <a:t>Firstname</a:t>
            </a:r>
            <a:r>
              <a:rPr lang="en-US" dirty="0"/>
              <a:t> </a:t>
            </a:r>
            <a:r>
              <a:rPr lang="en-US" dirty="0" err="1"/>
              <a:t>Lastname</a:t>
            </a:r>
            <a:endParaRPr lang="en-US" dirty="0"/>
          </a:p>
          <a:p>
            <a:pPr lvl="1"/>
            <a:r>
              <a:rPr lang="en-US" dirty="0"/>
              <a:t>Title/department</a:t>
            </a:r>
          </a:p>
          <a:p>
            <a:pPr lvl="2"/>
            <a:r>
              <a:rPr lang="en-US" dirty="0"/>
              <a:t>Contact information 1</a:t>
            </a:r>
          </a:p>
        </p:txBody>
      </p:sp>
      <p:sp>
        <p:nvSpPr>
          <p:cNvPr id="23" name="Text Placeholder 22">
            <a:extLst>
              <a:ext uri="{FF2B5EF4-FFF2-40B4-BE49-F238E27FC236}">
                <a16:creationId xmlns:a16="http://schemas.microsoft.com/office/drawing/2014/main" id="{6353BC5D-1486-28CA-3C33-20686B536B70}"/>
              </a:ext>
            </a:extLst>
          </p:cNvPr>
          <p:cNvSpPr>
            <a:spLocks noGrp="1"/>
          </p:cNvSpPr>
          <p:nvPr>
            <p:ph type="body" sz="quarter" idx="62"/>
          </p:nvPr>
        </p:nvSpPr>
        <p:spPr>
          <a:xfrm>
            <a:off x="1491371" y="3297351"/>
            <a:ext cx="2404354" cy="588286"/>
          </a:xfrm>
        </p:spPr>
        <p:txBody>
          <a:bodyPr/>
          <a:lstStyle/>
          <a:p>
            <a:r>
              <a:rPr lang="en-US" dirty="0" err="1"/>
              <a:t>Firstname</a:t>
            </a:r>
            <a:r>
              <a:rPr lang="en-US" dirty="0"/>
              <a:t> </a:t>
            </a:r>
            <a:r>
              <a:rPr lang="en-US" dirty="0" err="1"/>
              <a:t>Lastname</a:t>
            </a:r>
            <a:endParaRPr lang="en-US" dirty="0"/>
          </a:p>
          <a:p>
            <a:pPr lvl="1"/>
            <a:r>
              <a:rPr lang="en-US" dirty="0"/>
              <a:t>Title/department</a:t>
            </a:r>
          </a:p>
          <a:p>
            <a:pPr lvl="2"/>
            <a:r>
              <a:rPr lang="en-US" dirty="0"/>
              <a:t>Contact information 1</a:t>
            </a:r>
          </a:p>
        </p:txBody>
      </p:sp>
      <p:sp>
        <p:nvSpPr>
          <p:cNvPr id="18" name="Text Placeholder 17">
            <a:extLst>
              <a:ext uri="{FF2B5EF4-FFF2-40B4-BE49-F238E27FC236}">
                <a16:creationId xmlns:a16="http://schemas.microsoft.com/office/drawing/2014/main" id="{7D9EBB59-691F-BB58-01E9-570229C6D93A}"/>
              </a:ext>
            </a:extLst>
          </p:cNvPr>
          <p:cNvSpPr>
            <a:spLocks noGrp="1"/>
          </p:cNvSpPr>
          <p:nvPr>
            <p:ph type="body" sz="quarter" idx="96"/>
          </p:nvPr>
        </p:nvSpPr>
        <p:spPr>
          <a:xfrm>
            <a:off x="5347251" y="3297351"/>
            <a:ext cx="2404354" cy="588286"/>
          </a:xfrm>
        </p:spPr>
        <p:txBody>
          <a:bodyPr/>
          <a:lstStyle/>
          <a:p>
            <a:r>
              <a:rPr lang="en-US" dirty="0" err="1"/>
              <a:t>Firstname</a:t>
            </a:r>
            <a:r>
              <a:rPr lang="en-US" dirty="0"/>
              <a:t> </a:t>
            </a:r>
            <a:r>
              <a:rPr lang="en-US" dirty="0" err="1"/>
              <a:t>Lastname</a:t>
            </a:r>
            <a:endParaRPr lang="en-US" dirty="0"/>
          </a:p>
          <a:p>
            <a:pPr lvl="1"/>
            <a:r>
              <a:rPr lang="en-US" dirty="0"/>
              <a:t>Title/department</a:t>
            </a:r>
          </a:p>
          <a:p>
            <a:pPr lvl="2"/>
            <a:r>
              <a:rPr lang="en-US" dirty="0"/>
              <a:t>Contact information 1</a:t>
            </a:r>
          </a:p>
        </p:txBody>
      </p:sp>
      <p:sp>
        <p:nvSpPr>
          <p:cNvPr id="22" name="Text Placeholder 21">
            <a:extLst>
              <a:ext uri="{FF2B5EF4-FFF2-40B4-BE49-F238E27FC236}">
                <a16:creationId xmlns:a16="http://schemas.microsoft.com/office/drawing/2014/main" id="{186872FE-1093-6E9F-4AF1-2A92FE6A7EF3}"/>
              </a:ext>
            </a:extLst>
          </p:cNvPr>
          <p:cNvSpPr>
            <a:spLocks noGrp="1"/>
          </p:cNvSpPr>
          <p:nvPr>
            <p:ph type="body" sz="quarter" idx="64"/>
          </p:nvPr>
        </p:nvSpPr>
        <p:spPr>
          <a:xfrm>
            <a:off x="9154043" y="3297351"/>
            <a:ext cx="2404354" cy="588286"/>
          </a:xfrm>
        </p:spPr>
        <p:txBody>
          <a:bodyPr/>
          <a:lstStyle/>
          <a:p>
            <a:r>
              <a:rPr lang="en-US" dirty="0" err="1"/>
              <a:t>Firstname</a:t>
            </a:r>
            <a:r>
              <a:rPr lang="en-US" dirty="0"/>
              <a:t> </a:t>
            </a:r>
            <a:r>
              <a:rPr lang="en-US" dirty="0" err="1"/>
              <a:t>Lastname</a:t>
            </a:r>
            <a:endParaRPr lang="en-US" dirty="0"/>
          </a:p>
          <a:p>
            <a:pPr lvl="1"/>
            <a:r>
              <a:rPr lang="en-US" dirty="0"/>
              <a:t>Title/department</a:t>
            </a:r>
          </a:p>
          <a:p>
            <a:pPr lvl="2"/>
            <a:r>
              <a:rPr lang="en-US" dirty="0"/>
              <a:t>Contact information 1</a:t>
            </a:r>
          </a:p>
        </p:txBody>
      </p:sp>
      <p:sp>
        <p:nvSpPr>
          <p:cNvPr id="17" name="Text Placeholder 16">
            <a:extLst>
              <a:ext uri="{FF2B5EF4-FFF2-40B4-BE49-F238E27FC236}">
                <a16:creationId xmlns:a16="http://schemas.microsoft.com/office/drawing/2014/main" id="{F7B4AD64-AEBE-534D-BA07-DD03BE026FA5}"/>
              </a:ext>
            </a:extLst>
          </p:cNvPr>
          <p:cNvSpPr>
            <a:spLocks noGrp="1"/>
          </p:cNvSpPr>
          <p:nvPr>
            <p:ph type="body" sz="quarter" idx="97"/>
          </p:nvPr>
        </p:nvSpPr>
        <p:spPr>
          <a:xfrm>
            <a:off x="1491371" y="4748325"/>
            <a:ext cx="2404354" cy="588286"/>
          </a:xfrm>
        </p:spPr>
        <p:txBody>
          <a:bodyPr/>
          <a:lstStyle/>
          <a:p>
            <a:r>
              <a:rPr lang="en-US" dirty="0" err="1"/>
              <a:t>Firstname</a:t>
            </a:r>
            <a:r>
              <a:rPr lang="en-US" dirty="0"/>
              <a:t> </a:t>
            </a:r>
            <a:r>
              <a:rPr lang="en-US" dirty="0" err="1"/>
              <a:t>Lastname</a:t>
            </a:r>
            <a:endParaRPr lang="en-US" dirty="0"/>
          </a:p>
          <a:p>
            <a:pPr lvl="1"/>
            <a:r>
              <a:rPr lang="en-US" dirty="0"/>
              <a:t>Title/department</a:t>
            </a:r>
          </a:p>
          <a:p>
            <a:pPr lvl="2"/>
            <a:r>
              <a:rPr lang="en-US" dirty="0"/>
              <a:t>Contact information 1</a:t>
            </a:r>
          </a:p>
        </p:txBody>
      </p:sp>
      <p:sp>
        <p:nvSpPr>
          <p:cNvPr id="21" name="Text Placeholder 20">
            <a:extLst>
              <a:ext uri="{FF2B5EF4-FFF2-40B4-BE49-F238E27FC236}">
                <a16:creationId xmlns:a16="http://schemas.microsoft.com/office/drawing/2014/main" id="{3492164D-7058-D39F-DA6A-7042EDF80B0C}"/>
              </a:ext>
            </a:extLst>
          </p:cNvPr>
          <p:cNvSpPr>
            <a:spLocks noGrp="1"/>
          </p:cNvSpPr>
          <p:nvPr>
            <p:ph type="body" sz="quarter" idx="66"/>
          </p:nvPr>
        </p:nvSpPr>
        <p:spPr>
          <a:xfrm>
            <a:off x="5347251" y="4748325"/>
            <a:ext cx="2404354" cy="588286"/>
          </a:xfrm>
        </p:spPr>
        <p:txBody>
          <a:bodyPr/>
          <a:lstStyle/>
          <a:p>
            <a:r>
              <a:rPr lang="en-US" dirty="0" err="1"/>
              <a:t>Firstname</a:t>
            </a:r>
            <a:r>
              <a:rPr lang="en-US" dirty="0"/>
              <a:t> </a:t>
            </a:r>
            <a:r>
              <a:rPr lang="en-US" dirty="0" err="1"/>
              <a:t>Lastname</a:t>
            </a:r>
            <a:endParaRPr lang="en-US" dirty="0"/>
          </a:p>
          <a:p>
            <a:pPr lvl="1"/>
            <a:r>
              <a:rPr lang="en-US" dirty="0"/>
              <a:t>Title/department</a:t>
            </a:r>
          </a:p>
          <a:p>
            <a:pPr lvl="2"/>
            <a:r>
              <a:rPr lang="en-US" dirty="0"/>
              <a:t>Contact information 1</a:t>
            </a:r>
          </a:p>
        </p:txBody>
      </p:sp>
      <p:sp>
        <p:nvSpPr>
          <p:cNvPr id="6" name="Text Placeholder 5">
            <a:extLst>
              <a:ext uri="{FF2B5EF4-FFF2-40B4-BE49-F238E27FC236}">
                <a16:creationId xmlns:a16="http://schemas.microsoft.com/office/drawing/2014/main" id="{B56F4008-733E-4D7B-D165-62515359A797}"/>
              </a:ext>
            </a:extLst>
          </p:cNvPr>
          <p:cNvSpPr>
            <a:spLocks noGrp="1"/>
          </p:cNvSpPr>
          <p:nvPr>
            <p:ph type="body" sz="quarter" idx="98"/>
          </p:nvPr>
        </p:nvSpPr>
        <p:spPr>
          <a:xfrm>
            <a:off x="9154043" y="4732794"/>
            <a:ext cx="2404354" cy="588286"/>
          </a:xfrm>
        </p:spPr>
        <p:txBody>
          <a:bodyPr/>
          <a:lstStyle/>
          <a:p>
            <a:r>
              <a:rPr lang="en-US" dirty="0" err="1"/>
              <a:t>Firstname</a:t>
            </a:r>
            <a:r>
              <a:rPr lang="en-US" dirty="0"/>
              <a:t> </a:t>
            </a:r>
            <a:r>
              <a:rPr lang="en-US" dirty="0" err="1"/>
              <a:t>Lastname</a:t>
            </a:r>
            <a:endParaRPr lang="en-US" dirty="0"/>
          </a:p>
          <a:p>
            <a:pPr lvl="1"/>
            <a:r>
              <a:rPr lang="en-US" dirty="0"/>
              <a:t>Title/department</a:t>
            </a:r>
          </a:p>
          <a:p>
            <a:pPr lvl="2"/>
            <a:r>
              <a:rPr lang="en-US" dirty="0"/>
              <a:t>Contact information 1</a:t>
            </a:r>
          </a:p>
        </p:txBody>
      </p:sp>
      <p:sp>
        <p:nvSpPr>
          <p:cNvPr id="49" name="Text Placeholder 48">
            <a:extLst>
              <a:ext uri="{FF2B5EF4-FFF2-40B4-BE49-F238E27FC236}">
                <a16:creationId xmlns:a16="http://schemas.microsoft.com/office/drawing/2014/main" id="{B6DCEEA9-A7BD-3760-EF1E-8065088D464D}"/>
              </a:ext>
            </a:extLst>
          </p:cNvPr>
          <p:cNvSpPr>
            <a:spLocks noGrp="1"/>
          </p:cNvSpPr>
          <p:nvPr>
            <p:ph type="body" sz="quarter" idx="58"/>
          </p:nvPr>
        </p:nvSpPr>
        <p:spPr/>
        <p:txBody>
          <a:bodyPr/>
          <a:lstStyle/>
          <a:p>
            <a:r>
              <a:rPr lang="en-US" dirty="0"/>
              <a:t>9-up</a:t>
            </a:r>
          </a:p>
        </p:txBody>
      </p:sp>
    </p:spTree>
    <p:extLst>
      <p:ext uri="{BB962C8B-B14F-4D97-AF65-F5344CB8AC3E}">
        <p14:creationId xmlns:p14="http://schemas.microsoft.com/office/powerpoint/2010/main" val="2802578701"/>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08BC21EE-579D-55AB-0898-DFA30915130C}"/>
              </a:ext>
            </a:extLst>
          </p:cNvPr>
          <p:cNvSpPr>
            <a:spLocks noGrp="1"/>
          </p:cNvSpPr>
          <p:nvPr>
            <p:ph type="ftr" sz="quarter" idx="11"/>
          </p:nvPr>
        </p:nvSpPr>
        <p:spPr>
          <a:xfrm>
            <a:off x="4781550" y="6311900"/>
            <a:ext cx="5448300" cy="269875"/>
          </a:xfrm>
        </p:spPr>
        <p:txBody>
          <a:bodyPr/>
          <a:lstStyle/>
          <a:p>
            <a:r>
              <a:rPr lang="en-US"/>
              <a:t>See slide 12 for instructions on how to update footer</a:t>
            </a:r>
            <a:endParaRPr lang="en-US" dirty="0"/>
          </a:p>
        </p:txBody>
      </p:sp>
      <p:sp>
        <p:nvSpPr>
          <p:cNvPr id="3" name="Slide Number Placeholder 2">
            <a:extLst>
              <a:ext uri="{FF2B5EF4-FFF2-40B4-BE49-F238E27FC236}">
                <a16:creationId xmlns:a16="http://schemas.microsoft.com/office/drawing/2014/main" id="{C03CA128-0A1F-F6C6-844D-DBFBEE8C8B8A}"/>
              </a:ext>
            </a:extLst>
          </p:cNvPr>
          <p:cNvSpPr>
            <a:spLocks noGrp="1"/>
          </p:cNvSpPr>
          <p:nvPr>
            <p:ph type="sldNum" sz="quarter" idx="12"/>
          </p:nvPr>
        </p:nvSpPr>
        <p:spPr>
          <a:xfrm>
            <a:off x="10428288" y="6311900"/>
            <a:ext cx="1209674" cy="269875"/>
          </a:xfrm>
        </p:spPr>
        <p:txBody>
          <a:bodyPr/>
          <a:lstStyle/>
          <a:p>
            <a:fld id="{862A5111-985B-C14D-9115-5787026182A8}" type="slidenum">
              <a:rPr lang="en-US" smtClean="0"/>
              <a:pPr/>
              <a:t>72</a:t>
            </a:fld>
            <a:endParaRPr lang="en-US" dirty="0"/>
          </a:p>
        </p:txBody>
      </p:sp>
      <p:pic>
        <p:nvPicPr>
          <p:cNvPr id="25" name="Picture Placeholder 6" descr="A person wearing glasses and a suit&#10;&#10;Description automatically generated">
            <a:extLst>
              <a:ext uri="{FF2B5EF4-FFF2-40B4-BE49-F238E27FC236}">
                <a16:creationId xmlns:a16="http://schemas.microsoft.com/office/drawing/2014/main" id="{F6A5662F-15D2-C4A9-BB46-C952CB24AD88}"/>
              </a:ext>
            </a:extLst>
          </p:cNvPr>
          <p:cNvPicPr>
            <a:picLocks noGrp="1" noChangeAspect="1"/>
          </p:cNvPicPr>
          <p:nvPr>
            <p:ph type="pic" sz="quarter" idx="29"/>
          </p:nvPr>
        </p:nvPicPr>
        <p:blipFill>
          <a:blip r:embed="rId2" cstate="screen">
            <a:extLst>
              <a:ext uri="{28A0092B-C50C-407E-A947-70E740481C1C}">
                <a14:useLocalDpi xmlns:a14="http://schemas.microsoft.com/office/drawing/2010/main"/>
              </a:ext>
            </a:extLst>
          </a:blip>
          <a:srcRect l="16710" r="16710"/>
          <a:stretch/>
        </p:blipFill>
        <p:spPr>
          <a:xfrm>
            <a:off x="546200" y="1562404"/>
            <a:ext cx="723656" cy="725487"/>
          </a:xfrm>
        </p:spPr>
      </p:pic>
      <p:sp>
        <p:nvSpPr>
          <p:cNvPr id="43" name="Picture Placeholder 42">
            <a:extLst>
              <a:ext uri="{FF2B5EF4-FFF2-40B4-BE49-F238E27FC236}">
                <a16:creationId xmlns:a16="http://schemas.microsoft.com/office/drawing/2014/main" id="{A3022F81-F5A9-0879-BF34-E21337F2C316}"/>
              </a:ext>
            </a:extLst>
          </p:cNvPr>
          <p:cNvSpPr>
            <a:spLocks noGrp="1"/>
          </p:cNvSpPr>
          <p:nvPr>
            <p:ph type="pic" sz="quarter" idx="59"/>
          </p:nvPr>
        </p:nvSpPr>
        <p:spPr/>
        <p:txBody>
          <a:bodyPr/>
          <a:lstStyle/>
          <a:p>
            <a:endParaRPr lang="en-US"/>
          </a:p>
        </p:txBody>
      </p:sp>
      <p:sp>
        <p:nvSpPr>
          <p:cNvPr id="44" name="Picture Placeholder 43">
            <a:extLst>
              <a:ext uri="{FF2B5EF4-FFF2-40B4-BE49-F238E27FC236}">
                <a16:creationId xmlns:a16="http://schemas.microsoft.com/office/drawing/2014/main" id="{9DE0A29B-928E-342B-42CD-E55EE4F8B10E}"/>
              </a:ext>
            </a:extLst>
          </p:cNvPr>
          <p:cNvSpPr>
            <a:spLocks noGrp="1"/>
          </p:cNvSpPr>
          <p:nvPr>
            <p:ph type="pic" sz="quarter" idx="61"/>
          </p:nvPr>
        </p:nvSpPr>
        <p:spPr/>
        <p:txBody>
          <a:bodyPr/>
          <a:lstStyle/>
          <a:p>
            <a:endParaRPr lang="en-US"/>
          </a:p>
        </p:txBody>
      </p:sp>
      <p:sp>
        <p:nvSpPr>
          <p:cNvPr id="45" name="Picture Placeholder 44">
            <a:extLst>
              <a:ext uri="{FF2B5EF4-FFF2-40B4-BE49-F238E27FC236}">
                <a16:creationId xmlns:a16="http://schemas.microsoft.com/office/drawing/2014/main" id="{D43C8267-783D-73CC-CEA6-52570FB16647}"/>
              </a:ext>
            </a:extLst>
          </p:cNvPr>
          <p:cNvSpPr>
            <a:spLocks noGrp="1"/>
          </p:cNvSpPr>
          <p:nvPr>
            <p:ph type="pic" sz="quarter" idx="63"/>
          </p:nvPr>
        </p:nvSpPr>
        <p:spPr/>
        <p:txBody>
          <a:bodyPr/>
          <a:lstStyle/>
          <a:p>
            <a:endParaRPr lang="en-US"/>
          </a:p>
        </p:txBody>
      </p:sp>
      <p:sp>
        <p:nvSpPr>
          <p:cNvPr id="46" name="Picture Placeholder 45">
            <a:extLst>
              <a:ext uri="{FF2B5EF4-FFF2-40B4-BE49-F238E27FC236}">
                <a16:creationId xmlns:a16="http://schemas.microsoft.com/office/drawing/2014/main" id="{98B58FFA-A325-725A-AC63-43007D07A55D}"/>
              </a:ext>
            </a:extLst>
          </p:cNvPr>
          <p:cNvSpPr>
            <a:spLocks noGrp="1"/>
          </p:cNvSpPr>
          <p:nvPr>
            <p:ph type="pic" sz="quarter" idx="65"/>
          </p:nvPr>
        </p:nvSpPr>
        <p:spPr/>
        <p:txBody>
          <a:bodyPr/>
          <a:lstStyle/>
          <a:p>
            <a:endParaRPr lang="en-US"/>
          </a:p>
        </p:txBody>
      </p:sp>
      <p:sp>
        <p:nvSpPr>
          <p:cNvPr id="47" name="Picture Placeholder 46">
            <a:extLst>
              <a:ext uri="{FF2B5EF4-FFF2-40B4-BE49-F238E27FC236}">
                <a16:creationId xmlns:a16="http://schemas.microsoft.com/office/drawing/2014/main" id="{4E830C00-91DA-28BD-0279-FE81E8C1FA44}"/>
              </a:ext>
            </a:extLst>
          </p:cNvPr>
          <p:cNvSpPr>
            <a:spLocks noGrp="1"/>
          </p:cNvSpPr>
          <p:nvPr>
            <p:ph type="pic" sz="quarter" idx="67"/>
          </p:nvPr>
        </p:nvSpPr>
        <p:spPr/>
        <p:txBody>
          <a:bodyPr/>
          <a:lstStyle/>
          <a:p>
            <a:endParaRPr lang="en-US"/>
          </a:p>
        </p:txBody>
      </p:sp>
      <p:sp>
        <p:nvSpPr>
          <p:cNvPr id="48" name="Picture Placeholder 47">
            <a:extLst>
              <a:ext uri="{FF2B5EF4-FFF2-40B4-BE49-F238E27FC236}">
                <a16:creationId xmlns:a16="http://schemas.microsoft.com/office/drawing/2014/main" id="{FE2F880B-DF70-0862-A476-F871C2DC78EB}"/>
              </a:ext>
            </a:extLst>
          </p:cNvPr>
          <p:cNvSpPr>
            <a:spLocks noGrp="1"/>
          </p:cNvSpPr>
          <p:nvPr>
            <p:ph type="pic" sz="quarter" idx="69"/>
          </p:nvPr>
        </p:nvSpPr>
        <p:spPr/>
        <p:txBody>
          <a:bodyPr/>
          <a:lstStyle/>
          <a:p>
            <a:endParaRPr lang="en-US"/>
          </a:p>
        </p:txBody>
      </p:sp>
      <p:sp>
        <p:nvSpPr>
          <p:cNvPr id="49" name="Picture Placeholder 48">
            <a:extLst>
              <a:ext uri="{FF2B5EF4-FFF2-40B4-BE49-F238E27FC236}">
                <a16:creationId xmlns:a16="http://schemas.microsoft.com/office/drawing/2014/main" id="{64C833F6-FB7D-566F-120A-463DF3B34D55}"/>
              </a:ext>
            </a:extLst>
          </p:cNvPr>
          <p:cNvSpPr>
            <a:spLocks noGrp="1"/>
          </p:cNvSpPr>
          <p:nvPr>
            <p:ph type="pic" sz="quarter" idx="71"/>
          </p:nvPr>
        </p:nvSpPr>
        <p:spPr/>
        <p:txBody>
          <a:bodyPr/>
          <a:lstStyle/>
          <a:p>
            <a:endParaRPr lang="en-US"/>
          </a:p>
        </p:txBody>
      </p:sp>
      <p:sp>
        <p:nvSpPr>
          <p:cNvPr id="50" name="Picture Placeholder 49">
            <a:extLst>
              <a:ext uri="{FF2B5EF4-FFF2-40B4-BE49-F238E27FC236}">
                <a16:creationId xmlns:a16="http://schemas.microsoft.com/office/drawing/2014/main" id="{4F862D84-1236-CBC3-10A1-B16DD47F0661}"/>
              </a:ext>
            </a:extLst>
          </p:cNvPr>
          <p:cNvSpPr>
            <a:spLocks noGrp="1"/>
          </p:cNvSpPr>
          <p:nvPr>
            <p:ph type="pic" sz="quarter" idx="73"/>
          </p:nvPr>
        </p:nvSpPr>
        <p:spPr/>
        <p:txBody>
          <a:bodyPr/>
          <a:lstStyle/>
          <a:p>
            <a:endParaRPr lang="en-US"/>
          </a:p>
        </p:txBody>
      </p:sp>
      <p:sp>
        <p:nvSpPr>
          <p:cNvPr id="51" name="Picture Placeholder 50">
            <a:extLst>
              <a:ext uri="{FF2B5EF4-FFF2-40B4-BE49-F238E27FC236}">
                <a16:creationId xmlns:a16="http://schemas.microsoft.com/office/drawing/2014/main" id="{F8E2A2D5-452B-A613-39B0-7F3D5B829824}"/>
              </a:ext>
            </a:extLst>
          </p:cNvPr>
          <p:cNvSpPr>
            <a:spLocks noGrp="1"/>
          </p:cNvSpPr>
          <p:nvPr>
            <p:ph type="pic" sz="quarter" idx="75"/>
          </p:nvPr>
        </p:nvSpPr>
        <p:spPr/>
        <p:txBody>
          <a:bodyPr/>
          <a:lstStyle/>
          <a:p>
            <a:endParaRPr lang="en-US"/>
          </a:p>
        </p:txBody>
      </p:sp>
      <p:sp>
        <p:nvSpPr>
          <p:cNvPr id="52" name="Picture Placeholder 51">
            <a:extLst>
              <a:ext uri="{FF2B5EF4-FFF2-40B4-BE49-F238E27FC236}">
                <a16:creationId xmlns:a16="http://schemas.microsoft.com/office/drawing/2014/main" id="{C03AF2AB-3A15-85BB-137A-07DC4E677781}"/>
              </a:ext>
            </a:extLst>
          </p:cNvPr>
          <p:cNvSpPr>
            <a:spLocks noGrp="1"/>
          </p:cNvSpPr>
          <p:nvPr>
            <p:ph type="pic" sz="quarter" idx="77"/>
          </p:nvPr>
        </p:nvSpPr>
        <p:spPr/>
        <p:txBody>
          <a:bodyPr/>
          <a:lstStyle/>
          <a:p>
            <a:endParaRPr lang="en-US"/>
          </a:p>
        </p:txBody>
      </p:sp>
      <p:sp>
        <p:nvSpPr>
          <p:cNvPr id="53" name="Picture Placeholder 52">
            <a:extLst>
              <a:ext uri="{FF2B5EF4-FFF2-40B4-BE49-F238E27FC236}">
                <a16:creationId xmlns:a16="http://schemas.microsoft.com/office/drawing/2014/main" id="{47A16952-00F3-8CC9-831C-CF057A26BC58}"/>
              </a:ext>
            </a:extLst>
          </p:cNvPr>
          <p:cNvSpPr>
            <a:spLocks noGrp="1"/>
          </p:cNvSpPr>
          <p:nvPr>
            <p:ph type="pic" sz="quarter" idx="79"/>
          </p:nvPr>
        </p:nvSpPr>
        <p:spPr/>
        <p:txBody>
          <a:bodyPr/>
          <a:lstStyle/>
          <a:p>
            <a:endParaRPr lang="en-US"/>
          </a:p>
        </p:txBody>
      </p:sp>
      <p:sp>
        <p:nvSpPr>
          <p:cNvPr id="15" name="Title 14">
            <a:extLst>
              <a:ext uri="{FF2B5EF4-FFF2-40B4-BE49-F238E27FC236}">
                <a16:creationId xmlns:a16="http://schemas.microsoft.com/office/drawing/2014/main" id="{93CA36B2-FE6D-FFC1-D2F4-01AFAE58F02A}"/>
              </a:ext>
            </a:extLst>
          </p:cNvPr>
          <p:cNvSpPr>
            <a:spLocks noGrp="1"/>
          </p:cNvSpPr>
          <p:nvPr>
            <p:ph type="title"/>
          </p:nvPr>
        </p:nvSpPr>
        <p:spPr>
          <a:xfrm>
            <a:off x="546100" y="548640"/>
            <a:ext cx="11091862" cy="438785"/>
          </a:xfrm>
        </p:spPr>
        <p:txBody>
          <a:bodyPr/>
          <a:lstStyle/>
          <a:p>
            <a:r>
              <a:rPr lang="en-US" dirty="0"/>
              <a:t>Contact sheet</a:t>
            </a:r>
          </a:p>
        </p:txBody>
      </p:sp>
      <p:sp>
        <p:nvSpPr>
          <p:cNvPr id="22" name="Text Placeholder 21">
            <a:extLst>
              <a:ext uri="{FF2B5EF4-FFF2-40B4-BE49-F238E27FC236}">
                <a16:creationId xmlns:a16="http://schemas.microsoft.com/office/drawing/2014/main" id="{186872FE-1093-6E9F-4AF1-2A92FE6A7EF3}"/>
              </a:ext>
            </a:extLst>
          </p:cNvPr>
          <p:cNvSpPr>
            <a:spLocks noGrp="1"/>
          </p:cNvSpPr>
          <p:nvPr>
            <p:ph type="body" sz="quarter" idx="94"/>
          </p:nvPr>
        </p:nvSpPr>
        <p:spPr>
          <a:xfrm>
            <a:off x="545350" y="2421426"/>
            <a:ext cx="2623978" cy="588286"/>
          </a:xfrm>
        </p:spPr>
        <p:txBody>
          <a:bodyPr>
            <a:normAutofit fontScale="92500" lnSpcReduction="10000"/>
          </a:bodyPr>
          <a:lstStyle/>
          <a:p>
            <a:r>
              <a:rPr lang="en-US" dirty="0" err="1"/>
              <a:t>Firstname</a:t>
            </a:r>
            <a:r>
              <a:rPr lang="en-US" dirty="0"/>
              <a:t> </a:t>
            </a:r>
            <a:r>
              <a:rPr lang="en-US" dirty="0" err="1"/>
              <a:t>Lastname</a:t>
            </a:r>
            <a:endParaRPr lang="en-US" dirty="0"/>
          </a:p>
          <a:p>
            <a:pPr lvl="1"/>
            <a:r>
              <a:rPr lang="en-US" dirty="0"/>
              <a:t>Title/department</a:t>
            </a:r>
          </a:p>
          <a:p>
            <a:pPr lvl="2"/>
            <a:r>
              <a:rPr lang="en-US" dirty="0"/>
              <a:t>Contact information 1</a:t>
            </a:r>
          </a:p>
        </p:txBody>
      </p:sp>
      <p:sp>
        <p:nvSpPr>
          <p:cNvPr id="37" name="Text Placeholder 36">
            <a:extLst>
              <a:ext uri="{FF2B5EF4-FFF2-40B4-BE49-F238E27FC236}">
                <a16:creationId xmlns:a16="http://schemas.microsoft.com/office/drawing/2014/main" id="{9F31A616-F71C-C3A0-CFE9-3EC6D9FB36E2}"/>
              </a:ext>
            </a:extLst>
          </p:cNvPr>
          <p:cNvSpPr>
            <a:spLocks noGrp="1"/>
          </p:cNvSpPr>
          <p:nvPr>
            <p:ph type="body" sz="quarter" idx="60"/>
          </p:nvPr>
        </p:nvSpPr>
        <p:spPr>
          <a:xfrm>
            <a:off x="3357144" y="2426187"/>
            <a:ext cx="2623978" cy="588286"/>
          </a:xfrm>
        </p:spPr>
        <p:txBody>
          <a:bodyPr>
            <a:normAutofit fontScale="92500" lnSpcReduction="10000"/>
          </a:bodyPr>
          <a:lstStyle/>
          <a:p>
            <a:r>
              <a:rPr lang="en-US" dirty="0" err="1"/>
              <a:t>Firstname</a:t>
            </a:r>
            <a:r>
              <a:rPr lang="en-US" dirty="0"/>
              <a:t> </a:t>
            </a:r>
            <a:r>
              <a:rPr lang="en-US" dirty="0" err="1"/>
              <a:t>Lastname</a:t>
            </a:r>
            <a:endParaRPr lang="en-US" dirty="0"/>
          </a:p>
          <a:p>
            <a:pPr lvl="1"/>
            <a:r>
              <a:rPr lang="en-US" dirty="0"/>
              <a:t>Title/department</a:t>
            </a:r>
          </a:p>
          <a:p>
            <a:pPr lvl="2"/>
            <a:r>
              <a:rPr lang="en-US" dirty="0"/>
              <a:t>Contact information 1</a:t>
            </a:r>
          </a:p>
        </p:txBody>
      </p:sp>
      <p:sp>
        <p:nvSpPr>
          <p:cNvPr id="21" name="Text Placeholder 20">
            <a:extLst>
              <a:ext uri="{FF2B5EF4-FFF2-40B4-BE49-F238E27FC236}">
                <a16:creationId xmlns:a16="http://schemas.microsoft.com/office/drawing/2014/main" id="{3492164D-7058-D39F-DA6A-7042EDF80B0C}"/>
              </a:ext>
            </a:extLst>
          </p:cNvPr>
          <p:cNvSpPr>
            <a:spLocks noGrp="1"/>
          </p:cNvSpPr>
          <p:nvPr>
            <p:ph type="body" sz="quarter" idx="95"/>
          </p:nvPr>
        </p:nvSpPr>
        <p:spPr>
          <a:xfrm>
            <a:off x="6174687" y="2426187"/>
            <a:ext cx="2623978" cy="588286"/>
          </a:xfrm>
        </p:spPr>
        <p:txBody>
          <a:bodyPr>
            <a:normAutofit fontScale="92500" lnSpcReduction="10000"/>
          </a:bodyPr>
          <a:lstStyle/>
          <a:p>
            <a:r>
              <a:rPr lang="en-US" dirty="0" err="1"/>
              <a:t>Firstname</a:t>
            </a:r>
            <a:r>
              <a:rPr lang="en-US" dirty="0"/>
              <a:t> </a:t>
            </a:r>
            <a:r>
              <a:rPr lang="en-US" dirty="0" err="1"/>
              <a:t>Lastname</a:t>
            </a:r>
            <a:endParaRPr lang="en-US" dirty="0"/>
          </a:p>
          <a:p>
            <a:pPr lvl="1"/>
            <a:r>
              <a:rPr lang="en-US" dirty="0"/>
              <a:t>Title/department</a:t>
            </a:r>
          </a:p>
          <a:p>
            <a:pPr lvl="2"/>
            <a:r>
              <a:rPr lang="en-US" dirty="0"/>
              <a:t>Contact information 1</a:t>
            </a:r>
          </a:p>
        </p:txBody>
      </p:sp>
      <p:sp>
        <p:nvSpPr>
          <p:cNvPr id="36" name="Text Placeholder 35">
            <a:extLst>
              <a:ext uri="{FF2B5EF4-FFF2-40B4-BE49-F238E27FC236}">
                <a16:creationId xmlns:a16="http://schemas.microsoft.com/office/drawing/2014/main" id="{E6766C27-70E1-2AB8-D30E-9EC059D405D3}"/>
              </a:ext>
            </a:extLst>
          </p:cNvPr>
          <p:cNvSpPr>
            <a:spLocks noGrp="1"/>
          </p:cNvSpPr>
          <p:nvPr>
            <p:ph type="body" sz="quarter" idx="62"/>
          </p:nvPr>
        </p:nvSpPr>
        <p:spPr>
          <a:xfrm>
            <a:off x="9005296" y="2429974"/>
            <a:ext cx="2623978" cy="588286"/>
          </a:xfrm>
        </p:spPr>
        <p:txBody>
          <a:bodyPr>
            <a:normAutofit fontScale="92500" lnSpcReduction="10000"/>
          </a:bodyPr>
          <a:lstStyle/>
          <a:p>
            <a:r>
              <a:rPr lang="en-US" dirty="0" err="1"/>
              <a:t>Firstname</a:t>
            </a:r>
            <a:r>
              <a:rPr lang="en-US" dirty="0"/>
              <a:t> </a:t>
            </a:r>
            <a:r>
              <a:rPr lang="en-US" dirty="0" err="1"/>
              <a:t>Lastname</a:t>
            </a:r>
            <a:endParaRPr lang="en-US" dirty="0"/>
          </a:p>
          <a:p>
            <a:pPr lvl="1"/>
            <a:r>
              <a:rPr lang="en-US" dirty="0"/>
              <a:t>Title/department</a:t>
            </a:r>
          </a:p>
          <a:p>
            <a:pPr lvl="2"/>
            <a:r>
              <a:rPr lang="en-US" dirty="0"/>
              <a:t>Contact information 1</a:t>
            </a:r>
          </a:p>
        </p:txBody>
      </p:sp>
      <p:sp>
        <p:nvSpPr>
          <p:cNvPr id="20" name="Text Placeholder 19">
            <a:extLst>
              <a:ext uri="{FF2B5EF4-FFF2-40B4-BE49-F238E27FC236}">
                <a16:creationId xmlns:a16="http://schemas.microsoft.com/office/drawing/2014/main" id="{9D42FC44-5871-E64C-1572-B575E7DCA6F1}"/>
              </a:ext>
            </a:extLst>
          </p:cNvPr>
          <p:cNvSpPr>
            <a:spLocks noGrp="1"/>
          </p:cNvSpPr>
          <p:nvPr>
            <p:ph type="body" sz="quarter" idx="96"/>
          </p:nvPr>
        </p:nvSpPr>
        <p:spPr>
          <a:xfrm>
            <a:off x="543911" y="3997820"/>
            <a:ext cx="2623978" cy="588286"/>
          </a:xfrm>
        </p:spPr>
        <p:txBody>
          <a:bodyPr>
            <a:normAutofit fontScale="92500" lnSpcReduction="10000"/>
          </a:bodyPr>
          <a:lstStyle/>
          <a:p>
            <a:r>
              <a:rPr lang="en-US" dirty="0" err="1"/>
              <a:t>Firstname</a:t>
            </a:r>
            <a:r>
              <a:rPr lang="en-US" dirty="0"/>
              <a:t> </a:t>
            </a:r>
            <a:r>
              <a:rPr lang="en-US" dirty="0" err="1"/>
              <a:t>Lastname</a:t>
            </a:r>
            <a:endParaRPr lang="en-US" dirty="0"/>
          </a:p>
          <a:p>
            <a:pPr lvl="1"/>
            <a:r>
              <a:rPr lang="en-US" dirty="0"/>
              <a:t>Title/department</a:t>
            </a:r>
          </a:p>
          <a:p>
            <a:pPr lvl="2"/>
            <a:r>
              <a:rPr lang="en-US" dirty="0"/>
              <a:t>Contact information 1</a:t>
            </a:r>
          </a:p>
        </p:txBody>
      </p:sp>
      <p:sp>
        <p:nvSpPr>
          <p:cNvPr id="24" name="Text Placeholder 23">
            <a:extLst>
              <a:ext uri="{FF2B5EF4-FFF2-40B4-BE49-F238E27FC236}">
                <a16:creationId xmlns:a16="http://schemas.microsoft.com/office/drawing/2014/main" id="{1F34CFCA-22A7-EC0C-2511-C04DD4E3D90E}"/>
              </a:ext>
            </a:extLst>
          </p:cNvPr>
          <p:cNvSpPr>
            <a:spLocks noGrp="1"/>
          </p:cNvSpPr>
          <p:nvPr>
            <p:ph type="body" sz="quarter" idx="64"/>
          </p:nvPr>
        </p:nvSpPr>
        <p:spPr>
          <a:xfrm>
            <a:off x="3369875" y="3997820"/>
            <a:ext cx="2623978" cy="588286"/>
          </a:xfrm>
        </p:spPr>
        <p:txBody>
          <a:bodyPr>
            <a:normAutofit fontScale="92500" lnSpcReduction="10000"/>
          </a:bodyPr>
          <a:lstStyle/>
          <a:p>
            <a:r>
              <a:rPr lang="en-US" dirty="0" err="1"/>
              <a:t>Firstname</a:t>
            </a:r>
            <a:r>
              <a:rPr lang="en-US" dirty="0"/>
              <a:t> </a:t>
            </a:r>
            <a:r>
              <a:rPr lang="en-US" dirty="0" err="1"/>
              <a:t>Lastname</a:t>
            </a:r>
            <a:endParaRPr lang="en-US" dirty="0"/>
          </a:p>
          <a:p>
            <a:pPr lvl="1"/>
            <a:r>
              <a:rPr lang="en-US" dirty="0"/>
              <a:t>Title/department</a:t>
            </a:r>
          </a:p>
          <a:p>
            <a:pPr lvl="2"/>
            <a:r>
              <a:rPr lang="en-US" dirty="0"/>
              <a:t>Contact information 1</a:t>
            </a:r>
          </a:p>
        </p:txBody>
      </p:sp>
      <p:sp>
        <p:nvSpPr>
          <p:cNvPr id="19" name="Text Placeholder 18">
            <a:extLst>
              <a:ext uri="{FF2B5EF4-FFF2-40B4-BE49-F238E27FC236}">
                <a16:creationId xmlns:a16="http://schemas.microsoft.com/office/drawing/2014/main" id="{6F4B314E-C16D-2C3A-7DDC-EE9413450651}"/>
              </a:ext>
            </a:extLst>
          </p:cNvPr>
          <p:cNvSpPr>
            <a:spLocks noGrp="1"/>
          </p:cNvSpPr>
          <p:nvPr>
            <p:ph type="body" sz="quarter" idx="97"/>
          </p:nvPr>
        </p:nvSpPr>
        <p:spPr>
          <a:xfrm>
            <a:off x="6185564" y="3988842"/>
            <a:ext cx="2623978" cy="588286"/>
          </a:xfrm>
        </p:spPr>
        <p:txBody>
          <a:bodyPr>
            <a:normAutofit fontScale="92500" lnSpcReduction="10000"/>
          </a:bodyPr>
          <a:lstStyle/>
          <a:p>
            <a:r>
              <a:rPr lang="en-US" dirty="0" err="1"/>
              <a:t>Firstname</a:t>
            </a:r>
            <a:r>
              <a:rPr lang="en-US" dirty="0"/>
              <a:t> </a:t>
            </a:r>
            <a:r>
              <a:rPr lang="en-US" dirty="0" err="1"/>
              <a:t>Lastname</a:t>
            </a:r>
            <a:endParaRPr lang="en-US" dirty="0"/>
          </a:p>
          <a:p>
            <a:pPr lvl="1"/>
            <a:r>
              <a:rPr lang="en-US" dirty="0"/>
              <a:t>Title/department</a:t>
            </a:r>
          </a:p>
          <a:p>
            <a:pPr lvl="2"/>
            <a:r>
              <a:rPr lang="en-US" dirty="0"/>
              <a:t>Contact information 1</a:t>
            </a:r>
          </a:p>
        </p:txBody>
      </p:sp>
      <p:sp>
        <p:nvSpPr>
          <p:cNvPr id="23" name="Text Placeholder 22">
            <a:extLst>
              <a:ext uri="{FF2B5EF4-FFF2-40B4-BE49-F238E27FC236}">
                <a16:creationId xmlns:a16="http://schemas.microsoft.com/office/drawing/2014/main" id="{6353BC5D-1486-28CA-3C33-20686B536B70}"/>
              </a:ext>
            </a:extLst>
          </p:cNvPr>
          <p:cNvSpPr>
            <a:spLocks noGrp="1"/>
          </p:cNvSpPr>
          <p:nvPr>
            <p:ph type="body" sz="quarter" idx="66"/>
          </p:nvPr>
        </p:nvSpPr>
        <p:spPr>
          <a:xfrm>
            <a:off x="9013984" y="3997820"/>
            <a:ext cx="2623978" cy="588286"/>
          </a:xfrm>
        </p:spPr>
        <p:txBody>
          <a:bodyPr>
            <a:normAutofit fontScale="92500" lnSpcReduction="10000"/>
          </a:bodyPr>
          <a:lstStyle/>
          <a:p>
            <a:r>
              <a:rPr lang="en-US" dirty="0" err="1"/>
              <a:t>Firstname</a:t>
            </a:r>
            <a:r>
              <a:rPr lang="en-US" dirty="0"/>
              <a:t> </a:t>
            </a:r>
            <a:r>
              <a:rPr lang="en-US" dirty="0" err="1"/>
              <a:t>Lastname</a:t>
            </a:r>
            <a:endParaRPr lang="en-US" dirty="0"/>
          </a:p>
          <a:p>
            <a:pPr lvl="1"/>
            <a:r>
              <a:rPr lang="en-US" dirty="0"/>
              <a:t>Title/department</a:t>
            </a:r>
          </a:p>
          <a:p>
            <a:pPr lvl="2"/>
            <a:r>
              <a:rPr lang="en-US" dirty="0"/>
              <a:t>Contact information 1</a:t>
            </a:r>
          </a:p>
        </p:txBody>
      </p:sp>
      <p:sp>
        <p:nvSpPr>
          <p:cNvPr id="18" name="Text Placeholder 17">
            <a:extLst>
              <a:ext uri="{FF2B5EF4-FFF2-40B4-BE49-F238E27FC236}">
                <a16:creationId xmlns:a16="http://schemas.microsoft.com/office/drawing/2014/main" id="{7D9EBB59-691F-BB58-01E9-570229C6D93A}"/>
              </a:ext>
            </a:extLst>
          </p:cNvPr>
          <p:cNvSpPr>
            <a:spLocks noGrp="1"/>
          </p:cNvSpPr>
          <p:nvPr>
            <p:ph type="body" sz="quarter" idx="98"/>
          </p:nvPr>
        </p:nvSpPr>
        <p:spPr>
          <a:xfrm>
            <a:off x="554038" y="5572433"/>
            <a:ext cx="2623978" cy="588286"/>
          </a:xfrm>
        </p:spPr>
        <p:txBody>
          <a:bodyPr>
            <a:normAutofit fontScale="92500" lnSpcReduction="10000"/>
          </a:bodyPr>
          <a:lstStyle/>
          <a:p>
            <a:r>
              <a:rPr lang="en-US" dirty="0" err="1"/>
              <a:t>Firstname</a:t>
            </a:r>
            <a:r>
              <a:rPr lang="en-US" dirty="0"/>
              <a:t> </a:t>
            </a:r>
            <a:r>
              <a:rPr lang="en-US" dirty="0" err="1"/>
              <a:t>Lastname</a:t>
            </a:r>
            <a:endParaRPr lang="en-US" dirty="0"/>
          </a:p>
          <a:p>
            <a:pPr lvl="1"/>
            <a:r>
              <a:rPr lang="en-US" dirty="0"/>
              <a:t>Title/department</a:t>
            </a:r>
          </a:p>
          <a:p>
            <a:pPr lvl="2"/>
            <a:r>
              <a:rPr lang="en-US" dirty="0"/>
              <a:t>Contact information 1</a:t>
            </a:r>
          </a:p>
        </p:txBody>
      </p:sp>
      <p:sp>
        <p:nvSpPr>
          <p:cNvPr id="17" name="Text Placeholder 16">
            <a:extLst>
              <a:ext uri="{FF2B5EF4-FFF2-40B4-BE49-F238E27FC236}">
                <a16:creationId xmlns:a16="http://schemas.microsoft.com/office/drawing/2014/main" id="{F7B4AD64-AEBE-534D-BA07-DD03BE026FA5}"/>
              </a:ext>
            </a:extLst>
          </p:cNvPr>
          <p:cNvSpPr>
            <a:spLocks noGrp="1"/>
          </p:cNvSpPr>
          <p:nvPr>
            <p:ph type="body" sz="quarter" idx="99"/>
          </p:nvPr>
        </p:nvSpPr>
        <p:spPr>
          <a:xfrm>
            <a:off x="3375025" y="5572853"/>
            <a:ext cx="2616775" cy="588235"/>
          </a:xfrm>
        </p:spPr>
        <p:txBody>
          <a:bodyPr>
            <a:normAutofit fontScale="92500" lnSpcReduction="10000"/>
          </a:bodyPr>
          <a:lstStyle/>
          <a:p>
            <a:r>
              <a:rPr lang="en-US" dirty="0" err="1"/>
              <a:t>Firstname</a:t>
            </a:r>
            <a:r>
              <a:rPr lang="en-US" dirty="0"/>
              <a:t> </a:t>
            </a:r>
            <a:r>
              <a:rPr lang="en-US" dirty="0" err="1"/>
              <a:t>Lastname</a:t>
            </a:r>
            <a:endParaRPr lang="en-US" dirty="0"/>
          </a:p>
          <a:p>
            <a:pPr lvl="1"/>
            <a:r>
              <a:rPr lang="en-US" dirty="0"/>
              <a:t>Title/department</a:t>
            </a:r>
          </a:p>
          <a:p>
            <a:pPr lvl="2"/>
            <a:r>
              <a:rPr lang="en-US" dirty="0"/>
              <a:t>Contact information 1</a:t>
            </a:r>
          </a:p>
        </p:txBody>
      </p:sp>
      <p:sp>
        <p:nvSpPr>
          <p:cNvPr id="6" name="Text Placeholder 5">
            <a:extLst>
              <a:ext uri="{FF2B5EF4-FFF2-40B4-BE49-F238E27FC236}">
                <a16:creationId xmlns:a16="http://schemas.microsoft.com/office/drawing/2014/main" id="{B56F4008-733E-4D7B-D165-62515359A797}"/>
              </a:ext>
            </a:extLst>
          </p:cNvPr>
          <p:cNvSpPr>
            <a:spLocks noGrp="1"/>
          </p:cNvSpPr>
          <p:nvPr>
            <p:ph type="body" sz="quarter" idx="100"/>
          </p:nvPr>
        </p:nvSpPr>
        <p:spPr>
          <a:xfrm>
            <a:off x="6194425" y="5588367"/>
            <a:ext cx="2623130" cy="572721"/>
          </a:xfrm>
        </p:spPr>
        <p:txBody>
          <a:bodyPr>
            <a:normAutofit fontScale="92500" lnSpcReduction="10000"/>
          </a:bodyPr>
          <a:lstStyle/>
          <a:p>
            <a:r>
              <a:rPr lang="en-US" dirty="0" err="1"/>
              <a:t>Firstname</a:t>
            </a:r>
            <a:r>
              <a:rPr lang="en-US" dirty="0"/>
              <a:t> </a:t>
            </a:r>
            <a:r>
              <a:rPr lang="en-US" dirty="0" err="1"/>
              <a:t>Lastname</a:t>
            </a:r>
            <a:endParaRPr lang="en-US" dirty="0"/>
          </a:p>
          <a:p>
            <a:pPr lvl="1"/>
            <a:r>
              <a:rPr lang="en-US" dirty="0"/>
              <a:t>Title/department</a:t>
            </a:r>
          </a:p>
          <a:p>
            <a:pPr lvl="2"/>
            <a:r>
              <a:rPr lang="en-US" dirty="0"/>
              <a:t>Contact information 1</a:t>
            </a:r>
          </a:p>
        </p:txBody>
      </p:sp>
      <p:sp>
        <p:nvSpPr>
          <p:cNvPr id="16" name="Text Placeholder 15">
            <a:extLst>
              <a:ext uri="{FF2B5EF4-FFF2-40B4-BE49-F238E27FC236}">
                <a16:creationId xmlns:a16="http://schemas.microsoft.com/office/drawing/2014/main" id="{240263E6-2C73-14F2-8B88-423C6D74EF0C}"/>
              </a:ext>
            </a:extLst>
          </p:cNvPr>
          <p:cNvSpPr>
            <a:spLocks noGrp="1"/>
          </p:cNvSpPr>
          <p:nvPr>
            <p:ph type="body" sz="quarter" idx="101"/>
          </p:nvPr>
        </p:nvSpPr>
        <p:spPr>
          <a:xfrm>
            <a:off x="9013824" y="5572853"/>
            <a:ext cx="2612537" cy="588235"/>
          </a:xfrm>
        </p:spPr>
        <p:txBody>
          <a:bodyPr/>
          <a:lstStyle/>
          <a:p>
            <a:r>
              <a:rPr lang="en-US" dirty="0" err="1"/>
              <a:t>Firstname</a:t>
            </a:r>
            <a:r>
              <a:rPr lang="en-US" dirty="0"/>
              <a:t> </a:t>
            </a:r>
            <a:r>
              <a:rPr lang="en-US" dirty="0" err="1"/>
              <a:t>Lastname</a:t>
            </a:r>
            <a:endParaRPr lang="en-US" dirty="0"/>
          </a:p>
          <a:p>
            <a:pPr lvl="1"/>
            <a:r>
              <a:rPr lang="en-US" dirty="0"/>
              <a:t>Title/department</a:t>
            </a:r>
          </a:p>
          <a:p>
            <a:pPr lvl="2"/>
            <a:r>
              <a:rPr lang="en-US" dirty="0"/>
              <a:t>Contact information 1</a:t>
            </a:r>
          </a:p>
        </p:txBody>
      </p:sp>
      <p:sp>
        <p:nvSpPr>
          <p:cNvPr id="38" name="Text Placeholder 37">
            <a:extLst>
              <a:ext uri="{FF2B5EF4-FFF2-40B4-BE49-F238E27FC236}">
                <a16:creationId xmlns:a16="http://schemas.microsoft.com/office/drawing/2014/main" id="{0BAF6B58-01B5-C0CF-4306-245AEFACA8B5}"/>
              </a:ext>
            </a:extLst>
          </p:cNvPr>
          <p:cNvSpPr>
            <a:spLocks noGrp="1"/>
          </p:cNvSpPr>
          <p:nvPr>
            <p:ph type="body" sz="quarter" idx="58"/>
          </p:nvPr>
        </p:nvSpPr>
        <p:spPr>
          <a:xfrm>
            <a:off x="548640" y="1127125"/>
            <a:ext cx="11089322" cy="295275"/>
          </a:xfrm>
        </p:spPr>
        <p:txBody>
          <a:bodyPr>
            <a:noAutofit/>
          </a:bodyPr>
          <a:lstStyle/>
          <a:p>
            <a:r>
              <a:rPr lang="en-US" dirty="0"/>
              <a:t>12-up</a:t>
            </a:r>
          </a:p>
        </p:txBody>
      </p:sp>
    </p:spTree>
    <p:extLst>
      <p:ext uri="{BB962C8B-B14F-4D97-AF65-F5344CB8AC3E}">
        <p14:creationId xmlns:p14="http://schemas.microsoft.com/office/powerpoint/2010/main" val="644478071"/>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851BE9-32EB-7642-3941-953620B9F010}"/>
              </a:ext>
            </a:extLst>
          </p:cNvPr>
          <p:cNvSpPr>
            <a:spLocks noGrp="1"/>
          </p:cNvSpPr>
          <p:nvPr>
            <p:ph type="title"/>
          </p:nvPr>
        </p:nvSpPr>
        <p:spPr>
          <a:xfrm>
            <a:off x="539751" y="4567237"/>
            <a:ext cx="5441950" cy="1165225"/>
          </a:xfrm>
        </p:spPr>
        <p:txBody>
          <a:bodyPr/>
          <a:lstStyle/>
          <a:p>
            <a:r>
              <a:rPr lang="en-US" dirty="0"/>
              <a:t>Thank you</a:t>
            </a:r>
          </a:p>
        </p:txBody>
      </p:sp>
      <p:sp>
        <p:nvSpPr>
          <p:cNvPr id="4" name="Text Placeholder 3">
            <a:extLst>
              <a:ext uri="{FF2B5EF4-FFF2-40B4-BE49-F238E27FC236}">
                <a16:creationId xmlns:a16="http://schemas.microsoft.com/office/drawing/2014/main" id="{5285643D-114F-5F76-B4F6-00911F0C673C}"/>
              </a:ext>
            </a:extLst>
          </p:cNvPr>
          <p:cNvSpPr>
            <a:spLocks noGrp="1"/>
          </p:cNvSpPr>
          <p:nvPr>
            <p:ph type="body" sz="quarter" idx="15"/>
          </p:nvPr>
        </p:nvSpPr>
        <p:spPr/>
        <p:txBody>
          <a:bodyPr/>
          <a:lstStyle/>
          <a:p>
            <a:endParaRPr lang="en-US"/>
          </a:p>
        </p:txBody>
      </p:sp>
      <p:sp>
        <p:nvSpPr>
          <p:cNvPr id="5" name="Text Placeholder 4">
            <a:extLst>
              <a:ext uri="{FF2B5EF4-FFF2-40B4-BE49-F238E27FC236}">
                <a16:creationId xmlns:a16="http://schemas.microsoft.com/office/drawing/2014/main" id="{990D1374-9DFD-85AE-FF24-BB3D42F6BDCD}"/>
              </a:ext>
            </a:extLst>
          </p:cNvPr>
          <p:cNvSpPr>
            <a:spLocks noGrp="1"/>
          </p:cNvSpPr>
          <p:nvPr>
            <p:ph type="body" sz="quarter" idx="94"/>
          </p:nvPr>
        </p:nvSpPr>
        <p:spPr/>
        <p:txBody>
          <a:bodyPr/>
          <a:lstStyle/>
          <a:p>
            <a:r>
              <a:rPr lang="en-US" dirty="0" err="1"/>
              <a:t>Firstname</a:t>
            </a:r>
            <a:r>
              <a:rPr lang="en-US" dirty="0"/>
              <a:t> </a:t>
            </a:r>
            <a:r>
              <a:rPr lang="en-US" dirty="0" err="1"/>
              <a:t>Lastname</a:t>
            </a:r>
            <a:endParaRPr lang="en-US" dirty="0"/>
          </a:p>
          <a:p>
            <a:pPr lvl="1"/>
            <a:r>
              <a:rPr lang="en-US" dirty="0"/>
              <a:t>Title/department</a:t>
            </a:r>
          </a:p>
          <a:p>
            <a:pPr lvl="2"/>
            <a:r>
              <a:rPr lang="en-US" dirty="0"/>
              <a:t>Contact information 1</a:t>
            </a:r>
          </a:p>
        </p:txBody>
      </p:sp>
      <p:sp>
        <p:nvSpPr>
          <p:cNvPr id="10" name="Text Placeholder 9">
            <a:extLst>
              <a:ext uri="{FF2B5EF4-FFF2-40B4-BE49-F238E27FC236}">
                <a16:creationId xmlns:a16="http://schemas.microsoft.com/office/drawing/2014/main" id="{2784709E-18EA-BF9D-D6BF-EFDD6DABAB7F}"/>
              </a:ext>
            </a:extLst>
          </p:cNvPr>
          <p:cNvSpPr>
            <a:spLocks noGrp="1"/>
          </p:cNvSpPr>
          <p:nvPr>
            <p:ph type="body" sz="quarter" idx="95"/>
          </p:nvPr>
        </p:nvSpPr>
        <p:spPr/>
        <p:txBody>
          <a:bodyPr/>
          <a:lstStyle/>
          <a:p>
            <a:r>
              <a:rPr lang="en-US" dirty="0" err="1"/>
              <a:t>Firstname</a:t>
            </a:r>
            <a:r>
              <a:rPr lang="en-US" dirty="0"/>
              <a:t> </a:t>
            </a:r>
            <a:r>
              <a:rPr lang="en-US" dirty="0" err="1"/>
              <a:t>Lastname</a:t>
            </a:r>
            <a:endParaRPr lang="en-US" dirty="0"/>
          </a:p>
          <a:p>
            <a:pPr lvl="1"/>
            <a:r>
              <a:rPr lang="en-US" dirty="0"/>
              <a:t>Title/department</a:t>
            </a:r>
          </a:p>
          <a:p>
            <a:pPr lvl="2"/>
            <a:r>
              <a:rPr lang="en-US" dirty="0"/>
              <a:t>Contact information 1</a:t>
            </a:r>
          </a:p>
        </p:txBody>
      </p:sp>
      <p:sp>
        <p:nvSpPr>
          <p:cNvPr id="11" name="Text Placeholder 10">
            <a:extLst>
              <a:ext uri="{FF2B5EF4-FFF2-40B4-BE49-F238E27FC236}">
                <a16:creationId xmlns:a16="http://schemas.microsoft.com/office/drawing/2014/main" id="{E82FA1C0-2D74-24E1-D923-D4C70A55D9BB}"/>
              </a:ext>
            </a:extLst>
          </p:cNvPr>
          <p:cNvSpPr>
            <a:spLocks noGrp="1"/>
          </p:cNvSpPr>
          <p:nvPr>
            <p:ph type="body" sz="quarter" idx="96"/>
          </p:nvPr>
        </p:nvSpPr>
        <p:spPr/>
        <p:txBody>
          <a:bodyPr/>
          <a:lstStyle/>
          <a:p>
            <a:r>
              <a:rPr lang="en-US" dirty="0" err="1"/>
              <a:t>Firstname</a:t>
            </a:r>
            <a:r>
              <a:rPr lang="en-US" dirty="0"/>
              <a:t> </a:t>
            </a:r>
            <a:r>
              <a:rPr lang="en-US" dirty="0" err="1"/>
              <a:t>Lastname</a:t>
            </a:r>
            <a:endParaRPr lang="en-US" dirty="0"/>
          </a:p>
          <a:p>
            <a:pPr lvl="1"/>
            <a:r>
              <a:rPr lang="en-US" dirty="0"/>
              <a:t>Title/department</a:t>
            </a:r>
          </a:p>
          <a:p>
            <a:pPr lvl="2"/>
            <a:r>
              <a:rPr lang="en-US" dirty="0"/>
              <a:t>Contact information 1</a:t>
            </a:r>
          </a:p>
        </p:txBody>
      </p:sp>
    </p:spTree>
    <p:extLst>
      <p:ext uri="{BB962C8B-B14F-4D97-AF65-F5344CB8AC3E}">
        <p14:creationId xmlns:p14="http://schemas.microsoft.com/office/powerpoint/2010/main" val="2116017538"/>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4380FF54-847C-E76D-7F48-3FB5EE168820}"/>
              </a:ext>
            </a:extLst>
          </p:cNvPr>
          <p:cNvSpPr>
            <a:spLocks noGrp="1"/>
          </p:cNvSpPr>
          <p:nvPr>
            <p:ph type="ftr" sz="quarter" idx="11"/>
          </p:nvPr>
        </p:nvSpPr>
        <p:spPr/>
        <p:txBody>
          <a:bodyPr/>
          <a:lstStyle/>
          <a:p>
            <a:r>
              <a:rPr lang="en-US"/>
              <a:t>See slide 12 for instructions on how to update footer</a:t>
            </a:r>
            <a:endParaRPr lang="en-US" dirty="0"/>
          </a:p>
        </p:txBody>
      </p:sp>
      <p:sp>
        <p:nvSpPr>
          <p:cNvPr id="3" name="Slide Number Placeholder 2">
            <a:extLst>
              <a:ext uri="{FF2B5EF4-FFF2-40B4-BE49-F238E27FC236}">
                <a16:creationId xmlns:a16="http://schemas.microsoft.com/office/drawing/2014/main" id="{165D5429-A2A1-3A84-2F6D-1423C9F90FA7}"/>
              </a:ext>
            </a:extLst>
          </p:cNvPr>
          <p:cNvSpPr>
            <a:spLocks noGrp="1"/>
          </p:cNvSpPr>
          <p:nvPr>
            <p:ph type="sldNum" sz="quarter" idx="12"/>
          </p:nvPr>
        </p:nvSpPr>
        <p:spPr/>
        <p:txBody>
          <a:bodyPr/>
          <a:lstStyle/>
          <a:p>
            <a:fld id="{862A5111-985B-C14D-9115-5787026182A8}" type="slidenum">
              <a:rPr lang="en-US" smtClean="0"/>
              <a:pPr/>
              <a:t>74</a:t>
            </a:fld>
            <a:endParaRPr lang="en-US" dirty="0"/>
          </a:p>
        </p:txBody>
      </p:sp>
    </p:spTree>
    <p:extLst>
      <p:ext uri="{BB962C8B-B14F-4D97-AF65-F5344CB8AC3E}">
        <p14:creationId xmlns:p14="http://schemas.microsoft.com/office/powerpoint/2010/main" val="2025805609"/>
      </p:ext>
    </p:extLst>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SCOR Managing Agency</a:t>
            </a:r>
          </a:p>
        </p:txBody>
      </p:sp>
      <p:sp>
        <p:nvSpPr>
          <p:cNvPr id="3" name="Text Placeholder 2"/>
          <p:cNvSpPr>
            <a:spLocks noGrp="1"/>
          </p:cNvSpPr>
          <p:nvPr>
            <p:ph type="body" idx="11" sz="quarter"/>
          </p:nvPr>
        </p:nvSpPr>
        <p:spPr/>
        <p:txBody>
          <a:bodyPr/>
          <a:lstStyle/>
          <a:p/>
        </p:txBody>
      </p:sp>
      <p:sp>
        <p:nvSpPr>
          <p:cNvPr id="4" name="Text Placeholder 3"/>
          <p:cNvSpPr>
            <a:spLocks noGrp="1"/>
          </p:cNvSpPr>
          <p:nvPr>
            <p:ph type="body" idx="99" sz="quarter"/>
          </p:nvPr>
        </p:nvSpPr>
        <p:spPr/>
        <p:txBody>
          <a:bodyPr/>
          <a:lstStyle/>
          <a:p/>
        </p:txBody>
      </p:sp>
      <p:sp>
        <p:nvSpPr>
          <p:cNvPr id="5" name="Text Placeholder 4"/>
          <p:cNvSpPr>
            <a:spLocks noGrp="1"/>
          </p:cNvSpPr>
          <p:nvPr>
            <p:ph type="body" idx="100" sz="quarter"/>
          </p:nvPr>
        </p:nvSpPr>
        <p:spPr/>
        <p:txBody>
          <a:bodyPr/>
          <a:lstStyle/>
          <a:p/>
        </p:txBody>
      </p:sp>
      <p:sp>
        <p:nvSpPr>
          <p:cNvPr id="6" name="Text Placeholder 5"/>
          <p:cNvSpPr>
            <a:spLocks noGrp="1"/>
          </p:cNvSpPr>
          <p:nvPr>
            <p:ph type="body" idx="101" sz="quarter"/>
          </p:nvPr>
        </p:nvSpPr>
        <p:spPr/>
        <p:txBody>
          <a:bodyPr/>
          <a:lstStyle/>
          <a:p/>
        </p:txBody>
      </p:sp>
      <p:sp>
        <p:nvSpPr>
          <p:cNvPr id="7" name="Text Placeholder 6"/>
          <p:cNvSpPr>
            <a:spLocks noGrp="1"/>
          </p:cNvSpPr>
          <p:nvPr>
            <p:ph type="body" idx="102" sz="quarter"/>
          </p:nvPr>
        </p:nvSpPr>
        <p:spPr/>
        <p:txBody>
          <a:bodyPr/>
          <a:lstStyle/>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Executive summary</a:t>
            </a:r>
          </a:p>
        </p:txBody>
      </p:sp>
      <p:sp>
        <p:nvSpPr>
          <p:cNvPr id="3" name="Text Placeholder 2"/>
          <p:cNvSpPr>
            <a:spLocks noGrp="1"/>
          </p:cNvSpPr>
          <p:nvPr>
            <p:ph type="body" idx="13" sz="quarter"/>
          </p:nvPr>
        </p:nvSpPr>
        <p:spPr/>
        <p:txBody>
          <a:bodyPr/>
          <a:lstStyle/>
          <a:p/>
        </p:txBody>
      </p:sp>
      <p:sp>
        <p:nvSpPr>
          <p:cNvPr id="4" name="Content Placeholder 3"/>
          <p:cNvSpPr>
            <a:spLocks noGrp="1"/>
          </p:cNvSpPr>
          <p:nvPr>
            <p:ph idx="18" sz="quarter"/>
          </p:nvPr>
        </p:nvSpPr>
        <p:spPr/>
        <p:txBody>
          <a:bodyPr/>
          <a:lstStyle/>
          <a:p/>
        </p:txBody>
      </p:sp>
      <p:sp>
        <p:nvSpPr>
          <p:cNvPr id="5" name="Text Placeholder 4"/>
          <p:cNvSpPr>
            <a:spLocks noGrp="1"/>
          </p:cNvSpPr>
          <p:nvPr>
            <p:ph type="body" idx="15" sz="quarter"/>
          </p:nvPr>
        </p:nvSpPr>
        <p:spPr/>
        <p:txBody>
          <a:bodyPr/>
          <a:lstStyle/>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Contractual position summary</a:t>
            </a:r>
          </a:p>
        </p:txBody>
      </p:sp>
      <p:sp>
        <p:nvSpPr>
          <p:cNvPr id="3" name="Content Placeholder 2"/>
          <p:cNvSpPr>
            <a:spLocks noGrp="1"/>
          </p:cNvSpPr>
          <p:nvPr>
            <p:ph idx="2" sz="half"/>
          </p:nvPr>
        </p:nvSpPr>
        <p:spPr/>
        <p:txBody>
          <a:bodyPr/>
          <a:lstStyle/>
          <a:p/>
        </p:txBody>
      </p:sp>
      <p:sp>
        <p:nvSpPr>
          <p:cNvPr id="4" name="Text Placeholder 3"/>
          <p:cNvSpPr>
            <a:spLocks noGrp="1"/>
          </p:cNvSpPr>
          <p:nvPr>
            <p:ph type="body" idx="17" sz="quarter"/>
          </p:nvPr>
        </p:nvSpPr>
        <p:spPr/>
        <p:txBody>
          <a:bodyPr/>
          <a:lstStyle/>
          <a:p/>
        </p:txBody>
      </p:sp>
      <p:sp>
        <p:nvSpPr>
          <p:cNvPr id="5" name="Text Placeholder 4"/>
          <p:cNvSpPr>
            <a:spLocks noGrp="1"/>
          </p:cNvSpPr>
          <p:nvPr>
            <p:ph type="body" idx="18" sz="quarter"/>
          </p:nvPr>
        </p:nvSpPr>
        <p:spPr/>
        <p:txBody>
          <a:bodyPr/>
          <a:lstStyle/>
          <a:p/>
        </p:txBody>
      </p:sp>
      <p:graphicFrame>
        <p:nvGraphicFramePr>
          <p:cNvPr id="6" name="Table 5"/>
          <p:cNvGraphicFramePr>
            <a:graphicFrameLocks noGrp="1"/>
          </p:cNvGraphicFramePr>
          <p:nvPr/>
        </p:nvGraphicFramePr>
        <p:xfrm>
          <a:off x="546100" y="1849438"/>
          <a:ext cx="9672637" cy="4017962"/>
        </p:xfrm>
        <a:graphic>
          <a:graphicData uri="http://schemas.openxmlformats.org/drawingml/2006/table">
            <a:tbl>
              <a:tblPr firstRow="1" bandRow="1">
                <a:tableStyleId>{5C22544A-7EE6-4342-B048-85BDC9FD1C3A}</a:tableStyleId>
              </a:tblPr>
              <a:tblGrid>
                <a:gridCol w="1934527"/>
                <a:gridCol w="1934527"/>
                <a:gridCol w="1934527"/>
                <a:gridCol w="1934527"/>
                <a:gridCol w="1934529"/>
              </a:tblGrid>
              <a:tr h="669660">
                <a:tc>
                  <a:txBody>
                    <a:bodyPr/>
                    <a:lstStyle/>
                    <a:p>
                      <a:r>
                        <a:t>Document</a:t>
                      </a:r>
                    </a:p>
                  </a:txBody>
                  <a:tcPr/>
                </a:tc>
                <a:tc>
                  <a:txBody>
                    <a:bodyPr/>
                    <a:lstStyle/>
                    <a:p>
                      <a:r>
                        <a:t>Date</a:t>
                      </a:r>
                    </a:p>
                  </a:txBody>
                  <a:tcPr/>
                </a:tc>
                <a:tc>
                  <a:txBody>
                    <a:bodyPr/>
                    <a:lstStyle/>
                    <a:p>
                      <a:r>
                        <a:t>Agreement Ref</a:t>
                      </a:r>
                    </a:p>
                  </a:txBody>
                  <a:tcPr/>
                </a:tc>
                <a:tc>
                  <a:txBody>
                    <a:bodyPr/>
                    <a:lstStyle/>
                    <a:p>
                      <a:r>
                        <a:t>Key point</a:t>
                      </a:r>
                    </a:p>
                  </a:txBody>
                  <a:tcPr/>
                </a:tc>
                <a:tc>
                  <a:txBody>
                    <a:bodyPr/>
                    <a:lstStyle/>
                    <a:p>
                      <a:r>
                        <a:t>Fee impact</a:t>
                      </a:r>
                    </a:p>
                  </a:txBody>
                  <a:tcPr/>
                </a:tc>
              </a:tr>
              <a:tr h="669660">
                <a:tc>
                  <a:txBody>
                    <a:bodyPr/>
                    <a:lstStyle/>
                    <a:p>
                      <a:r>
                        <a:t>Base Order Form</a:t>
                      </a:r>
                    </a:p>
                  </a:txBody>
                  <a:tcPr/>
                </a:tc>
                <a:tc>
                  <a:txBody>
                    <a:bodyPr/>
                    <a:lstStyle/>
                    <a:p>
                      <a:r>
                        <a:t>23 Dec 2016</a:t>
                      </a:r>
                    </a:p>
                  </a:txBody>
                  <a:tcPr/>
                </a:tc>
                <a:tc>
                  <a:txBody>
                    <a:bodyPr/>
                    <a:lstStyle/>
                    <a:p>
                      <a:r>
                        <a:t>00073841.0</a:t>
                      </a:r>
                    </a:p>
                  </a:txBody>
                  <a:tcPr/>
                </a:tc>
                <a:tc>
                  <a:txBody>
                    <a:bodyPr/>
                    <a:lstStyle/>
                    <a:p>
                      <a:r>
                        <a:t>Framework baseline for current service</a:t>
                      </a:r>
                    </a:p>
                  </a:txBody>
                  <a:tcPr/>
                </a:tc>
                <a:tc>
                  <a:txBody>
                    <a:bodyPr/>
                    <a:lstStyle/>
                    <a:p>
                      <a:r>
                        <a:t>Legacy baseline</a:t>
                      </a:r>
                    </a:p>
                  </a:txBody>
                  <a:tcPr/>
                </a:tc>
              </a:tr>
              <a:tr h="669660">
                <a:tc>
                  <a:txBody>
                    <a:bodyPr/>
                    <a:lstStyle/>
                    <a:p>
                      <a:r>
                        <a:t>Renewal Notification</a:t>
                      </a:r>
                    </a:p>
                  </a:txBody>
                  <a:tcPr/>
                </a:tc>
                <a:tc>
                  <a:txBody>
                    <a:bodyPr/>
                    <a:lstStyle/>
                    <a:p>
                      <a:r>
                        <a:t>23 Dec 2023</a:t>
                      </a:r>
                    </a:p>
                  </a:txBody>
                  <a:tcPr/>
                </a:tc>
                <a:tc>
                  <a:txBody>
                    <a:bodyPr/>
                    <a:lstStyle/>
                    <a:p>
                      <a:r>
                        <a:t>00073841.7</a:t>
                      </a:r>
                    </a:p>
                  </a:txBody>
                  <a:tcPr/>
                </a:tc>
                <a:tc>
                  <a:txBody>
                    <a:bodyPr/>
                    <a:lstStyle/>
                    <a:p>
                      <a:r>
                        <a:t>Annual renewal continuity</a:t>
                      </a:r>
                    </a:p>
                  </a:txBody>
                  <a:tcPr/>
                </a:tc>
                <a:tc>
                  <a:txBody>
                    <a:bodyPr/>
                    <a:lstStyle/>
                    <a:p>
                      <a:r>
                        <a:t>GBP 50,364</a:t>
                      </a:r>
                    </a:p>
                  </a:txBody>
                  <a:tcPr/>
                </a:tc>
              </a:tr>
              <a:tr h="669660">
                <a:tc>
                  <a:txBody>
                    <a:bodyPr/>
                    <a:lstStyle/>
                    <a:p>
                      <a:r>
                        <a:t>Renewal Notification</a:t>
                      </a:r>
                    </a:p>
                  </a:txBody>
                  <a:tcPr/>
                </a:tc>
                <a:tc>
                  <a:txBody>
                    <a:bodyPr/>
                    <a:lstStyle/>
                    <a:p>
                      <a:r>
                        <a:t>23 Dec 2024</a:t>
                      </a:r>
                    </a:p>
                  </a:txBody>
                  <a:tcPr/>
                </a:tc>
                <a:tc>
                  <a:txBody>
                    <a:bodyPr/>
                    <a:lstStyle/>
                    <a:p>
                      <a:r>
                        <a:t>00073841.8</a:t>
                      </a:r>
                    </a:p>
                  </a:txBody>
                  <a:tcPr/>
                </a:tc>
                <a:tc>
                  <a:txBody>
                    <a:bodyPr/>
                    <a:lstStyle/>
                    <a:p>
                      <a:r>
                        <a:t>Annual renewal continuity</a:t>
                      </a:r>
                    </a:p>
                  </a:txBody>
                  <a:tcPr/>
                </a:tc>
                <a:tc>
                  <a:txBody>
                    <a:bodyPr/>
                    <a:lstStyle/>
                    <a:p>
                      <a:r>
                        <a:t>GBP 52,379</a:t>
                      </a:r>
                    </a:p>
                  </a:txBody>
                  <a:tcPr/>
                </a:tc>
              </a:tr>
              <a:tr h="669660">
                <a:tc>
                  <a:txBody>
                    <a:bodyPr/>
                    <a:lstStyle/>
                    <a:p>
                      <a:r>
                        <a:t>Renewal Notification</a:t>
                      </a:r>
                    </a:p>
                  </a:txBody>
                  <a:tcPr/>
                </a:tc>
                <a:tc>
                  <a:txBody>
                    <a:bodyPr/>
                    <a:lstStyle/>
                    <a:p>
                      <a:r>
                        <a:t>23 Dec 2025</a:t>
                      </a:r>
                    </a:p>
                  </a:txBody>
                  <a:tcPr/>
                </a:tc>
                <a:tc>
                  <a:txBody>
                    <a:bodyPr/>
                    <a:lstStyle/>
                    <a:p>
                      <a:r>
                        <a:t>00073841.9</a:t>
                      </a:r>
                    </a:p>
                  </a:txBody>
                  <a:tcPr/>
                </a:tc>
                <a:tc>
                  <a:txBody>
                    <a:bodyPr/>
                    <a:lstStyle/>
                    <a:p>
                      <a:r>
                        <a:t>Annual renewal continuity</a:t>
                      </a:r>
                    </a:p>
                  </a:txBody>
                  <a:tcPr/>
                </a:tc>
                <a:tc>
                  <a:txBody>
                    <a:bodyPr/>
                    <a:lstStyle/>
                    <a:p>
                      <a:r>
                        <a:t>GBP 53,950</a:t>
                      </a:r>
                    </a:p>
                  </a:txBody>
                  <a:tcPr/>
                </a:tc>
              </a:tr>
              <a:tr h="669662">
                <a:tc>
                  <a:txBody>
                    <a:bodyPr/>
                    <a:lstStyle/>
                    <a:p>
                      <a:r>
                        <a:t>Amendment 1</a:t>
                      </a:r>
                    </a:p>
                  </a:txBody>
                  <a:tcPr/>
                </a:tc>
                <a:tc>
                  <a:txBody>
                    <a:bodyPr/>
                    <a:lstStyle/>
                    <a:p>
                      <a:r>
                        <a:t>23 Dec 2025</a:t>
                      </a:r>
                    </a:p>
                  </a:txBody>
                  <a:tcPr/>
                </a:tc>
                <a:tc>
                  <a:txBody>
                    <a:bodyPr/>
                    <a:lstStyle/>
                    <a:p>
                      <a:r>
                        <a:t>00073841.9</a:t>
                      </a:r>
                    </a:p>
                  </a:txBody>
                  <a:tcPr/>
                </a:tc>
                <a:tc>
                  <a:txBody>
                    <a:bodyPr/>
                    <a:lstStyle/>
                    <a:p>
                      <a:r>
                        <a:t>Name/address + sanctions clause update</a:t>
                      </a:r>
                    </a:p>
                  </a:txBody>
                  <a:tcPr/>
                </a:tc>
                <a:tc>
                  <a:txBody>
                    <a:bodyPr/>
                    <a:lstStyle/>
                    <a:p>
                      <a:r>
                        <a:t>No explicit change</a:t>
                      </a:r>
                    </a:p>
                  </a:txBody>
                  <a:tcPr/>
                </a:tc>
              </a:tr>
            </a:tbl>
          </a:graphicData>
        </a:graphic>
      </p:graphicFrame>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Commercial trend: annual renewal fees</a:t>
            </a:r>
          </a:p>
        </p:txBody>
      </p:sp>
      <p:sp>
        <p:nvSpPr>
          <p:cNvPr id="3" name="Content Placeholder 2"/>
          <p:cNvSpPr>
            <a:spLocks noGrp="1"/>
          </p:cNvSpPr>
          <p:nvPr>
            <p:ph idx="2" sz="half"/>
          </p:nvPr>
        </p:nvSpPr>
        <p:spPr/>
        <p:txBody>
          <a:bodyPr/>
          <a:lstStyle/>
          <a:p/>
        </p:txBody>
      </p:sp>
      <p:sp>
        <p:nvSpPr>
          <p:cNvPr id="4" name="Text Placeholder 3"/>
          <p:cNvSpPr>
            <a:spLocks noGrp="1"/>
          </p:cNvSpPr>
          <p:nvPr>
            <p:ph type="body" idx="17" sz="quarter"/>
          </p:nvPr>
        </p:nvSpPr>
        <p:spPr/>
        <p:txBody>
          <a:bodyPr/>
          <a:lstStyle/>
          <a:p/>
        </p:txBody>
      </p:sp>
      <p:sp>
        <p:nvSpPr>
          <p:cNvPr id="5" name="Text Placeholder 4"/>
          <p:cNvSpPr>
            <a:spLocks noGrp="1"/>
          </p:cNvSpPr>
          <p:nvPr>
            <p:ph type="body" idx="18" sz="quarter"/>
          </p:nvPr>
        </p:nvSpPr>
        <p:spPr/>
        <p:txBody>
          <a:bodyPr/>
          <a:lstStyle/>
          <a:p/>
        </p:txBody>
      </p:sp>
      <p:graphicFrame>
        <p:nvGraphicFramePr>
          <p:cNvPr id="6" name="Chart 5"/>
          <p:cNvGraphicFramePr>
            <a:graphicFrameLocks noGrp="1"/>
          </p:cNvGraphicFramePr>
          <p:nvPr/>
        </p:nvGraphicFramePr>
        <p:xfrm>
          <a:off x="546100" y="1849438"/>
          <a:ext cx="9672637" cy="4017962"/>
        </p:xfrm>
        <a:graphic>
          <a:graphicData uri="http://schemas.openxmlformats.org/drawingml/2006/chart">
            <c:chart xmlns:c="http://schemas.openxmlformats.org/drawingml/2006/chart" r:id="rId2"/>
          </a:graphicData>
        </a:graphic>
      </p:graphicFrame>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Picture Placeholder 1"/>
          <p:cNvSpPr>
            <a:spLocks noGrp="1"/>
          </p:cNvSpPr>
          <p:nvPr>
            <p:ph type="pic" idx="37" sz="quarter"/>
          </p:nvPr>
        </p:nvSpPr>
        <p:spPr/>
      </p:sp>
      <p:sp>
        <p:nvSpPr>
          <p:cNvPr id="3" name="Picture Placeholder 2"/>
          <p:cNvSpPr>
            <a:spLocks noGrp="1"/>
          </p:cNvSpPr>
          <p:nvPr>
            <p:ph type="pic" idx="38" sz="quarter"/>
          </p:nvPr>
        </p:nvSpPr>
        <p:spPr/>
      </p:sp>
      <p:sp>
        <p:nvSpPr>
          <p:cNvPr id="4" name="Title 3"/>
          <p:cNvSpPr>
            <a:spLocks noGrp="1"/>
          </p:cNvSpPr>
          <p:nvPr>
            <p:ph type="title"/>
          </p:nvPr>
        </p:nvSpPr>
        <p:spPr/>
        <p:txBody>
          <a:bodyPr/>
          <a:lstStyle/>
          <a:p>
            <a:r>
              <a:t>Use case and operating model</a:t>
            </a:r>
          </a:p>
        </p:txBody>
      </p:sp>
      <p:sp>
        <p:nvSpPr>
          <p:cNvPr id="5" name="Text Placeholder 4"/>
          <p:cNvSpPr>
            <a:spLocks noGrp="1"/>
          </p:cNvSpPr>
          <p:nvPr>
            <p:ph type="body" idx="21" sz="quarter"/>
          </p:nvPr>
        </p:nvSpPr>
        <p:spPr/>
        <p:txBody>
          <a:bodyPr/>
          <a:lstStyle/>
          <a:p/>
        </p:txBody>
      </p:sp>
      <p:sp>
        <p:nvSpPr>
          <p:cNvPr id="6" name="Text Placeholder 5"/>
          <p:cNvSpPr>
            <a:spLocks noGrp="1"/>
          </p:cNvSpPr>
          <p:nvPr>
            <p:ph type="body" idx="22" sz="quarter"/>
          </p:nvPr>
        </p:nvSpPr>
        <p:spPr/>
        <p:txBody>
          <a:bodyPr/>
          <a:lstStyle/>
          <a:p/>
        </p:txBody>
      </p:sp>
      <p:sp>
        <p:nvSpPr>
          <p:cNvPr id="7" name="Content Placeholder 6"/>
          <p:cNvSpPr>
            <a:spLocks noGrp="1"/>
          </p:cNvSpPr>
          <p:nvPr>
            <p:ph idx="27" sz="quarter"/>
          </p:nvPr>
        </p:nvSpPr>
        <p:spPr/>
        <p:txBody>
          <a:bodyPr/>
          <a:lstStyle/>
          <a:p/>
        </p:txBody>
      </p:sp>
      <p:sp>
        <p:nvSpPr>
          <p:cNvPr id="8" name="Content Placeholder 7"/>
          <p:cNvSpPr>
            <a:spLocks noGrp="1"/>
          </p:cNvSpPr>
          <p:nvPr>
            <p:ph idx="28" sz="quarter"/>
          </p:nvPr>
        </p:nvSpPr>
        <p:spPr/>
        <p:txBody>
          <a:bodyPr/>
          <a:lstStyle/>
          <a:p/>
        </p:txBody>
      </p:sp>
      <p:sp>
        <p:nvSpPr>
          <p:cNvPr id="9" name="Oval 8"/>
          <p:cNvSpPr/>
          <p:nvPr/>
        </p:nvSpPr>
        <p:spPr>
          <a:xfrm>
            <a:off x="546101" y="2847975"/>
            <a:ext cx="5445124" cy="3019424"/>
          </a:xfrm>
          <a:prstGeom prst="ellipse">
            <a:avLst/>
          </a:prstGeom>
          <a:solidFill>
            <a:srgbClr val="00357A"/>
          </a:solidFill>
          <a:ln>
            <a:solidFill>
              <a:srgbClr val="00357A"/>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2400" b="1">
                <a:solidFill>
                  <a:srgbClr val="FFFFFF"/>
                </a:solidFill>
              </a:defRPr>
            </a:pPr>
            <a:r>
              <a:t>1</a:t>
            </a:r>
          </a:p>
        </p:txBody>
      </p:sp>
      <p:sp>
        <p:nvSpPr>
          <p:cNvPr id="10" name="Oval 9"/>
          <p:cNvSpPr/>
          <p:nvPr/>
        </p:nvSpPr>
        <p:spPr>
          <a:xfrm>
            <a:off x="6194425" y="2847975"/>
            <a:ext cx="5443538" cy="3019424"/>
          </a:xfrm>
          <a:prstGeom prst="ellipse">
            <a:avLst/>
          </a:prstGeom>
          <a:solidFill>
            <a:srgbClr val="00357A"/>
          </a:solidFill>
          <a:ln>
            <a:solidFill>
              <a:srgbClr val="00357A"/>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2400" b="1">
                <a:solidFill>
                  <a:srgbClr val="FFFFFF"/>
                </a:solidFill>
              </a:defRPr>
            </a:pPr>
            <a:r>
              <a:t>2</a:t>
            </a:r>
          </a:p>
        </p:txBody>
      </p:sp>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Recent topics with SCOR</a:t>
            </a:r>
          </a:p>
        </p:txBody>
      </p:sp>
      <p:sp>
        <p:nvSpPr>
          <p:cNvPr id="3" name="Content Placeholder 2"/>
          <p:cNvSpPr>
            <a:spLocks noGrp="1"/>
          </p:cNvSpPr>
          <p:nvPr>
            <p:ph idx="2" sz="half"/>
          </p:nvPr>
        </p:nvSpPr>
        <p:spPr/>
        <p:txBody>
          <a:bodyPr/>
          <a:lstStyle/>
          <a:p/>
        </p:txBody>
      </p:sp>
      <p:sp>
        <p:nvSpPr>
          <p:cNvPr id="4" name="Text Placeholder 3"/>
          <p:cNvSpPr>
            <a:spLocks noGrp="1"/>
          </p:cNvSpPr>
          <p:nvPr>
            <p:ph type="body" idx="17" sz="quarter"/>
          </p:nvPr>
        </p:nvSpPr>
        <p:spPr/>
        <p:txBody>
          <a:bodyPr/>
          <a:lstStyle/>
          <a:p/>
        </p:txBody>
      </p:sp>
      <p:sp>
        <p:nvSpPr>
          <p:cNvPr id="5" name="Text Placeholder 4"/>
          <p:cNvSpPr>
            <a:spLocks noGrp="1"/>
          </p:cNvSpPr>
          <p:nvPr>
            <p:ph type="body" idx="18" sz="quarter"/>
          </p:nvPr>
        </p:nvSpPr>
        <p:spPr/>
        <p:txBody>
          <a:bodyPr/>
          <a:lstStyle/>
          <a:p/>
        </p:txBody>
      </p:sp>
      <p:graphicFrame>
        <p:nvGraphicFramePr>
          <p:cNvPr id="6" name="Table 5"/>
          <p:cNvGraphicFramePr>
            <a:graphicFrameLocks noGrp="1"/>
          </p:cNvGraphicFramePr>
          <p:nvPr/>
        </p:nvGraphicFramePr>
        <p:xfrm>
          <a:off x="546100" y="1849438"/>
          <a:ext cx="9672637" cy="4017962"/>
        </p:xfrm>
        <a:graphic>
          <a:graphicData uri="http://schemas.openxmlformats.org/drawingml/2006/table">
            <a:tbl>
              <a:tblPr firstRow="1" bandRow="1">
                <a:tableStyleId>{5C22544A-7EE6-4342-B048-85BDC9FD1C3A}</a:tableStyleId>
              </a:tblPr>
              <a:tblGrid>
                <a:gridCol w="2418159"/>
                <a:gridCol w="2418159"/>
                <a:gridCol w="2418159"/>
                <a:gridCol w="2418160"/>
              </a:tblGrid>
              <a:tr h="803592">
                <a:tc>
                  <a:txBody>
                    <a:bodyPr/>
                    <a:lstStyle/>
                    <a:p>
                      <a:r>
                        <a:t>Topic</a:t>
                      </a:r>
                    </a:p>
                  </a:txBody>
                  <a:tcPr/>
                </a:tc>
                <a:tc>
                  <a:txBody>
                    <a:bodyPr/>
                    <a:lstStyle/>
                    <a:p>
                      <a:r>
                        <a:t>Client ask</a:t>
                      </a:r>
                    </a:p>
                  </a:txBody>
                  <a:tcPr/>
                </a:tc>
                <a:tc>
                  <a:txBody>
                    <a:bodyPr/>
                    <a:lstStyle/>
                    <a:p>
                      <a:r>
                        <a:t>Why it matters</a:t>
                      </a:r>
                    </a:p>
                  </a:txBody>
                  <a:tcPr/>
                </a:tc>
                <a:tc>
                  <a:txBody>
                    <a:bodyPr/>
                    <a:lstStyle/>
                    <a:p>
                      <a:r>
                        <a:t>Recommended follow-up</a:t>
                      </a:r>
                    </a:p>
                  </a:txBody>
                  <a:tcPr/>
                </a:tc>
              </a:tr>
              <a:tr h="803592">
                <a:tc>
                  <a:txBody>
                    <a:bodyPr/>
                    <a:lstStyle/>
                    <a:p>
                      <a:r>
                        <a:t>Renewal term</a:t>
                      </a:r>
                    </a:p>
                  </a:txBody>
                  <a:tcPr/>
                </a:tc>
                <a:tc>
                  <a:txBody>
                    <a:bodyPr/>
                    <a:lstStyle/>
                    <a:p>
                      <a:r>
                        <a:t>Single-year renewal instead of multi-year</a:t>
                      </a:r>
                    </a:p>
                  </a:txBody>
                  <a:tcPr/>
                </a:tc>
                <a:tc>
                  <a:txBody>
                    <a:bodyPr/>
                    <a:lstStyle/>
                    <a:p>
                      <a:r>
                        <a:t>Preference for flexibility in commitment horizon</a:t>
                      </a:r>
                    </a:p>
                  </a:txBody>
                  <a:tcPr/>
                </a:tc>
                <a:tc>
                  <a:txBody>
                    <a:bodyPr/>
                    <a:lstStyle/>
                    <a:p>
                      <a:r>
                        <a:t>Position multi-year as optional value lever, not prerequisite</a:t>
                      </a:r>
                    </a:p>
                  </a:txBody>
                  <a:tcPr/>
                </a:tc>
              </a:tr>
              <a:tr h="803592">
                <a:tc>
                  <a:txBody>
                    <a:bodyPr/>
                    <a:lstStyle/>
                    <a:p>
                      <a:r>
                        <a:t>Output delivery</a:t>
                      </a:r>
                    </a:p>
                  </a:txBody>
                  <a:tcPr/>
                </a:tc>
                <a:tc>
                  <a:txBody>
                    <a:bodyPr/>
                    <a:lstStyle/>
                    <a:p>
                      <a:r>
                        <a:t>Quarterly calibration output in CSV</a:t>
                      </a:r>
                    </a:p>
                  </a:txBody>
                  <a:tcPr/>
                </a:tc>
                <a:tc>
                  <a:txBody>
                    <a:bodyPr/>
                    <a:lstStyle/>
                    <a:p>
                      <a:r>
                        <a:t>Could reduce operational burden for SCOR team</a:t>
                      </a:r>
                    </a:p>
                  </a:txBody>
                  <a:tcPr/>
                </a:tc>
                <a:tc>
                  <a:txBody>
                    <a:bodyPr/>
                    <a:lstStyle/>
                    <a:p>
                      <a:r>
                        <a:t>Assess delivery model and commercial treatment</a:t>
                      </a:r>
                    </a:p>
                  </a:txBody>
                  <a:tcPr/>
                </a:tc>
              </a:tr>
              <a:tr h="803592">
                <a:tc>
                  <a:txBody>
                    <a:bodyPr/>
                    <a:lstStyle/>
                    <a:p>
                      <a:r>
                        <a:t>Corporate bond parameters</a:t>
                      </a:r>
                    </a:p>
                  </a:txBody>
                  <a:tcPr/>
                </a:tc>
                <a:tc>
                  <a:txBody>
                    <a:bodyPr/>
                    <a:lstStyle/>
                    <a:p>
                      <a:r>
                        <a:t>Clarify NumberOfBonds and Coupon settings</a:t>
                      </a:r>
                    </a:p>
                  </a:txBody>
                  <a:tcPr/>
                </a:tc>
                <a:tc>
                  <a:txBody>
                    <a:bodyPr/>
                    <a:lstStyle/>
                    <a:p>
                      <a:r>
                        <a:t>Directly impacts modeled returns</a:t>
                      </a:r>
                    </a:p>
                  </a:txBody>
                  <a:tcPr/>
                </a:tc>
                <a:tc>
                  <a:txBody>
                    <a:bodyPr/>
                    <a:lstStyle/>
                    <a:p>
                      <a:r>
                        <a:t>Provide documented parameter guidance</a:t>
                      </a:r>
                    </a:p>
                  </a:txBody>
                  <a:tcPr/>
                </a:tc>
              </a:tr>
              <a:tr h="803594">
                <a:tc>
                  <a:txBody>
                    <a:bodyPr/>
                    <a:lstStyle/>
                    <a:p>
                      <a:r>
                        <a:t>Dummy values</a:t>
                      </a:r>
                    </a:p>
                  </a:txBody>
                  <a:tcPr/>
                </a:tc>
                <a:tc>
                  <a:txBody>
                    <a:bodyPr/>
                    <a:lstStyle/>
                    <a:p>
                      <a:r>
                        <a:t>Implication of NumberOfBonds=1 and Coupon=0</a:t>
                      </a:r>
                    </a:p>
                  </a:txBody>
                  <a:tcPr/>
                </a:tc>
                <a:tc>
                  <a:txBody>
                    <a:bodyPr/>
                    <a:lstStyle/>
                    <a:p>
                      <a:r>
                        <a:t>Risk of unrealistic outputs/model distortion</a:t>
                      </a:r>
                    </a:p>
                  </a:txBody>
                  <a:tcPr/>
                </a:tc>
                <a:tc>
                  <a:txBody>
                    <a:bodyPr/>
                    <a:lstStyle/>
                    <a:p>
                      <a:r>
                        <a:t>Run controlled test and share quantified impact</a:t>
                      </a:r>
                    </a:p>
                  </a:txBody>
                  <a:tcPr/>
                </a:tc>
              </a:tr>
            </a:tbl>
          </a:graphicData>
        </a:graphic>
      </p:graphicFrame>
    </p:spTree>
  </p:cSld>
  <p:clrMapOvr>
    <a:masterClrMapping/>
  </p:clrMapOvr>
</p:sld>
</file>

<file path=ppt/slides/slide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Recommended next steps</a:t>
            </a:r>
          </a:p>
        </p:txBody>
      </p:sp>
      <p:sp>
        <p:nvSpPr>
          <p:cNvPr id="3" name="Text Placeholder 2"/>
          <p:cNvSpPr>
            <a:spLocks noGrp="1"/>
          </p:cNvSpPr>
          <p:nvPr>
            <p:ph type="body" idx="13" sz="quarter"/>
          </p:nvPr>
        </p:nvSpPr>
        <p:spPr/>
        <p:txBody>
          <a:bodyPr/>
          <a:lstStyle/>
          <a:p/>
        </p:txBody>
      </p:sp>
      <p:sp>
        <p:nvSpPr>
          <p:cNvPr id="4" name="Content Placeholder 3"/>
          <p:cNvSpPr>
            <a:spLocks noGrp="1"/>
          </p:cNvSpPr>
          <p:nvPr>
            <p:ph idx="18" sz="quarter"/>
          </p:nvPr>
        </p:nvSpPr>
        <p:spPr/>
        <p:txBody>
          <a:bodyPr/>
          <a:lstStyle/>
          <a:p/>
        </p:txBody>
      </p:sp>
      <p:sp>
        <p:nvSpPr>
          <p:cNvPr id="5" name="Text Placeholder 4"/>
          <p:cNvSpPr>
            <a:spLocks noGrp="1"/>
          </p:cNvSpPr>
          <p:nvPr>
            <p:ph type="body" idx="15" sz="quarter"/>
          </p:nvPr>
        </p:nvSpPr>
        <p:spPr/>
        <p:txBody>
          <a:bodyPr/>
          <a:lstStyle/>
          <a:p/>
        </p:txBody>
      </p:sp>
    </p:spTree>
  </p:cSld>
  <p:clrMapOvr>
    <a:masterClrMapping/>
  </p:clrMapOvr>
</p:sld>
</file>

<file path=ppt/slides/slide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Thank you</a:t>
            </a:r>
          </a:p>
        </p:txBody>
      </p:sp>
      <p:sp>
        <p:nvSpPr>
          <p:cNvPr id="3" name="Text Placeholder 2"/>
          <p:cNvSpPr>
            <a:spLocks noGrp="1"/>
          </p:cNvSpPr>
          <p:nvPr>
            <p:ph type="body" idx="15" sz="quarter"/>
          </p:nvPr>
        </p:nvSpPr>
        <p:spPr/>
        <p:txBody>
          <a:bodyPr/>
          <a:lstStyle/>
          <a:p/>
        </p:txBody>
      </p:sp>
      <p:sp>
        <p:nvSpPr>
          <p:cNvPr id="4" name="Text Placeholder 3"/>
          <p:cNvSpPr>
            <a:spLocks noGrp="1"/>
          </p:cNvSpPr>
          <p:nvPr>
            <p:ph type="body" idx="94" sz="quarter"/>
          </p:nvPr>
        </p:nvSpPr>
        <p:spPr/>
        <p:txBody>
          <a:bodyPr/>
          <a:lstStyle/>
          <a:p/>
        </p:txBody>
      </p:sp>
      <p:sp>
        <p:nvSpPr>
          <p:cNvPr id="5" name="Text Placeholder 4"/>
          <p:cNvSpPr>
            <a:spLocks noGrp="1"/>
          </p:cNvSpPr>
          <p:nvPr>
            <p:ph type="body" idx="95" sz="quarter"/>
          </p:nvPr>
        </p:nvSpPr>
        <p:spPr/>
        <p:txBody>
          <a:bodyPr/>
          <a:lstStyle/>
          <a:p/>
        </p:txBody>
      </p:sp>
      <p:sp>
        <p:nvSpPr>
          <p:cNvPr id="6" name="Text Placeholder 5"/>
          <p:cNvSpPr>
            <a:spLocks noGrp="1"/>
          </p:cNvSpPr>
          <p:nvPr>
            <p:ph type="body" idx="96" sz="quarter"/>
          </p:nvPr>
        </p:nvSpPr>
        <p:spPr/>
        <p:txBody>
          <a:bodyPr/>
          <a:lstStyle/>
          <a:p/>
        </p:txBody>
      </p:sp>
    </p:spTree>
  </p:cSld>
  <p:clrMapOvr>
    <a:masterClrMapping/>
  </p:clrMapOvr>
</p:sld>
</file>

<file path=ppt/theme/theme1.xml><?xml version="1.0" encoding="utf-8"?>
<a:theme xmlns:a="http://schemas.openxmlformats.org/drawingml/2006/main" name="Moody's">
  <a:themeElements>
    <a:clrScheme name="Moody's">
      <a:dk1>
        <a:srgbClr val="000000"/>
      </a:dk1>
      <a:lt1>
        <a:sysClr val="window" lastClr="FFFFFF"/>
      </a:lt1>
      <a:dk2>
        <a:srgbClr val="0A1264"/>
      </a:dk2>
      <a:lt2>
        <a:srgbClr val="D7D8D7"/>
      </a:lt2>
      <a:accent1>
        <a:srgbClr val="005EFF"/>
      </a:accent1>
      <a:accent2>
        <a:srgbClr val="35397E"/>
      </a:accent2>
      <a:accent3>
        <a:srgbClr val="7677A7"/>
      </a:accent3>
      <a:accent4>
        <a:srgbClr val="A2A2C4"/>
      </a:accent4>
      <a:accent5>
        <a:srgbClr val="CFD0E1"/>
      </a:accent5>
      <a:accent6>
        <a:srgbClr val="11174F"/>
      </a:accent6>
      <a:hlink>
        <a:srgbClr val="005EFF"/>
      </a:hlink>
      <a:folHlink>
        <a:srgbClr val="D9017A"/>
      </a:folHlink>
    </a:clrScheme>
    <a:fontScheme name="Moody's">
      <a:majorFont>
        <a:latin typeface="Financier Semibold"/>
        <a:ea typeface=""/>
        <a:cs typeface=""/>
      </a:majorFont>
      <a:minorFont>
        <a:latin typeface="GT America"/>
        <a:ea typeface=""/>
        <a:cs typeface=""/>
      </a:minorFont>
    </a:fontScheme>
    <a:fmtScheme name="Moody's">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15000"/>
          </a:schemeClr>
        </a:lnRef>
        <a:fillRef idx="1">
          <a:schemeClr val="accent1"/>
        </a:fillRef>
        <a:effectRef idx="0">
          <a:schemeClr val="accent1"/>
        </a:effectRef>
        <a:fontRef idx="minor">
          <a:schemeClr val="lt1"/>
        </a:fontRef>
      </a:style>
    </a:spDef>
    <a:txDef>
      <a:spPr>
        <a:noFill/>
      </a:spPr>
      <a:bodyPr wrap="square" lIns="0" tIns="0" rIns="0" bIns="0" rtlCol="0">
        <a:noAutofit/>
      </a:bodyPr>
      <a:lstStyle>
        <a:defPPr marL="285750" indent="-285750" algn="l">
          <a:lnSpc>
            <a:spcPct val="101000"/>
          </a:lnSpc>
          <a:spcAft>
            <a:spcPts val="600"/>
          </a:spcAft>
          <a:buFont typeface="GT America" charset="0"/>
          <a:buChar char="→"/>
          <a:defRPr kumimoji="0" sz="1400" b="0" i="0" u="none" strike="noStrike" kern="1200" cap="none" spc="0" normalizeH="0" baseline="0" noProof="0" dirty="0" err="1" smtClean="0">
            <a:ln>
              <a:noFill/>
            </a:ln>
            <a:solidFill>
              <a:srgbClr val="000000"/>
            </a:solidFill>
            <a:effectLst/>
            <a:uLnTx/>
            <a:uFillTx/>
            <a:latin typeface="GT America Regular"/>
            <a:ea typeface="GT America Regular" charset="0"/>
            <a:cs typeface="GT America Regular" charset="0"/>
          </a:defRPr>
        </a:defPPr>
      </a:lstStyle>
    </a:txDef>
  </a:objectDefaults>
  <a:extraClrSchemeLst/>
  <a:custClrLst>
    <a:custClr name="Moody's Blue 02">
      <a:srgbClr val="CFD0E1"/>
    </a:custClr>
    <a:custClr name="Moody's Blue 04">
      <a:srgbClr val="A2A2C4"/>
    </a:custClr>
    <a:custClr name="Moody's Blue 06">
      <a:srgbClr val="7677A7"/>
    </a:custClr>
    <a:custClr name="Moody's Blue 09">
      <a:srgbClr val="35397E"/>
    </a:custClr>
    <a:custClr name="Moody's Blue 10">
      <a:srgbClr val="0A1264"/>
    </a:custClr>
    <a:custClr name="Moody's Blue 11">
      <a:srgbClr val="11174F"/>
    </a:custClr>
    <a:custClr name="Moody's Blue 12">
      <a:srgbClr val="040826"/>
    </a:custClr>
    <a:custClr name=" ">
      <a:srgbClr val="FFFFFF"/>
    </a:custClr>
    <a:custClr name=" ">
      <a:srgbClr val="FFFFFF"/>
    </a:custClr>
    <a:custClr name=" ">
      <a:srgbClr val="FFFFFF"/>
    </a:custClr>
    <a:custClr name="Bright Blue 03">
      <a:srgbClr val="9DC1FF"/>
    </a:custClr>
    <a:custClr name="Bright Blue 05">
      <a:srgbClr val="5996FF"/>
    </a:custClr>
    <a:custClr name="Bright Blue 06">
      <a:srgbClr val="347FFF"/>
    </a:custClr>
    <a:custClr name="Bright Blue 07">
      <a:srgbClr val="005EFF"/>
    </a:custClr>
    <a:custClr name="Bright Blue 09">
      <a:srgbClr val="0044B7"/>
    </a:custClr>
    <a:custClr name="Bright Blue 10">
      <a:srgbClr val="003590"/>
    </a:custClr>
    <a:custClr name="Bright Blue 11">
      <a:srgbClr val="00276A"/>
    </a:custClr>
    <a:custClr name=" ">
      <a:srgbClr val="FFFFFF"/>
    </a:custClr>
    <a:custClr name=" ">
      <a:srgbClr val="FFFFFF"/>
    </a:custClr>
    <a:custClr name=" ">
      <a:srgbClr val="FFFFFF"/>
    </a:custClr>
    <a:custClr name="Extra Light Grey 01">
      <a:srgbClr val="F0F0F1"/>
    </a:custClr>
    <a:custClr name="Light Grey 02">
      <a:srgbClr val="D7D8D7"/>
    </a:custClr>
    <a:custClr name="Medium Grey 04">
      <a:srgbClr val="A6A9AA"/>
    </a:custClr>
    <a:custClr name="Grey 06">
      <a:srgbClr val="75787B"/>
    </a:custClr>
    <a:custClr name="Dark Grey 08">
      <a:srgbClr val="4F5153"/>
    </a:custClr>
    <a:custClr name="Extra Dark Grey 10">
      <a:srgbClr val="292B2C"/>
    </a:custClr>
    <a:custClr name="Rich Black 12">
      <a:srgbClr val="000000"/>
    </a:custClr>
    <a:custClr name=" ">
      <a:srgbClr val="FFFFFF"/>
    </a:custClr>
    <a:custClr name=" ">
      <a:srgbClr val="FFFFFF"/>
    </a:custClr>
    <a:custClr name=" ">
      <a:srgbClr val="FFFFFF"/>
    </a:custClr>
    <a:custClr name="Red 08">
      <a:srgbClr val="BA0C2F"/>
    </a:custClr>
    <a:custClr name="Orange 06">
      <a:srgbClr val="E35205"/>
    </a:custClr>
    <a:custClr name="Yellow 03">
      <a:srgbClr val="FDDA25"/>
    </a:custClr>
    <a:custClr name="Green 04">
      <a:srgbClr val="78BE20"/>
    </a:custClr>
    <a:custClr name="Teal 06">
      <a:srgbClr val="008C95"/>
    </a:custClr>
    <a:custClr name="Purple 10">
      <a:srgbClr val="5C068C"/>
    </a:custClr>
    <a:custClr name="Magenta 07">
      <a:srgbClr val="D9017A"/>
    </a:custClr>
    <a:custClr name=" ">
      <a:srgbClr val="FFFFFF"/>
    </a:custClr>
    <a:custClr name=" ">
      <a:srgbClr val="FFFFFF"/>
    </a:custClr>
    <a:custClr name=" ">
      <a:srgbClr val="FFFFFF"/>
    </a:custClr>
    <a:custClr name="Red 01">
      <a:srgbClr val="F8E5E9"/>
    </a:custClr>
    <a:custClr name="Orange 01">
      <a:srgbClr val="FBE6DA"/>
    </a:custClr>
    <a:custClr name="Yellow 01">
      <a:srgbClr val="FDF3BD"/>
    </a:custClr>
    <a:custClr name="Green 01">
      <a:srgbClr val="DDF0CE"/>
    </a:custClr>
    <a:custClr name="Teal 01">
      <a:srgbClr val="D7EDEF"/>
    </a:custClr>
    <a:custClr name="Purple 01">
      <a:srgbClr val="EEE7F3"/>
    </a:custClr>
    <a:custClr name="Magenta 01">
      <a:srgbClr val="FDE3F2"/>
    </a:custClr>
    <a:custClr name=" ">
      <a:srgbClr val="FFFFFF"/>
    </a:custClr>
    <a:custClr name=" ">
      <a:srgbClr val="FFFFFF"/>
    </a:custClr>
    <a:custClr name=" ">
      <a:srgbClr val="FFFFFF"/>
    </a:custClr>
  </a:custClrLst>
  <a:extLst>
    <a:ext uri="{05A4C25C-085E-4340-85A3-A5531E510DB2}">
      <thm15:themeFamily xmlns:thm15="http://schemas.microsoft.com/office/thememl/2012/main" name="Presentation4" id="{1D5FA5CC-B81F-E249-9531-45099A792A11}" vid="{66807FD4-A7D4-3A4F-83CC-A9292C5712EB}"/>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2</TotalTime>
  <Words>7852</Words>
  <Application>Microsoft Macintosh PowerPoint</Application>
  <PresentationFormat>Widescreen</PresentationFormat>
  <Paragraphs>1135</Paragraphs>
  <Slides>74</Slides>
  <Notes>2</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74</vt:i4>
      </vt:variant>
    </vt:vector>
  </HeadingPairs>
  <TitlesOfParts>
    <vt:vector size="81" baseType="lpstr">
      <vt:lpstr>GT America Regular</vt:lpstr>
      <vt:lpstr>Calibri</vt:lpstr>
      <vt:lpstr>Financier Display Light</vt:lpstr>
      <vt:lpstr>GT America</vt:lpstr>
      <vt:lpstr>Financier Semibold</vt:lpstr>
      <vt:lpstr>Arial</vt:lpstr>
      <vt:lpstr>Moody's</vt:lpstr>
      <vt:lpstr>PowerPoint template March 2024</vt:lpstr>
      <vt:lpstr>PowerPoint template March 2024</vt:lpstr>
      <vt:lpstr>PowerPoint template March 2024</vt:lpstr>
      <vt:lpstr>Find ready made cover photos for your presentation on the Brand Center</vt:lpstr>
      <vt:lpstr>Find ready made cover photos for your presentation on the Brand Center</vt:lpstr>
      <vt:lpstr>Visit Brand Center for pre-approved imagery to place in dynamic slices</vt:lpstr>
      <vt:lpstr>Visit Brand Center for pre-approved imagery to place in dynamic slices</vt:lpstr>
      <vt:lpstr>Instructions</vt:lpstr>
      <vt:lpstr>Instructions</vt:lpstr>
      <vt:lpstr>Instructions</vt:lpstr>
      <vt:lpstr>Instructions</vt:lpstr>
      <vt:lpstr>Instructions</vt:lpstr>
      <vt:lpstr>Instructions</vt:lpstr>
      <vt:lpstr>Instructions</vt:lpstr>
      <vt:lpstr>Instructions</vt:lpstr>
      <vt:lpstr>Instructions</vt:lpstr>
      <vt:lpstr>Instructions</vt:lpstr>
      <vt:lpstr>Instructions</vt:lpstr>
      <vt:lpstr>Instructions</vt:lpstr>
      <vt:lpstr>Categorical palettes</vt:lpstr>
      <vt:lpstr>Categorical palettes</vt:lpstr>
      <vt:lpstr>Categorical palettes</vt:lpstr>
      <vt:lpstr>Categorical palettes</vt:lpstr>
      <vt:lpstr>Categorical palettes</vt:lpstr>
      <vt:lpstr>Agenda 1</vt:lpstr>
      <vt:lpstr>Agenda 2</vt:lpstr>
      <vt:lpstr>Agenda 3</vt:lpstr>
      <vt:lpstr>Agenda 4</vt:lpstr>
      <vt:lpstr>H1 Heading 48pt on up two lines only</vt:lpstr>
      <vt:lpstr>H1 Heading 48pt on up two lines only</vt:lpstr>
      <vt:lpstr>H1 Heading 48pt for more than two lines should not indent</vt:lpstr>
      <vt:lpstr>H1 Heading 48pt for more than two lines should not indent</vt:lpstr>
      <vt:lpstr>H1 Heading 48pt on up two lines only</vt:lpstr>
      <vt:lpstr>H1 Heading 48pt for more than two lines should not indent</vt:lpstr>
      <vt:lpstr>Executive summary style 1</vt:lpstr>
      <vt:lpstr>Executive summary style 2</vt:lpstr>
      <vt:lpstr>Executive summary style 3</vt:lpstr>
      <vt:lpstr>Executive summary style 4</vt:lpstr>
      <vt:lpstr>Executive summary style 5</vt:lpstr>
      <vt:lpstr>H1 Heading 1-column slide</vt:lpstr>
      <vt:lpstr>H1 Heading - 2 line title 1-column slide</vt:lpstr>
      <vt:lpstr>H1 Heading - 2-column comparison slide</vt:lpstr>
      <vt:lpstr>H1 Heading - 2 line title 2-column comparison slide</vt:lpstr>
      <vt:lpstr>H1 Heading - 2-column comparison slide</vt:lpstr>
      <vt:lpstr>H1 Heading - 2-column comparison slide</vt:lpstr>
      <vt:lpstr>H1 Heading - 2-column comparison slide</vt:lpstr>
      <vt:lpstr>H1 Heading - 3-column comparison slide</vt:lpstr>
      <vt:lpstr>H1 Heading - 4-column comparison slide</vt:lpstr>
      <vt:lpstr>PowerPoint Presentation</vt:lpstr>
      <vt:lpstr>PowerPoint Presentation</vt:lpstr>
      <vt:lpstr>PowerPoint Presentation</vt:lpstr>
      <vt:lpstr>Photo layout</vt:lpstr>
      <vt:lpstr>Photo layout</vt:lpstr>
      <vt:lpstr>Dynamic slices</vt:lpstr>
      <vt:lpstr>Dynamic slices</vt:lpstr>
      <vt:lpstr>Dynamic slices</vt:lpstr>
      <vt:lpstr>Dynamic Slices</vt:lpstr>
      <vt:lpstr>Feature content</vt:lpstr>
      <vt:lpstr>Feature content</vt:lpstr>
      <vt:lpstr>Feature content</vt:lpstr>
      <vt:lpstr>Sample charts</vt:lpstr>
      <vt:lpstr>Sample charts</vt:lpstr>
      <vt:lpstr>Sample table layouts</vt:lpstr>
      <vt:lpstr>Sample table layouts</vt:lpstr>
      <vt:lpstr>Sample table layouts</vt:lpstr>
      <vt:lpstr>Team lead</vt:lpstr>
      <vt:lpstr>Team lead</vt:lpstr>
      <vt:lpstr>Team lead</vt:lpstr>
      <vt:lpstr>Contact sheet 4-up</vt:lpstr>
      <vt:lpstr>Contact sheet</vt:lpstr>
      <vt:lpstr>Contact sheet</vt:lpstr>
      <vt:lpstr>Contact sheet</vt:lpstr>
      <vt:lpstr>Thank you</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template March 2024</dc:title>
  <dc:creator>Mario Alfaro (Moody's)</dc:creator>
  <cp:lastModifiedBy>Mario Alfaro (Moody's)</cp:lastModifiedBy>
  <cp:revision>1</cp:revision>
  <dcterms:created xsi:type="dcterms:W3CDTF">2024-03-11T20:17:04Z</dcterms:created>
  <dcterms:modified xsi:type="dcterms:W3CDTF">2024-03-11T20:19:57Z</dcterms:modified>
</cp:coreProperties>
</file>